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649200" cy="7315200"/>
  <p:notesSz cx="126492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8690" y="2267712"/>
            <a:ext cx="1075182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97380" y="4096512"/>
            <a:ext cx="885444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32460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14338" y="1682496"/>
            <a:ext cx="5502402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2192000" cy="323850"/>
          </a:xfrm>
          <a:custGeom>
            <a:avLst/>
            <a:gdLst/>
            <a:ahLst/>
            <a:cxnLst/>
            <a:rect l="l" t="t" r="r" b="b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2192000" cy="1222375"/>
          </a:xfrm>
          <a:custGeom>
            <a:avLst/>
            <a:gdLst/>
            <a:ahLst/>
            <a:cxnLst/>
            <a:rect l="l" t="t" r="r" b="b"/>
            <a:pathLst>
              <a:path w="12192000" h="1222375">
                <a:moveTo>
                  <a:pt x="12192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2192000" y="1221752"/>
                </a:lnTo>
                <a:lnTo>
                  <a:pt x="12192000" y="1213485"/>
                </a:lnTo>
                <a:close/>
              </a:path>
              <a:path w="12192000" h="1222375">
                <a:moveTo>
                  <a:pt x="12192000" y="0"/>
                </a:moveTo>
                <a:lnTo>
                  <a:pt x="0" y="0"/>
                </a:lnTo>
                <a:lnTo>
                  <a:pt x="0" y="3810"/>
                </a:lnTo>
                <a:lnTo>
                  <a:pt x="12192000" y="381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1097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2192000" cy="64135"/>
          </a:xfrm>
          <a:custGeom>
            <a:avLst/>
            <a:gdLst/>
            <a:ahLst/>
            <a:cxnLst/>
            <a:rect l="l" t="t" r="r" b="b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2192000" cy="1209675"/>
          </a:xfrm>
          <a:custGeom>
            <a:avLst/>
            <a:gdLst/>
            <a:ahLst/>
            <a:cxnLst/>
            <a:rect l="l" t="t" r="r" b="b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0610" y="288956"/>
            <a:ext cx="6857365" cy="5473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52423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460" y="1682496"/>
            <a:ext cx="1138428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00728" y="6803136"/>
            <a:ext cx="404774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2460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07424" y="6803136"/>
            <a:ext cx="2909316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image" Target="../media/image14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42" Type="http://schemas.openxmlformats.org/officeDocument/2006/relationships/image" Target="../media/image66.png"/><Relationship Id="rId47" Type="http://schemas.openxmlformats.org/officeDocument/2006/relationships/image" Target="../media/image71.png"/><Relationship Id="rId50" Type="http://schemas.openxmlformats.org/officeDocument/2006/relationships/image" Target="../media/image74.png"/><Relationship Id="rId55" Type="http://schemas.openxmlformats.org/officeDocument/2006/relationships/image" Target="../media/image79.png"/><Relationship Id="rId63" Type="http://schemas.openxmlformats.org/officeDocument/2006/relationships/image" Target="../media/image8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9" Type="http://schemas.openxmlformats.org/officeDocument/2006/relationships/image" Target="../media/image53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40" Type="http://schemas.openxmlformats.org/officeDocument/2006/relationships/image" Target="../media/image64.png"/><Relationship Id="rId45" Type="http://schemas.openxmlformats.org/officeDocument/2006/relationships/image" Target="../media/image69.png"/><Relationship Id="rId53" Type="http://schemas.openxmlformats.org/officeDocument/2006/relationships/image" Target="../media/image77.png"/><Relationship Id="rId58" Type="http://schemas.openxmlformats.org/officeDocument/2006/relationships/image" Target="../media/image82.png"/><Relationship Id="rId66" Type="http://schemas.openxmlformats.org/officeDocument/2006/relationships/image" Target="../media/image12.png"/><Relationship Id="rId5" Type="http://schemas.openxmlformats.org/officeDocument/2006/relationships/image" Target="../media/image29.png"/><Relationship Id="rId61" Type="http://schemas.openxmlformats.org/officeDocument/2006/relationships/image" Target="../media/image85.png"/><Relationship Id="rId19" Type="http://schemas.openxmlformats.org/officeDocument/2006/relationships/image" Target="../media/image4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43" Type="http://schemas.openxmlformats.org/officeDocument/2006/relationships/image" Target="../media/image67.png"/><Relationship Id="rId48" Type="http://schemas.openxmlformats.org/officeDocument/2006/relationships/image" Target="../media/image72.png"/><Relationship Id="rId56" Type="http://schemas.openxmlformats.org/officeDocument/2006/relationships/image" Target="../media/image80.png"/><Relationship Id="rId64" Type="http://schemas.openxmlformats.org/officeDocument/2006/relationships/image" Target="../media/image10.png"/><Relationship Id="rId8" Type="http://schemas.openxmlformats.org/officeDocument/2006/relationships/image" Target="../media/image32.png"/><Relationship Id="rId51" Type="http://schemas.openxmlformats.org/officeDocument/2006/relationships/image" Target="../media/image75.png"/><Relationship Id="rId3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46" Type="http://schemas.openxmlformats.org/officeDocument/2006/relationships/image" Target="../media/image70.png"/><Relationship Id="rId59" Type="http://schemas.openxmlformats.org/officeDocument/2006/relationships/image" Target="../media/image83.png"/><Relationship Id="rId67" Type="http://schemas.openxmlformats.org/officeDocument/2006/relationships/image" Target="../media/image16.png"/><Relationship Id="rId20" Type="http://schemas.openxmlformats.org/officeDocument/2006/relationships/image" Target="../media/image44.png"/><Relationship Id="rId41" Type="http://schemas.openxmlformats.org/officeDocument/2006/relationships/image" Target="../media/image65.png"/><Relationship Id="rId54" Type="http://schemas.openxmlformats.org/officeDocument/2006/relationships/image" Target="../media/image78.png"/><Relationship Id="rId6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49" Type="http://schemas.openxmlformats.org/officeDocument/2006/relationships/image" Target="../media/image73.png"/><Relationship Id="rId57" Type="http://schemas.openxmlformats.org/officeDocument/2006/relationships/image" Target="../media/image81.png"/><Relationship Id="rId10" Type="http://schemas.openxmlformats.org/officeDocument/2006/relationships/image" Target="../media/image34.png"/><Relationship Id="rId31" Type="http://schemas.openxmlformats.org/officeDocument/2006/relationships/image" Target="../media/image55.png"/><Relationship Id="rId44" Type="http://schemas.openxmlformats.org/officeDocument/2006/relationships/image" Target="../media/image68.png"/><Relationship Id="rId52" Type="http://schemas.openxmlformats.org/officeDocument/2006/relationships/image" Target="../media/image76.png"/><Relationship Id="rId60" Type="http://schemas.openxmlformats.org/officeDocument/2006/relationships/image" Target="../media/image84.png"/><Relationship Id="rId65" Type="http://schemas.openxmlformats.org/officeDocument/2006/relationships/image" Target="../media/image11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9" Type="http://schemas.openxmlformats.org/officeDocument/2006/relationships/image" Target="../media/image6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8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00610" y="384206"/>
            <a:ext cx="6857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75" dirty="0"/>
              <a:t> </a:t>
            </a:r>
            <a:r>
              <a:rPr dirty="0"/>
              <a:t>Mental</a:t>
            </a:r>
            <a:r>
              <a:rPr spc="-70" dirty="0"/>
              <a:t> </a:t>
            </a:r>
            <a:r>
              <a:rPr dirty="0"/>
              <a:t>Health</a:t>
            </a:r>
            <a:r>
              <a:rPr spc="-70" dirty="0"/>
              <a:t> </a:t>
            </a:r>
            <a:r>
              <a:rPr dirty="0"/>
              <a:t>Analytics</a:t>
            </a:r>
            <a:r>
              <a:rPr spc="-70" dirty="0"/>
              <a:t> </a:t>
            </a:r>
            <a:r>
              <a:rPr spc="-10" dirty="0"/>
              <a:t>Dashboard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50075" y="1098581"/>
            <a:ext cx="3397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0" dirty="0">
                <a:latin typeface="Tahoma"/>
                <a:cs typeface="Tahoma"/>
              </a:rPr>
              <a:t>Age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7537" y="1423987"/>
            <a:ext cx="771525" cy="266700"/>
          </a:xfrm>
          <a:prstGeom prst="rect">
            <a:avLst/>
          </a:prstGeom>
          <a:ln w="9524">
            <a:solidFill>
              <a:srgbClr val="1C1C1C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459"/>
              </a:spcBef>
            </a:pP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17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5737" y="1423987"/>
            <a:ext cx="771525" cy="266700"/>
          </a:xfrm>
          <a:prstGeom prst="rect">
            <a:avLst/>
          </a:prstGeom>
          <a:ln w="9524">
            <a:solidFill>
              <a:srgbClr val="1C1C1C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459"/>
              </a:spcBef>
            </a:pPr>
            <a:r>
              <a:rPr sz="1000" spc="-25" dirty="0">
                <a:solidFill>
                  <a:srgbClr val="252423"/>
                </a:solidFill>
                <a:latin typeface="Segoe UI"/>
                <a:cs typeface="Segoe UI"/>
              </a:rPr>
              <a:t>21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09637" y="1762125"/>
            <a:ext cx="7815580" cy="4759325"/>
            <a:chOff x="909637" y="1762125"/>
            <a:chExt cx="7815580" cy="4759325"/>
          </a:xfrm>
        </p:grpSpPr>
        <p:sp>
          <p:nvSpPr>
            <p:cNvPr id="9" name="object 9"/>
            <p:cNvSpPr/>
            <p:nvPr/>
          </p:nvSpPr>
          <p:spPr>
            <a:xfrm>
              <a:off x="7086599" y="1866899"/>
              <a:ext cx="1514475" cy="28575"/>
            </a:xfrm>
            <a:custGeom>
              <a:avLst/>
              <a:gdLst/>
              <a:ahLst/>
              <a:cxnLst/>
              <a:rect l="l" t="t" r="r" b="b"/>
              <a:pathLst>
                <a:path w="1514475" h="28575">
                  <a:moveTo>
                    <a:pt x="1502081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2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502081" y="0"/>
                  </a:lnTo>
                  <a:lnTo>
                    <a:pt x="1514474" y="12392"/>
                  </a:lnTo>
                  <a:lnTo>
                    <a:pt x="1514474" y="16182"/>
                  </a:lnTo>
                  <a:lnTo>
                    <a:pt x="1503904" y="28212"/>
                  </a:lnTo>
                  <a:lnTo>
                    <a:pt x="1502081" y="285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86599" y="1866899"/>
              <a:ext cx="1495425" cy="28575"/>
            </a:xfrm>
            <a:custGeom>
              <a:avLst/>
              <a:gdLst/>
              <a:ahLst/>
              <a:cxnLst/>
              <a:rect l="l" t="t" r="r" b="b"/>
              <a:pathLst>
                <a:path w="1495425" h="28575">
                  <a:moveTo>
                    <a:pt x="149542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495424" y="0"/>
                  </a:lnTo>
                  <a:lnTo>
                    <a:pt x="1495424" y="285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6599" y="1866900"/>
              <a:ext cx="1495425" cy="28575"/>
            </a:xfrm>
            <a:custGeom>
              <a:avLst/>
              <a:gdLst/>
              <a:ahLst/>
              <a:cxnLst/>
              <a:rect l="l" t="t" r="r" b="b"/>
              <a:pathLst>
                <a:path w="1495425" h="28575">
                  <a:moveTo>
                    <a:pt x="149542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495424" y="0"/>
                  </a:lnTo>
                  <a:lnTo>
                    <a:pt x="1495424" y="2857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7250" y="1762125"/>
              <a:ext cx="247649" cy="2476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7480" y="1762125"/>
              <a:ext cx="247649" cy="2476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09624" y="3477069"/>
              <a:ext cx="4057650" cy="3044825"/>
            </a:xfrm>
            <a:custGeom>
              <a:avLst/>
              <a:gdLst/>
              <a:ahLst/>
              <a:cxnLst/>
              <a:rect l="l" t="t" r="r" b="b"/>
              <a:pathLst>
                <a:path w="4057650" h="3044825">
                  <a:moveTo>
                    <a:pt x="9525" y="3038310"/>
                  </a:moveTo>
                  <a:lnTo>
                    <a:pt x="9067" y="3037192"/>
                  </a:lnTo>
                  <a:lnTo>
                    <a:pt x="7200" y="3035325"/>
                  </a:lnTo>
                  <a:lnTo>
                    <a:pt x="6083" y="3034855"/>
                  </a:lnTo>
                  <a:lnTo>
                    <a:pt x="3454" y="3034855"/>
                  </a:lnTo>
                  <a:lnTo>
                    <a:pt x="2336" y="3035325"/>
                  </a:lnTo>
                  <a:lnTo>
                    <a:pt x="469" y="3037192"/>
                  </a:lnTo>
                  <a:lnTo>
                    <a:pt x="0" y="3038310"/>
                  </a:lnTo>
                  <a:lnTo>
                    <a:pt x="0" y="3040938"/>
                  </a:lnTo>
                  <a:lnTo>
                    <a:pt x="469" y="3042056"/>
                  </a:lnTo>
                  <a:lnTo>
                    <a:pt x="2336" y="3043923"/>
                  </a:lnTo>
                  <a:lnTo>
                    <a:pt x="3454" y="3044380"/>
                  </a:lnTo>
                  <a:lnTo>
                    <a:pt x="6083" y="3044380"/>
                  </a:lnTo>
                  <a:lnTo>
                    <a:pt x="7200" y="3043923"/>
                  </a:lnTo>
                  <a:lnTo>
                    <a:pt x="9067" y="3042056"/>
                  </a:lnTo>
                  <a:lnTo>
                    <a:pt x="9525" y="3040938"/>
                  </a:lnTo>
                  <a:lnTo>
                    <a:pt x="9525" y="3038310"/>
                  </a:lnTo>
                  <a:close/>
                </a:path>
                <a:path w="4057650" h="3044825">
                  <a:moveTo>
                    <a:pt x="9525" y="2279599"/>
                  </a:moveTo>
                  <a:lnTo>
                    <a:pt x="9067" y="2278469"/>
                  </a:lnTo>
                  <a:lnTo>
                    <a:pt x="7200" y="2276614"/>
                  </a:lnTo>
                  <a:lnTo>
                    <a:pt x="6083" y="2276144"/>
                  </a:lnTo>
                  <a:lnTo>
                    <a:pt x="3454" y="2276144"/>
                  </a:lnTo>
                  <a:lnTo>
                    <a:pt x="2336" y="2276614"/>
                  </a:lnTo>
                  <a:lnTo>
                    <a:pt x="469" y="2278469"/>
                  </a:lnTo>
                  <a:lnTo>
                    <a:pt x="0" y="2279599"/>
                  </a:lnTo>
                  <a:lnTo>
                    <a:pt x="0" y="2282228"/>
                  </a:lnTo>
                  <a:lnTo>
                    <a:pt x="469" y="2283345"/>
                  </a:lnTo>
                  <a:lnTo>
                    <a:pt x="2336" y="2285200"/>
                  </a:lnTo>
                  <a:lnTo>
                    <a:pt x="3454" y="2285669"/>
                  </a:lnTo>
                  <a:lnTo>
                    <a:pt x="6083" y="2285669"/>
                  </a:lnTo>
                  <a:lnTo>
                    <a:pt x="7200" y="2285200"/>
                  </a:lnTo>
                  <a:lnTo>
                    <a:pt x="9067" y="2283345"/>
                  </a:lnTo>
                  <a:lnTo>
                    <a:pt x="9525" y="2282228"/>
                  </a:lnTo>
                  <a:lnTo>
                    <a:pt x="9525" y="2279599"/>
                  </a:lnTo>
                  <a:close/>
                </a:path>
                <a:path w="4057650" h="3044825">
                  <a:moveTo>
                    <a:pt x="9525" y="1520875"/>
                  </a:moveTo>
                  <a:lnTo>
                    <a:pt x="9067" y="1519758"/>
                  </a:lnTo>
                  <a:lnTo>
                    <a:pt x="7200" y="1517891"/>
                  </a:lnTo>
                  <a:lnTo>
                    <a:pt x="6083" y="1517434"/>
                  </a:lnTo>
                  <a:lnTo>
                    <a:pt x="3454" y="1517434"/>
                  </a:lnTo>
                  <a:lnTo>
                    <a:pt x="2336" y="1517891"/>
                  </a:lnTo>
                  <a:lnTo>
                    <a:pt x="469" y="1519758"/>
                  </a:lnTo>
                  <a:lnTo>
                    <a:pt x="0" y="1520875"/>
                  </a:lnTo>
                  <a:lnTo>
                    <a:pt x="0" y="1523504"/>
                  </a:lnTo>
                  <a:lnTo>
                    <a:pt x="469" y="1524635"/>
                  </a:lnTo>
                  <a:lnTo>
                    <a:pt x="2336" y="1526489"/>
                  </a:lnTo>
                  <a:lnTo>
                    <a:pt x="3454" y="1526959"/>
                  </a:lnTo>
                  <a:lnTo>
                    <a:pt x="6083" y="1526959"/>
                  </a:lnTo>
                  <a:lnTo>
                    <a:pt x="7200" y="1526489"/>
                  </a:lnTo>
                  <a:lnTo>
                    <a:pt x="9067" y="1524635"/>
                  </a:lnTo>
                  <a:lnTo>
                    <a:pt x="9525" y="1523504"/>
                  </a:lnTo>
                  <a:lnTo>
                    <a:pt x="9525" y="1520875"/>
                  </a:lnTo>
                  <a:close/>
                </a:path>
                <a:path w="4057650" h="3044825">
                  <a:moveTo>
                    <a:pt x="9525" y="762165"/>
                  </a:moveTo>
                  <a:lnTo>
                    <a:pt x="9067" y="761034"/>
                  </a:lnTo>
                  <a:lnTo>
                    <a:pt x="7200" y="759180"/>
                  </a:lnTo>
                  <a:lnTo>
                    <a:pt x="6083" y="758710"/>
                  </a:lnTo>
                  <a:lnTo>
                    <a:pt x="3454" y="758710"/>
                  </a:lnTo>
                  <a:lnTo>
                    <a:pt x="2336" y="759180"/>
                  </a:lnTo>
                  <a:lnTo>
                    <a:pt x="469" y="761034"/>
                  </a:lnTo>
                  <a:lnTo>
                    <a:pt x="0" y="762165"/>
                  </a:lnTo>
                  <a:lnTo>
                    <a:pt x="0" y="764794"/>
                  </a:lnTo>
                  <a:lnTo>
                    <a:pt x="469" y="765911"/>
                  </a:lnTo>
                  <a:lnTo>
                    <a:pt x="2336" y="767778"/>
                  </a:lnTo>
                  <a:lnTo>
                    <a:pt x="3454" y="768235"/>
                  </a:lnTo>
                  <a:lnTo>
                    <a:pt x="6083" y="768235"/>
                  </a:lnTo>
                  <a:lnTo>
                    <a:pt x="7200" y="767778"/>
                  </a:lnTo>
                  <a:lnTo>
                    <a:pt x="9067" y="765911"/>
                  </a:lnTo>
                  <a:lnTo>
                    <a:pt x="9525" y="764794"/>
                  </a:lnTo>
                  <a:lnTo>
                    <a:pt x="9525" y="762165"/>
                  </a:lnTo>
                  <a:close/>
                </a:path>
                <a:path w="4057650" h="3044825">
                  <a:moveTo>
                    <a:pt x="9525" y="3441"/>
                  </a:moveTo>
                  <a:lnTo>
                    <a:pt x="9067" y="2324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24"/>
                  </a:lnTo>
                  <a:lnTo>
                    <a:pt x="0" y="3441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55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41"/>
                  </a:lnTo>
                  <a:close/>
                </a:path>
                <a:path w="4057650" h="3044825">
                  <a:moveTo>
                    <a:pt x="57150" y="3038310"/>
                  </a:moveTo>
                  <a:lnTo>
                    <a:pt x="56692" y="3037192"/>
                  </a:lnTo>
                  <a:lnTo>
                    <a:pt x="54825" y="3035325"/>
                  </a:lnTo>
                  <a:lnTo>
                    <a:pt x="53708" y="3034855"/>
                  </a:lnTo>
                  <a:lnTo>
                    <a:pt x="51079" y="3034855"/>
                  </a:lnTo>
                  <a:lnTo>
                    <a:pt x="49961" y="3035325"/>
                  </a:lnTo>
                  <a:lnTo>
                    <a:pt x="48094" y="3037192"/>
                  </a:lnTo>
                  <a:lnTo>
                    <a:pt x="47625" y="3038310"/>
                  </a:lnTo>
                  <a:lnTo>
                    <a:pt x="47625" y="3040938"/>
                  </a:lnTo>
                  <a:lnTo>
                    <a:pt x="48094" y="3042056"/>
                  </a:lnTo>
                  <a:lnTo>
                    <a:pt x="49961" y="3043923"/>
                  </a:lnTo>
                  <a:lnTo>
                    <a:pt x="51079" y="3044380"/>
                  </a:lnTo>
                  <a:lnTo>
                    <a:pt x="53708" y="3044380"/>
                  </a:lnTo>
                  <a:lnTo>
                    <a:pt x="54825" y="3043923"/>
                  </a:lnTo>
                  <a:lnTo>
                    <a:pt x="56692" y="3042056"/>
                  </a:lnTo>
                  <a:lnTo>
                    <a:pt x="57150" y="3040938"/>
                  </a:lnTo>
                  <a:lnTo>
                    <a:pt x="57150" y="3038310"/>
                  </a:lnTo>
                  <a:close/>
                </a:path>
                <a:path w="4057650" h="3044825">
                  <a:moveTo>
                    <a:pt x="57150" y="2279599"/>
                  </a:moveTo>
                  <a:lnTo>
                    <a:pt x="56692" y="2278469"/>
                  </a:lnTo>
                  <a:lnTo>
                    <a:pt x="54825" y="2276614"/>
                  </a:lnTo>
                  <a:lnTo>
                    <a:pt x="53708" y="2276144"/>
                  </a:lnTo>
                  <a:lnTo>
                    <a:pt x="51079" y="2276144"/>
                  </a:lnTo>
                  <a:lnTo>
                    <a:pt x="49961" y="2276614"/>
                  </a:lnTo>
                  <a:lnTo>
                    <a:pt x="48094" y="2278469"/>
                  </a:lnTo>
                  <a:lnTo>
                    <a:pt x="47625" y="2279599"/>
                  </a:lnTo>
                  <a:lnTo>
                    <a:pt x="47625" y="2282228"/>
                  </a:lnTo>
                  <a:lnTo>
                    <a:pt x="48094" y="2283345"/>
                  </a:lnTo>
                  <a:lnTo>
                    <a:pt x="49961" y="2285200"/>
                  </a:lnTo>
                  <a:lnTo>
                    <a:pt x="51079" y="2285669"/>
                  </a:lnTo>
                  <a:lnTo>
                    <a:pt x="53708" y="2285669"/>
                  </a:lnTo>
                  <a:lnTo>
                    <a:pt x="54825" y="2285200"/>
                  </a:lnTo>
                  <a:lnTo>
                    <a:pt x="56692" y="2283345"/>
                  </a:lnTo>
                  <a:lnTo>
                    <a:pt x="57150" y="2282228"/>
                  </a:lnTo>
                  <a:lnTo>
                    <a:pt x="57150" y="2279599"/>
                  </a:lnTo>
                  <a:close/>
                </a:path>
                <a:path w="4057650" h="3044825">
                  <a:moveTo>
                    <a:pt x="57150" y="1520875"/>
                  </a:moveTo>
                  <a:lnTo>
                    <a:pt x="56692" y="1519758"/>
                  </a:lnTo>
                  <a:lnTo>
                    <a:pt x="54825" y="1517891"/>
                  </a:lnTo>
                  <a:lnTo>
                    <a:pt x="53708" y="1517434"/>
                  </a:lnTo>
                  <a:lnTo>
                    <a:pt x="51079" y="1517434"/>
                  </a:lnTo>
                  <a:lnTo>
                    <a:pt x="49961" y="1517891"/>
                  </a:lnTo>
                  <a:lnTo>
                    <a:pt x="48094" y="1519758"/>
                  </a:lnTo>
                  <a:lnTo>
                    <a:pt x="47625" y="1520875"/>
                  </a:lnTo>
                  <a:lnTo>
                    <a:pt x="47625" y="1523504"/>
                  </a:lnTo>
                  <a:lnTo>
                    <a:pt x="48094" y="1524635"/>
                  </a:lnTo>
                  <a:lnTo>
                    <a:pt x="49961" y="1526489"/>
                  </a:lnTo>
                  <a:lnTo>
                    <a:pt x="51079" y="1526959"/>
                  </a:lnTo>
                  <a:lnTo>
                    <a:pt x="53708" y="1526959"/>
                  </a:lnTo>
                  <a:lnTo>
                    <a:pt x="54825" y="1526489"/>
                  </a:lnTo>
                  <a:lnTo>
                    <a:pt x="56692" y="1524635"/>
                  </a:lnTo>
                  <a:lnTo>
                    <a:pt x="57150" y="1523504"/>
                  </a:lnTo>
                  <a:lnTo>
                    <a:pt x="57150" y="1520875"/>
                  </a:lnTo>
                  <a:close/>
                </a:path>
                <a:path w="4057650" h="3044825">
                  <a:moveTo>
                    <a:pt x="57150" y="762165"/>
                  </a:moveTo>
                  <a:lnTo>
                    <a:pt x="56692" y="761034"/>
                  </a:lnTo>
                  <a:lnTo>
                    <a:pt x="54825" y="759180"/>
                  </a:lnTo>
                  <a:lnTo>
                    <a:pt x="53708" y="758710"/>
                  </a:lnTo>
                  <a:lnTo>
                    <a:pt x="51079" y="758710"/>
                  </a:lnTo>
                  <a:lnTo>
                    <a:pt x="49961" y="759180"/>
                  </a:lnTo>
                  <a:lnTo>
                    <a:pt x="48094" y="761034"/>
                  </a:lnTo>
                  <a:lnTo>
                    <a:pt x="47625" y="762165"/>
                  </a:lnTo>
                  <a:lnTo>
                    <a:pt x="47625" y="764794"/>
                  </a:lnTo>
                  <a:lnTo>
                    <a:pt x="48094" y="765911"/>
                  </a:lnTo>
                  <a:lnTo>
                    <a:pt x="49961" y="767778"/>
                  </a:lnTo>
                  <a:lnTo>
                    <a:pt x="51079" y="768235"/>
                  </a:lnTo>
                  <a:lnTo>
                    <a:pt x="53708" y="768235"/>
                  </a:lnTo>
                  <a:lnTo>
                    <a:pt x="54825" y="767778"/>
                  </a:lnTo>
                  <a:lnTo>
                    <a:pt x="56692" y="765911"/>
                  </a:lnTo>
                  <a:lnTo>
                    <a:pt x="57150" y="764794"/>
                  </a:lnTo>
                  <a:lnTo>
                    <a:pt x="57150" y="762165"/>
                  </a:lnTo>
                  <a:close/>
                </a:path>
                <a:path w="4057650" h="3044825">
                  <a:moveTo>
                    <a:pt x="57150" y="3441"/>
                  </a:moveTo>
                  <a:lnTo>
                    <a:pt x="56692" y="2324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24"/>
                  </a:lnTo>
                  <a:lnTo>
                    <a:pt x="47625" y="3441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55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55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41"/>
                  </a:lnTo>
                  <a:close/>
                </a:path>
                <a:path w="4057650" h="3044825">
                  <a:moveTo>
                    <a:pt x="104775" y="3038310"/>
                  </a:moveTo>
                  <a:lnTo>
                    <a:pt x="104317" y="3037192"/>
                  </a:lnTo>
                  <a:lnTo>
                    <a:pt x="102450" y="3035325"/>
                  </a:lnTo>
                  <a:lnTo>
                    <a:pt x="101333" y="3034855"/>
                  </a:lnTo>
                  <a:lnTo>
                    <a:pt x="98704" y="3034855"/>
                  </a:lnTo>
                  <a:lnTo>
                    <a:pt x="97586" y="3035325"/>
                  </a:lnTo>
                  <a:lnTo>
                    <a:pt x="95719" y="3037192"/>
                  </a:lnTo>
                  <a:lnTo>
                    <a:pt x="95250" y="3038310"/>
                  </a:lnTo>
                  <a:lnTo>
                    <a:pt x="95250" y="3040938"/>
                  </a:lnTo>
                  <a:lnTo>
                    <a:pt x="95719" y="3042056"/>
                  </a:lnTo>
                  <a:lnTo>
                    <a:pt x="97586" y="3043923"/>
                  </a:lnTo>
                  <a:lnTo>
                    <a:pt x="98704" y="3044380"/>
                  </a:lnTo>
                  <a:lnTo>
                    <a:pt x="101333" y="3044380"/>
                  </a:lnTo>
                  <a:lnTo>
                    <a:pt x="102450" y="3043923"/>
                  </a:lnTo>
                  <a:lnTo>
                    <a:pt x="104317" y="3042056"/>
                  </a:lnTo>
                  <a:lnTo>
                    <a:pt x="104775" y="3040938"/>
                  </a:lnTo>
                  <a:lnTo>
                    <a:pt x="104775" y="3038310"/>
                  </a:lnTo>
                  <a:close/>
                </a:path>
                <a:path w="4057650" h="3044825">
                  <a:moveTo>
                    <a:pt x="104775" y="2279599"/>
                  </a:moveTo>
                  <a:lnTo>
                    <a:pt x="104317" y="2278469"/>
                  </a:lnTo>
                  <a:lnTo>
                    <a:pt x="102450" y="2276614"/>
                  </a:lnTo>
                  <a:lnTo>
                    <a:pt x="101333" y="2276144"/>
                  </a:lnTo>
                  <a:lnTo>
                    <a:pt x="98704" y="2276144"/>
                  </a:lnTo>
                  <a:lnTo>
                    <a:pt x="97586" y="2276614"/>
                  </a:lnTo>
                  <a:lnTo>
                    <a:pt x="95719" y="2278469"/>
                  </a:lnTo>
                  <a:lnTo>
                    <a:pt x="95250" y="2279599"/>
                  </a:lnTo>
                  <a:lnTo>
                    <a:pt x="95250" y="2282228"/>
                  </a:lnTo>
                  <a:lnTo>
                    <a:pt x="95719" y="2283345"/>
                  </a:lnTo>
                  <a:lnTo>
                    <a:pt x="97586" y="2285200"/>
                  </a:lnTo>
                  <a:lnTo>
                    <a:pt x="98704" y="2285669"/>
                  </a:lnTo>
                  <a:lnTo>
                    <a:pt x="101333" y="2285669"/>
                  </a:lnTo>
                  <a:lnTo>
                    <a:pt x="102450" y="2285200"/>
                  </a:lnTo>
                  <a:lnTo>
                    <a:pt x="104317" y="2283345"/>
                  </a:lnTo>
                  <a:lnTo>
                    <a:pt x="104775" y="2282228"/>
                  </a:lnTo>
                  <a:lnTo>
                    <a:pt x="104775" y="2279599"/>
                  </a:lnTo>
                  <a:close/>
                </a:path>
                <a:path w="4057650" h="3044825">
                  <a:moveTo>
                    <a:pt x="104775" y="1520875"/>
                  </a:moveTo>
                  <a:lnTo>
                    <a:pt x="104317" y="1519758"/>
                  </a:lnTo>
                  <a:lnTo>
                    <a:pt x="102450" y="1517891"/>
                  </a:lnTo>
                  <a:lnTo>
                    <a:pt x="101333" y="1517434"/>
                  </a:lnTo>
                  <a:lnTo>
                    <a:pt x="98704" y="1517434"/>
                  </a:lnTo>
                  <a:lnTo>
                    <a:pt x="97586" y="1517891"/>
                  </a:lnTo>
                  <a:lnTo>
                    <a:pt x="95719" y="1519758"/>
                  </a:lnTo>
                  <a:lnTo>
                    <a:pt x="95250" y="1520875"/>
                  </a:lnTo>
                  <a:lnTo>
                    <a:pt x="95250" y="1523504"/>
                  </a:lnTo>
                  <a:lnTo>
                    <a:pt x="95719" y="1524635"/>
                  </a:lnTo>
                  <a:lnTo>
                    <a:pt x="97586" y="1526489"/>
                  </a:lnTo>
                  <a:lnTo>
                    <a:pt x="98704" y="1526959"/>
                  </a:lnTo>
                  <a:lnTo>
                    <a:pt x="101333" y="1526959"/>
                  </a:lnTo>
                  <a:lnTo>
                    <a:pt x="102450" y="1526489"/>
                  </a:lnTo>
                  <a:lnTo>
                    <a:pt x="104317" y="1524635"/>
                  </a:lnTo>
                  <a:lnTo>
                    <a:pt x="104775" y="1523504"/>
                  </a:lnTo>
                  <a:lnTo>
                    <a:pt x="104775" y="1520875"/>
                  </a:lnTo>
                  <a:close/>
                </a:path>
                <a:path w="4057650" h="3044825">
                  <a:moveTo>
                    <a:pt x="104775" y="762165"/>
                  </a:moveTo>
                  <a:lnTo>
                    <a:pt x="104317" y="761034"/>
                  </a:lnTo>
                  <a:lnTo>
                    <a:pt x="102450" y="759180"/>
                  </a:lnTo>
                  <a:lnTo>
                    <a:pt x="101333" y="758710"/>
                  </a:lnTo>
                  <a:lnTo>
                    <a:pt x="98704" y="758710"/>
                  </a:lnTo>
                  <a:lnTo>
                    <a:pt x="97586" y="759180"/>
                  </a:lnTo>
                  <a:lnTo>
                    <a:pt x="95719" y="761034"/>
                  </a:lnTo>
                  <a:lnTo>
                    <a:pt x="95250" y="762165"/>
                  </a:lnTo>
                  <a:lnTo>
                    <a:pt x="95250" y="764794"/>
                  </a:lnTo>
                  <a:lnTo>
                    <a:pt x="95719" y="765911"/>
                  </a:lnTo>
                  <a:lnTo>
                    <a:pt x="97586" y="767778"/>
                  </a:lnTo>
                  <a:lnTo>
                    <a:pt x="98704" y="768235"/>
                  </a:lnTo>
                  <a:lnTo>
                    <a:pt x="101333" y="768235"/>
                  </a:lnTo>
                  <a:lnTo>
                    <a:pt x="102450" y="767778"/>
                  </a:lnTo>
                  <a:lnTo>
                    <a:pt x="104317" y="765911"/>
                  </a:lnTo>
                  <a:lnTo>
                    <a:pt x="104775" y="764794"/>
                  </a:lnTo>
                  <a:lnTo>
                    <a:pt x="104775" y="762165"/>
                  </a:lnTo>
                  <a:close/>
                </a:path>
                <a:path w="4057650" h="3044825">
                  <a:moveTo>
                    <a:pt x="104775" y="3441"/>
                  </a:moveTo>
                  <a:lnTo>
                    <a:pt x="104317" y="2324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24"/>
                  </a:lnTo>
                  <a:lnTo>
                    <a:pt x="95250" y="3441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55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55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41"/>
                  </a:lnTo>
                  <a:close/>
                </a:path>
                <a:path w="4057650" h="3044825">
                  <a:moveTo>
                    <a:pt x="152400" y="3038310"/>
                  </a:moveTo>
                  <a:lnTo>
                    <a:pt x="151942" y="3037192"/>
                  </a:lnTo>
                  <a:lnTo>
                    <a:pt x="150075" y="3035325"/>
                  </a:lnTo>
                  <a:lnTo>
                    <a:pt x="148958" y="3034855"/>
                  </a:lnTo>
                  <a:lnTo>
                    <a:pt x="146329" y="3034855"/>
                  </a:lnTo>
                  <a:lnTo>
                    <a:pt x="145211" y="3035325"/>
                  </a:lnTo>
                  <a:lnTo>
                    <a:pt x="143344" y="3037192"/>
                  </a:lnTo>
                  <a:lnTo>
                    <a:pt x="142875" y="3038310"/>
                  </a:lnTo>
                  <a:lnTo>
                    <a:pt x="142875" y="3040938"/>
                  </a:lnTo>
                  <a:lnTo>
                    <a:pt x="143344" y="3042056"/>
                  </a:lnTo>
                  <a:lnTo>
                    <a:pt x="145211" y="3043923"/>
                  </a:lnTo>
                  <a:lnTo>
                    <a:pt x="146329" y="3044380"/>
                  </a:lnTo>
                  <a:lnTo>
                    <a:pt x="148958" y="3044380"/>
                  </a:lnTo>
                  <a:lnTo>
                    <a:pt x="150075" y="3043923"/>
                  </a:lnTo>
                  <a:lnTo>
                    <a:pt x="151942" y="3042056"/>
                  </a:lnTo>
                  <a:lnTo>
                    <a:pt x="152400" y="3040938"/>
                  </a:lnTo>
                  <a:lnTo>
                    <a:pt x="152400" y="3038310"/>
                  </a:lnTo>
                  <a:close/>
                </a:path>
                <a:path w="4057650" h="3044825">
                  <a:moveTo>
                    <a:pt x="152400" y="2279599"/>
                  </a:moveTo>
                  <a:lnTo>
                    <a:pt x="151942" y="2278469"/>
                  </a:lnTo>
                  <a:lnTo>
                    <a:pt x="150075" y="2276614"/>
                  </a:lnTo>
                  <a:lnTo>
                    <a:pt x="148958" y="2276144"/>
                  </a:lnTo>
                  <a:lnTo>
                    <a:pt x="146329" y="2276144"/>
                  </a:lnTo>
                  <a:lnTo>
                    <a:pt x="145211" y="2276614"/>
                  </a:lnTo>
                  <a:lnTo>
                    <a:pt x="143344" y="2278469"/>
                  </a:lnTo>
                  <a:lnTo>
                    <a:pt x="142875" y="2279599"/>
                  </a:lnTo>
                  <a:lnTo>
                    <a:pt x="142875" y="2282228"/>
                  </a:lnTo>
                  <a:lnTo>
                    <a:pt x="143344" y="2283345"/>
                  </a:lnTo>
                  <a:lnTo>
                    <a:pt x="145211" y="2285200"/>
                  </a:lnTo>
                  <a:lnTo>
                    <a:pt x="146329" y="2285669"/>
                  </a:lnTo>
                  <a:lnTo>
                    <a:pt x="148958" y="2285669"/>
                  </a:lnTo>
                  <a:lnTo>
                    <a:pt x="150075" y="2285200"/>
                  </a:lnTo>
                  <a:lnTo>
                    <a:pt x="151942" y="2283345"/>
                  </a:lnTo>
                  <a:lnTo>
                    <a:pt x="152400" y="2282228"/>
                  </a:lnTo>
                  <a:lnTo>
                    <a:pt x="152400" y="2279599"/>
                  </a:lnTo>
                  <a:close/>
                </a:path>
                <a:path w="4057650" h="3044825">
                  <a:moveTo>
                    <a:pt x="152400" y="1520875"/>
                  </a:moveTo>
                  <a:lnTo>
                    <a:pt x="151942" y="1519758"/>
                  </a:lnTo>
                  <a:lnTo>
                    <a:pt x="150075" y="1517891"/>
                  </a:lnTo>
                  <a:lnTo>
                    <a:pt x="148958" y="1517434"/>
                  </a:lnTo>
                  <a:lnTo>
                    <a:pt x="146329" y="1517434"/>
                  </a:lnTo>
                  <a:lnTo>
                    <a:pt x="145211" y="1517891"/>
                  </a:lnTo>
                  <a:lnTo>
                    <a:pt x="143344" y="1519758"/>
                  </a:lnTo>
                  <a:lnTo>
                    <a:pt x="142875" y="1520875"/>
                  </a:lnTo>
                  <a:lnTo>
                    <a:pt x="142875" y="1523504"/>
                  </a:lnTo>
                  <a:lnTo>
                    <a:pt x="143344" y="1524635"/>
                  </a:lnTo>
                  <a:lnTo>
                    <a:pt x="145211" y="1526489"/>
                  </a:lnTo>
                  <a:lnTo>
                    <a:pt x="146329" y="1526959"/>
                  </a:lnTo>
                  <a:lnTo>
                    <a:pt x="148958" y="1526959"/>
                  </a:lnTo>
                  <a:lnTo>
                    <a:pt x="150075" y="1526489"/>
                  </a:lnTo>
                  <a:lnTo>
                    <a:pt x="151942" y="1524635"/>
                  </a:lnTo>
                  <a:lnTo>
                    <a:pt x="152400" y="1523504"/>
                  </a:lnTo>
                  <a:lnTo>
                    <a:pt x="152400" y="1520875"/>
                  </a:lnTo>
                  <a:close/>
                </a:path>
                <a:path w="4057650" h="3044825">
                  <a:moveTo>
                    <a:pt x="152400" y="762165"/>
                  </a:moveTo>
                  <a:lnTo>
                    <a:pt x="151942" y="761034"/>
                  </a:lnTo>
                  <a:lnTo>
                    <a:pt x="150075" y="759180"/>
                  </a:lnTo>
                  <a:lnTo>
                    <a:pt x="148958" y="758710"/>
                  </a:lnTo>
                  <a:lnTo>
                    <a:pt x="146329" y="758710"/>
                  </a:lnTo>
                  <a:lnTo>
                    <a:pt x="145211" y="759180"/>
                  </a:lnTo>
                  <a:lnTo>
                    <a:pt x="143344" y="761034"/>
                  </a:lnTo>
                  <a:lnTo>
                    <a:pt x="142875" y="762165"/>
                  </a:lnTo>
                  <a:lnTo>
                    <a:pt x="142875" y="764794"/>
                  </a:lnTo>
                  <a:lnTo>
                    <a:pt x="143344" y="765911"/>
                  </a:lnTo>
                  <a:lnTo>
                    <a:pt x="145211" y="767778"/>
                  </a:lnTo>
                  <a:lnTo>
                    <a:pt x="146329" y="768235"/>
                  </a:lnTo>
                  <a:lnTo>
                    <a:pt x="148958" y="768235"/>
                  </a:lnTo>
                  <a:lnTo>
                    <a:pt x="150075" y="767778"/>
                  </a:lnTo>
                  <a:lnTo>
                    <a:pt x="151942" y="765911"/>
                  </a:lnTo>
                  <a:lnTo>
                    <a:pt x="152400" y="764794"/>
                  </a:lnTo>
                  <a:lnTo>
                    <a:pt x="152400" y="762165"/>
                  </a:lnTo>
                  <a:close/>
                </a:path>
                <a:path w="4057650" h="3044825">
                  <a:moveTo>
                    <a:pt x="152400" y="3441"/>
                  </a:moveTo>
                  <a:lnTo>
                    <a:pt x="151942" y="2324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24"/>
                  </a:lnTo>
                  <a:lnTo>
                    <a:pt x="142875" y="3441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55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55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41"/>
                  </a:lnTo>
                  <a:close/>
                </a:path>
                <a:path w="4057650" h="3044825">
                  <a:moveTo>
                    <a:pt x="200025" y="3038310"/>
                  </a:moveTo>
                  <a:lnTo>
                    <a:pt x="199567" y="3037192"/>
                  </a:lnTo>
                  <a:lnTo>
                    <a:pt x="197700" y="3035325"/>
                  </a:lnTo>
                  <a:lnTo>
                    <a:pt x="196583" y="3034855"/>
                  </a:lnTo>
                  <a:lnTo>
                    <a:pt x="193954" y="3034855"/>
                  </a:lnTo>
                  <a:lnTo>
                    <a:pt x="192836" y="3035325"/>
                  </a:lnTo>
                  <a:lnTo>
                    <a:pt x="190969" y="3037192"/>
                  </a:lnTo>
                  <a:lnTo>
                    <a:pt x="190500" y="3038310"/>
                  </a:lnTo>
                  <a:lnTo>
                    <a:pt x="190500" y="3040938"/>
                  </a:lnTo>
                  <a:lnTo>
                    <a:pt x="190969" y="3042056"/>
                  </a:lnTo>
                  <a:lnTo>
                    <a:pt x="192836" y="3043923"/>
                  </a:lnTo>
                  <a:lnTo>
                    <a:pt x="193954" y="3044380"/>
                  </a:lnTo>
                  <a:lnTo>
                    <a:pt x="196583" y="3044380"/>
                  </a:lnTo>
                  <a:lnTo>
                    <a:pt x="197700" y="3043923"/>
                  </a:lnTo>
                  <a:lnTo>
                    <a:pt x="199567" y="3042056"/>
                  </a:lnTo>
                  <a:lnTo>
                    <a:pt x="200025" y="3040938"/>
                  </a:lnTo>
                  <a:lnTo>
                    <a:pt x="200025" y="3038310"/>
                  </a:lnTo>
                  <a:close/>
                </a:path>
                <a:path w="4057650" h="3044825">
                  <a:moveTo>
                    <a:pt x="200025" y="2279599"/>
                  </a:moveTo>
                  <a:lnTo>
                    <a:pt x="199567" y="2278469"/>
                  </a:lnTo>
                  <a:lnTo>
                    <a:pt x="197700" y="2276614"/>
                  </a:lnTo>
                  <a:lnTo>
                    <a:pt x="196583" y="2276144"/>
                  </a:lnTo>
                  <a:lnTo>
                    <a:pt x="193954" y="2276144"/>
                  </a:lnTo>
                  <a:lnTo>
                    <a:pt x="192836" y="2276614"/>
                  </a:lnTo>
                  <a:lnTo>
                    <a:pt x="190969" y="2278469"/>
                  </a:lnTo>
                  <a:lnTo>
                    <a:pt x="190500" y="2279599"/>
                  </a:lnTo>
                  <a:lnTo>
                    <a:pt x="190500" y="2282228"/>
                  </a:lnTo>
                  <a:lnTo>
                    <a:pt x="190969" y="2283345"/>
                  </a:lnTo>
                  <a:lnTo>
                    <a:pt x="192836" y="2285200"/>
                  </a:lnTo>
                  <a:lnTo>
                    <a:pt x="193954" y="2285669"/>
                  </a:lnTo>
                  <a:lnTo>
                    <a:pt x="196583" y="2285669"/>
                  </a:lnTo>
                  <a:lnTo>
                    <a:pt x="197700" y="2285200"/>
                  </a:lnTo>
                  <a:lnTo>
                    <a:pt x="199567" y="2283345"/>
                  </a:lnTo>
                  <a:lnTo>
                    <a:pt x="200025" y="2282228"/>
                  </a:lnTo>
                  <a:lnTo>
                    <a:pt x="200025" y="2279599"/>
                  </a:lnTo>
                  <a:close/>
                </a:path>
                <a:path w="4057650" h="3044825">
                  <a:moveTo>
                    <a:pt x="200025" y="1520875"/>
                  </a:moveTo>
                  <a:lnTo>
                    <a:pt x="199567" y="1519758"/>
                  </a:lnTo>
                  <a:lnTo>
                    <a:pt x="197700" y="1517891"/>
                  </a:lnTo>
                  <a:lnTo>
                    <a:pt x="196583" y="1517434"/>
                  </a:lnTo>
                  <a:lnTo>
                    <a:pt x="193954" y="1517434"/>
                  </a:lnTo>
                  <a:lnTo>
                    <a:pt x="192836" y="1517891"/>
                  </a:lnTo>
                  <a:lnTo>
                    <a:pt x="190969" y="1519758"/>
                  </a:lnTo>
                  <a:lnTo>
                    <a:pt x="190500" y="1520875"/>
                  </a:lnTo>
                  <a:lnTo>
                    <a:pt x="190500" y="1523504"/>
                  </a:lnTo>
                  <a:lnTo>
                    <a:pt x="190969" y="1524635"/>
                  </a:lnTo>
                  <a:lnTo>
                    <a:pt x="192836" y="1526489"/>
                  </a:lnTo>
                  <a:lnTo>
                    <a:pt x="193954" y="1526959"/>
                  </a:lnTo>
                  <a:lnTo>
                    <a:pt x="196583" y="1526959"/>
                  </a:lnTo>
                  <a:lnTo>
                    <a:pt x="197700" y="1526489"/>
                  </a:lnTo>
                  <a:lnTo>
                    <a:pt x="199567" y="1524635"/>
                  </a:lnTo>
                  <a:lnTo>
                    <a:pt x="200025" y="1523504"/>
                  </a:lnTo>
                  <a:lnTo>
                    <a:pt x="200025" y="1520875"/>
                  </a:lnTo>
                  <a:close/>
                </a:path>
                <a:path w="4057650" h="3044825">
                  <a:moveTo>
                    <a:pt x="200025" y="762165"/>
                  </a:moveTo>
                  <a:lnTo>
                    <a:pt x="199567" y="761034"/>
                  </a:lnTo>
                  <a:lnTo>
                    <a:pt x="197700" y="759180"/>
                  </a:lnTo>
                  <a:lnTo>
                    <a:pt x="196583" y="758710"/>
                  </a:lnTo>
                  <a:lnTo>
                    <a:pt x="193954" y="758710"/>
                  </a:lnTo>
                  <a:lnTo>
                    <a:pt x="192836" y="759180"/>
                  </a:lnTo>
                  <a:lnTo>
                    <a:pt x="190969" y="761034"/>
                  </a:lnTo>
                  <a:lnTo>
                    <a:pt x="190500" y="762165"/>
                  </a:lnTo>
                  <a:lnTo>
                    <a:pt x="190500" y="764794"/>
                  </a:lnTo>
                  <a:lnTo>
                    <a:pt x="190969" y="765911"/>
                  </a:lnTo>
                  <a:lnTo>
                    <a:pt x="192836" y="767778"/>
                  </a:lnTo>
                  <a:lnTo>
                    <a:pt x="193954" y="768235"/>
                  </a:lnTo>
                  <a:lnTo>
                    <a:pt x="196583" y="768235"/>
                  </a:lnTo>
                  <a:lnTo>
                    <a:pt x="197700" y="767778"/>
                  </a:lnTo>
                  <a:lnTo>
                    <a:pt x="199567" y="765911"/>
                  </a:lnTo>
                  <a:lnTo>
                    <a:pt x="200025" y="764794"/>
                  </a:lnTo>
                  <a:lnTo>
                    <a:pt x="200025" y="762165"/>
                  </a:lnTo>
                  <a:close/>
                </a:path>
                <a:path w="4057650" h="3044825">
                  <a:moveTo>
                    <a:pt x="200025" y="3441"/>
                  </a:moveTo>
                  <a:lnTo>
                    <a:pt x="199567" y="2324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24"/>
                  </a:lnTo>
                  <a:lnTo>
                    <a:pt x="190500" y="3441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55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55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41"/>
                  </a:lnTo>
                  <a:close/>
                </a:path>
                <a:path w="4057650" h="3044825">
                  <a:moveTo>
                    <a:pt x="247650" y="3038310"/>
                  </a:moveTo>
                  <a:lnTo>
                    <a:pt x="247192" y="3037192"/>
                  </a:lnTo>
                  <a:lnTo>
                    <a:pt x="245325" y="3035325"/>
                  </a:lnTo>
                  <a:lnTo>
                    <a:pt x="244208" y="3034855"/>
                  </a:lnTo>
                  <a:lnTo>
                    <a:pt x="241579" y="3034855"/>
                  </a:lnTo>
                  <a:lnTo>
                    <a:pt x="240461" y="3035325"/>
                  </a:lnTo>
                  <a:lnTo>
                    <a:pt x="238594" y="3037192"/>
                  </a:lnTo>
                  <a:lnTo>
                    <a:pt x="238125" y="3038310"/>
                  </a:lnTo>
                  <a:lnTo>
                    <a:pt x="238125" y="3040938"/>
                  </a:lnTo>
                  <a:lnTo>
                    <a:pt x="238594" y="3042056"/>
                  </a:lnTo>
                  <a:lnTo>
                    <a:pt x="240461" y="3043923"/>
                  </a:lnTo>
                  <a:lnTo>
                    <a:pt x="241579" y="3044380"/>
                  </a:lnTo>
                  <a:lnTo>
                    <a:pt x="244208" y="3044380"/>
                  </a:lnTo>
                  <a:lnTo>
                    <a:pt x="245325" y="3043923"/>
                  </a:lnTo>
                  <a:lnTo>
                    <a:pt x="247192" y="3042056"/>
                  </a:lnTo>
                  <a:lnTo>
                    <a:pt x="247650" y="3040938"/>
                  </a:lnTo>
                  <a:lnTo>
                    <a:pt x="247650" y="3038310"/>
                  </a:lnTo>
                  <a:close/>
                </a:path>
                <a:path w="4057650" h="3044825">
                  <a:moveTo>
                    <a:pt x="247650" y="2279599"/>
                  </a:moveTo>
                  <a:lnTo>
                    <a:pt x="247192" y="2278469"/>
                  </a:lnTo>
                  <a:lnTo>
                    <a:pt x="245325" y="2276614"/>
                  </a:lnTo>
                  <a:lnTo>
                    <a:pt x="244208" y="2276144"/>
                  </a:lnTo>
                  <a:lnTo>
                    <a:pt x="241579" y="2276144"/>
                  </a:lnTo>
                  <a:lnTo>
                    <a:pt x="240461" y="2276614"/>
                  </a:lnTo>
                  <a:lnTo>
                    <a:pt x="238594" y="2278469"/>
                  </a:lnTo>
                  <a:lnTo>
                    <a:pt x="238125" y="2279599"/>
                  </a:lnTo>
                  <a:lnTo>
                    <a:pt x="238125" y="2282228"/>
                  </a:lnTo>
                  <a:lnTo>
                    <a:pt x="238594" y="2283345"/>
                  </a:lnTo>
                  <a:lnTo>
                    <a:pt x="240461" y="2285200"/>
                  </a:lnTo>
                  <a:lnTo>
                    <a:pt x="241579" y="2285669"/>
                  </a:lnTo>
                  <a:lnTo>
                    <a:pt x="244208" y="2285669"/>
                  </a:lnTo>
                  <a:lnTo>
                    <a:pt x="245325" y="2285200"/>
                  </a:lnTo>
                  <a:lnTo>
                    <a:pt x="247192" y="2283345"/>
                  </a:lnTo>
                  <a:lnTo>
                    <a:pt x="247650" y="2282228"/>
                  </a:lnTo>
                  <a:lnTo>
                    <a:pt x="247650" y="2279599"/>
                  </a:lnTo>
                  <a:close/>
                </a:path>
                <a:path w="4057650" h="3044825">
                  <a:moveTo>
                    <a:pt x="247650" y="1520875"/>
                  </a:moveTo>
                  <a:lnTo>
                    <a:pt x="247192" y="1519758"/>
                  </a:lnTo>
                  <a:lnTo>
                    <a:pt x="245325" y="1517891"/>
                  </a:lnTo>
                  <a:lnTo>
                    <a:pt x="244208" y="1517434"/>
                  </a:lnTo>
                  <a:lnTo>
                    <a:pt x="241579" y="1517434"/>
                  </a:lnTo>
                  <a:lnTo>
                    <a:pt x="240461" y="1517891"/>
                  </a:lnTo>
                  <a:lnTo>
                    <a:pt x="238594" y="1519758"/>
                  </a:lnTo>
                  <a:lnTo>
                    <a:pt x="238125" y="1520875"/>
                  </a:lnTo>
                  <a:lnTo>
                    <a:pt x="238125" y="1523504"/>
                  </a:lnTo>
                  <a:lnTo>
                    <a:pt x="238594" y="1524635"/>
                  </a:lnTo>
                  <a:lnTo>
                    <a:pt x="240461" y="1526489"/>
                  </a:lnTo>
                  <a:lnTo>
                    <a:pt x="241579" y="1526959"/>
                  </a:lnTo>
                  <a:lnTo>
                    <a:pt x="244208" y="1526959"/>
                  </a:lnTo>
                  <a:lnTo>
                    <a:pt x="245325" y="1526489"/>
                  </a:lnTo>
                  <a:lnTo>
                    <a:pt x="247192" y="1524635"/>
                  </a:lnTo>
                  <a:lnTo>
                    <a:pt x="247650" y="1523504"/>
                  </a:lnTo>
                  <a:lnTo>
                    <a:pt x="247650" y="1520875"/>
                  </a:lnTo>
                  <a:close/>
                </a:path>
                <a:path w="4057650" h="3044825">
                  <a:moveTo>
                    <a:pt x="247650" y="762165"/>
                  </a:moveTo>
                  <a:lnTo>
                    <a:pt x="247192" y="761034"/>
                  </a:lnTo>
                  <a:lnTo>
                    <a:pt x="245325" y="759180"/>
                  </a:lnTo>
                  <a:lnTo>
                    <a:pt x="244208" y="758710"/>
                  </a:lnTo>
                  <a:lnTo>
                    <a:pt x="241579" y="758710"/>
                  </a:lnTo>
                  <a:lnTo>
                    <a:pt x="240461" y="759180"/>
                  </a:lnTo>
                  <a:lnTo>
                    <a:pt x="238594" y="761034"/>
                  </a:lnTo>
                  <a:lnTo>
                    <a:pt x="238125" y="762165"/>
                  </a:lnTo>
                  <a:lnTo>
                    <a:pt x="238125" y="764794"/>
                  </a:lnTo>
                  <a:lnTo>
                    <a:pt x="238594" y="765911"/>
                  </a:lnTo>
                  <a:lnTo>
                    <a:pt x="240461" y="767778"/>
                  </a:lnTo>
                  <a:lnTo>
                    <a:pt x="241579" y="768235"/>
                  </a:lnTo>
                  <a:lnTo>
                    <a:pt x="244208" y="768235"/>
                  </a:lnTo>
                  <a:lnTo>
                    <a:pt x="245325" y="767778"/>
                  </a:lnTo>
                  <a:lnTo>
                    <a:pt x="247192" y="765911"/>
                  </a:lnTo>
                  <a:lnTo>
                    <a:pt x="247650" y="764794"/>
                  </a:lnTo>
                  <a:lnTo>
                    <a:pt x="247650" y="762165"/>
                  </a:lnTo>
                  <a:close/>
                </a:path>
                <a:path w="4057650" h="3044825">
                  <a:moveTo>
                    <a:pt x="247650" y="3441"/>
                  </a:moveTo>
                  <a:lnTo>
                    <a:pt x="247192" y="2324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24"/>
                  </a:lnTo>
                  <a:lnTo>
                    <a:pt x="238125" y="3441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55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55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41"/>
                  </a:lnTo>
                  <a:close/>
                </a:path>
                <a:path w="4057650" h="3044825">
                  <a:moveTo>
                    <a:pt x="295275" y="3038310"/>
                  </a:moveTo>
                  <a:lnTo>
                    <a:pt x="294817" y="3037192"/>
                  </a:lnTo>
                  <a:lnTo>
                    <a:pt x="292950" y="3035325"/>
                  </a:lnTo>
                  <a:lnTo>
                    <a:pt x="291833" y="3034855"/>
                  </a:lnTo>
                  <a:lnTo>
                    <a:pt x="289204" y="3034855"/>
                  </a:lnTo>
                  <a:lnTo>
                    <a:pt x="288086" y="3035325"/>
                  </a:lnTo>
                  <a:lnTo>
                    <a:pt x="286219" y="3037192"/>
                  </a:lnTo>
                  <a:lnTo>
                    <a:pt x="285750" y="3038310"/>
                  </a:lnTo>
                  <a:lnTo>
                    <a:pt x="285750" y="3040938"/>
                  </a:lnTo>
                  <a:lnTo>
                    <a:pt x="286219" y="3042056"/>
                  </a:lnTo>
                  <a:lnTo>
                    <a:pt x="288086" y="3043923"/>
                  </a:lnTo>
                  <a:lnTo>
                    <a:pt x="289204" y="3044380"/>
                  </a:lnTo>
                  <a:lnTo>
                    <a:pt x="291833" y="3044380"/>
                  </a:lnTo>
                  <a:lnTo>
                    <a:pt x="292950" y="3043923"/>
                  </a:lnTo>
                  <a:lnTo>
                    <a:pt x="294817" y="3042056"/>
                  </a:lnTo>
                  <a:lnTo>
                    <a:pt x="295275" y="3040938"/>
                  </a:lnTo>
                  <a:lnTo>
                    <a:pt x="295275" y="3038310"/>
                  </a:lnTo>
                  <a:close/>
                </a:path>
                <a:path w="4057650" h="3044825">
                  <a:moveTo>
                    <a:pt x="295275" y="2279599"/>
                  </a:moveTo>
                  <a:lnTo>
                    <a:pt x="294817" y="2278469"/>
                  </a:lnTo>
                  <a:lnTo>
                    <a:pt x="292950" y="2276614"/>
                  </a:lnTo>
                  <a:lnTo>
                    <a:pt x="291833" y="2276144"/>
                  </a:lnTo>
                  <a:lnTo>
                    <a:pt x="289204" y="2276144"/>
                  </a:lnTo>
                  <a:lnTo>
                    <a:pt x="288086" y="2276614"/>
                  </a:lnTo>
                  <a:lnTo>
                    <a:pt x="286219" y="2278469"/>
                  </a:lnTo>
                  <a:lnTo>
                    <a:pt x="285750" y="2279599"/>
                  </a:lnTo>
                  <a:lnTo>
                    <a:pt x="285750" y="2282228"/>
                  </a:lnTo>
                  <a:lnTo>
                    <a:pt x="286219" y="2283345"/>
                  </a:lnTo>
                  <a:lnTo>
                    <a:pt x="288086" y="2285200"/>
                  </a:lnTo>
                  <a:lnTo>
                    <a:pt x="289204" y="2285669"/>
                  </a:lnTo>
                  <a:lnTo>
                    <a:pt x="291833" y="2285669"/>
                  </a:lnTo>
                  <a:lnTo>
                    <a:pt x="292950" y="2285200"/>
                  </a:lnTo>
                  <a:lnTo>
                    <a:pt x="294817" y="2283345"/>
                  </a:lnTo>
                  <a:lnTo>
                    <a:pt x="295275" y="2282228"/>
                  </a:lnTo>
                  <a:lnTo>
                    <a:pt x="295275" y="2279599"/>
                  </a:lnTo>
                  <a:close/>
                </a:path>
                <a:path w="4057650" h="3044825">
                  <a:moveTo>
                    <a:pt x="295275" y="1520875"/>
                  </a:moveTo>
                  <a:lnTo>
                    <a:pt x="294817" y="1519758"/>
                  </a:lnTo>
                  <a:lnTo>
                    <a:pt x="292950" y="1517891"/>
                  </a:lnTo>
                  <a:lnTo>
                    <a:pt x="291833" y="1517434"/>
                  </a:lnTo>
                  <a:lnTo>
                    <a:pt x="289204" y="1517434"/>
                  </a:lnTo>
                  <a:lnTo>
                    <a:pt x="288086" y="1517891"/>
                  </a:lnTo>
                  <a:lnTo>
                    <a:pt x="286219" y="1519758"/>
                  </a:lnTo>
                  <a:lnTo>
                    <a:pt x="285750" y="1520875"/>
                  </a:lnTo>
                  <a:lnTo>
                    <a:pt x="285750" y="1523504"/>
                  </a:lnTo>
                  <a:lnTo>
                    <a:pt x="286219" y="1524635"/>
                  </a:lnTo>
                  <a:lnTo>
                    <a:pt x="288086" y="1526489"/>
                  </a:lnTo>
                  <a:lnTo>
                    <a:pt x="289204" y="1526959"/>
                  </a:lnTo>
                  <a:lnTo>
                    <a:pt x="291833" y="1526959"/>
                  </a:lnTo>
                  <a:lnTo>
                    <a:pt x="292950" y="1526489"/>
                  </a:lnTo>
                  <a:lnTo>
                    <a:pt x="294817" y="1524635"/>
                  </a:lnTo>
                  <a:lnTo>
                    <a:pt x="295275" y="1523504"/>
                  </a:lnTo>
                  <a:lnTo>
                    <a:pt x="295275" y="1520875"/>
                  </a:lnTo>
                  <a:close/>
                </a:path>
                <a:path w="4057650" h="3044825">
                  <a:moveTo>
                    <a:pt x="295275" y="762165"/>
                  </a:moveTo>
                  <a:lnTo>
                    <a:pt x="294817" y="761034"/>
                  </a:lnTo>
                  <a:lnTo>
                    <a:pt x="292950" y="759180"/>
                  </a:lnTo>
                  <a:lnTo>
                    <a:pt x="291833" y="758710"/>
                  </a:lnTo>
                  <a:lnTo>
                    <a:pt x="289204" y="758710"/>
                  </a:lnTo>
                  <a:lnTo>
                    <a:pt x="288086" y="759180"/>
                  </a:lnTo>
                  <a:lnTo>
                    <a:pt x="286219" y="761034"/>
                  </a:lnTo>
                  <a:lnTo>
                    <a:pt x="285750" y="762165"/>
                  </a:lnTo>
                  <a:lnTo>
                    <a:pt x="285750" y="764794"/>
                  </a:lnTo>
                  <a:lnTo>
                    <a:pt x="286219" y="765911"/>
                  </a:lnTo>
                  <a:lnTo>
                    <a:pt x="288086" y="767778"/>
                  </a:lnTo>
                  <a:lnTo>
                    <a:pt x="289204" y="768235"/>
                  </a:lnTo>
                  <a:lnTo>
                    <a:pt x="291833" y="768235"/>
                  </a:lnTo>
                  <a:lnTo>
                    <a:pt x="292950" y="767778"/>
                  </a:lnTo>
                  <a:lnTo>
                    <a:pt x="294817" y="765911"/>
                  </a:lnTo>
                  <a:lnTo>
                    <a:pt x="295275" y="764794"/>
                  </a:lnTo>
                  <a:lnTo>
                    <a:pt x="295275" y="762165"/>
                  </a:lnTo>
                  <a:close/>
                </a:path>
                <a:path w="4057650" h="3044825">
                  <a:moveTo>
                    <a:pt x="295275" y="3441"/>
                  </a:moveTo>
                  <a:lnTo>
                    <a:pt x="294817" y="2324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24"/>
                  </a:lnTo>
                  <a:lnTo>
                    <a:pt x="285750" y="3441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55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55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41"/>
                  </a:lnTo>
                  <a:close/>
                </a:path>
                <a:path w="4057650" h="3044825">
                  <a:moveTo>
                    <a:pt x="342900" y="3038310"/>
                  </a:moveTo>
                  <a:lnTo>
                    <a:pt x="342442" y="3037192"/>
                  </a:lnTo>
                  <a:lnTo>
                    <a:pt x="340575" y="3035325"/>
                  </a:lnTo>
                  <a:lnTo>
                    <a:pt x="339458" y="3034855"/>
                  </a:lnTo>
                  <a:lnTo>
                    <a:pt x="336829" y="3034855"/>
                  </a:lnTo>
                  <a:lnTo>
                    <a:pt x="335711" y="3035325"/>
                  </a:lnTo>
                  <a:lnTo>
                    <a:pt x="333844" y="3037192"/>
                  </a:lnTo>
                  <a:lnTo>
                    <a:pt x="333375" y="3038310"/>
                  </a:lnTo>
                  <a:lnTo>
                    <a:pt x="333375" y="3040938"/>
                  </a:lnTo>
                  <a:lnTo>
                    <a:pt x="333844" y="3042056"/>
                  </a:lnTo>
                  <a:lnTo>
                    <a:pt x="335711" y="3043923"/>
                  </a:lnTo>
                  <a:lnTo>
                    <a:pt x="336829" y="3044380"/>
                  </a:lnTo>
                  <a:lnTo>
                    <a:pt x="339458" y="3044380"/>
                  </a:lnTo>
                  <a:lnTo>
                    <a:pt x="340575" y="3043923"/>
                  </a:lnTo>
                  <a:lnTo>
                    <a:pt x="342442" y="3042056"/>
                  </a:lnTo>
                  <a:lnTo>
                    <a:pt x="342900" y="3040938"/>
                  </a:lnTo>
                  <a:lnTo>
                    <a:pt x="342900" y="3038310"/>
                  </a:lnTo>
                  <a:close/>
                </a:path>
                <a:path w="4057650" h="3044825">
                  <a:moveTo>
                    <a:pt x="342900" y="2279599"/>
                  </a:moveTo>
                  <a:lnTo>
                    <a:pt x="342442" y="2278469"/>
                  </a:lnTo>
                  <a:lnTo>
                    <a:pt x="340575" y="2276614"/>
                  </a:lnTo>
                  <a:lnTo>
                    <a:pt x="339458" y="2276144"/>
                  </a:lnTo>
                  <a:lnTo>
                    <a:pt x="336829" y="2276144"/>
                  </a:lnTo>
                  <a:lnTo>
                    <a:pt x="335711" y="2276614"/>
                  </a:lnTo>
                  <a:lnTo>
                    <a:pt x="333844" y="2278469"/>
                  </a:lnTo>
                  <a:lnTo>
                    <a:pt x="333375" y="2279599"/>
                  </a:lnTo>
                  <a:lnTo>
                    <a:pt x="333375" y="2282228"/>
                  </a:lnTo>
                  <a:lnTo>
                    <a:pt x="333844" y="2283345"/>
                  </a:lnTo>
                  <a:lnTo>
                    <a:pt x="335711" y="2285200"/>
                  </a:lnTo>
                  <a:lnTo>
                    <a:pt x="336829" y="2285669"/>
                  </a:lnTo>
                  <a:lnTo>
                    <a:pt x="339458" y="2285669"/>
                  </a:lnTo>
                  <a:lnTo>
                    <a:pt x="340575" y="2285200"/>
                  </a:lnTo>
                  <a:lnTo>
                    <a:pt x="342442" y="2283345"/>
                  </a:lnTo>
                  <a:lnTo>
                    <a:pt x="342900" y="2282228"/>
                  </a:lnTo>
                  <a:lnTo>
                    <a:pt x="342900" y="2279599"/>
                  </a:lnTo>
                  <a:close/>
                </a:path>
                <a:path w="4057650" h="3044825">
                  <a:moveTo>
                    <a:pt x="342900" y="1520875"/>
                  </a:moveTo>
                  <a:lnTo>
                    <a:pt x="342442" y="1519758"/>
                  </a:lnTo>
                  <a:lnTo>
                    <a:pt x="340575" y="1517891"/>
                  </a:lnTo>
                  <a:lnTo>
                    <a:pt x="339458" y="1517434"/>
                  </a:lnTo>
                  <a:lnTo>
                    <a:pt x="336829" y="1517434"/>
                  </a:lnTo>
                  <a:lnTo>
                    <a:pt x="335711" y="1517891"/>
                  </a:lnTo>
                  <a:lnTo>
                    <a:pt x="333844" y="1519758"/>
                  </a:lnTo>
                  <a:lnTo>
                    <a:pt x="333375" y="1520875"/>
                  </a:lnTo>
                  <a:lnTo>
                    <a:pt x="333375" y="1523504"/>
                  </a:lnTo>
                  <a:lnTo>
                    <a:pt x="333844" y="1524635"/>
                  </a:lnTo>
                  <a:lnTo>
                    <a:pt x="335711" y="1526489"/>
                  </a:lnTo>
                  <a:lnTo>
                    <a:pt x="336829" y="1526959"/>
                  </a:lnTo>
                  <a:lnTo>
                    <a:pt x="339458" y="1526959"/>
                  </a:lnTo>
                  <a:lnTo>
                    <a:pt x="340575" y="1526489"/>
                  </a:lnTo>
                  <a:lnTo>
                    <a:pt x="342442" y="1524635"/>
                  </a:lnTo>
                  <a:lnTo>
                    <a:pt x="342900" y="1523504"/>
                  </a:lnTo>
                  <a:lnTo>
                    <a:pt x="342900" y="1520875"/>
                  </a:lnTo>
                  <a:close/>
                </a:path>
                <a:path w="4057650" h="3044825">
                  <a:moveTo>
                    <a:pt x="342900" y="762165"/>
                  </a:moveTo>
                  <a:lnTo>
                    <a:pt x="342442" y="761034"/>
                  </a:lnTo>
                  <a:lnTo>
                    <a:pt x="340575" y="759180"/>
                  </a:lnTo>
                  <a:lnTo>
                    <a:pt x="339458" y="758710"/>
                  </a:lnTo>
                  <a:lnTo>
                    <a:pt x="336829" y="758710"/>
                  </a:lnTo>
                  <a:lnTo>
                    <a:pt x="335711" y="759180"/>
                  </a:lnTo>
                  <a:lnTo>
                    <a:pt x="333844" y="761034"/>
                  </a:lnTo>
                  <a:lnTo>
                    <a:pt x="333375" y="762165"/>
                  </a:lnTo>
                  <a:lnTo>
                    <a:pt x="333375" y="764794"/>
                  </a:lnTo>
                  <a:lnTo>
                    <a:pt x="333844" y="765911"/>
                  </a:lnTo>
                  <a:lnTo>
                    <a:pt x="335711" y="767778"/>
                  </a:lnTo>
                  <a:lnTo>
                    <a:pt x="336829" y="768235"/>
                  </a:lnTo>
                  <a:lnTo>
                    <a:pt x="339458" y="768235"/>
                  </a:lnTo>
                  <a:lnTo>
                    <a:pt x="340575" y="767778"/>
                  </a:lnTo>
                  <a:lnTo>
                    <a:pt x="342442" y="765911"/>
                  </a:lnTo>
                  <a:lnTo>
                    <a:pt x="342900" y="764794"/>
                  </a:lnTo>
                  <a:lnTo>
                    <a:pt x="342900" y="762165"/>
                  </a:lnTo>
                  <a:close/>
                </a:path>
                <a:path w="4057650" h="3044825">
                  <a:moveTo>
                    <a:pt x="342900" y="3441"/>
                  </a:moveTo>
                  <a:lnTo>
                    <a:pt x="342442" y="2324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24"/>
                  </a:lnTo>
                  <a:lnTo>
                    <a:pt x="333375" y="3441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55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55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41"/>
                  </a:lnTo>
                  <a:close/>
                </a:path>
                <a:path w="4057650" h="3044825">
                  <a:moveTo>
                    <a:pt x="390525" y="3038310"/>
                  </a:moveTo>
                  <a:lnTo>
                    <a:pt x="390067" y="3037192"/>
                  </a:lnTo>
                  <a:lnTo>
                    <a:pt x="388200" y="3035325"/>
                  </a:lnTo>
                  <a:lnTo>
                    <a:pt x="387083" y="3034855"/>
                  </a:lnTo>
                  <a:lnTo>
                    <a:pt x="384454" y="3034855"/>
                  </a:lnTo>
                  <a:lnTo>
                    <a:pt x="383336" y="3035325"/>
                  </a:lnTo>
                  <a:lnTo>
                    <a:pt x="381469" y="3037192"/>
                  </a:lnTo>
                  <a:lnTo>
                    <a:pt x="381000" y="3038310"/>
                  </a:lnTo>
                  <a:lnTo>
                    <a:pt x="381000" y="3040938"/>
                  </a:lnTo>
                  <a:lnTo>
                    <a:pt x="381469" y="3042056"/>
                  </a:lnTo>
                  <a:lnTo>
                    <a:pt x="383336" y="3043923"/>
                  </a:lnTo>
                  <a:lnTo>
                    <a:pt x="384454" y="3044380"/>
                  </a:lnTo>
                  <a:lnTo>
                    <a:pt x="387083" y="3044380"/>
                  </a:lnTo>
                  <a:lnTo>
                    <a:pt x="388200" y="3043923"/>
                  </a:lnTo>
                  <a:lnTo>
                    <a:pt x="390067" y="3042056"/>
                  </a:lnTo>
                  <a:lnTo>
                    <a:pt x="390525" y="3040938"/>
                  </a:lnTo>
                  <a:lnTo>
                    <a:pt x="390525" y="3038310"/>
                  </a:lnTo>
                  <a:close/>
                </a:path>
                <a:path w="4057650" h="3044825">
                  <a:moveTo>
                    <a:pt x="390525" y="2279599"/>
                  </a:moveTo>
                  <a:lnTo>
                    <a:pt x="390067" y="2278469"/>
                  </a:lnTo>
                  <a:lnTo>
                    <a:pt x="388200" y="2276614"/>
                  </a:lnTo>
                  <a:lnTo>
                    <a:pt x="387083" y="2276144"/>
                  </a:lnTo>
                  <a:lnTo>
                    <a:pt x="384454" y="2276144"/>
                  </a:lnTo>
                  <a:lnTo>
                    <a:pt x="383336" y="2276614"/>
                  </a:lnTo>
                  <a:lnTo>
                    <a:pt x="381469" y="2278469"/>
                  </a:lnTo>
                  <a:lnTo>
                    <a:pt x="381000" y="2279599"/>
                  </a:lnTo>
                  <a:lnTo>
                    <a:pt x="381000" y="2282228"/>
                  </a:lnTo>
                  <a:lnTo>
                    <a:pt x="381469" y="2283345"/>
                  </a:lnTo>
                  <a:lnTo>
                    <a:pt x="383336" y="2285200"/>
                  </a:lnTo>
                  <a:lnTo>
                    <a:pt x="384454" y="2285669"/>
                  </a:lnTo>
                  <a:lnTo>
                    <a:pt x="387083" y="2285669"/>
                  </a:lnTo>
                  <a:lnTo>
                    <a:pt x="388200" y="2285200"/>
                  </a:lnTo>
                  <a:lnTo>
                    <a:pt x="390067" y="2283345"/>
                  </a:lnTo>
                  <a:lnTo>
                    <a:pt x="390525" y="2282228"/>
                  </a:lnTo>
                  <a:lnTo>
                    <a:pt x="390525" y="2279599"/>
                  </a:lnTo>
                  <a:close/>
                </a:path>
                <a:path w="4057650" h="3044825">
                  <a:moveTo>
                    <a:pt x="390525" y="1520875"/>
                  </a:moveTo>
                  <a:lnTo>
                    <a:pt x="390067" y="1519758"/>
                  </a:lnTo>
                  <a:lnTo>
                    <a:pt x="388200" y="1517891"/>
                  </a:lnTo>
                  <a:lnTo>
                    <a:pt x="387083" y="1517434"/>
                  </a:lnTo>
                  <a:lnTo>
                    <a:pt x="384454" y="1517434"/>
                  </a:lnTo>
                  <a:lnTo>
                    <a:pt x="383336" y="1517891"/>
                  </a:lnTo>
                  <a:lnTo>
                    <a:pt x="381469" y="1519758"/>
                  </a:lnTo>
                  <a:lnTo>
                    <a:pt x="381000" y="1520875"/>
                  </a:lnTo>
                  <a:lnTo>
                    <a:pt x="381000" y="1523504"/>
                  </a:lnTo>
                  <a:lnTo>
                    <a:pt x="381469" y="1524635"/>
                  </a:lnTo>
                  <a:lnTo>
                    <a:pt x="383336" y="1526489"/>
                  </a:lnTo>
                  <a:lnTo>
                    <a:pt x="384454" y="1526959"/>
                  </a:lnTo>
                  <a:lnTo>
                    <a:pt x="387083" y="1526959"/>
                  </a:lnTo>
                  <a:lnTo>
                    <a:pt x="388200" y="1526489"/>
                  </a:lnTo>
                  <a:lnTo>
                    <a:pt x="390067" y="1524635"/>
                  </a:lnTo>
                  <a:lnTo>
                    <a:pt x="390525" y="1523504"/>
                  </a:lnTo>
                  <a:lnTo>
                    <a:pt x="390525" y="1520875"/>
                  </a:lnTo>
                  <a:close/>
                </a:path>
                <a:path w="4057650" h="3044825">
                  <a:moveTo>
                    <a:pt x="390525" y="762165"/>
                  </a:moveTo>
                  <a:lnTo>
                    <a:pt x="390067" y="761034"/>
                  </a:lnTo>
                  <a:lnTo>
                    <a:pt x="388200" y="759180"/>
                  </a:lnTo>
                  <a:lnTo>
                    <a:pt x="387083" y="758710"/>
                  </a:lnTo>
                  <a:lnTo>
                    <a:pt x="384454" y="758710"/>
                  </a:lnTo>
                  <a:lnTo>
                    <a:pt x="383336" y="759180"/>
                  </a:lnTo>
                  <a:lnTo>
                    <a:pt x="381469" y="761034"/>
                  </a:lnTo>
                  <a:lnTo>
                    <a:pt x="381000" y="762165"/>
                  </a:lnTo>
                  <a:lnTo>
                    <a:pt x="381000" y="764794"/>
                  </a:lnTo>
                  <a:lnTo>
                    <a:pt x="381469" y="765911"/>
                  </a:lnTo>
                  <a:lnTo>
                    <a:pt x="383336" y="767778"/>
                  </a:lnTo>
                  <a:lnTo>
                    <a:pt x="384454" y="768235"/>
                  </a:lnTo>
                  <a:lnTo>
                    <a:pt x="387083" y="768235"/>
                  </a:lnTo>
                  <a:lnTo>
                    <a:pt x="388200" y="767778"/>
                  </a:lnTo>
                  <a:lnTo>
                    <a:pt x="390067" y="765911"/>
                  </a:lnTo>
                  <a:lnTo>
                    <a:pt x="390525" y="764794"/>
                  </a:lnTo>
                  <a:lnTo>
                    <a:pt x="390525" y="762165"/>
                  </a:lnTo>
                  <a:close/>
                </a:path>
                <a:path w="4057650" h="3044825">
                  <a:moveTo>
                    <a:pt x="390525" y="3441"/>
                  </a:moveTo>
                  <a:lnTo>
                    <a:pt x="390067" y="2324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24"/>
                  </a:lnTo>
                  <a:lnTo>
                    <a:pt x="381000" y="3441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55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55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41"/>
                  </a:lnTo>
                  <a:close/>
                </a:path>
                <a:path w="4057650" h="3044825">
                  <a:moveTo>
                    <a:pt x="438150" y="3038310"/>
                  </a:moveTo>
                  <a:lnTo>
                    <a:pt x="437692" y="3037192"/>
                  </a:lnTo>
                  <a:lnTo>
                    <a:pt x="435825" y="3035325"/>
                  </a:lnTo>
                  <a:lnTo>
                    <a:pt x="434708" y="3034855"/>
                  </a:lnTo>
                  <a:lnTo>
                    <a:pt x="432079" y="3034855"/>
                  </a:lnTo>
                  <a:lnTo>
                    <a:pt x="430961" y="3035325"/>
                  </a:lnTo>
                  <a:lnTo>
                    <a:pt x="429094" y="3037192"/>
                  </a:lnTo>
                  <a:lnTo>
                    <a:pt x="428625" y="3038310"/>
                  </a:lnTo>
                  <a:lnTo>
                    <a:pt x="428625" y="3040938"/>
                  </a:lnTo>
                  <a:lnTo>
                    <a:pt x="429094" y="3042056"/>
                  </a:lnTo>
                  <a:lnTo>
                    <a:pt x="430961" y="3043923"/>
                  </a:lnTo>
                  <a:lnTo>
                    <a:pt x="432079" y="3044380"/>
                  </a:lnTo>
                  <a:lnTo>
                    <a:pt x="434708" y="3044380"/>
                  </a:lnTo>
                  <a:lnTo>
                    <a:pt x="435825" y="3043923"/>
                  </a:lnTo>
                  <a:lnTo>
                    <a:pt x="437692" y="3042056"/>
                  </a:lnTo>
                  <a:lnTo>
                    <a:pt x="438150" y="3040938"/>
                  </a:lnTo>
                  <a:lnTo>
                    <a:pt x="438150" y="3038310"/>
                  </a:lnTo>
                  <a:close/>
                </a:path>
                <a:path w="4057650" h="3044825">
                  <a:moveTo>
                    <a:pt x="438150" y="2279599"/>
                  </a:moveTo>
                  <a:lnTo>
                    <a:pt x="437692" y="2278469"/>
                  </a:lnTo>
                  <a:lnTo>
                    <a:pt x="435825" y="2276614"/>
                  </a:lnTo>
                  <a:lnTo>
                    <a:pt x="434708" y="2276144"/>
                  </a:lnTo>
                  <a:lnTo>
                    <a:pt x="432079" y="2276144"/>
                  </a:lnTo>
                  <a:lnTo>
                    <a:pt x="430961" y="2276614"/>
                  </a:lnTo>
                  <a:lnTo>
                    <a:pt x="429094" y="2278469"/>
                  </a:lnTo>
                  <a:lnTo>
                    <a:pt x="428625" y="2279599"/>
                  </a:lnTo>
                  <a:lnTo>
                    <a:pt x="428625" y="2282228"/>
                  </a:lnTo>
                  <a:lnTo>
                    <a:pt x="429094" y="2283345"/>
                  </a:lnTo>
                  <a:lnTo>
                    <a:pt x="430961" y="2285200"/>
                  </a:lnTo>
                  <a:lnTo>
                    <a:pt x="432079" y="2285669"/>
                  </a:lnTo>
                  <a:lnTo>
                    <a:pt x="434708" y="2285669"/>
                  </a:lnTo>
                  <a:lnTo>
                    <a:pt x="435825" y="2285200"/>
                  </a:lnTo>
                  <a:lnTo>
                    <a:pt x="437692" y="2283345"/>
                  </a:lnTo>
                  <a:lnTo>
                    <a:pt x="438150" y="2282228"/>
                  </a:lnTo>
                  <a:lnTo>
                    <a:pt x="438150" y="2279599"/>
                  </a:lnTo>
                  <a:close/>
                </a:path>
                <a:path w="4057650" h="3044825">
                  <a:moveTo>
                    <a:pt x="438150" y="1520875"/>
                  </a:moveTo>
                  <a:lnTo>
                    <a:pt x="437692" y="1519758"/>
                  </a:lnTo>
                  <a:lnTo>
                    <a:pt x="435825" y="1517891"/>
                  </a:lnTo>
                  <a:lnTo>
                    <a:pt x="434708" y="1517434"/>
                  </a:lnTo>
                  <a:lnTo>
                    <a:pt x="432079" y="1517434"/>
                  </a:lnTo>
                  <a:lnTo>
                    <a:pt x="430961" y="1517891"/>
                  </a:lnTo>
                  <a:lnTo>
                    <a:pt x="429094" y="1519758"/>
                  </a:lnTo>
                  <a:lnTo>
                    <a:pt x="428625" y="1520875"/>
                  </a:lnTo>
                  <a:lnTo>
                    <a:pt x="428625" y="1523504"/>
                  </a:lnTo>
                  <a:lnTo>
                    <a:pt x="429094" y="1524635"/>
                  </a:lnTo>
                  <a:lnTo>
                    <a:pt x="430961" y="1526489"/>
                  </a:lnTo>
                  <a:lnTo>
                    <a:pt x="432079" y="1526959"/>
                  </a:lnTo>
                  <a:lnTo>
                    <a:pt x="434708" y="1526959"/>
                  </a:lnTo>
                  <a:lnTo>
                    <a:pt x="435825" y="1526489"/>
                  </a:lnTo>
                  <a:lnTo>
                    <a:pt x="437692" y="1524635"/>
                  </a:lnTo>
                  <a:lnTo>
                    <a:pt x="438150" y="1523504"/>
                  </a:lnTo>
                  <a:lnTo>
                    <a:pt x="438150" y="1520875"/>
                  </a:lnTo>
                  <a:close/>
                </a:path>
                <a:path w="4057650" h="3044825">
                  <a:moveTo>
                    <a:pt x="438150" y="762165"/>
                  </a:moveTo>
                  <a:lnTo>
                    <a:pt x="437692" y="761034"/>
                  </a:lnTo>
                  <a:lnTo>
                    <a:pt x="435825" y="759180"/>
                  </a:lnTo>
                  <a:lnTo>
                    <a:pt x="434708" y="758710"/>
                  </a:lnTo>
                  <a:lnTo>
                    <a:pt x="432079" y="758710"/>
                  </a:lnTo>
                  <a:lnTo>
                    <a:pt x="430961" y="759180"/>
                  </a:lnTo>
                  <a:lnTo>
                    <a:pt x="429094" y="761034"/>
                  </a:lnTo>
                  <a:lnTo>
                    <a:pt x="428625" y="762165"/>
                  </a:lnTo>
                  <a:lnTo>
                    <a:pt x="428625" y="764794"/>
                  </a:lnTo>
                  <a:lnTo>
                    <a:pt x="429094" y="765911"/>
                  </a:lnTo>
                  <a:lnTo>
                    <a:pt x="430961" y="767778"/>
                  </a:lnTo>
                  <a:lnTo>
                    <a:pt x="432079" y="768235"/>
                  </a:lnTo>
                  <a:lnTo>
                    <a:pt x="434708" y="768235"/>
                  </a:lnTo>
                  <a:lnTo>
                    <a:pt x="435825" y="767778"/>
                  </a:lnTo>
                  <a:lnTo>
                    <a:pt x="437692" y="765911"/>
                  </a:lnTo>
                  <a:lnTo>
                    <a:pt x="438150" y="764794"/>
                  </a:lnTo>
                  <a:lnTo>
                    <a:pt x="438150" y="762165"/>
                  </a:lnTo>
                  <a:close/>
                </a:path>
                <a:path w="4057650" h="3044825">
                  <a:moveTo>
                    <a:pt x="438150" y="3441"/>
                  </a:moveTo>
                  <a:lnTo>
                    <a:pt x="437692" y="2324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24"/>
                  </a:lnTo>
                  <a:lnTo>
                    <a:pt x="428625" y="3441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55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55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41"/>
                  </a:lnTo>
                  <a:close/>
                </a:path>
                <a:path w="4057650" h="3044825">
                  <a:moveTo>
                    <a:pt x="485775" y="3038310"/>
                  </a:moveTo>
                  <a:lnTo>
                    <a:pt x="485317" y="3037192"/>
                  </a:lnTo>
                  <a:lnTo>
                    <a:pt x="483450" y="3035325"/>
                  </a:lnTo>
                  <a:lnTo>
                    <a:pt x="482333" y="3034855"/>
                  </a:lnTo>
                  <a:lnTo>
                    <a:pt x="479704" y="3034855"/>
                  </a:lnTo>
                  <a:lnTo>
                    <a:pt x="478586" y="3035325"/>
                  </a:lnTo>
                  <a:lnTo>
                    <a:pt x="476719" y="3037192"/>
                  </a:lnTo>
                  <a:lnTo>
                    <a:pt x="476250" y="3038310"/>
                  </a:lnTo>
                  <a:lnTo>
                    <a:pt x="476250" y="3040938"/>
                  </a:lnTo>
                  <a:lnTo>
                    <a:pt x="476719" y="3042056"/>
                  </a:lnTo>
                  <a:lnTo>
                    <a:pt x="478586" y="3043923"/>
                  </a:lnTo>
                  <a:lnTo>
                    <a:pt x="479704" y="3044380"/>
                  </a:lnTo>
                  <a:lnTo>
                    <a:pt x="482333" y="3044380"/>
                  </a:lnTo>
                  <a:lnTo>
                    <a:pt x="483450" y="3043923"/>
                  </a:lnTo>
                  <a:lnTo>
                    <a:pt x="485317" y="3042056"/>
                  </a:lnTo>
                  <a:lnTo>
                    <a:pt x="485775" y="3040938"/>
                  </a:lnTo>
                  <a:lnTo>
                    <a:pt x="485775" y="3038310"/>
                  </a:lnTo>
                  <a:close/>
                </a:path>
                <a:path w="4057650" h="3044825">
                  <a:moveTo>
                    <a:pt x="485775" y="2279599"/>
                  </a:moveTo>
                  <a:lnTo>
                    <a:pt x="485317" y="2278469"/>
                  </a:lnTo>
                  <a:lnTo>
                    <a:pt x="483450" y="2276614"/>
                  </a:lnTo>
                  <a:lnTo>
                    <a:pt x="482333" y="2276144"/>
                  </a:lnTo>
                  <a:lnTo>
                    <a:pt x="479704" y="2276144"/>
                  </a:lnTo>
                  <a:lnTo>
                    <a:pt x="478586" y="2276614"/>
                  </a:lnTo>
                  <a:lnTo>
                    <a:pt x="476719" y="2278469"/>
                  </a:lnTo>
                  <a:lnTo>
                    <a:pt x="476250" y="2279599"/>
                  </a:lnTo>
                  <a:lnTo>
                    <a:pt x="476250" y="2282228"/>
                  </a:lnTo>
                  <a:lnTo>
                    <a:pt x="476719" y="2283345"/>
                  </a:lnTo>
                  <a:lnTo>
                    <a:pt x="478586" y="2285200"/>
                  </a:lnTo>
                  <a:lnTo>
                    <a:pt x="479704" y="2285669"/>
                  </a:lnTo>
                  <a:lnTo>
                    <a:pt x="482333" y="2285669"/>
                  </a:lnTo>
                  <a:lnTo>
                    <a:pt x="483450" y="2285200"/>
                  </a:lnTo>
                  <a:lnTo>
                    <a:pt x="485317" y="2283345"/>
                  </a:lnTo>
                  <a:lnTo>
                    <a:pt x="485775" y="2282228"/>
                  </a:lnTo>
                  <a:lnTo>
                    <a:pt x="485775" y="2279599"/>
                  </a:lnTo>
                  <a:close/>
                </a:path>
                <a:path w="4057650" h="3044825">
                  <a:moveTo>
                    <a:pt x="485775" y="1520875"/>
                  </a:moveTo>
                  <a:lnTo>
                    <a:pt x="485317" y="1519758"/>
                  </a:lnTo>
                  <a:lnTo>
                    <a:pt x="483450" y="1517891"/>
                  </a:lnTo>
                  <a:lnTo>
                    <a:pt x="482333" y="1517434"/>
                  </a:lnTo>
                  <a:lnTo>
                    <a:pt x="479704" y="1517434"/>
                  </a:lnTo>
                  <a:lnTo>
                    <a:pt x="478586" y="1517891"/>
                  </a:lnTo>
                  <a:lnTo>
                    <a:pt x="476719" y="1519758"/>
                  </a:lnTo>
                  <a:lnTo>
                    <a:pt x="476250" y="1520875"/>
                  </a:lnTo>
                  <a:lnTo>
                    <a:pt x="476250" y="1523504"/>
                  </a:lnTo>
                  <a:lnTo>
                    <a:pt x="476719" y="1524635"/>
                  </a:lnTo>
                  <a:lnTo>
                    <a:pt x="478586" y="1526489"/>
                  </a:lnTo>
                  <a:lnTo>
                    <a:pt x="479704" y="1526959"/>
                  </a:lnTo>
                  <a:lnTo>
                    <a:pt x="482333" y="1526959"/>
                  </a:lnTo>
                  <a:lnTo>
                    <a:pt x="483450" y="1526489"/>
                  </a:lnTo>
                  <a:lnTo>
                    <a:pt x="485317" y="1524635"/>
                  </a:lnTo>
                  <a:lnTo>
                    <a:pt x="485775" y="1523504"/>
                  </a:lnTo>
                  <a:lnTo>
                    <a:pt x="485775" y="1520875"/>
                  </a:lnTo>
                  <a:close/>
                </a:path>
                <a:path w="4057650" h="3044825">
                  <a:moveTo>
                    <a:pt x="485775" y="762165"/>
                  </a:moveTo>
                  <a:lnTo>
                    <a:pt x="485317" y="761034"/>
                  </a:lnTo>
                  <a:lnTo>
                    <a:pt x="483450" y="759180"/>
                  </a:lnTo>
                  <a:lnTo>
                    <a:pt x="482333" y="758710"/>
                  </a:lnTo>
                  <a:lnTo>
                    <a:pt x="479704" y="758710"/>
                  </a:lnTo>
                  <a:lnTo>
                    <a:pt x="478586" y="759180"/>
                  </a:lnTo>
                  <a:lnTo>
                    <a:pt x="476719" y="761034"/>
                  </a:lnTo>
                  <a:lnTo>
                    <a:pt x="476250" y="762165"/>
                  </a:lnTo>
                  <a:lnTo>
                    <a:pt x="476250" y="764794"/>
                  </a:lnTo>
                  <a:lnTo>
                    <a:pt x="476719" y="765911"/>
                  </a:lnTo>
                  <a:lnTo>
                    <a:pt x="478586" y="767778"/>
                  </a:lnTo>
                  <a:lnTo>
                    <a:pt x="479704" y="768235"/>
                  </a:lnTo>
                  <a:lnTo>
                    <a:pt x="482333" y="768235"/>
                  </a:lnTo>
                  <a:lnTo>
                    <a:pt x="483450" y="767778"/>
                  </a:lnTo>
                  <a:lnTo>
                    <a:pt x="485317" y="765911"/>
                  </a:lnTo>
                  <a:lnTo>
                    <a:pt x="485775" y="764794"/>
                  </a:lnTo>
                  <a:lnTo>
                    <a:pt x="485775" y="762165"/>
                  </a:lnTo>
                  <a:close/>
                </a:path>
                <a:path w="4057650" h="3044825">
                  <a:moveTo>
                    <a:pt x="485775" y="3441"/>
                  </a:moveTo>
                  <a:lnTo>
                    <a:pt x="485317" y="2324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24"/>
                  </a:lnTo>
                  <a:lnTo>
                    <a:pt x="476250" y="3441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55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55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41"/>
                  </a:lnTo>
                  <a:close/>
                </a:path>
                <a:path w="4057650" h="3044825">
                  <a:moveTo>
                    <a:pt x="533400" y="3038310"/>
                  </a:moveTo>
                  <a:lnTo>
                    <a:pt x="532942" y="3037192"/>
                  </a:lnTo>
                  <a:lnTo>
                    <a:pt x="531075" y="3035325"/>
                  </a:lnTo>
                  <a:lnTo>
                    <a:pt x="529958" y="3034855"/>
                  </a:lnTo>
                  <a:lnTo>
                    <a:pt x="527329" y="3034855"/>
                  </a:lnTo>
                  <a:lnTo>
                    <a:pt x="526211" y="3035325"/>
                  </a:lnTo>
                  <a:lnTo>
                    <a:pt x="524344" y="3037192"/>
                  </a:lnTo>
                  <a:lnTo>
                    <a:pt x="523875" y="3038310"/>
                  </a:lnTo>
                  <a:lnTo>
                    <a:pt x="523875" y="3040938"/>
                  </a:lnTo>
                  <a:lnTo>
                    <a:pt x="524344" y="3042056"/>
                  </a:lnTo>
                  <a:lnTo>
                    <a:pt x="526211" y="3043923"/>
                  </a:lnTo>
                  <a:lnTo>
                    <a:pt x="527329" y="3044380"/>
                  </a:lnTo>
                  <a:lnTo>
                    <a:pt x="529958" y="3044380"/>
                  </a:lnTo>
                  <a:lnTo>
                    <a:pt x="531075" y="3043923"/>
                  </a:lnTo>
                  <a:lnTo>
                    <a:pt x="532942" y="3042056"/>
                  </a:lnTo>
                  <a:lnTo>
                    <a:pt x="533400" y="3040938"/>
                  </a:lnTo>
                  <a:lnTo>
                    <a:pt x="533400" y="3038310"/>
                  </a:lnTo>
                  <a:close/>
                </a:path>
                <a:path w="4057650" h="3044825">
                  <a:moveTo>
                    <a:pt x="533400" y="2279599"/>
                  </a:moveTo>
                  <a:lnTo>
                    <a:pt x="532942" y="2278469"/>
                  </a:lnTo>
                  <a:lnTo>
                    <a:pt x="531075" y="2276614"/>
                  </a:lnTo>
                  <a:lnTo>
                    <a:pt x="529958" y="2276144"/>
                  </a:lnTo>
                  <a:lnTo>
                    <a:pt x="527329" y="2276144"/>
                  </a:lnTo>
                  <a:lnTo>
                    <a:pt x="526211" y="2276614"/>
                  </a:lnTo>
                  <a:lnTo>
                    <a:pt x="524344" y="2278469"/>
                  </a:lnTo>
                  <a:lnTo>
                    <a:pt x="523875" y="2279599"/>
                  </a:lnTo>
                  <a:lnTo>
                    <a:pt x="523875" y="2282228"/>
                  </a:lnTo>
                  <a:lnTo>
                    <a:pt x="524344" y="2283345"/>
                  </a:lnTo>
                  <a:lnTo>
                    <a:pt x="526211" y="2285200"/>
                  </a:lnTo>
                  <a:lnTo>
                    <a:pt x="527329" y="2285669"/>
                  </a:lnTo>
                  <a:lnTo>
                    <a:pt x="529958" y="2285669"/>
                  </a:lnTo>
                  <a:lnTo>
                    <a:pt x="531075" y="2285200"/>
                  </a:lnTo>
                  <a:lnTo>
                    <a:pt x="532942" y="2283345"/>
                  </a:lnTo>
                  <a:lnTo>
                    <a:pt x="533400" y="2282228"/>
                  </a:lnTo>
                  <a:lnTo>
                    <a:pt x="533400" y="2279599"/>
                  </a:lnTo>
                  <a:close/>
                </a:path>
                <a:path w="4057650" h="3044825">
                  <a:moveTo>
                    <a:pt x="533400" y="1520875"/>
                  </a:moveTo>
                  <a:lnTo>
                    <a:pt x="532942" y="1519758"/>
                  </a:lnTo>
                  <a:lnTo>
                    <a:pt x="531075" y="1517891"/>
                  </a:lnTo>
                  <a:lnTo>
                    <a:pt x="529958" y="1517434"/>
                  </a:lnTo>
                  <a:lnTo>
                    <a:pt x="527329" y="1517434"/>
                  </a:lnTo>
                  <a:lnTo>
                    <a:pt x="526211" y="1517891"/>
                  </a:lnTo>
                  <a:lnTo>
                    <a:pt x="524344" y="1519758"/>
                  </a:lnTo>
                  <a:lnTo>
                    <a:pt x="523875" y="1520875"/>
                  </a:lnTo>
                  <a:lnTo>
                    <a:pt x="523875" y="1523504"/>
                  </a:lnTo>
                  <a:lnTo>
                    <a:pt x="524344" y="1524635"/>
                  </a:lnTo>
                  <a:lnTo>
                    <a:pt x="526211" y="1526489"/>
                  </a:lnTo>
                  <a:lnTo>
                    <a:pt x="527329" y="1526959"/>
                  </a:lnTo>
                  <a:lnTo>
                    <a:pt x="529958" y="1526959"/>
                  </a:lnTo>
                  <a:lnTo>
                    <a:pt x="531075" y="1526489"/>
                  </a:lnTo>
                  <a:lnTo>
                    <a:pt x="532942" y="1524635"/>
                  </a:lnTo>
                  <a:lnTo>
                    <a:pt x="533400" y="1523504"/>
                  </a:lnTo>
                  <a:lnTo>
                    <a:pt x="533400" y="1520875"/>
                  </a:lnTo>
                  <a:close/>
                </a:path>
                <a:path w="4057650" h="3044825">
                  <a:moveTo>
                    <a:pt x="533400" y="762165"/>
                  </a:moveTo>
                  <a:lnTo>
                    <a:pt x="532942" y="761034"/>
                  </a:lnTo>
                  <a:lnTo>
                    <a:pt x="531075" y="759180"/>
                  </a:lnTo>
                  <a:lnTo>
                    <a:pt x="529958" y="758710"/>
                  </a:lnTo>
                  <a:lnTo>
                    <a:pt x="527329" y="758710"/>
                  </a:lnTo>
                  <a:lnTo>
                    <a:pt x="526211" y="759180"/>
                  </a:lnTo>
                  <a:lnTo>
                    <a:pt x="524344" y="761034"/>
                  </a:lnTo>
                  <a:lnTo>
                    <a:pt x="523875" y="762165"/>
                  </a:lnTo>
                  <a:lnTo>
                    <a:pt x="523875" y="764794"/>
                  </a:lnTo>
                  <a:lnTo>
                    <a:pt x="524344" y="765911"/>
                  </a:lnTo>
                  <a:lnTo>
                    <a:pt x="526211" y="767778"/>
                  </a:lnTo>
                  <a:lnTo>
                    <a:pt x="527329" y="768235"/>
                  </a:lnTo>
                  <a:lnTo>
                    <a:pt x="529958" y="768235"/>
                  </a:lnTo>
                  <a:lnTo>
                    <a:pt x="531075" y="767778"/>
                  </a:lnTo>
                  <a:lnTo>
                    <a:pt x="532942" y="765911"/>
                  </a:lnTo>
                  <a:lnTo>
                    <a:pt x="533400" y="764794"/>
                  </a:lnTo>
                  <a:lnTo>
                    <a:pt x="533400" y="762165"/>
                  </a:lnTo>
                  <a:close/>
                </a:path>
                <a:path w="4057650" h="3044825">
                  <a:moveTo>
                    <a:pt x="533400" y="3441"/>
                  </a:moveTo>
                  <a:lnTo>
                    <a:pt x="532942" y="2324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24"/>
                  </a:lnTo>
                  <a:lnTo>
                    <a:pt x="523875" y="3441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55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55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41"/>
                  </a:lnTo>
                  <a:close/>
                </a:path>
                <a:path w="4057650" h="3044825">
                  <a:moveTo>
                    <a:pt x="581025" y="3038310"/>
                  </a:moveTo>
                  <a:lnTo>
                    <a:pt x="580567" y="3037192"/>
                  </a:lnTo>
                  <a:lnTo>
                    <a:pt x="578700" y="3035325"/>
                  </a:lnTo>
                  <a:lnTo>
                    <a:pt x="577583" y="3034855"/>
                  </a:lnTo>
                  <a:lnTo>
                    <a:pt x="574954" y="3034855"/>
                  </a:lnTo>
                  <a:lnTo>
                    <a:pt x="573836" y="3035325"/>
                  </a:lnTo>
                  <a:lnTo>
                    <a:pt x="571969" y="3037192"/>
                  </a:lnTo>
                  <a:lnTo>
                    <a:pt x="571500" y="3038310"/>
                  </a:lnTo>
                  <a:lnTo>
                    <a:pt x="571500" y="3040938"/>
                  </a:lnTo>
                  <a:lnTo>
                    <a:pt x="571969" y="3042056"/>
                  </a:lnTo>
                  <a:lnTo>
                    <a:pt x="573836" y="3043923"/>
                  </a:lnTo>
                  <a:lnTo>
                    <a:pt x="574954" y="3044380"/>
                  </a:lnTo>
                  <a:lnTo>
                    <a:pt x="577583" y="3044380"/>
                  </a:lnTo>
                  <a:lnTo>
                    <a:pt x="578700" y="3043923"/>
                  </a:lnTo>
                  <a:lnTo>
                    <a:pt x="580567" y="3042056"/>
                  </a:lnTo>
                  <a:lnTo>
                    <a:pt x="581025" y="3040938"/>
                  </a:lnTo>
                  <a:lnTo>
                    <a:pt x="581025" y="3038310"/>
                  </a:lnTo>
                  <a:close/>
                </a:path>
                <a:path w="4057650" h="3044825">
                  <a:moveTo>
                    <a:pt x="581025" y="2279599"/>
                  </a:moveTo>
                  <a:lnTo>
                    <a:pt x="580567" y="2278469"/>
                  </a:lnTo>
                  <a:lnTo>
                    <a:pt x="578700" y="2276614"/>
                  </a:lnTo>
                  <a:lnTo>
                    <a:pt x="577583" y="2276144"/>
                  </a:lnTo>
                  <a:lnTo>
                    <a:pt x="574954" y="2276144"/>
                  </a:lnTo>
                  <a:lnTo>
                    <a:pt x="573836" y="2276614"/>
                  </a:lnTo>
                  <a:lnTo>
                    <a:pt x="571969" y="2278469"/>
                  </a:lnTo>
                  <a:lnTo>
                    <a:pt x="571500" y="2279599"/>
                  </a:lnTo>
                  <a:lnTo>
                    <a:pt x="571500" y="2282228"/>
                  </a:lnTo>
                  <a:lnTo>
                    <a:pt x="571969" y="2283345"/>
                  </a:lnTo>
                  <a:lnTo>
                    <a:pt x="573836" y="2285200"/>
                  </a:lnTo>
                  <a:lnTo>
                    <a:pt x="574954" y="2285669"/>
                  </a:lnTo>
                  <a:lnTo>
                    <a:pt x="577583" y="2285669"/>
                  </a:lnTo>
                  <a:lnTo>
                    <a:pt x="578700" y="2285200"/>
                  </a:lnTo>
                  <a:lnTo>
                    <a:pt x="580567" y="2283345"/>
                  </a:lnTo>
                  <a:lnTo>
                    <a:pt x="581025" y="2282228"/>
                  </a:lnTo>
                  <a:lnTo>
                    <a:pt x="581025" y="2279599"/>
                  </a:lnTo>
                  <a:close/>
                </a:path>
                <a:path w="4057650" h="3044825">
                  <a:moveTo>
                    <a:pt x="581025" y="1520875"/>
                  </a:moveTo>
                  <a:lnTo>
                    <a:pt x="580567" y="1519758"/>
                  </a:lnTo>
                  <a:lnTo>
                    <a:pt x="578700" y="1517891"/>
                  </a:lnTo>
                  <a:lnTo>
                    <a:pt x="577583" y="1517434"/>
                  </a:lnTo>
                  <a:lnTo>
                    <a:pt x="574954" y="1517434"/>
                  </a:lnTo>
                  <a:lnTo>
                    <a:pt x="573836" y="1517891"/>
                  </a:lnTo>
                  <a:lnTo>
                    <a:pt x="571969" y="1519758"/>
                  </a:lnTo>
                  <a:lnTo>
                    <a:pt x="571500" y="1520875"/>
                  </a:lnTo>
                  <a:lnTo>
                    <a:pt x="571500" y="1523504"/>
                  </a:lnTo>
                  <a:lnTo>
                    <a:pt x="571969" y="1524635"/>
                  </a:lnTo>
                  <a:lnTo>
                    <a:pt x="573836" y="1526489"/>
                  </a:lnTo>
                  <a:lnTo>
                    <a:pt x="574954" y="1526959"/>
                  </a:lnTo>
                  <a:lnTo>
                    <a:pt x="577583" y="1526959"/>
                  </a:lnTo>
                  <a:lnTo>
                    <a:pt x="578700" y="1526489"/>
                  </a:lnTo>
                  <a:lnTo>
                    <a:pt x="580567" y="1524635"/>
                  </a:lnTo>
                  <a:lnTo>
                    <a:pt x="581025" y="1523504"/>
                  </a:lnTo>
                  <a:lnTo>
                    <a:pt x="581025" y="1520875"/>
                  </a:lnTo>
                  <a:close/>
                </a:path>
                <a:path w="4057650" h="3044825">
                  <a:moveTo>
                    <a:pt x="581025" y="762165"/>
                  </a:moveTo>
                  <a:lnTo>
                    <a:pt x="580567" y="761034"/>
                  </a:lnTo>
                  <a:lnTo>
                    <a:pt x="578700" y="759180"/>
                  </a:lnTo>
                  <a:lnTo>
                    <a:pt x="577583" y="758710"/>
                  </a:lnTo>
                  <a:lnTo>
                    <a:pt x="574954" y="758710"/>
                  </a:lnTo>
                  <a:lnTo>
                    <a:pt x="573836" y="759180"/>
                  </a:lnTo>
                  <a:lnTo>
                    <a:pt x="571969" y="761034"/>
                  </a:lnTo>
                  <a:lnTo>
                    <a:pt x="571500" y="762165"/>
                  </a:lnTo>
                  <a:lnTo>
                    <a:pt x="571500" y="764794"/>
                  </a:lnTo>
                  <a:lnTo>
                    <a:pt x="571969" y="765911"/>
                  </a:lnTo>
                  <a:lnTo>
                    <a:pt x="573836" y="767778"/>
                  </a:lnTo>
                  <a:lnTo>
                    <a:pt x="574954" y="768235"/>
                  </a:lnTo>
                  <a:lnTo>
                    <a:pt x="577583" y="768235"/>
                  </a:lnTo>
                  <a:lnTo>
                    <a:pt x="578700" y="767778"/>
                  </a:lnTo>
                  <a:lnTo>
                    <a:pt x="580567" y="765911"/>
                  </a:lnTo>
                  <a:lnTo>
                    <a:pt x="581025" y="764794"/>
                  </a:lnTo>
                  <a:lnTo>
                    <a:pt x="581025" y="762165"/>
                  </a:lnTo>
                  <a:close/>
                </a:path>
                <a:path w="4057650" h="3044825">
                  <a:moveTo>
                    <a:pt x="581025" y="3441"/>
                  </a:moveTo>
                  <a:lnTo>
                    <a:pt x="580567" y="2324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24"/>
                  </a:lnTo>
                  <a:lnTo>
                    <a:pt x="571500" y="3441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55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55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41"/>
                  </a:lnTo>
                  <a:close/>
                </a:path>
                <a:path w="4057650" h="3044825">
                  <a:moveTo>
                    <a:pt x="628650" y="3038310"/>
                  </a:moveTo>
                  <a:lnTo>
                    <a:pt x="628192" y="3037192"/>
                  </a:lnTo>
                  <a:lnTo>
                    <a:pt x="626325" y="3035325"/>
                  </a:lnTo>
                  <a:lnTo>
                    <a:pt x="625208" y="3034855"/>
                  </a:lnTo>
                  <a:lnTo>
                    <a:pt x="622579" y="3034855"/>
                  </a:lnTo>
                  <a:lnTo>
                    <a:pt x="621461" y="3035325"/>
                  </a:lnTo>
                  <a:lnTo>
                    <a:pt x="619594" y="3037192"/>
                  </a:lnTo>
                  <a:lnTo>
                    <a:pt x="619125" y="3038310"/>
                  </a:lnTo>
                  <a:lnTo>
                    <a:pt x="619125" y="3040938"/>
                  </a:lnTo>
                  <a:lnTo>
                    <a:pt x="619594" y="3042056"/>
                  </a:lnTo>
                  <a:lnTo>
                    <a:pt x="621461" y="3043923"/>
                  </a:lnTo>
                  <a:lnTo>
                    <a:pt x="622579" y="3044380"/>
                  </a:lnTo>
                  <a:lnTo>
                    <a:pt x="625208" y="3044380"/>
                  </a:lnTo>
                  <a:lnTo>
                    <a:pt x="626325" y="3043923"/>
                  </a:lnTo>
                  <a:lnTo>
                    <a:pt x="628192" y="3042056"/>
                  </a:lnTo>
                  <a:lnTo>
                    <a:pt x="628650" y="3040938"/>
                  </a:lnTo>
                  <a:lnTo>
                    <a:pt x="628650" y="3038310"/>
                  </a:lnTo>
                  <a:close/>
                </a:path>
                <a:path w="4057650" h="3044825">
                  <a:moveTo>
                    <a:pt x="628650" y="2279599"/>
                  </a:moveTo>
                  <a:lnTo>
                    <a:pt x="628192" y="2278469"/>
                  </a:lnTo>
                  <a:lnTo>
                    <a:pt x="626325" y="2276614"/>
                  </a:lnTo>
                  <a:lnTo>
                    <a:pt x="625208" y="2276144"/>
                  </a:lnTo>
                  <a:lnTo>
                    <a:pt x="622579" y="2276144"/>
                  </a:lnTo>
                  <a:lnTo>
                    <a:pt x="621461" y="2276614"/>
                  </a:lnTo>
                  <a:lnTo>
                    <a:pt x="619594" y="2278469"/>
                  </a:lnTo>
                  <a:lnTo>
                    <a:pt x="619125" y="2279599"/>
                  </a:lnTo>
                  <a:lnTo>
                    <a:pt x="619125" y="2282228"/>
                  </a:lnTo>
                  <a:lnTo>
                    <a:pt x="619594" y="2283345"/>
                  </a:lnTo>
                  <a:lnTo>
                    <a:pt x="621461" y="2285200"/>
                  </a:lnTo>
                  <a:lnTo>
                    <a:pt x="622579" y="2285669"/>
                  </a:lnTo>
                  <a:lnTo>
                    <a:pt x="625208" y="2285669"/>
                  </a:lnTo>
                  <a:lnTo>
                    <a:pt x="626325" y="2285200"/>
                  </a:lnTo>
                  <a:lnTo>
                    <a:pt x="628192" y="2283345"/>
                  </a:lnTo>
                  <a:lnTo>
                    <a:pt x="628650" y="2282228"/>
                  </a:lnTo>
                  <a:lnTo>
                    <a:pt x="628650" y="2279599"/>
                  </a:lnTo>
                  <a:close/>
                </a:path>
                <a:path w="4057650" h="3044825">
                  <a:moveTo>
                    <a:pt x="628650" y="1520875"/>
                  </a:moveTo>
                  <a:lnTo>
                    <a:pt x="628192" y="1519758"/>
                  </a:lnTo>
                  <a:lnTo>
                    <a:pt x="626325" y="1517891"/>
                  </a:lnTo>
                  <a:lnTo>
                    <a:pt x="625208" y="1517434"/>
                  </a:lnTo>
                  <a:lnTo>
                    <a:pt x="622579" y="1517434"/>
                  </a:lnTo>
                  <a:lnTo>
                    <a:pt x="621461" y="1517891"/>
                  </a:lnTo>
                  <a:lnTo>
                    <a:pt x="619594" y="1519758"/>
                  </a:lnTo>
                  <a:lnTo>
                    <a:pt x="619125" y="1520875"/>
                  </a:lnTo>
                  <a:lnTo>
                    <a:pt x="619125" y="1523504"/>
                  </a:lnTo>
                  <a:lnTo>
                    <a:pt x="619594" y="1524635"/>
                  </a:lnTo>
                  <a:lnTo>
                    <a:pt x="621461" y="1526489"/>
                  </a:lnTo>
                  <a:lnTo>
                    <a:pt x="622579" y="1526959"/>
                  </a:lnTo>
                  <a:lnTo>
                    <a:pt x="625208" y="1526959"/>
                  </a:lnTo>
                  <a:lnTo>
                    <a:pt x="626325" y="1526489"/>
                  </a:lnTo>
                  <a:lnTo>
                    <a:pt x="628192" y="1524635"/>
                  </a:lnTo>
                  <a:lnTo>
                    <a:pt x="628650" y="1523504"/>
                  </a:lnTo>
                  <a:lnTo>
                    <a:pt x="628650" y="1520875"/>
                  </a:lnTo>
                  <a:close/>
                </a:path>
                <a:path w="4057650" h="3044825">
                  <a:moveTo>
                    <a:pt x="628650" y="762165"/>
                  </a:moveTo>
                  <a:lnTo>
                    <a:pt x="628192" y="761034"/>
                  </a:lnTo>
                  <a:lnTo>
                    <a:pt x="626325" y="759180"/>
                  </a:lnTo>
                  <a:lnTo>
                    <a:pt x="625208" y="758710"/>
                  </a:lnTo>
                  <a:lnTo>
                    <a:pt x="622579" y="758710"/>
                  </a:lnTo>
                  <a:lnTo>
                    <a:pt x="621461" y="759180"/>
                  </a:lnTo>
                  <a:lnTo>
                    <a:pt x="619594" y="761034"/>
                  </a:lnTo>
                  <a:lnTo>
                    <a:pt x="619125" y="762165"/>
                  </a:lnTo>
                  <a:lnTo>
                    <a:pt x="619125" y="764794"/>
                  </a:lnTo>
                  <a:lnTo>
                    <a:pt x="619594" y="765911"/>
                  </a:lnTo>
                  <a:lnTo>
                    <a:pt x="621461" y="767778"/>
                  </a:lnTo>
                  <a:lnTo>
                    <a:pt x="622579" y="768235"/>
                  </a:lnTo>
                  <a:lnTo>
                    <a:pt x="625208" y="768235"/>
                  </a:lnTo>
                  <a:lnTo>
                    <a:pt x="626325" y="767778"/>
                  </a:lnTo>
                  <a:lnTo>
                    <a:pt x="628192" y="765911"/>
                  </a:lnTo>
                  <a:lnTo>
                    <a:pt x="628650" y="764794"/>
                  </a:lnTo>
                  <a:lnTo>
                    <a:pt x="628650" y="762165"/>
                  </a:lnTo>
                  <a:close/>
                </a:path>
                <a:path w="4057650" h="3044825">
                  <a:moveTo>
                    <a:pt x="628650" y="3441"/>
                  </a:moveTo>
                  <a:lnTo>
                    <a:pt x="628192" y="2324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24"/>
                  </a:lnTo>
                  <a:lnTo>
                    <a:pt x="619125" y="3441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55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55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41"/>
                  </a:lnTo>
                  <a:close/>
                </a:path>
                <a:path w="4057650" h="3044825">
                  <a:moveTo>
                    <a:pt x="676275" y="3038310"/>
                  </a:moveTo>
                  <a:lnTo>
                    <a:pt x="675817" y="3037192"/>
                  </a:lnTo>
                  <a:lnTo>
                    <a:pt x="673950" y="3035325"/>
                  </a:lnTo>
                  <a:lnTo>
                    <a:pt x="672833" y="3034855"/>
                  </a:lnTo>
                  <a:lnTo>
                    <a:pt x="670204" y="3034855"/>
                  </a:lnTo>
                  <a:lnTo>
                    <a:pt x="669086" y="3035325"/>
                  </a:lnTo>
                  <a:lnTo>
                    <a:pt x="667219" y="3037192"/>
                  </a:lnTo>
                  <a:lnTo>
                    <a:pt x="666750" y="3038310"/>
                  </a:lnTo>
                  <a:lnTo>
                    <a:pt x="666750" y="3040938"/>
                  </a:lnTo>
                  <a:lnTo>
                    <a:pt x="667219" y="3042056"/>
                  </a:lnTo>
                  <a:lnTo>
                    <a:pt x="669086" y="3043923"/>
                  </a:lnTo>
                  <a:lnTo>
                    <a:pt x="670204" y="3044380"/>
                  </a:lnTo>
                  <a:lnTo>
                    <a:pt x="672833" y="3044380"/>
                  </a:lnTo>
                  <a:lnTo>
                    <a:pt x="673950" y="3043923"/>
                  </a:lnTo>
                  <a:lnTo>
                    <a:pt x="675817" y="3042056"/>
                  </a:lnTo>
                  <a:lnTo>
                    <a:pt x="676275" y="3040938"/>
                  </a:lnTo>
                  <a:lnTo>
                    <a:pt x="676275" y="3038310"/>
                  </a:lnTo>
                  <a:close/>
                </a:path>
                <a:path w="4057650" h="3044825">
                  <a:moveTo>
                    <a:pt x="676275" y="2279599"/>
                  </a:moveTo>
                  <a:lnTo>
                    <a:pt x="675817" y="2278469"/>
                  </a:lnTo>
                  <a:lnTo>
                    <a:pt x="673950" y="2276614"/>
                  </a:lnTo>
                  <a:lnTo>
                    <a:pt x="672833" y="2276144"/>
                  </a:lnTo>
                  <a:lnTo>
                    <a:pt x="670204" y="2276144"/>
                  </a:lnTo>
                  <a:lnTo>
                    <a:pt x="669086" y="2276614"/>
                  </a:lnTo>
                  <a:lnTo>
                    <a:pt x="667219" y="2278469"/>
                  </a:lnTo>
                  <a:lnTo>
                    <a:pt x="666750" y="2279599"/>
                  </a:lnTo>
                  <a:lnTo>
                    <a:pt x="666750" y="2282228"/>
                  </a:lnTo>
                  <a:lnTo>
                    <a:pt x="667219" y="2283345"/>
                  </a:lnTo>
                  <a:lnTo>
                    <a:pt x="669086" y="2285200"/>
                  </a:lnTo>
                  <a:lnTo>
                    <a:pt x="670204" y="2285669"/>
                  </a:lnTo>
                  <a:lnTo>
                    <a:pt x="672833" y="2285669"/>
                  </a:lnTo>
                  <a:lnTo>
                    <a:pt x="673950" y="2285200"/>
                  </a:lnTo>
                  <a:lnTo>
                    <a:pt x="675817" y="2283345"/>
                  </a:lnTo>
                  <a:lnTo>
                    <a:pt x="676275" y="2282228"/>
                  </a:lnTo>
                  <a:lnTo>
                    <a:pt x="676275" y="2279599"/>
                  </a:lnTo>
                  <a:close/>
                </a:path>
                <a:path w="4057650" h="3044825">
                  <a:moveTo>
                    <a:pt x="676275" y="1520875"/>
                  </a:moveTo>
                  <a:lnTo>
                    <a:pt x="675817" y="1519758"/>
                  </a:lnTo>
                  <a:lnTo>
                    <a:pt x="673950" y="1517891"/>
                  </a:lnTo>
                  <a:lnTo>
                    <a:pt x="672833" y="1517434"/>
                  </a:lnTo>
                  <a:lnTo>
                    <a:pt x="670204" y="1517434"/>
                  </a:lnTo>
                  <a:lnTo>
                    <a:pt x="669086" y="1517891"/>
                  </a:lnTo>
                  <a:lnTo>
                    <a:pt x="667219" y="1519758"/>
                  </a:lnTo>
                  <a:lnTo>
                    <a:pt x="666750" y="1520875"/>
                  </a:lnTo>
                  <a:lnTo>
                    <a:pt x="666750" y="1523504"/>
                  </a:lnTo>
                  <a:lnTo>
                    <a:pt x="667219" y="1524635"/>
                  </a:lnTo>
                  <a:lnTo>
                    <a:pt x="669086" y="1526489"/>
                  </a:lnTo>
                  <a:lnTo>
                    <a:pt x="670204" y="1526959"/>
                  </a:lnTo>
                  <a:lnTo>
                    <a:pt x="672833" y="1526959"/>
                  </a:lnTo>
                  <a:lnTo>
                    <a:pt x="673950" y="1526489"/>
                  </a:lnTo>
                  <a:lnTo>
                    <a:pt x="675817" y="1524635"/>
                  </a:lnTo>
                  <a:lnTo>
                    <a:pt x="676275" y="1523504"/>
                  </a:lnTo>
                  <a:lnTo>
                    <a:pt x="676275" y="1520875"/>
                  </a:lnTo>
                  <a:close/>
                </a:path>
                <a:path w="4057650" h="3044825">
                  <a:moveTo>
                    <a:pt x="676275" y="762165"/>
                  </a:moveTo>
                  <a:lnTo>
                    <a:pt x="675817" y="761034"/>
                  </a:lnTo>
                  <a:lnTo>
                    <a:pt x="673950" y="759180"/>
                  </a:lnTo>
                  <a:lnTo>
                    <a:pt x="672833" y="758710"/>
                  </a:lnTo>
                  <a:lnTo>
                    <a:pt x="670204" y="758710"/>
                  </a:lnTo>
                  <a:lnTo>
                    <a:pt x="669086" y="759180"/>
                  </a:lnTo>
                  <a:lnTo>
                    <a:pt x="667219" y="761034"/>
                  </a:lnTo>
                  <a:lnTo>
                    <a:pt x="666750" y="762165"/>
                  </a:lnTo>
                  <a:lnTo>
                    <a:pt x="666750" y="764794"/>
                  </a:lnTo>
                  <a:lnTo>
                    <a:pt x="667219" y="765911"/>
                  </a:lnTo>
                  <a:lnTo>
                    <a:pt x="669086" y="767778"/>
                  </a:lnTo>
                  <a:lnTo>
                    <a:pt x="670204" y="768235"/>
                  </a:lnTo>
                  <a:lnTo>
                    <a:pt x="672833" y="768235"/>
                  </a:lnTo>
                  <a:lnTo>
                    <a:pt x="673950" y="767778"/>
                  </a:lnTo>
                  <a:lnTo>
                    <a:pt x="675817" y="765911"/>
                  </a:lnTo>
                  <a:lnTo>
                    <a:pt x="676275" y="764794"/>
                  </a:lnTo>
                  <a:lnTo>
                    <a:pt x="676275" y="762165"/>
                  </a:lnTo>
                  <a:close/>
                </a:path>
                <a:path w="4057650" h="3044825">
                  <a:moveTo>
                    <a:pt x="676275" y="3441"/>
                  </a:moveTo>
                  <a:lnTo>
                    <a:pt x="675817" y="2324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24"/>
                  </a:lnTo>
                  <a:lnTo>
                    <a:pt x="666750" y="3441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55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55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41"/>
                  </a:lnTo>
                  <a:close/>
                </a:path>
                <a:path w="4057650" h="3044825">
                  <a:moveTo>
                    <a:pt x="723900" y="3038310"/>
                  </a:moveTo>
                  <a:lnTo>
                    <a:pt x="723442" y="3037192"/>
                  </a:lnTo>
                  <a:lnTo>
                    <a:pt x="721575" y="3035325"/>
                  </a:lnTo>
                  <a:lnTo>
                    <a:pt x="720458" y="3034855"/>
                  </a:lnTo>
                  <a:lnTo>
                    <a:pt x="717829" y="3034855"/>
                  </a:lnTo>
                  <a:lnTo>
                    <a:pt x="716711" y="3035325"/>
                  </a:lnTo>
                  <a:lnTo>
                    <a:pt x="714844" y="3037192"/>
                  </a:lnTo>
                  <a:lnTo>
                    <a:pt x="714375" y="3038310"/>
                  </a:lnTo>
                  <a:lnTo>
                    <a:pt x="714375" y="3040938"/>
                  </a:lnTo>
                  <a:lnTo>
                    <a:pt x="714844" y="3042056"/>
                  </a:lnTo>
                  <a:lnTo>
                    <a:pt x="716711" y="3043923"/>
                  </a:lnTo>
                  <a:lnTo>
                    <a:pt x="717829" y="3044380"/>
                  </a:lnTo>
                  <a:lnTo>
                    <a:pt x="720458" y="3044380"/>
                  </a:lnTo>
                  <a:lnTo>
                    <a:pt x="721575" y="3043923"/>
                  </a:lnTo>
                  <a:lnTo>
                    <a:pt x="723442" y="3042056"/>
                  </a:lnTo>
                  <a:lnTo>
                    <a:pt x="723900" y="3040938"/>
                  </a:lnTo>
                  <a:lnTo>
                    <a:pt x="723900" y="3038310"/>
                  </a:lnTo>
                  <a:close/>
                </a:path>
                <a:path w="4057650" h="3044825">
                  <a:moveTo>
                    <a:pt x="723900" y="2279599"/>
                  </a:moveTo>
                  <a:lnTo>
                    <a:pt x="723442" y="2278469"/>
                  </a:lnTo>
                  <a:lnTo>
                    <a:pt x="721575" y="2276614"/>
                  </a:lnTo>
                  <a:lnTo>
                    <a:pt x="720458" y="2276144"/>
                  </a:lnTo>
                  <a:lnTo>
                    <a:pt x="717829" y="2276144"/>
                  </a:lnTo>
                  <a:lnTo>
                    <a:pt x="716711" y="2276614"/>
                  </a:lnTo>
                  <a:lnTo>
                    <a:pt x="714844" y="2278469"/>
                  </a:lnTo>
                  <a:lnTo>
                    <a:pt x="714375" y="2279599"/>
                  </a:lnTo>
                  <a:lnTo>
                    <a:pt x="714375" y="2282228"/>
                  </a:lnTo>
                  <a:lnTo>
                    <a:pt x="714844" y="2283345"/>
                  </a:lnTo>
                  <a:lnTo>
                    <a:pt x="716711" y="2285200"/>
                  </a:lnTo>
                  <a:lnTo>
                    <a:pt x="717829" y="2285669"/>
                  </a:lnTo>
                  <a:lnTo>
                    <a:pt x="720458" y="2285669"/>
                  </a:lnTo>
                  <a:lnTo>
                    <a:pt x="721575" y="2285200"/>
                  </a:lnTo>
                  <a:lnTo>
                    <a:pt x="723442" y="2283345"/>
                  </a:lnTo>
                  <a:lnTo>
                    <a:pt x="723900" y="2282228"/>
                  </a:lnTo>
                  <a:lnTo>
                    <a:pt x="723900" y="2279599"/>
                  </a:lnTo>
                  <a:close/>
                </a:path>
                <a:path w="4057650" h="3044825">
                  <a:moveTo>
                    <a:pt x="723900" y="1520875"/>
                  </a:moveTo>
                  <a:lnTo>
                    <a:pt x="723442" y="1519758"/>
                  </a:lnTo>
                  <a:lnTo>
                    <a:pt x="721575" y="1517891"/>
                  </a:lnTo>
                  <a:lnTo>
                    <a:pt x="720458" y="1517434"/>
                  </a:lnTo>
                  <a:lnTo>
                    <a:pt x="717829" y="1517434"/>
                  </a:lnTo>
                  <a:lnTo>
                    <a:pt x="716711" y="1517891"/>
                  </a:lnTo>
                  <a:lnTo>
                    <a:pt x="714844" y="1519758"/>
                  </a:lnTo>
                  <a:lnTo>
                    <a:pt x="714375" y="1520875"/>
                  </a:lnTo>
                  <a:lnTo>
                    <a:pt x="714375" y="1523504"/>
                  </a:lnTo>
                  <a:lnTo>
                    <a:pt x="714844" y="1524635"/>
                  </a:lnTo>
                  <a:lnTo>
                    <a:pt x="716711" y="1526489"/>
                  </a:lnTo>
                  <a:lnTo>
                    <a:pt x="717829" y="1526959"/>
                  </a:lnTo>
                  <a:lnTo>
                    <a:pt x="720458" y="1526959"/>
                  </a:lnTo>
                  <a:lnTo>
                    <a:pt x="721575" y="1526489"/>
                  </a:lnTo>
                  <a:lnTo>
                    <a:pt x="723442" y="1524635"/>
                  </a:lnTo>
                  <a:lnTo>
                    <a:pt x="723900" y="1523504"/>
                  </a:lnTo>
                  <a:lnTo>
                    <a:pt x="723900" y="1520875"/>
                  </a:lnTo>
                  <a:close/>
                </a:path>
                <a:path w="4057650" h="3044825">
                  <a:moveTo>
                    <a:pt x="723900" y="762165"/>
                  </a:moveTo>
                  <a:lnTo>
                    <a:pt x="723442" y="761034"/>
                  </a:lnTo>
                  <a:lnTo>
                    <a:pt x="721575" y="759180"/>
                  </a:lnTo>
                  <a:lnTo>
                    <a:pt x="720458" y="758710"/>
                  </a:lnTo>
                  <a:lnTo>
                    <a:pt x="717829" y="758710"/>
                  </a:lnTo>
                  <a:lnTo>
                    <a:pt x="716711" y="759180"/>
                  </a:lnTo>
                  <a:lnTo>
                    <a:pt x="714844" y="761034"/>
                  </a:lnTo>
                  <a:lnTo>
                    <a:pt x="714375" y="762165"/>
                  </a:lnTo>
                  <a:lnTo>
                    <a:pt x="714375" y="764794"/>
                  </a:lnTo>
                  <a:lnTo>
                    <a:pt x="714844" y="765911"/>
                  </a:lnTo>
                  <a:lnTo>
                    <a:pt x="716711" y="767778"/>
                  </a:lnTo>
                  <a:lnTo>
                    <a:pt x="717829" y="768235"/>
                  </a:lnTo>
                  <a:lnTo>
                    <a:pt x="720458" y="768235"/>
                  </a:lnTo>
                  <a:lnTo>
                    <a:pt x="721575" y="767778"/>
                  </a:lnTo>
                  <a:lnTo>
                    <a:pt x="723442" y="765911"/>
                  </a:lnTo>
                  <a:lnTo>
                    <a:pt x="723900" y="764794"/>
                  </a:lnTo>
                  <a:lnTo>
                    <a:pt x="723900" y="762165"/>
                  </a:lnTo>
                  <a:close/>
                </a:path>
                <a:path w="4057650" h="3044825">
                  <a:moveTo>
                    <a:pt x="723900" y="3441"/>
                  </a:moveTo>
                  <a:lnTo>
                    <a:pt x="723442" y="2324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24"/>
                  </a:lnTo>
                  <a:lnTo>
                    <a:pt x="714375" y="3441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55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55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41"/>
                  </a:lnTo>
                  <a:close/>
                </a:path>
                <a:path w="4057650" h="3044825">
                  <a:moveTo>
                    <a:pt x="771525" y="3038310"/>
                  </a:moveTo>
                  <a:lnTo>
                    <a:pt x="771067" y="3037192"/>
                  </a:lnTo>
                  <a:lnTo>
                    <a:pt x="769200" y="3035325"/>
                  </a:lnTo>
                  <a:lnTo>
                    <a:pt x="768083" y="3034855"/>
                  </a:lnTo>
                  <a:lnTo>
                    <a:pt x="765454" y="3034855"/>
                  </a:lnTo>
                  <a:lnTo>
                    <a:pt x="764336" y="3035325"/>
                  </a:lnTo>
                  <a:lnTo>
                    <a:pt x="762469" y="3037192"/>
                  </a:lnTo>
                  <a:lnTo>
                    <a:pt x="762000" y="3038310"/>
                  </a:lnTo>
                  <a:lnTo>
                    <a:pt x="762000" y="3040938"/>
                  </a:lnTo>
                  <a:lnTo>
                    <a:pt x="762469" y="3042056"/>
                  </a:lnTo>
                  <a:lnTo>
                    <a:pt x="764336" y="3043923"/>
                  </a:lnTo>
                  <a:lnTo>
                    <a:pt x="765454" y="3044380"/>
                  </a:lnTo>
                  <a:lnTo>
                    <a:pt x="768083" y="3044380"/>
                  </a:lnTo>
                  <a:lnTo>
                    <a:pt x="769200" y="3043923"/>
                  </a:lnTo>
                  <a:lnTo>
                    <a:pt x="771067" y="3042056"/>
                  </a:lnTo>
                  <a:lnTo>
                    <a:pt x="771525" y="3040938"/>
                  </a:lnTo>
                  <a:lnTo>
                    <a:pt x="771525" y="3038310"/>
                  </a:lnTo>
                  <a:close/>
                </a:path>
                <a:path w="4057650" h="3044825">
                  <a:moveTo>
                    <a:pt x="771525" y="2279599"/>
                  </a:moveTo>
                  <a:lnTo>
                    <a:pt x="771067" y="2278469"/>
                  </a:lnTo>
                  <a:lnTo>
                    <a:pt x="769200" y="2276614"/>
                  </a:lnTo>
                  <a:lnTo>
                    <a:pt x="768083" y="2276144"/>
                  </a:lnTo>
                  <a:lnTo>
                    <a:pt x="765454" y="2276144"/>
                  </a:lnTo>
                  <a:lnTo>
                    <a:pt x="764336" y="2276614"/>
                  </a:lnTo>
                  <a:lnTo>
                    <a:pt x="762469" y="2278469"/>
                  </a:lnTo>
                  <a:lnTo>
                    <a:pt x="762000" y="2279599"/>
                  </a:lnTo>
                  <a:lnTo>
                    <a:pt x="762000" y="2282228"/>
                  </a:lnTo>
                  <a:lnTo>
                    <a:pt x="762469" y="2283345"/>
                  </a:lnTo>
                  <a:lnTo>
                    <a:pt x="764336" y="2285200"/>
                  </a:lnTo>
                  <a:lnTo>
                    <a:pt x="765454" y="2285669"/>
                  </a:lnTo>
                  <a:lnTo>
                    <a:pt x="768083" y="2285669"/>
                  </a:lnTo>
                  <a:lnTo>
                    <a:pt x="769200" y="2285200"/>
                  </a:lnTo>
                  <a:lnTo>
                    <a:pt x="771067" y="2283345"/>
                  </a:lnTo>
                  <a:lnTo>
                    <a:pt x="771525" y="2282228"/>
                  </a:lnTo>
                  <a:lnTo>
                    <a:pt x="771525" y="2279599"/>
                  </a:lnTo>
                  <a:close/>
                </a:path>
                <a:path w="4057650" h="3044825">
                  <a:moveTo>
                    <a:pt x="771525" y="1520875"/>
                  </a:moveTo>
                  <a:lnTo>
                    <a:pt x="771067" y="1519758"/>
                  </a:lnTo>
                  <a:lnTo>
                    <a:pt x="769200" y="1517891"/>
                  </a:lnTo>
                  <a:lnTo>
                    <a:pt x="768083" y="1517434"/>
                  </a:lnTo>
                  <a:lnTo>
                    <a:pt x="765454" y="1517434"/>
                  </a:lnTo>
                  <a:lnTo>
                    <a:pt x="764336" y="1517891"/>
                  </a:lnTo>
                  <a:lnTo>
                    <a:pt x="762469" y="1519758"/>
                  </a:lnTo>
                  <a:lnTo>
                    <a:pt x="762000" y="1520875"/>
                  </a:lnTo>
                  <a:lnTo>
                    <a:pt x="762000" y="1523504"/>
                  </a:lnTo>
                  <a:lnTo>
                    <a:pt x="762469" y="1524635"/>
                  </a:lnTo>
                  <a:lnTo>
                    <a:pt x="764336" y="1526489"/>
                  </a:lnTo>
                  <a:lnTo>
                    <a:pt x="765454" y="1526959"/>
                  </a:lnTo>
                  <a:lnTo>
                    <a:pt x="768083" y="1526959"/>
                  </a:lnTo>
                  <a:lnTo>
                    <a:pt x="769200" y="1526489"/>
                  </a:lnTo>
                  <a:lnTo>
                    <a:pt x="771067" y="1524635"/>
                  </a:lnTo>
                  <a:lnTo>
                    <a:pt x="771525" y="1523504"/>
                  </a:lnTo>
                  <a:lnTo>
                    <a:pt x="771525" y="1520875"/>
                  </a:lnTo>
                  <a:close/>
                </a:path>
                <a:path w="4057650" h="3044825">
                  <a:moveTo>
                    <a:pt x="771525" y="762165"/>
                  </a:moveTo>
                  <a:lnTo>
                    <a:pt x="771067" y="761034"/>
                  </a:lnTo>
                  <a:lnTo>
                    <a:pt x="769200" y="759180"/>
                  </a:lnTo>
                  <a:lnTo>
                    <a:pt x="768083" y="758710"/>
                  </a:lnTo>
                  <a:lnTo>
                    <a:pt x="765454" y="758710"/>
                  </a:lnTo>
                  <a:lnTo>
                    <a:pt x="764336" y="759180"/>
                  </a:lnTo>
                  <a:lnTo>
                    <a:pt x="762469" y="761034"/>
                  </a:lnTo>
                  <a:lnTo>
                    <a:pt x="762000" y="762165"/>
                  </a:lnTo>
                  <a:lnTo>
                    <a:pt x="762000" y="764794"/>
                  </a:lnTo>
                  <a:lnTo>
                    <a:pt x="762469" y="765911"/>
                  </a:lnTo>
                  <a:lnTo>
                    <a:pt x="764336" y="767778"/>
                  </a:lnTo>
                  <a:lnTo>
                    <a:pt x="765454" y="768235"/>
                  </a:lnTo>
                  <a:lnTo>
                    <a:pt x="768083" y="768235"/>
                  </a:lnTo>
                  <a:lnTo>
                    <a:pt x="769200" y="767778"/>
                  </a:lnTo>
                  <a:lnTo>
                    <a:pt x="771067" y="765911"/>
                  </a:lnTo>
                  <a:lnTo>
                    <a:pt x="771525" y="764794"/>
                  </a:lnTo>
                  <a:lnTo>
                    <a:pt x="771525" y="762165"/>
                  </a:lnTo>
                  <a:close/>
                </a:path>
                <a:path w="4057650" h="3044825">
                  <a:moveTo>
                    <a:pt x="771525" y="3441"/>
                  </a:moveTo>
                  <a:lnTo>
                    <a:pt x="771067" y="2324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24"/>
                  </a:lnTo>
                  <a:lnTo>
                    <a:pt x="762000" y="3441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55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55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41"/>
                  </a:lnTo>
                  <a:close/>
                </a:path>
                <a:path w="4057650" h="3044825">
                  <a:moveTo>
                    <a:pt x="819150" y="3038310"/>
                  </a:moveTo>
                  <a:lnTo>
                    <a:pt x="818692" y="3037192"/>
                  </a:lnTo>
                  <a:lnTo>
                    <a:pt x="816825" y="3035325"/>
                  </a:lnTo>
                  <a:lnTo>
                    <a:pt x="815708" y="3034855"/>
                  </a:lnTo>
                  <a:lnTo>
                    <a:pt x="813079" y="3034855"/>
                  </a:lnTo>
                  <a:lnTo>
                    <a:pt x="811961" y="3035325"/>
                  </a:lnTo>
                  <a:lnTo>
                    <a:pt x="810094" y="3037192"/>
                  </a:lnTo>
                  <a:lnTo>
                    <a:pt x="809625" y="3038310"/>
                  </a:lnTo>
                  <a:lnTo>
                    <a:pt x="809625" y="3040938"/>
                  </a:lnTo>
                  <a:lnTo>
                    <a:pt x="810094" y="3042056"/>
                  </a:lnTo>
                  <a:lnTo>
                    <a:pt x="811961" y="3043923"/>
                  </a:lnTo>
                  <a:lnTo>
                    <a:pt x="813079" y="3044380"/>
                  </a:lnTo>
                  <a:lnTo>
                    <a:pt x="815708" y="3044380"/>
                  </a:lnTo>
                  <a:lnTo>
                    <a:pt x="816825" y="3043923"/>
                  </a:lnTo>
                  <a:lnTo>
                    <a:pt x="818692" y="3042056"/>
                  </a:lnTo>
                  <a:lnTo>
                    <a:pt x="819150" y="3040938"/>
                  </a:lnTo>
                  <a:lnTo>
                    <a:pt x="819150" y="3038310"/>
                  </a:lnTo>
                  <a:close/>
                </a:path>
                <a:path w="4057650" h="3044825">
                  <a:moveTo>
                    <a:pt x="819150" y="2279599"/>
                  </a:moveTo>
                  <a:lnTo>
                    <a:pt x="818692" y="2278469"/>
                  </a:lnTo>
                  <a:lnTo>
                    <a:pt x="816825" y="2276614"/>
                  </a:lnTo>
                  <a:lnTo>
                    <a:pt x="815708" y="2276144"/>
                  </a:lnTo>
                  <a:lnTo>
                    <a:pt x="813079" y="2276144"/>
                  </a:lnTo>
                  <a:lnTo>
                    <a:pt x="811961" y="2276614"/>
                  </a:lnTo>
                  <a:lnTo>
                    <a:pt x="810094" y="2278469"/>
                  </a:lnTo>
                  <a:lnTo>
                    <a:pt x="809625" y="2279599"/>
                  </a:lnTo>
                  <a:lnTo>
                    <a:pt x="809625" y="2282228"/>
                  </a:lnTo>
                  <a:lnTo>
                    <a:pt x="810094" y="2283345"/>
                  </a:lnTo>
                  <a:lnTo>
                    <a:pt x="811961" y="2285200"/>
                  </a:lnTo>
                  <a:lnTo>
                    <a:pt x="813079" y="2285669"/>
                  </a:lnTo>
                  <a:lnTo>
                    <a:pt x="815708" y="2285669"/>
                  </a:lnTo>
                  <a:lnTo>
                    <a:pt x="816825" y="2285200"/>
                  </a:lnTo>
                  <a:lnTo>
                    <a:pt x="818692" y="2283345"/>
                  </a:lnTo>
                  <a:lnTo>
                    <a:pt x="819150" y="2282228"/>
                  </a:lnTo>
                  <a:lnTo>
                    <a:pt x="819150" y="2279599"/>
                  </a:lnTo>
                  <a:close/>
                </a:path>
                <a:path w="4057650" h="3044825">
                  <a:moveTo>
                    <a:pt x="819150" y="1520875"/>
                  </a:moveTo>
                  <a:lnTo>
                    <a:pt x="818692" y="1519758"/>
                  </a:lnTo>
                  <a:lnTo>
                    <a:pt x="816825" y="1517891"/>
                  </a:lnTo>
                  <a:lnTo>
                    <a:pt x="815708" y="1517434"/>
                  </a:lnTo>
                  <a:lnTo>
                    <a:pt x="813079" y="1517434"/>
                  </a:lnTo>
                  <a:lnTo>
                    <a:pt x="811961" y="1517891"/>
                  </a:lnTo>
                  <a:lnTo>
                    <a:pt x="810094" y="1519758"/>
                  </a:lnTo>
                  <a:lnTo>
                    <a:pt x="809625" y="1520875"/>
                  </a:lnTo>
                  <a:lnTo>
                    <a:pt x="809625" y="1523504"/>
                  </a:lnTo>
                  <a:lnTo>
                    <a:pt x="810094" y="1524635"/>
                  </a:lnTo>
                  <a:lnTo>
                    <a:pt x="811961" y="1526489"/>
                  </a:lnTo>
                  <a:lnTo>
                    <a:pt x="813079" y="1526959"/>
                  </a:lnTo>
                  <a:lnTo>
                    <a:pt x="815708" y="1526959"/>
                  </a:lnTo>
                  <a:lnTo>
                    <a:pt x="816825" y="1526489"/>
                  </a:lnTo>
                  <a:lnTo>
                    <a:pt x="818692" y="1524635"/>
                  </a:lnTo>
                  <a:lnTo>
                    <a:pt x="819150" y="1523504"/>
                  </a:lnTo>
                  <a:lnTo>
                    <a:pt x="819150" y="1520875"/>
                  </a:lnTo>
                  <a:close/>
                </a:path>
                <a:path w="4057650" h="3044825">
                  <a:moveTo>
                    <a:pt x="819150" y="762165"/>
                  </a:moveTo>
                  <a:lnTo>
                    <a:pt x="818692" y="761034"/>
                  </a:lnTo>
                  <a:lnTo>
                    <a:pt x="816825" y="759180"/>
                  </a:lnTo>
                  <a:lnTo>
                    <a:pt x="815708" y="758710"/>
                  </a:lnTo>
                  <a:lnTo>
                    <a:pt x="813079" y="758710"/>
                  </a:lnTo>
                  <a:lnTo>
                    <a:pt x="811961" y="759180"/>
                  </a:lnTo>
                  <a:lnTo>
                    <a:pt x="810094" y="761034"/>
                  </a:lnTo>
                  <a:lnTo>
                    <a:pt x="809625" y="762165"/>
                  </a:lnTo>
                  <a:lnTo>
                    <a:pt x="809625" y="764794"/>
                  </a:lnTo>
                  <a:lnTo>
                    <a:pt x="810094" y="765911"/>
                  </a:lnTo>
                  <a:lnTo>
                    <a:pt x="811961" y="767778"/>
                  </a:lnTo>
                  <a:lnTo>
                    <a:pt x="813079" y="768235"/>
                  </a:lnTo>
                  <a:lnTo>
                    <a:pt x="815708" y="768235"/>
                  </a:lnTo>
                  <a:lnTo>
                    <a:pt x="816825" y="767778"/>
                  </a:lnTo>
                  <a:lnTo>
                    <a:pt x="818692" y="765911"/>
                  </a:lnTo>
                  <a:lnTo>
                    <a:pt x="819150" y="764794"/>
                  </a:lnTo>
                  <a:lnTo>
                    <a:pt x="819150" y="762165"/>
                  </a:lnTo>
                  <a:close/>
                </a:path>
                <a:path w="4057650" h="3044825">
                  <a:moveTo>
                    <a:pt x="819150" y="3441"/>
                  </a:moveTo>
                  <a:lnTo>
                    <a:pt x="818692" y="2324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24"/>
                  </a:lnTo>
                  <a:lnTo>
                    <a:pt x="809625" y="3441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55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55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41"/>
                  </a:lnTo>
                  <a:close/>
                </a:path>
                <a:path w="4057650" h="3044825">
                  <a:moveTo>
                    <a:pt x="866775" y="3038310"/>
                  </a:moveTo>
                  <a:lnTo>
                    <a:pt x="866317" y="3037192"/>
                  </a:lnTo>
                  <a:lnTo>
                    <a:pt x="864450" y="3035325"/>
                  </a:lnTo>
                  <a:lnTo>
                    <a:pt x="863333" y="3034855"/>
                  </a:lnTo>
                  <a:lnTo>
                    <a:pt x="860704" y="3034855"/>
                  </a:lnTo>
                  <a:lnTo>
                    <a:pt x="859586" y="3035325"/>
                  </a:lnTo>
                  <a:lnTo>
                    <a:pt x="857719" y="3037192"/>
                  </a:lnTo>
                  <a:lnTo>
                    <a:pt x="857250" y="3038310"/>
                  </a:lnTo>
                  <a:lnTo>
                    <a:pt x="857250" y="3040938"/>
                  </a:lnTo>
                  <a:lnTo>
                    <a:pt x="857719" y="3042056"/>
                  </a:lnTo>
                  <a:lnTo>
                    <a:pt x="859586" y="3043923"/>
                  </a:lnTo>
                  <a:lnTo>
                    <a:pt x="860704" y="3044380"/>
                  </a:lnTo>
                  <a:lnTo>
                    <a:pt x="863333" y="3044380"/>
                  </a:lnTo>
                  <a:lnTo>
                    <a:pt x="864450" y="3043923"/>
                  </a:lnTo>
                  <a:lnTo>
                    <a:pt x="866317" y="3042056"/>
                  </a:lnTo>
                  <a:lnTo>
                    <a:pt x="866775" y="3040938"/>
                  </a:lnTo>
                  <a:lnTo>
                    <a:pt x="866775" y="3038310"/>
                  </a:lnTo>
                  <a:close/>
                </a:path>
                <a:path w="4057650" h="3044825">
                  <a:moveTo>
                    <a:pt x="866775" y="2279599"/>
                  </a:moveTo>
                  <a:lnTo>
                    <a:pt x="866317" y="2278469"/>
                  </a:lnTo>
                  <a:lnTo>
                    <a:pt x="864450" y="2276614"/>
                  </a:lnTo>
                  <a:lnTo>
                    <a:pt x="863333" y="2276144"/>
                  </a:lnTo>
                  <a:lnTo>
                    <a:pt x="860704" y="2276144"/>
                  </a:lnTo>
                  <a:lnTo>
                    <a:pt x="859586" y="2276614"/>
                  </a:lnTo>
                  <a:lnTo>
                    <a:pt x="857719" y="2278469"/>
                  </a:lnTo>
                  <a:lnTo>
                    <a:pt x="857250" y="2279599"/>
                  </a:lnTo>
                  <a:lnTo>
                    <a:pt x="857250" y="2282228"/>
                  </a:lnTo>
                  <a:lnTo>
                    <a:pt x="857719" y="2283345"/>
                  </a:lnTo>
                  <a:lnTo>
                    <a:pt x="859586" y="2285200"/>
                  </a:lnTo>
                  <a:lnTo>
                    <a:pt x="860704" y="2285669"/>
                  </a:lnTo>
                  <a:lnTo>
                    <a:pt x="863333" y="2285669"/>
                  </a:lnTo>
                  <a:lnTo>
                    <a:pt x="864450" y="2285200"/>
                  </a:lnTo>
                  <a:lnTo>
                    <a:pt x="866317" y="2283345"/>
                  </a:lnTo>
                  <a:lnTo>
                    <a:pt x="866775" y="2282228"/>
                  </a:lnTo>
                  <a:lnTo>
                    <a:pt x="866775" y="2279599"/>
                  </a:lnTo>
                  <a:close/>
                </a:path>
                <a:path w="4057650" h="3044825">
                  <a:moveTo>
                    <a:pt x="866775" y="1520875"/>
                  </a:moveTo>
                  <a:lnTo>
                    <a:pt x="866317" y="1519758"/>
                  </a:lnTo>
                  <a:lnTo>
                    <a:pt x="864450" y="1517891"/>
                  </a:lnTo>
                  <a:lnTo>
                    <a:pt x="863333" y="1517434"/>
                  </a:lnTo>
                  <a:lnTo>
                    <a:pt x="860704" y="1517434"/>
                  </a:lnTo>
                  <a:lnTo>
                    <a:pt x="859586" y="1517891"/>
                  </a:lnTo>
                  <a:lnTo>
                    <a:pt x="857719" y="1519758"/>
                  </a:lnTo>
                  <a:lnTo>
                    <a:pt x="857250" y="1520875"/>
                  </a:lnTo>
                  <a:lnTo>
                    <a:pt x="857250" y="1523504"/>
                  </a:lnTo>
                  <a:lnTo>
                    <a:pt x="857719" y="1524635"/>
                  </a:lnTo>
                  <a:lnTo>
                    <a:pt x="859586" y="1526489"/>
                  </a:lnTo>
                  <a:lnTo>
                    <a:pt x="860704" y="1526959"/>
                  </a:lnTo>
                  <a:lnTo>
                    <a:pt x="863333" y="1526959"/>
                  </a:lnTo>
                  <a:lnTo>
                    <a:pt x="864450" y="1526489"/>
                  </a:lnTo>
                  <a:lnTo>
                    <a:pt x="866317" y="1524635"/>
                  </a:lnTo>
                  <a:lnTo>
                    <a:pt x="866775" y="1523504"/>
                  </a:lnTo>
                  <a:lnTo>
                    <a:pt x="866775" y="1520875"/>
                  </a:lnTo>
                  <a:close/>
                </a:path>
                <a:path w="4057650" h="3044825">
                  <a:moveTo>
                    <a:pt x="866775" y="762165"/>
                  </a:moveTo>
                  <a:lnTo>
                    <a:pt x="866317" y="761034"/>
                  </a:lnTo>
                  <a:lnTo>
                    <a:pt x="864450" y="759180"/>
                  </a:lnTo>
                  <a:lnTo>
                    <a:pt x="863333" y="758710"/>
                  </a:lnTo>
                  <a:lnTo>
                    <a:pt x="860704" y="758710"/>
                  </a:lnTo>
                  <a:lnTo>
                    <a:pt x="859586" y="759180"/>
                  </a:lnTo>
                  <a:lnTo>
                    <a:pt x="857719" y="761034"/>
                  </a:lnTo>
                  <a:lnTo>
                    <a:pt x="857250" y="762165"/>
                  </a:lnTo>
                  <a:lnTo>
                    <a:pt x="857250" y="764794"/>
                  </a:lnTo>
                  <a:lnTo>
                    <a:pt x="857719" y="765911"/>
                  </a:lnTo>
                  <a:lnTo>
                    <a:pt x="859586" y="767778"/>
                  </a:lnTo>
                  <a:lnTo>
                    <a:pt x="860704" y="768235"/>
                  </a:lnTo>
                  <a:lnTo>
                    <a:pt x="863333" y="768235"/>
                  </a:lnTo>
                  <a:lnTo>
                    <a:pt x="864450" y="767778"/>
                  </a:lnTo>
                  <a:lnTo>
                    <a:pt x="866317" y="765911"/>
                  </a:lnTo>
                  <a:lnTo>
                    <a:pt x="866775" y="764794"/>
                  </a:lnTo>
                  <a:lnTo>
                    <a:pt x="866775" y="762165"/>
                  </a:lnTo>
                  <a:close/>
                </a:path>
                <a:path w="4057650" h="3044825">
                  <a:moveTo>
                    <a:pt x="866775" y="3441"/>
                  </a:moveTo>
                  <a:lnTo>
                    <a:pt x="866317" y="2324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24"/>
                  </a:lnTo>
                  <a:lnTo>
                    <a:pt x="857250" y="3441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55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55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41"/>
                  </a:lnTo>
                  <a:close/>
                </a:path>
                <a:path w="4057650" h="3044825">
                  <a:moveTo>
                    <a:pt x="914400" y="3038310"/>
                  </a:moveTo>
                  <a:lnTo>
                    <a:pt x="913942" y="3037192"/>
                  </a:lnTo>
                  <a:lnTo>
                    <a:pt x="912075" y="3035325"/>
                  </a:lnTo>
                  <a:lnTo>
                    <a:pt x="910958" y="3034855"/>
                  </a:lnTo>
                  <a:lnTo>
                    <a:pt x="908329" y="3034855"/>
                  </a:lnTo>
                  <a:lnTo>
                    <a:pt x="907211" y="3035325"/>
                  </a:lnTo>
                  <a:lnTo>
                    <a:pt x="905344" y="3037192"/>
                  </a:lnTo>
                  <a:lnTo>
                    <a:pt x="904875" y="3038310"/>
                  </a:lnTo>
                  <a:lnTo>
                    <a:pt x="904875" y="3040938"/>
                  </a:lnTo>
                  <a:lnTo>
                    <a:pt x="905344" y="3042056"/>
                  </a:lnTo>
                  <a:lnTo>
                    <a:pt x="907211" y="3043923"/>
                  </a:lnTo>
                  <a:lnTo>
                    <a:pt x="908329" y="3044380"/>
                  </a:lnTo>
                  <a:lnTo>
                    <a:pt x="910958" y="3044380"/>
                  </a:lnTo>
                  <a:lnTo>
                    <a:pt x="912075" y="3043923"/>
                  </a:lnTo>
                  <a:lnTo>
                    <a:pt x="913942" y="3042056"/>
                  </a:lnTo>
                  <a:lnTo>
                    <a:pt x="914400" y="3040938"/>
                  </a:lnTo>
                  <a:lnTo>
                    <a:pt x="914400" y="3038310"/>
                  </a:lnTo>
                  <a:close/>
                </a:path>
                <a:path w="4057650" h="3044825">
                  <a:moveTo>
                    <a:pt x="914400" y="2279599"/>
                  </a:moveTo>
                  <a:lnTo>
                    <a:pt x="913942" y="2278469"/>
                  </a:lnTo>
                  <a:lnTo>
                    <a:pt x="912075" y="2276614"/>
                  </a:lnTo>
                  <a:lnTo>
                    <a:pt x="910958" y="2276144"/>
                  </a:lnTo>
                  <a:lnTo>
                    <a:pt x="908329" y="2276144"/>
                  </a:lnTo>
                  <a:lnTo>
                    <a:pt x="907211" y="2276614"/>
                  </a:lnTo>
                  <a:lnTo>
                    <a:pt x="905344" y="2278469"/>
                  </a:lnTo>
                  <a:lnTo>
                    <a:pt x="904875" y="2279599"/>
                  </a:lnTo>
                  <a:lnTo>
                    <a:pt x="904875" y="2282228"/>
                  </a:lnTo>
                  <a:lnTo>
                    <a:pt x="905344" y="2283345"/>
                  </a:lnTo>
                  <a:lnTo>
                    <a:pt x="907211" y="2285200"/>
                  </a:lnTo>
                  <a:lnTo>
                    <a:pt x="908329" y="2285669"/>
                  </a:lnTo>
                  <a:lnTo>
                    <a:pt x="910958" y="2285669"/>
                  </a:lnTo>
                  <a:lnTo>
                    <a:pt x="912075" y="2285200"/>
                  </a:lnTo>
                  <a:lnTo>
                    <a:pt x="913942" y="2283345"/>
                  </a:lnTo>
                  <a:lnTo>
                    <a:pt x="914400" y="2282228"/>
                  </a:lnTo>
                  <a:lnTo>
                    <a:pt x="914400" y="2279599"/>
                  </a:lnTo>
                  <a:close/>
                </a:path>
                <a:path w="4057650" h="3044825">
                  <a:moveTo>
                    <a:pt x="914400" y="1520875"/>
                  </a:moveTo>
                  <a:lnTo>
                    <a:pt x="913942" y="1519758"/>
                  </a:lnTo>
                  <a:lnTo>
                    <a:pt x="912075" y="1517891"/>
                  </a:lnTo>
                  <a:lnTo>
                    <a:pt x="910958" y="1517434"/>
                  </a:lnTo>
                  <a:lnTo>
                    <a:pt x="908329" y="1517434"/>
                  </a:lnTo>
                  <a:lnTo>
                    <a:pt x="907211" y="1517891"/>
                  </a:lnTo>
                  <a:lnTo>
                    <a:pt x="905344" y="1519758"/>
                  </a:lnTo>
                  <a:lnTo>
                    <a:pt x="904875" y="1520875"/>
                  </a:lnTo>
                  <a:lnTo>
                    <a:pt x="904875" y="1523504"/>
                  </a:lnTo>
                  <a:lnTo>
                    <a:pt x="905344" y="1524635"/>
                  </a:lnTo>
                  <a:lnTo>
                    <a:pt x="907211" y="1526489"/>
                  </a:lnTo>
                  <a:lnTo>
                    <a:pt x="908329" y="1526959"/>
                  </a:lnTo>
                  <a:lnTo>
                    <a:pt x="910958" y="1526959"/>
                  </a:lnTo>
                  <a:lnTo>
                    <a:pt x="912075" y="1526489"/>
                  </a:lnTo>
                  <a:lnTo>
                    <a:pt x="913942" y="1524635"/>
                  </a:lnTo>
                  <a:lnTo>
                    <a:pt x="914400" y="1523504"/>
                  </a:lnTo>
                  <a:lnTo>
                    <a:pt x="914400" y="1520875"/>
                  </a:lnTo>
                  <a:close/>
                </a:path>
                <a:path w="4057650" h="3044825">
                  <a:moveTo>
                    <a:pt x="914400" y="762165"/>
                  </a:moveTo>
                  <a:lnTo>
                    <a:pt x="913942" y="761034"/>
                  </a:lnTo>
                  <a:lnTo>
                    <a:pt x="912075" y="759180"/>
                  </a:lnTo>
                  <a:lnTo>
                    <a:pt x="910958" y="758710"/>
                  </a:lnTo>
                  <a:lnTo>
                    <a:pt x="908329" y="758710"/>
                  </a:lnTo>
                  <a:lnTo>
                    <a:pt x="907211" y="759180"/>
                  </a:lnTo>
                  <a:lnTo>
                    <a:pt x="905344" y="761034"/>
                  </a:lnTo>
                  <a:lnTo>
                    <a:pt x="904875" y="762165"/>
                  </a:lnTo>
                  <a:lnTo>
                    <a:pt x="904875" y="764794"/>
                  </a:lnTo>
                  <a:lnTo>
                    <a:pt x="905344" y="765911"/>
                  </a:lnTo>
                  <a:lnTo>
                    <a:pt x="907211" y="767778"/>
                  </a:lnTo>
                  <a:lnTo>
                    <a:pt x="908329" y="768235"/>
                  </a:lnTo>
                  <a:lnTo>
                    <a:pt x="910958" y="768235"/>
                  </a:lnTo>
                  <a:lnTo>
                    <a:pt x="912075" y="767778"/>
                  </a:lnTo>
                  <a:lnTo>
                    <a:pt x="913942" y="765911"/>
                  </a:lnTo>
                  <a:lnTo>
                    <a:pt x="914400" y="764794"/>
                  </a:lnTo>
                  <a:lnTo>
                    <a:pt x="914400" y="762165"/>
                  </a:lnTo>
                  <a:close/>
                </a:path>
                <a:path w="4057650" h="3044825">
                  <a:moveTo>
                    <a:pt x="914400" y="3441"/>
                  </a:moveTo>
                  <a:lnTo>
                    <a:pt x="913942" y="2324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24"/>
                  </a:lnTo>
                  <a:lnTo>
                    <a:pt x="904875" y="3441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55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55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41"/>
                  </a:lnTo>
                  <a:close/>
                </a:path>
                <a:path w="4057650" h="3044825">
                  <a:moveTo>
                    <a:pt x="962025" y="3038310"/>
                  </a:moveTo>
                  <a:lnTo>
                    <a:pt x="961567" y="3037192"/>
                  </a:lnTo>
                  <a:lnTo>
                    <a:pt x="959700" y="3035325"/>
                  </a:lnTo>
                  <a:lnTo>
                    <a:pt x="958583" y="3034855"/>
                  </a:lnTo>
                  <a:lnTo>
                    <a:pt x="955954" y="3034855"/>
                  </a:lnTo>
                  <a:lnTo>
                    <a:pt x="954836" y="3035325"/>
                  </a:lnTo>
                  <a:lnTo>
                    <a:pt x="952969" y="3037192"/>
                  </a:lnTo>
                  <a:lnTo>
                    <a:pt x="952500" y="3038310"/>
                  </a:lnTo>
                  <a:lnTo>
                    <a:pt x="952500" y="3040938"/>
                  </a:lnTo>
                  <a:lnTo>
                    <a:pt x="952969" y="3042056"/>
                  </a:lnTo>
                  <a:lnTo>
                    <a:pt x="954836" y="3043923"/>
                  </a:lnTo>
                  <a:lnTo>
                    <a:pt x="955954" y="3044380"/>
                  </a:lnTo>
                  <a:lnTo>
                    <a:pt x="958583" y="3044380"/>
                  </a:lnTo>
                  <a:lnTo>
                    <a:pt x="959700" y="3043923"/>
                  </a:lnTo>
                  <a:lnTo>
                    <a:pt x="961567" y="3042056"/>
                  </a:lnTo>
                  <a:lnTo>
                    <a:pt x="962025" y="3040938"/>
                  </a:lnTo>
                  <a:lnTo>
                    <a:pt x="962025" y="3038310"/>
                  </a:lnTo>
                  <a:close/>
                </a:path>
                <a:path w="4057650" h="3044825">
                  <a:moveTo>
                    <a:pt x="962025" y="2279599"/>
                  </a:moveTo>
                  <a:lnTo>
                    <a:pt x="961567" y="2278469"/>
                  </a:lnTo>
                  <a:lnTo>
                    <a:pt x="959700" y="2276614"/>
                  </a:lnTo>
                  <a:lnTo>
                    <a:pt x="958583" y="2276144"/>
                  </a:lnTo>
                  <a:lnTo>
                    <a:pt x="955954" y="2276144"/>
                  </a:lnTo>
                  <a:lnTo>
                    <a:pt x="954836" y="2276614"/>
                  </a:lnTo>
                  <a:lnTo>
                    <a:pt x="952969" y="2278469"/>
                  </a:lnTo>
                  <a:lnTo>
                    <a:pt x="952500" y="2279599"/>
                  </a:lnTo>
                  <a:lnTo>
                    <a:pt x="952500" y="2282228"/>
                  </a:lnTo>
                  <a:lnTo>
                    <a:pt x="952969" y="2283345"/>
                  </a:lnTo>
                  <a:lnTo>
                    <a:pt x="954836" y="2285200"/>
                  </a:lnTo>
                  <a:lnTo>
                    <a:pt x="955954" y="2285669"/>
                  </a:lnTo>
                  <a:lnTo>
                    <a:pt x="958583" y="2285669"/>
                  </a:lnTo>
                  <a:lnTo>
                    <a:pt x="959700" y="2285200"/>
                  </a:lnTo>
                  <a:lnTo>
                    <a:pt x="961567" y="2283345"/>
                  </a:lnTo>
                  <a:lnTo>
                    <a:pt x="962025" y="2282228"/>
                  </a:lnTo>
                  <a:lnTo>
                    <a:pt x="962025" y="2279599"/>
                  </a:lnTo>
                  <a:close/>
                </a:path>
                <a:path w="4057650" h="3044825">
                  <a:moveTo>
                    <a:pt x="962025" y="1520875"/>
                  </a:moveTo>
                  <a:lnTo>
                    <a:pt x="961567" y="1519758"/>
                  </a:lnTo>
                  <a:lnTo>
                    <a:pt x="959700" y="1517891"/>
                  </a:lnTo>
                  <a:lnTo>
                    <a:pt x="958583" y="1517434"/>
                  </a:lnTo>
                  <a:lnTo>
                    <a:pt x="955954" y="1517434"/>
                  </a:lnTo>
                  <a:lnTo>
                    <a:pt x="954836" y="1517891"/>
                  </a:lnTo>
                  <a:lnTo>
                    <a:pt x="952969" y="1519758"/>
                  </a:lnTo>
                  <a:lnTo>
                    <a:pt x="952500" y="1520875"/>
                  </a:lnTo>
                  <a:lnTo>
                    <a:pt x="952500" y="1523504"/>
                  </a:lnTo>
                  <a:lnTo>
                    <a:pt x="952969" y="1524635"/>
                  </a:lnTo>
                  <a:lnTo>
                    <a:pt x="954836" y="1526489"/>
                  </a:lnTo>
                  <a:lnTo>
                    <a:pt x="955954" y="1526959"/>
                  </a:lnTo>
                  <a:lnTo>
                    <a:pt x="958583" y="1526959"/>
                  </a:lnTo>
                  <a:lnTo>
                    <a:pt x="959700" y="1526489"/>
                  </a:lnTo>
                  <a:lnTo>
                    <a:pt x="961567" y="1524635"/>
                  </a:lnTo>
                  <a:lnTo>
                    <a:pt x="962025" y="1523504"/>
                  </a:lnTo>
                  <a:lnTo>
                    <a:pt x="962025" y="1520875"/>
                  </a:lnTo>
                  <a:close/>
                </a:path>
                <a:path w="4057650" h="3044825">
                  <a:moveTo>
                    <a:pt x="962025" y="762165"/>
                  </a:moveTo>
                  <a:lnTo>
                    <a:pt x="961567" y="761034"/>
                  </a:lnTo>
                  <a:lnTo>
                    <a:pt x="959700" y="759180"/>
                  </a:lnTo>
                  <a:lnTo>
                    <a:pt x="958583" y="758710"/>
                  </a:lnTo>
                  <a:lnTo>
                    <a:pt x="955954" y="758710"/>
                  </a:lnTo>
                  <a:lnTo>
                    <a:pt x="954836" y="759180"/>
                  </a:lnTo>
                  <a:lnTo>
                    <a:pt x="952969" y="761034"/>
                  </a:lnTo>
                  <a:lnTo>
                    <a:pt x="952500" y="762165"/>
                  </a:lnTo>
                  <a:lnTo>
                    <a:pt x="952500" y="764794"/>
                  </a:lnTo>
                  <a:lnTo>
                    <a:pt x="952969" y="765911"/>
                  </a:lnTo>
                  <a:lnTo>
                    <a:pt x="954836" y="767778"/>
                  </a:lnTo>
                  <a:lnTo>
                    <a:pt x="955954" y="768235"/>
                  </a:lnTo>
                  <a:lnTo>
                    <a:pt x="958583" y="768235"/>
                  </a:lnTo>
                  <a:lnTo>
                    <a:pt x="959700" y="767778"/>
                  </a:lnTo>
                  <a:lnTo>
                    <a:pt x="961567" y="765911"/>
                  </a:lnTo>
                  <a:lnTo>
                    <a:pt x="962025" y="764794"/>
                  </a:lnTo>
                  <a:lnTo>
                    <a:pt x="962025" y="762165"/>
                  </a:lnTo>
                  <a:close/>
                </a:path>
                <a:path w="4057650" h="3044825">
                  <a:moveTo>
                    <a:pt x="962025" y="3441"/>
                  </a:moveTo>
                  <a:lnTo>
                    <a:pt x="961567" y="2324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24"/>
                  </a:lnTo>
                  <a:lnTo>
                    <a:pt x="952500" y="3441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55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55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41"/>
                  </a:lnTo>
                  <a:close/>
                </a:path>
                <a:path w="4057650" h="3044825">
                  <a:moveTo>
                    <a:pt x="1009650" y="3038310"/>
                  </a:moveTo>
                  <a:lnTo>
                    <a:pt x="1009192" y="3037192"/>
                  </a:lnTo>
                  <a:lnTo>
                    <a:pt x="1007325" y="3035325"/>
                  </a:lnTo>
                  <a:lnTo>
                    <a:pt x="1006208" y="3034855"/>
                  </a:lnTo>
                  <a:lnTo>
                    <a:pt x="1003579" y="3034855"/>
                  </a:lnTo>
                  <a:lnTo>
                    <a:pt x="1002461" y="3035325"/>
                  </a:lnTo>
                  <a:lnTo>
                    <a:pt x="1000594" y="3037192"/>
                  </a:lnTo>
                  <a:lnTo>
                    <a:pt x="1000125" y="3038310"/>
                  </a:lnTo>
                  <a:lnTo>
                    <a:pt x="1000125" y="3040938"/>
                  </a:lnTo>
                  <a:lnTo>
                    <a:pt x="1000594" y="3042056"/>
                  </a:lnTo>
                  <a:lnTo>
                    <a:pt x="1002461" y="3043923"/>
                  </a:lnTo>
                  <a:lnTo>
                    <a:pt x="1003579" y="3044380"/>
                  </a:lnTo>
                  <a:lnTo>
                    <a:pt x="1006208" y="3044380"/>
                  </a:lnTo>
                  <a:lnTo>
                    <a:pt x="1007325" y="3043923"/>
                  </a:lnTo>
                  <a:lnTo>
                    <a:pt x="1009192" y="3042056"/>
                  </a:lnTo>
                  <a:lnTo>
                    <a:pt x="1009650" y="3040938"/>
                  </a:lnTo>
                  <a:lnTo>
                    <a:pt x="1009650" y="3038310"/>
                  </a:lnTo>
                  <a:close/>
                </a:path>
                <a:path w="4057650" h="3044825">
                  <a:moveTo>
                    <a:pt x="1009650" y="2279599"/>
                  </a:moveTo>
                  <a:lnTo>
                    <a:pt x="1009192" y="2278469"/>
                  </a:lnTo>
                  <a:lnTo>
                    <a:pt x="1007325" y="2276614"/>
                  </a:lnTo>
                  <a:lnTo>
                    <a:pt x="1006208" y="2276144"/>
                  </a:lnTo>
                  <a:lnTo>
                    <a:pt x="1003579" y="2276144"/>
                  </a:lnTo>
                  <a:lnTo>
                    <a:pt x="1002461" y="2276614"/>
                  </a:lnTo>
                  <a:lnTo>
                    <a:pt x="1000594" y="2278469"/>
                  </a:lnTo>
                  <a:lnTo>
                    <a:pt x="1000125" y="2279599"/>
                  </a:lnTo>
                  <a:lnTo>
                    <a:pt x="1000125" y="2282228"/>
                  </a:lnTo>
                  <a:lnTo>
                    <a:pt x="1000594" y="2283345"/>
                  </a:lnTo>
                  <a:lnTo>
                    <a:pt x="1002461" y="2285200"/>
                  </a:lnTo>
                  <a:lnTo>
                    <a:pt x="1003579" y="2285669"/>
                  </a:lnTo>
                  <a:lnTo>
                    <a:pt x="1006208" y="2285669"/>
                  </a:lnTo>
                  <a:lnTo>
                    <a:pt x="1007325" y="2285200"/>
                  </a:lnTo>
                  <a:lnTo>
                    <a:pt x="1009192" y="2283345"/>
                  </a:lnTo>
                  <a:lnTo>
                    <a:pt x="1009650" y="2282228"/>
                  </a:lnTo>
                  <a:lnTo>
                    <a:pt x="1009650" y="2279599"/>
                  </a:lnTo>
                  <a:close/>
                </a:path>
                <a:path w="4057650" h="3044825">
                  <a:moveTo>
                    <a:pt x="1009650" y="1520875"/>
                  </a:moveTo>
                  <a:lnTo>
                    <a:pt x="1009192" y="1519758"/>
                  </a:lnTo>
                  <a:lnTo>
                    <a:pt x="1007325" y="1517891"/>
                  </a:lnTo>
                  <a:lnTo>
                    <a:pt x="1006208" y="1517434"/>
                  </a:lnTo>
                  <a:lnTo>
                    <a:pt x="1003579" y="1517434"/>
                  </a:lnTo>
                  <a:lnTo>
                    <a:pt x="1002461" y="1517891"/>
                  </a:lnTo>
                  <a:lnTo>
                    <a:pt x="1000594" y="1519758"/>
                  </a:lnTo>
                  <a:lnTo>
                    <a:pt x="1000125" y="1520875"/>
                  </a:lnTo>
                  <a:lnTo>
                    <a:pt x="1000125" y="1523504"/>
                  </a:lnTo>
                  <a:lnTo>
                    <a:pt x="1000594" y="1524635"/>
                  </a:lnTo>
                  <a:lnTo>
                    <a:pt x="1002461" y="1526489"/>
                  </a:lnTo>
                  <a:lnTo>
                    <a:pt x="1003579" y="1526959"/>
                  </a:lnTo>
                  <a:lnTo>
                    <a:pt x="1006208" y="1526959"/>
                  </a:lnTo>
                  <a:lnTo>
                    <a:pt x="1007325" y="1526489"/>
                  </a:lnTo>
                  <a:lnTo>
                    <a:pt x="1009192" y="1524635"/>
                  </a:lnTo>
                  <a:lnTo>
                    <a:pt x="1009650" y="1523504"/>
                  </a:lnTo>
                  <a:lnTo>
                    <a:pt x="1009650" y="1520875"/>
                  </a:lnTo>
                  <a:close/>
                </a:path>
                <a:path w="4057650" h="3044825">
                  <a:moveTo>
                    <a:pt x="1009650" y="762165"/>
                  </a:moveTo>
                  <a:lnTo>
                    <a:pt x="1009192" y="761034"/>
                  </a:lnTo>
                  <a:lnTo>
                    <a:pt x="1007325" y="759180"/>
                  </a:lnTo>
                  <a:lnTo>
                    <a:pt x="1006208" y="758710"/>
                  </a:lnTo>
                  <a:lnTo>
                    <a:pt x="1003579" y="758710"/>
                  </a:lnTo>
                  <a:lnTo>
                    <a:pt x="1002461" y="759180"/>
                  </a:lnTo>
                  <a:lnTo>
                    <a:pt x="1000594" y="761034"/>
                  </a:lnTo>
                  <a:lnTo>
                    <a:pt x="1000125" y="762165"/>
                  </a:lnTo>
                  <a:lnTo>
                    <a:pt x="1000125" y="764794"/>
                  </a:lnTo>
                  <a:lnTo>
                    <a:pt x="1000594" y="765911"/>
                  </a:lnTo>
                  <a:lnTo>
                    <a:pt x="1002461" y="767778"/>
                  </a:lnTo>
                  <a:lnTo>
                    <a:pt x="1003579" y="768235"/>
                  </a:lnTo>
                  <a:lnTo>
                    <a:pt x="1006208" y="768235"/>
                  </a:lnTo>
                  <a:lnTo>
                    <a:pt x="1007325" y="767778"/>
                  </a:lnTo>
                  <a:lnTo>
                    <a:pt x="1009192" y="765911"/>
                  </a:lnTo>
                  <a:lnTo>
                    <a:pt x="1009650" y="764794"/>
                  </a:lnTo>
                  <a:lnTo>
                    <a:pt x="1009650" y="762165"/>
                  </a:lnTo>
                  <a:close/>
                </a:path>
                <a:path w="4057650" h="3044825">
                  <a:moveTo>
                    <a:pt x="1009650" y="3441"/>
                  </a:moveTo>
                  <a:lnTo>
                    <a:pt x="1009192" y="2324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24"/>
                  </a:lnTo>
                  <a:lnTo>
                    <a:pt x="1000125" y="3441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55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55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41"/>
                  </a:lnTo>
                  <a:close/>
                </a:path>
                <a:path w="4057650" h="3044825">
                  <a:moveTo>
                    <a:pt x="1057275" y="3038310"/>
                  </a:moveTo>
                  <a:lnTo>
                    <a:pt x="1056817" y="3037192"/>
                  </a:lnTo>
                  <a:lnTo>
                    <a:pt x="1054950" y="3035325"/>
                  </a:lnTo>
                  <a:lnTo>
                    <a:pt x="1053833" y="3034855"/>
                  </a:lnTo>
                  <a:lnTo>
                    <a:pt x="1051204" y="3034855"/>
                  </a:lnTo>
                  <a:lnTo>
                    <a:pt x="1050086" y="3035325"/>
                  </a:lnTo>
                  <a:lnTo>
                    <a:pt x="1048219" y="3037192"/>
                  </a:lnTo>
                  <a:lnTo>
                    <a:pt x="1047750" y="3038310"/>
                  </a:lnTo>
                  <a:lnTo>
                    <a:pt x="1047750" y="3040938"/>
                  </a:lnTo>
                  <a:lnTo>
                    <a:pt x="1048219" y="3042056"/>
                  </a:lnTo>
                  <a:lnTo>
                    <a:pt x="1050086" y="3043923"/>
                  </a:lnTo>
                  <a:lnTo>
                    <a:pt x="1051204" y="3044380"/>
                  </a:lnTo>
                  <a:lnTo>
                    <a:pt x="1053833" y="3044380"/>
                  </a:lnTo>
                  <a:lnTo>
                    <a:pt x="1054950" y="3043923"/>
                  </a:lnTo>
                  <a:lnTo>
                    <a:pt x="1056817" y="3042056"/>
                  </a:lnTo>
                  <a:lnTo>
                    <a:pt x="1057275" y="3040938"/>
                  </a:lnTo>
                  <a:lnTo>
                    <a:pt x="1057275" y="3038310"/>
                  </a:lnTo>
                  <a:close/>
                </a:path>
                <a:path w="4057650" h="3044825">
                  <a:moveTo>
                    <a:pt x="1057275" y="2279599"/>
                  </a:moveTo>
                  <a:lnTo>
                    <a:pt x="1056817" y="2278469"/>
                  </a:lnTo>
                  <a:lnTo>
                    <a:pt x="1054950" y="2276614"/>
                  </a:lnTo>
                  <a:lnTo>
                    <a:pt x="1053833" y="2276144"/>
                  </a:lnTo>
                  <a:lnTo>
                    <a:pt x="1051204" y="2276144"/>
                  </a:lnTo>
                  <a:lnTo>
                    <a:pt x="1050086" y="2276614"/>
                  </a:lnTo>
                  <a:lnTo>
                    <a:pt x="1048219" y="2278469"/>
                  </a:lnTo>
                  <a:lnTo>
                    <a:pt x="1047750" y="2279599"/>
                  </a:lnTo>
                  <a:lnTo>
                    <a:pt x="1047750" y="2282228"/>
                  </a:lnTo>
                  <a:lnTo>
                    <a:pt x="1048219" y="2283345"/>
                  </a:lnTo>
                  <a:lnTo>
                    <a:pt x="1050086" y="2285200"/>
                  </a:lnTo>
                  <a:lnTo>
                    <a:pt x="1051204" y="2285669"/>
                  </a:lnTo>
                  <a:lnTo>
                    <a:pt x="1053833" y="2285669"/>
                  </a:lnTo>
                  <a:lnTo>
                    <a:pt x="1054950" y="2285200"/>
                  </a:lnTo>
                  <a:lnTo>
                    <a:pt x="1056817" y="2283345"/>
                  </a:lnTo>
                  <a:lnTo>
                    <a:pt x="1057275" y="2282228"/>
                  </a:lnTo>
                  <a:lnTo>
                    <a:pt x="1057275" y="2279599"/>
                  </a:lnTo>
                  <a:close/>
                </a:path>
                <a:path w="4057650" h="3044825">
                  <a:moveTo>
                    <a:pt x="1057275" y="1520875"/>
                  </a:moveTo>
                  <a:lnTo>
                    <a:pt x="1056817" y="1519758"/>
                  </a:lnTo>
                  <a:lnTo>
                    <a:pt x="1054950" y="1517891"/>
                  </a:lnTo>
                  <a:lnTo>
                    <a:pt x="1053833" y="1517434"/>
                  </a:lnTo>
                  <a:lnTo>
                    <a:pt x="1051204" y="1517434"/>
                  </a:lnTo>
                  <a:lnTo>
                    <a:pt x="1050086" y="1517891"/>
                  </a:lnTo>
                  <a:lnTo>
                    <a:pt x="1048219" y="1519758"/>
                  </a:lnTo>
                  <a:lnTo>
                    <a:pt x="1047750" y="1520875"/>
                  </a:lnTo>
                  <a:lnTo>
                    <a:pt x="1047750" y="1523504"/>
                  </a:lnTo>
                  <a:lnTo>
                    <a:pt x="1048219" y="1524635"/>
                  </a:lnTo>
                  <a:lnTo>
                    <a:pt x="1050086" y="1526489"/>
                  </a:lnTo>
                  <a:lnTo>
                    <a:pt x="1051204" y="1526959"/>
                  </a:lnTo>
                  <a:lnTo>
                    <a:pt x="1053833" y="1526959"/>
                  </a:lnTo>
                  <a:lnTo>
                    <a:pt x="1054950" y="1526489"/>
                  </a:lnTo>
                  <a:lnTo>
                    <a:pt x="1056817" y="1524635"/>
                  </a:lnTo>
                  <a:lnTo>
                    <a:pt x="1057275" y="1523504"/>
                  </a:lnTo>
                  <a:lnTo>
                    <a:pt x="1057275" y="1520875"/>
                  </a:lnTo>
                  <a:close/>
                </a:path>
                <a:path w="4057650" h="3044825">
                  <a:moveTo>
                    <a:pt x="1057275" y="762165"/>
                  </a:moveTo>
                  <a:lnTo>
                    <a:pt x="1056817" y="761034"/>
                  </a:lnTo>
                  <a:lnTo>
                    <a:pt x="1054950" y="759180"/>
                  </a:lnTo>
                  <a:lnTo>
                    <a:pt x="1053833" y="758710"/>
                  </a:lnTo>
                  <a:lnTo>
                    <a:pt x="1051204" y="758710"/>
                  </a:lnTo>
                  <a:lnTo>
                    <a:pt x="1050086" y="759180"/>
                  </a:lnTo>
                  <a:lnTo>
                    <a:pt x="1048219" y="761034"/>
                  </a:lnTo>
                  <a:lnTo>
                    <a:pt x="1047750" y="762165"/>
                  </a:lnTo>
                  <a:lnTo>
                    <a:pt x="1047750" y="764794"/>
                  </a:lnTo>
                  <a:lnTo>
                    <a:pt x="1048219" y="765911"/>
                  </a:lnTo>
                  <a:lnTo>
                    <a:pt x="1050086" y="767778"/>
                  </a:lnTo>
                  <a:lnTo>
                    <a:pt x="1051204" y="768235"/>
                  </a:lnTo>
                  <a:lnTo>
                    <a:pt x="1053833" y="768235"/>
                  </a:lnTo>
                  <a:lnTo>
                    <a:pt x="1054950" y="767778"/>
                  </a:lnTo>
                  <a:lnTo>
                    <a:pt x="1056817" y="765911"/>
                  </a:lnTo>
                  <a:lnTo>
                    <a:pt x="1057275" y="764794"/>
                  </a:lnTo>
                  <a:lnTo>
                    <a:pt x="1057275" y="762165"/>
                  </a:lnTo>
                  <a:close/>
                </a:path>
                <a:path w="4057650" h="3044825">
                  <a:moveTo>
                    <a:pt x="1057275" y="3441"/>
                  </a:moveTo>
                  <a:lnTo>
                    <a:pt x="1056817" y="2324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24"/>
                  </a:lnTo>
                  <a:lnTo>
                    <a:pt x="1047750" y="3441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55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55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41"/>
                  </a:lnTo>
                  <a:close/>
                </a:path>
                <a:path w="4057650" h="3044825">
                  <a:moveTo>
                    <a:pt x="1104900" y="3038310"/>
                  </a:moveTo>
                  <a:lnTo>
                    <a:pt x="1104442" y="3037192"/>
                  </a:lnTo>
                  <a:lnTo>
                    <a:pt x="1102575" y="3035325"/>
                  </a:lnTo>
                  <a:lnTo>
                    <a:pt x="1101458" y="3034855"/>
                  </a:lnTo>
                  <a:lnTo>
                    <a:pt x="1098829" y="3034855"/>
                  </a:lnTo>
                  <a:lnTo>
                    <a:pt x="1097711" y="3035325"/>
                  </a:lnTo>
                  <a:lnTo>
                    <a:pt x="1095844" y="3037192"/>
                  </a:lnTo>
                  <a:lnTo>
                    <a:pt x="1095375" y="3038310"/>
                  </a:lnTo>
                  <a:lnTo>
                    <a:pt x="1095375" y="3040938"/>
                  </a:lnTo>
                  <a:lnTo>
                    <a:pt x="1095844" y="3042056"/>
                  </a:lnTo>
                  <a:lnTo>
                    <a:pt x="1097711" y="3043923"/>
                  </a:lnTo>
                  <a:lnTo>
                    <a:pt x="1098829" y="3044380"/>
                  </a:lnTo>
                  <a:lnTo>
                    <a:pt x="1101458" y="3044380"/>
                  </a:lnTo>
                  <a:lnTo>
                    <a:pt x="1102575" y="3043923"/>
                  </a:lnTo>
                  <a:lnTo>
                    <a:pt x="1104442" y="3042056"/>
                  </a:lnTo>
                  <a:lnTo>
                    <a:pt x="1104900" y="3040938"/>
                  </a:lnTo>
                  <a:lnTo>
                    <a:pt x="1104900" y="3038310"/>
                  </a:lnTo>
                  <a:close/>
                </a:path>
                <a:path w="4057650" h="3044825">
                  <a:moveTo>
                    <a:pt x="1104900" y="2279599"/>
                  </a:moveTo>
                  <a:lnTo>
                    <a:pt x="1104442" y="2278469"/>
                  </a:lnTo>
                  <a:lnTo>
                    <a:pt x="1102575" y="2276614"/>
                  </a:lnTo>
                  <a:lnTo>
                    <a:pt x="1101458" y="2276144"/>
                  </a:lnTo>
                  <a:lnTo>
                    <a:pt x="1098829" y="2276144"/>
                  </a:lnTo>
                  <a:lnTo>
                    <a:pt x="1097711" y="2276614"/>
                  </a:lnTo>
                  <a:lnTo>
                    <a:pt x="1095844" y="2278469"/>
                  </a:lnTo>
                  <a:lnTo>
                    <a:pt x="1095375" y="2279599"/>
                  </a:lnTo>
                  <a:lnTo>
                    <a:pt x="1095375" y="2282228"/>
                  </a:lnTo>
                  <a:lnTo>
                    <a:pt x="1095844" y="2283345"/>
                  </a:lnTo>
                  <a:lnTo>
                    <a:pt x="1097711" y="2285200"/>
                  </a:lnTo>
                  <a:lnTo>
                    <a:pt x="1098829" y="2285669"/>
                  </a:lnTo>
                  <a:lnTo>
                    <a:pt x="1101458" y="2285669"/>
                  </a:lnTo>
                  <a:lnTo>
                    <a:pt x="1102575" y="2285200"/>
                  </a:lnTo>
                  <a:lnTo>
                    <a:pt x="1104442" y="2283345"/>
                  </a:lnTo>
                  <a:lnTo>
                    <a:pt x="1104900" y="2282228"/>
                  </a:lnTo>
                  <a:lnTo>
                    <a:pt x="1104900" y="2279599"/>
                  </a:lnTo>
                  <a:close/>
                </a:path>
                <a:path w="4057650" h="3044825">
                  <a:moveTo>
                    <a:pt x="1104900" y="1520875"/>
                  </a:moveTo>
                  <a:lnTo>
                    <a:pt x="1104442" y="1519758"/>
                  </a:lnTo>
                  <a:lnTo>
                    <a:pt x="1102575" y="1517891"/>
                  </a:lnTo>
                  <a:lnTo>
                    <a:pt x="1101458" y="1517434"/>
                  </a:lnTo>
                  <a:lnTo>
                    <a:pt x="1098829" y="1517434"/>
                  </a:lnTo>
                  <a:lnTo>
                    <a:pt x="1097711" y="1517891"/>
                  </a:lnTo>
                  <a:lnTo>
                    <a:pt x="1095844" y="1519758"/>
                  </a:lnTo>
                  <a:lnTo>
                    <a:pt x="1095375" y="1520875"/>
                  </a:lnTo>
                  <a:lnTo>
                    <a:pt x="1095375" y="1523504"/>
                  </a:lnTo>
                  <a:lnTo>
                    <a:pt x="1095844" y="1524635"/>
                  </a:lnTo>
                  <a:lnTo>
                    <a:pt x="1097711" y="1526489"/>
                  </a:lnTo>
                  <a:lnTo>
                    <a:pt x="1098829" y="1526959"/>
                  </a:lnTo>
                  <a:lnTo>
                    <a:pt x="1101458" y="1526959"/>
                  </a:lnTo>
                  <a:lnTo>
                    <a:pt x="1102575" y="1526489"/>
                  </a:lnTo>
                  <a:lnTo>
                    <a:pt x="1104442" y="1524635"/>
                  </a:lnTo>
                  <a:lnTo>
                    <a:pt x="1104900" y="1523504"/>
                  </a:lnTo>
                  <a:lnTo>
                    <a:pt x="1104900" y="1520875"/>
                  </a:lnTo>
                  <a:close/>
                </a:path>
                <a:path w="4057650" h="3044825">
                  <a:moveTo>
                    <a:pt x="1104900" y="762165"/>
                  </a:moveTo>
                  <a:lnTo>
                    <a:pt x="1104442" y="761034"/>
                  </a:lnTo>
                  <a:lnTo>
                    <a:pt x="1102575" y="759180"/>
                  </a:lnTo>
                  <a:lnTo>
                    <a:pt x="1101458" y="758710"/>
                  </a:lnTo>
                  <a:lnTo>
                    <a:pt x="1098829" y="758710"/>
                  </a:lnTo>
                  <a:lnTo>
                    <a:pt x="1097711" y="759180"/>
                  </a:lnTo>
                  <a:lnTo>
                    <a:pt x="1095844" y="761034"/>
                  </a:lnTo>
                  <a:lnTo>
                    <a:pt x="1095375" y="762165"/>
                  </a:lnTo>
                  <a:lnTo>
                    <a:pt x="1095375" y="764794"/>
                  </a:lnTo>
                  <a:lnTo>
                    <a:pt x="1095844" y="765911"/>
                  </a:lnTo>
                  <a:lnTo>
                    <a:pt x="1097711" y="767778"/>
                  </a:lnTo>
                  <a:lnTo>
                    <a:pt x="1098829" y="768235"/>
                  </a:lnTo>
                  <a:lnTo>
                    <a:pt x="1101458" y="768235"/>
                  </a:lnTo>
                  <a:lnTo>
                    <a:pt x="1102575" y="767778"/>
                  </a:lnTo>
                  <a:lnTo>
                    <a:pt x="1104442" y="765911"/>
                  </a:lnTo>
                  <a:lnTo>
                    <a:pt x="1104900" y="764794"/>
                  </a:lnTo>
                  <a:lnTo>
                    <a:pt x="1104900" y="762165"/>
                  </a:lnTo>
                  <a:close/>
                </a:path>
                <a:path w="4057650" h="3044825">
                  <a:moveTo>
                    <a:pt x="1104900" y="3441"/>
                  </a:moveTo>
                  <a:lnTo>
                    <a:pt x="1104442" y="2324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24"/>
                  </a:lnTo>
                  <a:lnTo>
                    <a:pt x="1095375" y="3441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55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55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41"/>
                  </a:lnTo>
                  <a:close/>
                </a:path>
                <a:path w="4057650" h="3044825">
                  <a:moveTo>
                    <a:pt x="1152525" y="3038310"/>
                  </a:moveTo>
                  <a:lnTo>
                    <a:pt x="1152067" y="3037192"/>
                  </a:lnTo>
                  <a:lnTo>
                    <a:pt x="1150200" y="3035325"/>
                  </a:lnTo>
                  <a:lnTo>
                    <a:pt x="1149083" y="3034855"/>
                  </a:lnTo>
                  <a:lnTo>
                    <a:pt x="1146454" y="3034855"/>
                  </a:lnTo>
                  <a:lnTo>
                    <a:pt x="1145336" y="3035325"/>
                  </a:lnTo>
                  <a:lnTo>
                    <a:pt x="1143469" y="3037192"/>
                  </a:lnTo>
                  <a:lnTo>
                    <a:pt x="1143000" y="3038310"/>
                  </a:lnTo>
                  <a:lnTo>
                    <a:pt x="1143000" y="3040938"/>
                  </a:lnTo>
                  <a:lnTo>
                    <a:pt x="1143469" y="3042056"/>
                  </a:lnTo>
                  <a:lnTo>
                    <a:pt x="1145336" y="3043923"/>
                  </a:lnTo>
                  <a:lnTo>
                    <a:pt x="1146454" y="3044380"/>
                  </a:lnTo>
                  <a:lnTo>
                    <a:pt x="1149083" y="3044380"/>
                  </a:lnTo>
                  <a:lnTo>
                    <a:pt x="1150200" y="3043923"/>
                  </a:lnTo>
                  <a:lnTo>
                    <a:pt x="1152067" y="3042056"/>
                  </a:lnTo>
                  <a:lnTo>
                    <a:pt x="1152525" y="3040938"/>
                  </a:lnTo>
                  <a:lnTo>
                    <a:pt x="1152525" y="3038310"/>
                  </a:lnTo>
                  <a:close/>
                </a:path>
                <a:path w="4057650" h="3044825">
                  <a:moveTo>
                    <a:pt x="1152525" y="2279599"/>
                  </a:moveTo>
                  <a:lnTo>
                    <a:pt x="1152067" y="2278469"/>
                  </a:lnTo>
                  <a:lnTo>
                    <a:pt x="1150200" y="2276614"/>
                  </a:lnTo>
                  <a:lnTo>
                    <a:pt x="1149083" y="2276144"/>
                  </a:lnTo>
                  <a:lnTo>
                    <a:pt x="1146454" y="2276144"/>
                  </a:lnTo>
                  <a:lnTo>
                    <a:pt x="1145336" y="2276614"/>
                  </a:lnTo>
                  <a:lnTo>
                    <a:pt x="1143469" y="2278469"/>
                  </a:lnTo>
                  <a:lnTo>
                    <a:pt x="1143000" y="2279599"/>
                  </a:lnTo>
                  <a:lnTo>
                    <a:pt x="1143000" y="2282228"/>
                  </a:lnTo>
                  <a:lnTo>
                    <a:pt x="1143469" y="2283345"/>
                  </a:lnTo>
                  <a:lnTo>
                    <a:pt x="1145336" y="2285200"/>
                  </a:lnTo>
                  <a:lnTo>
                    <a:pt x="1146454" y="2285669"/>
                  </a:lnTo>
                  <a:lnTo>
                    <a:pt x="1149083" y="2285669"/>
                  </a:lnTo>
                  <a:lnTo>
                    <a:pt x="1150200" y="2285200"/>
                  </a:lnTo>
                  <a:lnTo>
                    <a:pt x="1152067" y="2283345"/>
                  </a:lnTo>
                  <a:lnTo>
                    <a:pt x="1152525" y="2282228"/>
                  </a:lnTo>
                  <a:lnTo>
                    <a:pt x="1152525" y="2279599"/>
                  </a:lnTo>
                  <a:close/>
                </a:path>
                <a:path w="4057650" h="3044825">
                  <a:moveTo>
                    <a:pt x="1152525" y="1520875"/>
                  </a:moveTo>
                  <a:lnTo>
                    <a:pt x="1152067" y="1519758"/>
                  </a:lnTo>
                  <a:lnTo>
                    <a:pt x="1150200" y="1517891"/>
                  </a:lnTo>
                  <a:lnTo>
                    <a:pt x="1149083" y="1517434"/>
                  </a:lnTo>
                  <a:lnTo>
                    <a:pt x="1146454" y="1517434"/>
                  </a:lnTo>
                  <a:lnTo>
                    <a:pt x="1145336" y="1517891"/>
                  </a:lnTo>
                  <a:lnTo>
                    <a:pt x="1143469" y="1519758"/>
                  </a:lnTo>
                  <a:lnTo>
                    <a:pt x="1143000" y="1520875"/>
                  </a:lnTo>
                  <a:lnTo>
                    <a:pt x="1143000" y="1523504"/>
                  </a:lnTo>
                  <a:lnTo>
                    <a:pt x="1143469" y="1524635"/>
                  </a:lnTo>
                  <a:lnTo>
                    <a:pt x="1145336" y="1526489"/>
                  </a:lnTo>
                  <a:lnTo>
                    <a:pt x="1146454" y="1526959"/>
                  </a:lnTo>
                  <a:lnTo>
                    <a:pt x="1149083" y="1526959"/>
                  </a:lnTo>
                  <a:lnTo>
                    <a:pt x="1150200" y="1526489"/>
                  </a:lnTo>
                  <a:lnTo>
                    <a:pt x="1152067" y="1524635"/>
                  </a:lnTo>
                  <a:lnTo>
                    <a:pt x="1152525" y="1523504"/>
                  </a:lnTo>
                  <a:lnTo>
                    <a:pt x="1152525" y="1520875"/>
                  </a:lnTo>
                  <a:close/>
                </a:path>
                <a:path w="4057650" h="3044825">
                  <a:moveTo>
                    <a:pt x="1152525" y="762165"/>
                  </a:moveTo>
                  <a:lnTo>
                    <a:pt x="1152067" y="761034"/>
                  </a:lnTo>
                  <a:lnTo>
                    <a:pt x="1150200" y="759180"/>
                  </a:lnTo>
                  <a:lnTo>
                    <a:pt x="1149083" y="758710"/>
                  </a:lnTo>
                  <a:lnTo>
                    <a:pt x="1146454" y="758710"/>
                  </a:lnTo>
                  <a:lnTo>
                    <a:pt x="1145336" y="759180"/>
                  </a:lnTo>
                  <a:lnTo>
                    <a:pt x="1143469" y="761034"/>
                  </a:lnTo>
                  <a:lnTo>
                    <a:pt x="1143000" y="762165"/>
                  </a:lnTo>
                  <a:lnTo>
                    <a:pt x="1143000" y="764794"/>
                  </a:lnTo>
                  <a:lnTo>
                    <a:pt x="1143469" y="765911"/>
                  </a:lnTo>
                  <a:lnTo>
                    <a:pt x="1145336" y="767778"/>
                  </a:lnTo>
                  <a:lnTo>
                    <a:pt x="1146454" y="768235"/>
                  </a:lnTo>
                  <a:lnTo>
                    <a:pt x="1149083" y="768235"/>
                  </a:lnTo>
                  <a:lnTo>
                    <a:pt x="1150200" y="767778"/>
                  </a:lnTo>
                  <a:lnTo>
                    <a:pt x="1152067" y="765911"/>
                  </a:lnTo>
                  <a:lnTo>
                    <a:pt x="1152525" y="764794"/>
                  </a:lnTo>
                  <a:lnTo>
                    <a:pt x="1152525" y="762165"/>
                  </a:lnTo>
                  <a:close/>
                </a:path>
                <a:path w="4057650" h="3044825">
                  <a:moveTo>
                    <a:pt x="1152525" y="3441"/>
                  </a:moveTo>
                  <a:lnTo>
                    <a:pt x="1152067" y="2324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24"/>
                  </a:lnTo>
                  <a:lnTo>
                    <a:pt x="1143000" y="3441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55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55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41"/>
                  </a:lnTo>
                  <a:close/>
                </a:path>
                <a:path w="4057650" h="3044825">
                  <a:moveTo>
                    <a:pt x="1200150" y="3038310"/>
                  </a:moveTo>
                  <a:lnTo>
                    <a:pt x="1199692" y="3037192"/>
                  </a:lnTo>
                  <a:lnTo>
                    <a:pt x="1197825" y="3035325"/>
                  </a:lnTo>
                  <a:lnTo>
                    <a:pt x="1196708" y="3034855"/>
                  </a:lnTo>
                  <a:lnTo>
                    <a:pt x="1194079" y="3034855"/>
                  </a:lnTo>
                  <a:lnTo>
                    <a:pt x="1192961" y="3035325"/>
                  </a:lnTo>
                  <a:lnTo>
                    <a:pt x="1191094" y="3037192"/>
                  </a:lnTo>
                  <a:lnTo>
                    <a:pt x="1190625" y="3038310"/>
                  </a:lnTo>
                  <a:lnTo>
                    <a:pt x="1190625" y="3040938"/>
                  </a:lnTo>
                  <a:lnTo>
                    <a:pt x="1191094" y="3042056"/>
                  </a:lnTo>
                  <a:lnTo>
                    <a:pt x="1192961" y="3043923"/>
                  </a:lnTo>
                  <a:lnTo>
                    <a:pt x="1194079" y="3044380"/>
                  </a:lnTo>
                  <a:lnTo>
                    <a:pt x="1196708" y="3044380"/>
                  </a:lnTo>
                  <a:lnTo>
                    <a:pt x="1197825" y="3043923"/>
                  </a:lnTo>
                  <a:lnTo>
                    <a:pt x="1199692" y="3042056"/>
                  </a:lnTo>
                  <a:lnTo>
                    <a:pt x="1200150" y="3040938"/>
                  </a:lnTo>
                  <a:lnTo>
                    <a:pt x="1200150" y="3038310"/>
                  </a:lnTo>
                  <a:close/>
                </a:path>
                <a:path w="4057650" h="3044825">
                  <a:moveTo>
                    <a:pt x="1200150" y="2279599"/>
                  </a:moveTo>
                  <a:lnTo>
                    <a:pt x="1199692" y="2278469"/>
                  </a:lnTo>
                  <a:lnTo>
                    <a:pt x="1197825" y="2276614"/>
                  </a:lnTo>
                  <a:lnTo>
                    <a:pt x="1196708" y="2276144"/>
                  </a:lnTo>
                  <a:lnTo>
                    <a:pt x="1194079" y="2276144"/>
                  </a:lnTo>
                  <a:lnTo>
                    <a:pt x="1192961" y="2276614"/>
                  </a:lnTo>
                  <a:lnTo>
                    <a:pt x="1191094" y="2278469"/>
                  </a:lnTo>
                  <a:lnTo>
                    <a:pt x="1190625" y="2279599"/>
                  </a:lnTo>
                  <a:lnTo>
                    <a:pt x="1190625" y="2282228"/>
                  </a:lnTo>
                  <a:lnTo>
                    <a:pt x="1191094" y="2283345"/>
                  </a:lnTo>
                  <a:lnTo>
                    <a:pt x="1192961" y="2285200"/>
                  </a:lnTo>
                  <a:lnTo>
                    <a:pt x="1194079" y="2285669"/>
                  </a:lnTo>
                  <a:lnTo>
                    <a:pt x="1196708" y="2285669"/>
                  </a:lnTo>
                  <a:lnTo>
                    <a:pt x="1197825" y="2285200"/>
                  </a:lnTo>
                  <a:lnTo>
                    <a:pt x="1199692" y="2283345"/>
                  </a:lnTo>
                  <a:lnTo>
                    <a:pt x="1200150" y="2282228"/>
                  </a:lnTo>
                  <a:lnTo>
                    <a:pt x="1200150" y="2279599"/>
                  </a:lnTo>
                  <a:close/>
                </a:path>
                <a:path w="4057650" h="3044825">
                  <a:moveTo>
                    <a:pt x="1200150" y="1520875"/>
                  </a:moveTo>
                  <a:lnTo>
                    <a:pt x="1199692" y="1519758"/>
                  </a:lnTo>
                  <a:lnTo>
                    <a:pt x="1197825" y="1517891"/>
                  </a:lnTo>
                  <a:lnTo>
                    <a:pt x="1196708" y="1517434"/>
                  </a:lnTo>
                  <a:lnTo>
                    <a:pt x="1194079" y="1517434"/>
                  </a:lnTo>
                  <a:lnTo>
                    <a:pt x="1192961" y="1517891"/>
                  </a:lnTo>
                  <a:lnTo>
                    <a:pt x="1191094" y="1519758"/>
                  </a:lnTo>
                  <a:lnTo>
                    <a:pt x="1190625" y="1520875"/>
                  </a:lnTo>
                  <a:lnTo>
                    <a:pt x="1190625" y="1523504"/>
                  </a:lnTo>
                  <a:lnTo>
                    <a:pt x="1191094" y="1524635"/>
                  </a:lnTo>
                  <a:lnTo>
                    <a:pt x="1192961" y="1526489"/>
                  </a:lnTo>
                  <a:lnTo>
                    <a:pt x="1194079" y="1526959"/>
                  </a:lnTo>
                  <a:lnTo>
                    <a:pt x="1196708" y="1526959"/>
                  </a:lnTo>
                  <a:lnTo>
                    <a:pt x="1197825" y="1526489"/>
                  </a:lnTo>
                  <a:lnTo>
                    <a:pt x="1199692" y="1524635"/>
                  </a:lnTo>
                  <a:lnTo>
                    <a:pt x="1200150" y="1523504"/>
                  </a:lnTo>
                  <a:lnTo>
                    <a:pt x="1200150" y="1520875"/>
                  </a:lnTo>
                  <a:close/>
                </a:path>
                <a:path w="4057650" h="3044825">
                  <a:moveTo>
                    <a:pt x="1200150" y="762165"/>
                  </a:moveTo>
                  <a:lnTo>
                    <a:pt x="1199692" y="761034"/>
                  </a:lnTo>
                  <a:lnTo>
                    <a:pt x="1197825" y="759180"/>
                  </a:lnTo>
                  <a:lnTo>
                    <a:pt x="1196708" y="758710"/>
                  </a:lnTo>
                  <a:lnTo>
                    <a:pt x="1194079" y="758710"/>
                  </a:lnTo>
                  <a:lnTo>
                    <a:pt x="1192961" y="759180"/>
                  </a:lnTo>
                  <a:lnTo>
                    <a:pt x="1191094" y="761034"/>
                  </a:lnTo>
                  <a:lnTo>
                    <a:pt x="1190625" y="762165"/>
                  </a:lnTo>
                  <a:lnTo>
                    <a:pt x="1190625" y="764794"/>
                  </a:lnTo>
                  <a:lnTo>
                    <a:pt x="1191094" y="765911"/>
                  </a:lnTo>
                  <a:lnTo>
                    <a:pt x="1192961" y="767778"/>
                  </a:lnTo>
                  <a:lnTo>
                    <a:pt x="1194079" y="768235"/>
                  </a:lnTo>
                  <a:lnTo>
                    <a:pt x="1196708" y="768235"/>
                  </a:lnTo>
                  <a:lnTo>
                    <a:pt x="1197825" y="767778"/>
                  </a:lnTo>
                  <a:lnTo>
                    <a:pt x="1199692" y="765911"/>
                  </a:lnTo>
                  <a:lnTo>
                    <a:pt x="1200150" y="764794"/>
                  </a:lnTo>
                  <a:lnTo>
                    <a:pt x="1200150" y="762165"/>
                  </a:lnTo>
                  <a:close/>
                </a:path>
                <a:path w="4057650" h="3044825">
                  <a:moveTo>
                    <a:pt x="1200150" y="3441"/>
                  </a:moveTo>
                  <a:lnTo>
                    <a:pt x="1199692" y="2324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24"/>
                  </a:lnTo>
                  <a:lnTo>
                    <a:pt x="1190625" y="3441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55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55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41"/>
                  </a:lnTo>
                  <a:close/>
                </a:path>
                <a:path w="4057650" h="3044825">
                  <a:moveTo>
                    <a:pt x="1247775" y="3038310"/>
                  </a:moveTo>
                  <a:lnTo>
                    <a:pt x="1247317" y="3037192"/>
                  </a:lnTo>
                  <a:lnTo>
                    <a:pt x="1245450" y="3035325"/>
                  </a:lnTo>
                  <a:lnTo>
                    <a:pt x="1244333" y="3034855"/>
                  </a:lnTo>
                  <a:lnTo>
                    <a:pt x="1241704" y="3034855"/>
                  </a:lnTo>
                  <a:lnTo>
                    <a:pt x="1240586" y="3035325"/>
                  </a:lnTo>
                  <a:lnTo>
                    <a:pt x="1238719" y="3037192"/>
                  </a:lnTo>
                  <a:lnTo>
                    <a:pt x="1238250" y="3038310"/>
                  </a:lnTo>
                  <a:lnTo>
                    <a:pt x="1238250" y="3040938"/>
                  </a:lnTo>
                  <a:lnTo>
                    <a:pt x="1238719" y="3042056"/>
                  </a:lnTo>
                  <a:lnTo>
                    <a:pt x="1240586" y="3043923"/>
                  </a:lnTo>
                  <a:lnTo>
                    <a:pt x="1241704" y="3044380"/>
                  </a:lnTo>
                  <a:lnTo>
                    <a:pt x="1244333" y="3044380"/>
                  </a:lnTo>
                  <a:lnTo>
                    <a:pt x="1245450" y="3043923"/>
                  </a:lnTo>
                  <a:lnTo>
                    <a:pt x="1247317" y="3042056"/>
                  </a:lnTo>
                  <a:lnTo>
                    <a:pt x="1247775" y="3040938"/>
                  </a:lnTo>
                  <a:lnTo>
                    <a:pt x="1247775" y="3038310"/>
                  </a:lnTo>
                  <a:close/>
                </a:path>
                <a:path w="4057650" h="3044825">
                  <a:moveTo>
                    <a:pt x="1247775" y="2279599"/>
                  </a:moveTo>
                  <a:lnTo>
                    <a:pt x="1247317" y="2278469"/>
                  </a:lnTo>
                  <a:lnTo>
                    <a:pt x="1245450" y="2276614"/>
                  </a:lnTo>
                  <a:lnTo>
                    <a:pt x="1244333" y="2276144"/>
                  </a:lnTo>
                  <a:lnTo>
                    <a:pt x="1241704" y="2276144"/>
                  </a:lnTo>
                  <a:lnTo>
                    <a:pt x="1240586" y="2276614"/>
                  </a:lnTo>
                  <a:lnTo>
                    <a:pt x="1238719" y="2278469"/>
                  </a:lnTo>
                  <a:lnTo>
                    <a:pt x="1238250" y="2279599"/>
                  </a:lnTo>
                  <a:lnTo>
                    <a:pt x="1238250" y="2282228"/>
                  </a:lnTo>
                  <a:lnTo>
                    <a:pt x="1238719" y="2283345"/>
                  </a:lnTo>
                  <a:lnTo>
                    <a:pt x="1240586" y="2285200"/>
                  </a:lnTo>
                  <a:lnTo>
                    <a:pt x="1241704" y="2285669"/>
                  </a:lnTo>
                  <a:lnTo>
                    <a:pt x="1244333" y="2285669"/>
                  </a:lnTo>
                  <a:lnTo>
                    <a:pt x="1245450" y="2285200"/>
                  </a:lnTo>
                  <a:lnTo>
                    <a:pt x="1247317" y="2283345"/>
                  </a:lnTo>
                  <a:lnTo>
                    <a:pt x="1247775" y="2282228"/>
                  </a:lnTo>
                  <a:lnTo>
                    <a:pt x="1247775" y="2279599"/>
                  </a:lnTo>
                  <a:close/>
                </a:path>
                <a:path w="4057650" h="3044825">
                  <a:moveTo>
                    <a:pt x="1247775" y="1520875"/>
                  </a:moveTo>
                  <a:lnTo>
                    <a:pt x="1247317" y="1519758"/>
                  </a:lnTo>
                  <a:lnTo>
                    <a:pt x="1245450" y="1517891"/>
                  </a:lnTo>
                  <a:lnTo>
                    <a:pt x="1244333" y="1517434"/>
                  </a:lnTo>
                  <a:lnTo>
                    <a:pt x="1241704" y="1517434"/>
                  </a:lnTo>
                  <a:lnTo>
                    <a:pt x="1240586" y="1517891"/>
                  </a:lnTo>
                  <a:lnTo>
                    <a:pt x="1238719" y="1519758"/>
                  </a:lnTo>
                  <a:lnTo>
                    <a:pt x="1238250" y="1520875"/>
                  </a:lnTo>
                  <a:lnTo>
                    <a:pt x="1238250" y="1523504"/>
                  </a:lnTo>
                  <a:lnTo>
                    <a:pt x="1238719" y="1524635"/>
                  </a:lnTo>
                  <a:lnTo>
                    <a:pt x="1240586" y="1526489"/>
                  </a:lnTo>
                  <a:lnTo>
                    <a:pt x="1241704" y="1526959"/>
                  </a:lnTo>
                  <a:lnTo>
                    <a:pt x="1244333" y="1526959"/>
                  </a:lnTo>
                  <a:lnTo>
                    <a:pt x="1245450" y="1526489"/>
                  </a:lnTo>
                  <a:lnTo>
                    <a:pt x="1247317" y="1524635"/>
                  </a:lnTo>
                  <a:lnTo>
                    <a:pt x="1247775" y="1523504"/>
                  </a:lnTo>
                  <a:lnTo>
                    <a:pt x="1247775" y="1520875"/>
                  </a:lnTo>
                  <a:close/>
                </a:path>
                <a:path w="4057650" h="3044825">
                  <a:moveTo>
                    <a:pt x="1247775" y="762165"/>
                  </a:moveTo>
                  <a:lnTo>
                    <a:pt x="1247317" y="761034"/>
                  </a:lnTo>
                  <a:lnTo>
                    <a:pt x="1245450" y="759180"/>
                  </a:lnTo>
                  <a:lnTo>
                    <a:pt x="1244333" y="758710"/>
                  </a:lnTo>
                  <a:lnTo>
                    <a:pt x="1241704" y="758710"/>
                  </a:lnTo>
                  <a:lnTo>
                    <a:pt x="1240586" y="759180"/>
                  </a:lnTo>
                  <a:lnTo>
                    <a:pt x="1238719" y="761034"/>
                  </a:lnTo>
                  <a:lnTo>
                    <a:pt x="1238250" y="762165"/>
                  </a:lnTo>
                  <a:lnTo>
                    <a:pt x="1238250" y="764794"/>
                  </a:lnTo>
                  <a:lnTo>
                    <a:pt x="1238719" y="765911"/>
                  </a:lnTo>
                  <a:lnTo>
                    <a:pt x="1240586" y="767778"/>
                  </a:lnTo>
                  <a:lnTo>
                    <a:pt x="1241704" y="768235"/>
                  </a:lnTo>
                  <a:lnTo>
                    <a:pt x="1244333" y="768235"/>
                  </a:lnTo>
                  <a:lnTo>
                    <a:pt x="1245450" y="767778"/>
                  </a:lnTo>
                  <a:lnTo>
                    <a:pt x="1247317" y="765911"/>
                  </a:lnTo>
                  <a:lnTo>
                    <a:pt x="1247775" y="764794"/>
                  </a:lnTo>
                  <a:lnTo>
                    <a:pt x="1247775" y="762165"/>
                  </a:lnTo>
                  <a:close/>
                </a:path>
                <a:path w="4057650" h="3044825">
                  <a:moveTo>
                    <a:pt x="1247775" y="3441"/>
                  </a:moveTo>
                  <a:lnTo>
                    <a:pt x="1247317" y="2324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24"/>
                  </a:lnTo>
                  <a:lnTo>
                    <a:pt x="1238250" y="3441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55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55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41"/>
                  </a:lnTo>
                  <a:close/>
                </a:path>
                <a:path w="4057650" h="3044825">
                  <a:moveTo>
                    <a:pt x="1295400" y="3038310"/>
                  </a:moveTo>
                  <a:lnTo>
                    <a:pt x="1294942" y="3037192"/>
                  </a:lnTo>
                  <a:lnTo>
                    <a:pt x="1293075" y="3035325"/>
                  </a:lnTo>
                  <a:lnTo>
                    <a:pt x="1291958" y="3034855"/>
                  </a:lnTo>
                  <a:lnTo>
                    <a:pt x="1289329" y="3034855"/>
                  </a:lnTo>
                  <a:lnTo>
                    <a:pt x="1288211" y="3035325"/>
                  </a:lnTo>
                  <a:lnTo>
                    <a:pt x="1286344" y="3037192"/>
                  </a:lnTo>
                  <a:lnTo>
                    <a:pt x="1285875" y="3038310"/>
                  </a:lnTo>
                  <a:lnTo>
                    <a:pt x="1285875" y="3040938"/>
                  </a:lnTo>
                  <a:lnTo>
                    <a:pt x="1286344" y="3042056"/>
                  </a:lnTo>
                  <a:lnTo>
                    <a:pt x="1288211" y="3043923"/>
                  </a:lnTo>
                  <a:lnTo>
                    <a:pt x="1289329" y="3044380"/>
                  </a:lnTo>
                  <a:lnTo>
                    <a:pt x="1291958" y="3044380"/>
                  </a:lnTo>
                  <a:lnTo>
                    <a:pt x="1293075" y="3043923"/>
                  </a:lnTo>
                  <a:lnTo>
                    <a:pt x="1294942" y="3042056"/>
                  </a:lnTo>
                  <a:lnTo>
                    <a:pt x="1295400" y="3040938"/>
                  </a:lnTo>
                  <a:lnTo>
                    <a:pt x="1295400" y="3038310"/>
                  </a:lnTo>
                  <a:close/>
                </a:path>
                <a:path w="4057650" h="3044825">
                  <a:moveTo>
                    <a:pt x="1295400" y="2279599"/>
                  </a:moveTo>
                  <a:lnTo>
                    <a:pt x="1294942" y="2278469"/>
                  </a:lnTo>
                  <a:lnTo>
                    <a:pt x="1293075" y="2276614"/>
                  </a:lnTo>
                  <a:lnTo>
                    <a:pt x="1291958" y="2276144"/>
                  </a:lnTo>
                  <a:lnTo>
                    <a:pt x="1289329" y="2276144"/>
                  </a:lnTo>
                  <a:lnTo>
                    <a:pt x="1288211" y="2276614"/>
                  </a:lnTo>
                  <a:lnTo>
                    <a:pt x="1286344" y="2278469"/>
                  </a:lnTo>
                  <a:lnTo>
                    <a:pt x="1285875" y="2279599"/>
                  </a:lnTo>
                  <a:lnTo>
                    <a:pt x="1285875" y="2282228"/>
                  </a:lnTo>
                  <a:lnTo>
                    <a:pt x="1286344" y="2283345"/>
                  </a:lnTo>
                  <a:lnTo>
                    <a:pt x="1288211" y="2285200"/>
                  </a:lnTo>
                  <a:lnTo>
                    <a:pt x="1289329" y="2285669"/>
                  </a:lnTo>
                  <a:lnTo>
                    <a:pt x="1291958" y="2285669"/>
                  </a:lnTo>
                  <a:lnTo>
                    <a:pt x="1293075" y="2285200"/>
                  </a:lnTo>
                  <a:lnTo>
                    <a:pt x="1294942" y="2283345"/>
                  </a:lnTo>
                  <a:lnTo>
                    <a:pt x="1295400" y="2282228"/>
                  </a:lnTo>
                  <a:lnTo>
                    <a:pt x="1295400" y="2279599"/>
                  </a:lnTo>
                  <a:close/>
                </a:path>
                <a:path w="4057650" h="3044825">
                  <a:moveTo>
                    <a:pt x="1295400" y="1520875"/>
                  </a:moveTo>
                  <a:lnTo>
                    <a:pt x="1294942" y="1519758"/>
                  </a:lnTo>
                  <a:lnTo>
                    <a:pt x="1293075" y="1517891"/>
                  </a:lnTo>
                  <a:lnTo>
                    <a:pt x="1291958" y="1517434"/>
                  </a:lnTo>
                  <a:lnTo>
                    <a:pt x="1289329" y="1517434"/>
                  </a:lnTo>
                  <a:lnTo>
                    <a:pt x="1288211" y="1517891"/>
                  </a:lnTo>
                  <a:lnTo>
                    <a:pt x="1286344" y="1519758"/>
                  </a:lnTo>
                  <a:lnTo>
                    <a:pt x="1285875" y="1520875"/>
                  </a:lnTo>
                  <a:lnTo>
                    <a:pt x="1285875" y="1523504"/>
                  </a:lnTo>
                  <a:lnTo>
                    <a:pt x="1286344" y="1524635"/>
                  </a:lnTo>
                  <a:lnTo>
                    <a:pt x="1288211" y="1526489"/>
                  </a:lnTo>
                  <a:lnTo>
                    <a:pt x="1289329" y="1526959"/>
                  </a:lnTo>
                  <a:lnTo>
                    <a:pt x="1291958" y="1526959"/>
                  </a:lnTo>
                  <a:lnTo>
                    <a:pt x="1293075" y="1526489"/>
                  </a:lnTo>
                  <a:lnTo>
                    <a:pt x="1294942" y="1524635"/>
                  </a:lnTo>
                  <a:lnTo>
                    <a:pt x="1295400" y="1523504"/>
                  </a:lnTo>
                  <a:lnTo>
                    <a:pt x="1295400" y="1520875"/>
                  </a:lnTo>
                  <a:close/>
                </a:path>
                <a:path w="4057650" h="3044825">
                  <a:moveTo>
                    <a:pt x="1295400" y="762165"/>
                  </a:moveTo>
                  <a:lnTo>
                    <a:pt x="1294942" y="761034"/>
                  </a:lnTo>
                  <a:lnTo>
                    <a:pt x="1293075" y="759180"/>
                  </a:lnTo>
                  <a:lnTo>
                    <a:pt x="1291958" y="758710"/>
                  </a:lnTo>
                  <a:lnTo>
                    <a:pt x="1289329" y="758710"/>
                  </a:lnTo>
                  <a:lnTo>
                    <a:pt x="1288211" y="759180"/>
                  </a:lnTo>
                  <a:lnTo>
                    <a:pt x="1286344" y="761034"/>
                  </a:lnTo>
                  <a:lnTo>
                    <a:pt x="1285875" y="762165"/>
                  </a:lnTo>
                  <a:lnTo>
                    <a:pt x="1285875" y="764794"/>
                  </a:lnTo>
                  <a:lnTo>
                    <a:pt x="1286344" y="765911"/>
                  </a:lnTo>
                  <a:lnTo>
                    <a:pt x="1288211" y="767778"/>
                  </a:lnTo>
                  <a:lnTo>
                    <a:pt x="1289329" y="768235"/>
                  </a:lnTo>
                  <a:lnTo>
                    <a:pt x="1291958" y="768235"/>
                  </a:lnTo>
                  <a:lnTo>
                    <a:pt x="1293075" y="767778"/>
                  </a:lnTo>
                  <a:lnTo>
                    <a:pt x="1294942" y="765911"/>
                  </a:lnTo>
                  <a:lnTo>
                    <a:pt x="1295400" y="764794"/>
                  </a:lnTo>
                  <a:lnTo>
                    <a:pt x="1295400" y="762165"/>
                  </a:lnTo>
                  <a:close/>
                </a:path>
                <a:path w="4057650" h="3044825">
                  <a:moveTo>
                    <a:pt x="1295400" y="3441"/>
                  </a:moveTo>
                  <a:lnTo>
                    <a:pt x="1294942" y="2324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24"/>
                  </a:lnTo>
                  <a:lnTo>
                    <a:pt x="1285875" y="3441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55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55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41"/>
                  </a:lnTo>
                  <a:close/>
                </a:path>
                <a:path w="4057650" h="3044825">
                  <a:moveTo>
                    <a:pt x="1343025" y="3038310"/>
                  </a:moveTo>
                  <a:lnTo>
                    <a:pt x="1342567" y="3037192"/>
                  </a:lnTo>
                  <a:lnTo>
                    <a:pt x="1340700" y="3035325"/>
                  </a:lnTo>
                  <a:lnTo>
                    <a:pt x="1339583" y="3034855"/>
                  </a:lnTo>
                  <a:lnTo>
                    <a:pt x="1336954" y="3034855"/>
                  </a:lnTo>
                  <a:lnTo>
                    <a:pt x="1335836" y="3035325"/>
                  </a:lnTo>
                  <a:lnTo>
                    <a:pt x="1333969" y="3037192"/>
                  </a:lnTo>
                  <a:lnTo>
                    <a:pt x="1333500" y="3038310"/>
                  </a:lnTo>
                  <a:lnTo>
                    <a:pt x="1333500" y="3040938"/>
                  </a:lnTo>
                  <a:lnTo>
                    <a:pt x="1333969" y="3042056"/>
                  </a:lnTo>
                  <a:lnTo>
                    <a:pt x="1335836" y="3043923"/>
                  </a:lnTo>
                  <a:lnTo>
                    <a:pt x="1336954" y="3044380"/>
                  </a:lnTo>
                  <a:lnTo>
                    <a:pt x="1339583" y="3044380"/>
                  </a:lnTo>
                  <a:lnTo>
                    <a:pt x="1340700" y="3043923"/>
                  </a:lnTo>
                  <a:lnTo>
                    <a:pt x="1342567" y="3042056"/>
                  </a:lnTo>
                  <a:lnTo>
                    <a:pt x="1343025" y="3040938"/>
                  </a:lnTo>
                  <a:lnTo>
                    <a:pt x="1343025" y="3038310"/>
                  </a:lnTo>
                  <a:close/>
                </a:path>
                <a:path w="4057650" h="3044825">
                  <a:moveTo>
                    <a:pt x="1343025" y="2279599"/>
                  </a:moveTo>
                  <a:lnTo>
                    <a:pt x="1342567" y="2278469"/>
                  </a:lnTo>
                  <a:lnTo>
                    <a:pt x="1340700" y="2276614"/>
                  </a:lnTo>
                  <a:lnTo>
                    <a:pt x="1339583" y="2276144"/>
                  </a:lnTo>
                  <a:lnTo>
                    <a:pt x="1336954" y="2276144"/>
                  </a:lnTo>
                  <a:lnTo>
                    <a:pt x="1335836" y="2276614"/>
                  </a:lnTo>
                  <a:lnTo>
                    <a:pt x="1333969" y="2278469"/>
                  </a:lnTo>
                  <a:lnTo>
                    <a:pt x="1333500" y="2279599"/>
                  </a:lnTo>
                  <a:lnTo>
                    <a:pt x="1333500" y="2282228"/>
                  </a:lnTo>
                  <a:lnTo>
                    <a:pt x="1333969" y="2283345"/>
                  </a:lnTo>
                  <a:lnTo>
                    <a:pt x="1335836" y="2285200"/>
                  </a:lnTo>
                  <a:lnTo>
                    <a:pt x="1336954" y="2285669"/>
                  </a:lnTo>
                  <a:lnTo>
                    <a:pt x="1339583" y="2285669"/>
                  </a:lnTo>
                  <a:lnTo>
                    <a:pt x="1340700" y="2285200"/>
                  </a:lnTo>
                  <a:lnTo>
                    <a:pt x="1342567" y="2283345"/>
                  </a:lnTo>
                  <a:lnTo>
                    <a:pt x="1343025" y="2282228"/>
                  </a:lnTo>
                  <a:lnTo>
                    <a:pt x="1343025" y="2279599"/>
                  </a:lnTo>
                  <a:close/>
                </a:path>
                <a:path w="4057650" h="3044825">
                  <a:moveTo>
                    <a:pt x="1343025" y="1520875"/>
                  </a:moveTo>
                  <a:lnTo>
                    <a:pt x="1342567" y="1519758"/>
                  </a:lnTo>
                  <a:lnTo>
                    <a:pt x="1340700" y="1517891"/>
                  </a:lnTo>
                  <a:lnTo>
                    <a:pt x="1339583" y="1517434"/>
                  </a:lnTo>
                  <a:lnTo>
                    <a:pt x="1336954" y="1517434"/>
                  </a:lnTo>
                  <a:lnTo>
                    <a:pt x="1335836" y="1517891"/>
                  </a:lnTo>
                  <a:lnTo>
                    <a:pt x="1333969" y="1519758"/>
                  </a:lnTo>
                  <a:lnTo>
                    <a:pt x="1333500" y="1520875"/>
                  </a:lnTo>
                  <a:lnTo>
                    <a:pt x="1333500" y="1523504"/>
                  </a:lnTo>
                  <a:lnTo>
                    <a:pt x="1333969" y="1524635"/>
                  </a:lnTo>
                  <a:lnTo>
                    <a:pt x="1335836" y="1526489"/>
                  </a:lnTo>
                  <a:lnTo>
                    <a:pt x="1336954" y="1526959"/>
                  </a:lnTo>
                  <a:lnTo>
                    <a:pt x="1339583" y="1526959"/>
                  </a:lnTo>
                  <a:lnTo>
                    <a:pt x="1340700" y="1526489"/>
                  </a:lnTo>
                  <a:lnTo>
                    <a:pt x="1342567" y="1524635"/>
                  </a:lnTo>
                  <a:lnTo>
                    <a:pt x="1343025" y="1523504"/>
                  </a:lnTo>
                  <a:lnTo>
                    <a:pt x="1343025" y="1520875"/>
                  </a:lnTo>
                  <a:close/>
                </a:path>
                <a:path w="4057650" h="3044825">
                  <a:moveTo>
                    <a:pt x="1343025" y="762165"/>
                  </a:moveTo>
                  <a:lnTo>
                    <a:pt x="1342567" y="761034"/>
                  </a:lnTo>
                  <a:lnTo>
                    <a:pt x="1340700" y="759180"/>
                  </a:lnTo>
                  <a:lnTo>
                    <a:pt x="1339583" y="758710"/>
                  </a:lnTo>
                  <a:lnTo>
                    <a:pt x="1336954" y="758710"/>
                  </a:lnTo>
                  <a:lnTo>
                    <a:pt x="1335836" y="759180"/>
                  </a:lnTo>
                  <a:lnTo>
                    <a:pt x="1333969" y="761034"/>
                  </a:lnTo>
                  <a:lnTo>
                    <a:pt x="1333500" y="762165"/>
                  </a:lnTo>
                  <a:lnTo>
                    <a:pt x="1333500" y="764794"/>
                  </a:lnTo>
                  <a:lnTo>
                    <a:pt x="1333969" y="765911"/>
                  </a:lnTo>
                  <a:lnTo>
                    <a:pt x="1335836" y="767778"/>
                  </a:lnTo>
                  <a:lnTo>
                    <a:pt x="1336954" y="768235"/>
                  </a:lnTo>
                  <a:lnTo>
                    <a:pt x="1339583" y="768235"/>
                  </a:lnTo>
                  <a:lnTo>
                    <a:pt x="1340700" y="767778"/>
                  </a:lnTo>
                  <a:lnTo>
                    <a:pt x="1342567" y="765911"/>
                  </a:lnTo>
                  <a:lnTo>
                    <a:pt x="1343025" y="764794"/>
                  </a:lnTo>
                  <a:lnTo>
                    <a:pt x="1343025" y="762165"/>
                  </a:lnTo>
                  <a:close/>
                </a:path>
                <a:path w="4057650" h="3044825">
                  <a:moveTo>
                    <a:pt x="1343025" y="3441"/>
                  </a:moveTo>
                  <a:lnTo>
                    <a:pt x="1342567" y="2324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24"/>
                  </a:lnTo>
                  <a:lnTo>
                    <a:pt x="1333500" y="3441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55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55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41"/>
                  </a:lnTo>
                  <a:close/>
                </a:path>
                <a:path w="4057650" h="3044825">
                  <a:moveTo>
                    <a:pt x="1390650" y="3038310"/>
                  </a:moveTo>
                  <a:lnTo>
                    <a:pt x="1390192" y="3037192"/>
                  </a:lnTo>
                  <a:lnTo>
                    <a:pt x="1388325" y="3035325"/>
                  </a:lnTo>
                  <a:lnTo>
                    <a:pt x="1387208" y="3034855"/>
                  </a:lnTo>
                  <a:lnTo>
                    <a:pt x="1384579" y="3034855"/>
                  </a:lnTo>
                  <a:lnTo>
                    <a:pt x="1383461" y="3035325"/>
                  </a:lnTo>
                  <a:lnTo>
                    <a:pt x="1381594" y="3037192"/>
                  </a:lnTo>
                  <a:lnTo>
                    <a:pt x="1381125" y="3038310"/>
                  </a:lnTo>
                  <a:lnTo>
                    <a:pt x="1381125" y="3040938"/>
                  </a:lnTo>
                  <a:lnTo>
                    <a:pt x="1381594" y="3042056"/>
                  </a:lnTo>
                  <a:lnTo>
                    <a:pt x="1383461" y="3043923"/>
                  </a:lnTo>
                  <a:lnTo>
                    <a:pt x="1384579" y="3044380"/>
                  </a:lnTo>
                  <a:lnTo>
                    <a:pt x="1387208" y="3044380"/>
                  </a:lnTo>
                  <a:lnTo>
                    <a:pt x="1388325" y="3043923"/>
                  </a:lnTo>
                  <a:lnTo>
                    <a:pt x="1390192" y="3042056"/>
                  </a:lnTo>
                  <a:lnTo>
                    <a:pt x="1390650" y="3040938"/>
                  </a:lnTo>
                  <a:lnTo>
                    <a:pt x="1390650" y="3038310"/>
                  </a:lnTo>
                  <a:close/>
                </a:path>
                <a:path w="4057650" h="3044825">
                  <a:moveTo>
                    <a:pt x="1390650" y="2279599"/>
                  </a:moveTo>
                  <a:lnTo>
                    <a:pt x="1390192" y="2278469"/>
                  </a:lnTo>
                  <a:lnTo>
                    <a:pt x="1388325" y="2276614"/>
                  </a:lnTo>
                  <a:lnTo>
                    <a:pt x="1387208" y="2276144"/>
                  </a:lnTo>
                  <a:lnTo>
                    <a:pt x="1384579" y="2276144"/>
                  </a:lnTo>
                  <a:lnTo>
                    <a:pt x="1383461" y="2276614"/>
                  </a:lnTo>
                  <a:lnTo>
                    <a:pt x="1381594" y="2278469"/>
                  </a:lnTo>
                  <a:lnTo>
                    <a:pt x="1381125" y="2279599"/>
                  </a:lnTo>
                  <a:lnTo>
                    <a:pt x="1381125" y="2282228"/>
                  </a:lnTo>
                  <a:lnTo>
                    <a:pt x="1381594" y="2283345"/>
                  </a:lnTo>
                  <a:lnTo>
                    <a:pt x="1383461" y="2285200"/>
                  </a:lnTo>
                  <a:lnTo>
                    <a:pt x="1384579" y="2285669"/>
                  </a:lnTo>
                  <a:lnTo>
                    <a:pt x="1387208" y="2285669"/>
                  </a:lnTo>
                  <a:lnTo>
                    <a:pt x="1388325" y="2285200"/>
                  </a:lnTo>
                  <a:lnTo>
                    <a:pt x="1390192" y="2283345"/>
                  </a:lnTo>
                  <a:lnTo>
                    <a:pt x="1390650" y="2282228"/>
                  </a:lnTo>
                  <a:lnTo>
                    <a:pt x="1390650" y="2279599"/>
                  </a:lnTo>
                  <a:close/>
                </a:path>
                <a:path w="4057650" h="3044825">
                  <a:moveTo>
                    <a:pt x="1390650" y="1520875"/>
                  </a:moveTo>
                  <a:lnTo>
                    <a:pt x="1390192" y="1519758"/>
                  </a:lnTo>
                  <a:lnTo>
                    <a:pt x="1388325" y="1517891"/>
                  </a:lnTo>
                  <a:lnTo>
                    <a:pt x="1387208" y="1517434"/>
                  </a:lnTo>
                  <a:lnTo>
                    <a:pt x="1384579" y="1517434"/>
                  </a:lnTo>
                  <a:lnTo>
                    <a:pt x="1383461" y="1517891"/>
                  </a:lnTo>
                  <a:lnTo>
                    <a:pt x="1381594" y="1519758"/>
                  </a:lnTo>
                  <a:lnTo>
                    <a:pt x="1381125" y="1520875"/>
                  </a:lnTo>
                  <a:lnTo>
                    <a:pt x="1381125" y="1523504"/>
                  </a:lnTo>
                  <a:lnTo>
                    <a:pt x="1381594" y="1524635"/>
                  </a:lnTo>
                  <a:lnTo>
                    <a:pt x="1383461" y="1526489"/>
                  </a:lnTo>
                  <a:lnTo>
                    <a:pt x="1384579" y="1526959"/>
                  </a:lnTo>
                  <a:lnTo>
                    <a:pt x="1387208" y="1526959"/>
                  </a:lnTo>
                  <a:lnTo>
                    <a:pt x="1388325" y="1526489"/>
                  </a:lnTo>
                  <a:lnTo>
                    <a:pt x="1390192" y="1524635"/>
                  </a:lnTo>
                  <a:lnTo>
                    <a:pt x="1390650" y="1523504"/>
                  </a:lnTo>
                  <a:lnTo>
                    <a:pt x="1390650" y="1520875"/>
                  </a:lnTo>
                  <a:close/>
                </a:path>
                <a:path w="4057650" h="3044825">
                  <a:moveTo>
                    <a:pt x="1390650" y="762165"/>
                  </a:moveTo>
                  <a:lnTo>
                    <a:pt x="1390192" y="761034"/>
                  </a:lnTo>
                  <a:lnTo>
                    <a:pt x="1388325" y="759180"/>
                  </a:lnTo>
                  <a:lnTo>
                    <a:pt x="1387208" y="758710"/>
                  </a:lnTo>
                  <a:lnTo>
                    <a:pt x="1384579" y="758710"/>
                  </a:lnTo>
                  <a:lnTo>
                    <a:pt x="1383461" y="759180"/>
                  </a:lnTo>
                  <a:lnTo>
                    <a:pt x="1381594" y="761034"/>
                  </a:lnTo>
                  <a:lnTo>
                    <a:pt x="1381125" y="762165"/>
                  </a:lnTo>
                  <a:lnTo>
                    <a:pt x="1381125" y="764794"/>
                  </a:lnTo>
                  <a:lnTo>
                    <a:pt x="1381594" y="765911"/>
                  </a:lnTo>
                  <a:lnTo>
                    <a:pt x="1383461" y="767778"/>
                  </a:lnTo>
                  <a:lnTo>
                    <a:pt x="1384579" y="768235"/>
                  </a:lnTo>
                  <a:lnTo>
                    <a:pt x="1387208" y="768235"/>
                  </a:lnTo>
                  <a:lnTo>
                    <a:pt x="1388325" y="767778"/>
                  </a:lnTo>
                  <a:lnTo>
                    <a:pt x="1390192" y="765911"/>
                  </a:lnTo>
                  <a:lnTo>
                    <a:pt x="1390650" y="764794"/>
                  </a:lnTo>
                  <a:lnTo>
                    <a:pt x="1390650" y="762165"/>
                  </a:lnTo>
                  <a:close/>
                </a:path>
                <a:path w="4057650" h="3044825">
                  <a:moveTo>
                    <a:pt x="1390650" y="3441"/>
                  </a:moveTo>
                  <a:lnTo>
                    <a:pt x="1390192" y="2324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24"/>
                  </a:lnTo>
                  <a:lnTo>
                    <a:pt x="1381125" y="3441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55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55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41"/>
                  </a:lnTo>
                  <a:close/>
                </a:path>
                <a:path w="4057650" h="3044825">
                  <a:moveTo>
                    <a:pt x="1438275" y="3038310"/>
                  </a:moveTo>
                  <a:lnTo>
                    <a:pt x="1437817" y="3037192"/>
                  </a:lnTo>
                  <a:lnTo>
                    <a:pt x="1435950" y="3035325"/>
                  </a:lnTo>
                  <a:lnTo>
                    <a:pt x="1434833" y="3034855"/>
                  </a:lnTo>
                  <a:lnTo>
                    <a:pt x="1432204" y="3034855"/>
                  </a:lnTo>
                  <a:lnTo>
                    <a:pt x="1431086" y="3035325"/>
                  </a:lnTo>
                  <a:lnTo>
                    <a:pt x="1429219" y="3037192"/>
                  </a:lnTo>
                  <a:lnTo>
                    <a:pt x="1428750" y="3038310"/>
                  </a:lnTo>
                  <a:lnTo>
                    <a:pt x="1428750" y="3040938"/>
                  </a:lnTo>
                  <a:lnTo>
                    <a:pt x="1429219" y="3042056"/>
                  </a:lnTo>
                  <a:lnTo>
                    <a:pt x="1431086" y="3043923"/>
                  </a:lnTo>
                  <a:lnTo>
                    <a:pt x="1432204" y="3044380"/>
                  </a:lnTo>
                  <a:lnTo>
                    <a:pt x="1434833" y="3044380"/>
                  </a:lnTo>
                  <a:lnTo>
                    <a:pt x="1435950" y="3043923"/>
                  </a:lnTo>
                  <a:lnTo>
                    <a:pt x="1437817" y="3042056"/>
                  </a:lnTo>
                  <a:lnTo>
                    <a:pt x="1438275" y="3040938"/>
                  </a:lnTo>
                  <a:lnTo>
                    <a:pt x="1438275" y="3038310"/>
                  </a:lnTo>
                  <a:close/>
                </a:path>
                <a:path w="4057650" h="3044825">
                  <a:moveTo>
                    <a:pt x="1438275" y="2279599"/>
                  </a:moveTo>
                  <a:lnTo>
                    <a:pt x="1437817" y="2278469"/>
                  </a:lnTo>
                  <a:lnTo>
                    <a:pt x="1435950" y="2276614"/>
                  </a:lnTo>
                  <a:lnTo>
                    <a:pt x="1434833" y="2276144"/>
                  </a:lnTo>
                  <a:lnTo>
                    <a:pt x="1432204" y="2276144"/>
                  </a:lnTo>
                  <a:lnTo>
                    <a:pt x="1431086" y="2276614"/>
                  </a:lnTo>
                  <a:lnTo>
                    <a:pt x="1429219" y="2278469"/>
                  </a:lnTo>
                  <a:lnTo>
                    <a:pt x="1428750" y="2279599"/>
                  </a:lnTo>
                  <a:lnTo>
                    <a:pt x="1428750" y="2282228"/>
                  </a:lnTo>
                  <a:lnTo>
                    <a:pt x="1429219" y="2283345"/>
                  </a:lnTo>
                  <a:lnTo>
                    <a:pt x="1431086" y="2285200"/>
                  </a:lnTo>
                  <a:lnTo>
                    <a:pt x="1432204" y="2285669"/>
                  </a:lnTo>
                  <a:lnTo>
                    <a:pt x="1434833" y="2285669"/>
                  </a:lnTo>
                  <a:lnTo>
                    <a:pt x="1435950" y="2285200"/>
                  </a:lnTo>
                  <a:lnTo>
                    <a:pt x="1437817" y="2283345"/>
                  </a:lnTo>
                  <a:lnTo>
                    <a:pt x="1438275" y="2282228"/>
                  </a:lnTo>
                  <a:lnTo>
                    <a:pt x="1438275" y="2279599"/>
                  </a:lnTo>
                  <a:close/>
                </a:path>
                <a:path w="4057650" h="3044825">
                  <a:moveTo>
                    <a:pt x="1438275" y="1520875"/>
                  </a:moveTo>
                  <a:lnTo>
                    <a:pt x="1437817" y="1519758"/>
                  </a:lnTo>
                  <a:lnTo>
                    <a:pt x="1435950" y="1517891"/>
                  </a:lnTo>
                  <a:lnTo>
                    <a:pt x="1434833" y="1517434"/>
                  </a:lnTo>
                  <a:lnTo>
                    <a:pt x="1432204" y="1517434"/>
                  </a:lnTo>
                  <a:lnTo>
                    <a:pt x="1431086" y="1517891"/>
                  </a:lnTo>
                  <a:lnTo>
                    <a:pt x="1429219" y="1519758"/>
                  </a:lnTo>
                  <a:lnTo>
                    <a:pt x="1428750" y="1520875"/>
                  </a:lnTo>
                  <a:lnTo>
                    <a:pt x="1428750" y="1523504"/>
                  </a:lnTo>
                  <a:lnTo>
                    <a:pt x="1429219" y="1524635"/>
                  </a:lnTo>
                  <a:lnTo>
                    <a:pt x="1431086" y="1526489"/>
                  </a:lnTo>
                  <a:lnTo>
                    <a:pt x="1432204" y="1526959"/>
                  </a:lnTo>
                  <a:lnTo>
                    <a:pt x="1434833" y="1526959"/>
                  </a:lnTo>
                  <a:lnTo>
                    <a:pt x="1435950" y="1526489"/>
                  </a:lnTo>
                  <a:lnTo>
                    <a:pt x="1437817" y="1524635"/>
                  </a:lnTo>
                  <a:lnTo>
                    <a:pt x="1438275" y="1523504"/>
                  </a:lnTo>
                  <a:lnTo>
                    <a:pt x="1438275" y="1520875"/>
                  </a:lnTo>
                  <a:close/>
                </a:path>
                <a:path w="4057650" h="3044825">
                  <a:moveTo>
                    <a:pt x="1438275" y="762165"/>
                  </a:moveTo>
                  <a:lnTo>
                    <a:pt x="1437817" y="761034"/>
                  </a:lnTo>
                  <a:lnTo>
                    <a:pt x="1435950" y="759180"/>
                  </a:lnTo>
                  <a:lnTo>
                    <a:pt x="1434833" y="758710"/>
                  </a:lnTo>
                  <a:lnTo>
                    <a:pt x="1432204" y="758710"/>
                  </a:lnTo>
                  <a:lnTo>
                    <a:pt x="1431086" y="759180"/>
                  </a:lnTo>
                  <a:lnTo>
                    <a:pt x="1429219" y="761034"/>
                  </a:lnTo>
                  <a:lnTo>
                    <a:pt x="1428750" y="762165"/>
                  </a:lnTo>
                  <a:lnTo>
                    <a:pt x="1428750" y="764794"/>
                  </a:lnTo>
                  <a:lnTo>
                    <a:pt x="1429219" y="765911"/>
                  </a:lnTo>
                  <a:lnTo>
                    <a:pt x="1431086" y="767778"/>
                  </a:lnTo>
                  <a:lnTo>
                    <a:pt x="1432204" y="768235"/>
                  </a:lnTo>
                  <a:lnTo>
                    <a:pt x="1434833" y="768235"/>
                  </a:lnTo>
                  <a:lnTo>
                    <a:pt x="1435950" y="767778"/>
                  </a:lnTo>
                  <a:lnTo>
                    <a:pt x="1437817" y="765911"/>
                  </a:lnTo>
                  <a:lnTo>
                    <a:pt x="1438275" y="764794"/>
                  </a:lnTo>
                  <a:lnTo>
                    <a:pt x="1438275" y="762165"/>
                  </a:lnTo>
                  <a:close/>
                </a:path>
                <a:path w="4057650" h="3044825">
                  <a:moveTo>
                    <a:pt x="1438275" y="3441"/>
                  </a:moveTo>
                  <a:lnTo>
                    <a:pt x="1437817" y="2324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24"/>
                  </a:lnTo>
                  <a:lnTo>
                    <a:pt x="1428750" y="3441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55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55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41"/>
                  </a:lnTo>
                  <a:close/>
                </a:path>
                <a:path w="4057650" h="3044825">
                  <a:moveTo>
                    <a:pt x="1485900" y="3038310"/>
                  </a:moveTo>
                  <a:lnTo>
                    <a:pt x="1485442" y="3037192"/>
                  </a:lnTo>
                  <a:lnTo>
                    <a:pt x="1483575" y="3035325"/>
                  </a:lnTo>
                  <a:lnTo>
                    <a:pt x="1482458" y="3034855"/>
                  </a:lnTo>
                  <a:lnTo>
                    <a:pt x="1479829" y="3034855"/>
                  </a:lnTo>
                  <a:lnTo>
                    <a:pt x="1478711" y="3035325"/>
                  </a:lnTo>
                  <a:lnTo>
                    <a:pt x="1476844" y="3037192"/>
                  </a:lnTo>
                  <a:lnTo>
                    <a:pt x="1476375" y="3038310"/>
                  </a:lnTo>
                  <a:lnTo>
                    <a:pt x="1476375" y="3040938"/>
                  </a:lnTo>
                  <a:lnTo>
                    <a:pt x="1476844" y="3042056"/>
                  </a:lnTo>
                  <a:lnTo>
                    <a:pt x="1478711" y="3043923"/>
                  </a:lnTo>
                  <a:lnTo>
                    <a:pt x="1479829" y="3044380"/>
                  </a:lnTo>
                  <a:lnTo>
                    <a:pt x="1482458" y="3044380"/>
                  </a:lnTo>
                  <a:lnTo>
                    <a:pt x="1483575" y="3043923"/>
                  </a:lnTo>
                  <a:lnTo>
                    <a:pt x="1485442" y="3042056"/>
                  </a:lnTo>
                  <a:lnTo>
                    <a:pt x="1485900" y="3040938"/>
                  </a:lnTo>
                  <a:lnTo>
                    <a:pt x="1485900" y="3038310"/>
                  </a:lnTo>
                  <a:close/>
                </a:path>
                <a:path w="4057650" h="3044825">
                  <a:moveTo>
                    <a:pt x="1485900" y="2279599"/>
                  </a:moveTo>
                  <a:lnTo>
                    <a:pt x="1485442" y="2278469"/>
                  </a:lnTo>
                  <a:lnTo>
                    <a:pt x="1483575" y="2276614"/>
                  </a:lnTo>
                  <a:lnTo>
                    <a:pt x="1482458" y="2276144"/>
                  </a:lnTo>
                  <a:lnTo>
                    <a:pt x="1479829" y="2276144"/>
                  </a:lnTo>
                  <a:lnTo>
                    <a:pt x="1478711" y="2276614"/>
                  </a:lnTo>
                  <a:lnTo>
                    <a:pt x="1476844" y="2278469"/>
                  </a:lnTo>
                  <a:lnTo>
                    <a:pt x="1476375" y="2279599"/>
                  </a:lnTo>
                  <a:lnTo>
                    <a:pt x="1476375" y="2282228"/>
                  </a:lnTo>
                  <a:lnTo>
                    <a:pt x="1476844" y="2283345"/>
                  </a:lnTo>
                  <a:lnTo>
                    <a:pt x="1478711" y="2285200"/>
                  </a:lnTo>
                  <a:lnTo>
                    <a:pt x="1479829" y="2285669"/>
                  </a:lnTo>
                  <a:lnTo>
                    <a:pt x="1482458" y="2285669"/>
                  </a:lnTo>
                  <a:lnTo>
                    <a:pt x="1483575" y="2285200"/>
                  </a:lnTo>
                  <a:lnTo>
                    <a:pt x="1485442" y="2283345"/>
                  </a:lnTo>
                  <a:lnTo>
                    <a:pt x="1485900" y="2282228"/>
                  </a:lnTo>
                  <a:lnTo>
                    <a:pt x="1485900" y="2279599"/>
                  </a:lnTo>
                  <a:close/>
                </a:path>
                <a:path w="4057650" h="3044825">
                  <a:moveTo>
                    <a:pt x="1485900" y="1520875"/>
                  </a:moveTo>
                  <a:lnTo>
                    <a:pt x="1485442" y="1519758"/>
                  </a:lnTo>
                  <a:lnTo>
                    <a:pt x="1483575" y="1517891"/>
                  </a:lnTo>
                  <a:lnTo>
                    <a:pt x="1482458" y="1517434"/>
                  </a:lnTo>
                  <a:lnTo>
                    <a:pt x="1479829" y="1517434"/>
                  </a:lnTo>
                  <a:lnTo>
                    <a:pt x="1478711" y="1517891"/>
                  </a:lnTo>
                  <a:lnTo>
                    <a:pt x="1476844" y="1519758"/>
                  </a:lnTo>
                  <a:lnTo>
                    <a:pt x="1476375" y="1520875"/>
                  </a:lnTo>
                  <a:lnTo>
                    <a:pt x="1476375" y="1523504"/>
                  </a:lnTo>
                  <a:lnTo>
                    <a:pt x="1476844" y="1524635"/>
                  </a:lnTo>
                  <a:lnTo>
                    <a:pt x="1478711" y="1526489"/>
                  </a:lnTo>
                  <a:lnTo>
                    <a:pt x="1479829" y="1526959"/>
                  </a:lnTo>
                  <a:lnTo>
                    <a:pt x="1482458" y="1526959"/>
                  </a:lnTo>
                  <a:lnTo>
                    <a:pt x="1483575" y="1526489"/>
                  </a:lnTo>
                  <a:lnTo>
                    <a:pt x="1485442" y="1524635"/>
                  </a:lnTo>
                  <a:lnTo>
                    <a:pt x="1485900" y="1523504"/>
                  </a:lnTo>
                  <a:lnTo>
                    <a:pt x="1485900" y="1520875"/>
                  </a:lnTo>
                  <a:close/>
                </a:path>
                <a:path w="4057650" h="3044825">
                  <a:moveTo>
                    <a:pt x="1485900" y="762165"/>
                  </a:moveTo>
                  <a:lnTo>
                    <a:pt x="1485442" y="761034"/>
                  </a:lnTo>
                  <a:lnTo>
                    <a:pt x="1483575" y="759180"/>
                  </a:lnTo>
                  <a:lnTo>
                    <a:pt x="1482458" y="758710"/>
                  </a:lnTo>
                  <a:lnTo>
                    <a:pt x="1479829" y="758710"/>
                  </a:lnTo>
                  <a:lnTo>
                    <a:pt x="1478711" y="759180"/>
                  </a:lnTo>
                  <a:lnTo>
                    <a:pt x="1476844" y="761034"/>
                  </a:lnTo>
                  <a:lnTo>
                    <a:pt x="1476375" y="762165"/>
                  </a:lnTo>
                  <a:lnTo>
                    <a:pt x="1476375" y="764794"/>
                  </a:lnTo>
                  <a:lnTo>
                    <a:pt x="1476844" y="765911"/>
                  </a:lnTo>
                  <a:lnTo>
                    <a:pt x="1478711" y="767778"/>
                  </a:lnTo>
                  <a:lnTo>
                    <a:pt x="1479829" y="768235"/>
                  </a:lnTo>
                  <a:lnTo>
                    <a:pt x="1482458" y="768235"/>
                  </a:lnTo>
                  <a:lnTo>
                    <a:pt x="1483575" y="767778"/>
                  </a:lnTo>
                  <a:lnTo>
                    <a:pt x="1485442" y="765911"/>
                  </a:lnTo>
                  <a:lnTo>
                    <a:pt x="1485900" y="764794"/>
                  </a:lnTo>
                  <a:lnTo>
                    <a:pt x="1485900" y="762165"/>
                  </a:lnTo>
                  <a:close/>
                </a:path>
                <a:path w="4057650" h="3044825">
                  <a:moveTo>
                    <a:pt x="1485900" y="3441"/>
                  </a:moveTo>
                  <a:lnTo>
                    <a:pt x="1485442" y="2324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24"/>
                  </a:lnTo>
                  <a:lnTo>
                    <a:pt x="1476375" y="3441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55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55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41"/>
                  </a:lnTo>
                  <a:close/>
                </a:path>
                <a:path w="4057650" h="3044825">
                  <a:moveTo>
                    <a:pt x="1533525" y="3038310"/>
                  </a:moveTo>
                  <a:lnTo>
                    <a:pt x="1533067" y="3037192"/>
                  </a:lnTo>
                  <a:lnTo>
                    <a:pt x="1531200" y="3035325"/>
                  </a:lnTo>
                  <a:lnTo>
                    <a:pt x="1530083" y="3034855"/>
                  </a:lnTo>
                  <a:lnTo>
                    <a:pt x="1527454" y="3034855"/>
                  </a:lnTo>
                  <a:lnTo>
                    <a:pt x="1526336" y="3035325"/>
                  </a:lnTo>
                  <a:lnTo>
                    <a:pt x="1524469" y="3037192"/>
                  </a:lnTo>
                  <a:lnTo>
                    <a:pt x="1524000" y="3038310"/>
                  </a:lnTo>
                  <a:lnTo>
                    <a:pt x="1524000" y="3040938"/>
                  </a:lnTo>
                  <a:lnTo>
                    <a:pt x="1524469" y="3042056"/>
                  </a:lnTo>
                  <a:lnTo>
                    <a:pt x="1526336" y="3043923"/>
                  </a:lnTo>
                  <a:lnTo>
                    <a:pt x="1527454" y="3044380"/>
                  </a:lnTo>
                  <a:lnTo>
                    <a:pt x="1530083" y="3044380"/>
                  </a:lnTo>
                  <a:lnTo>
                    <a:pt x="1531200" y="3043923"/>
                  </a:lnTo>
                  <a:lnTo>
                    <a:pt x="1533067" y="3042056"/>
                  </a:lnTo>
                  <a:lnTo>
                    <a:pt x="1533525" y="3040938"/>
                  </a:lnTo>
                  <a:lnTo>
                    <a:pt x="1533525" y="3038310"/>
                  </a:lnTo>
                  <a:close/>
                </a:path>
                <a:path w="4057650" h="3044825">
                  <a:moveTo>
                    <a:pt x="1533525" y="2279599"/>
                  </a:moveTo>
                  <a:lnTo>
                    <a:pt x="1533067" y="2278469"/>
                  </a:lnTo>
                  <a:lnTo>
                    <a:pt x="1531200" y="2276614"/>
                  </a:lnTo>
                  <a:lnTo>
                    <a:pt x="1530083" y="2276144"/>
                  </a:lnTo>
                  <a:lnTo>
                    <a:pt x="1527454" y="2276144"/>
                  </a:lnTo>
                  <a:lnTo>
                    <a:pt x="1526336" y="2276614"/>
                  </a:lnTo>
                  <a:lnTo>
                    <a:pt x="1524469" y="2278469"/>
                  </a:lnTo>
                  <a:lnTo>
                    <a:pt x="1524000" y="2279599"/>
                  </a:lnTo>
                  <a:lnTo>
                    <a:pt x="1524000" y="2282228"/>
                  </a:lnTo>
                  <a:lnTo>
                    <a:pt x="1524469" y="2283345"/>
                  </a:lnTo>
                  <a:lnTo>
                    <a:pt x="1526336" y="2285200"/>
                  </a:lnTo>
                  <a:lnTo>
                    <a:pt x="1527454" y="2285669"/>
                  </a:lnTo>
                  <a:lnTo>
                    <a:pt x="1530083" y="2285669"/>
                  </a:lnTo>
                  <a:lnTo>
                    <a:pt x="1531200" y="2285200"/>
                  </a:lnTo>
                  <a:lnTo>
                    <a:pt x="1533067" y="2283345"/>
                  </a:lnTo>
                  <a:lnTo>
                    <a:pt x="1533525" y="2282228"/>
                  </a:lnTo>
                  <a:lnTo>
                    <a:pt x="1533525" y="2279599"/>
                  </a:lnTo>
                  <a:close/>
                </a:path>
                <a:path w="4057650" h="3044825">
                  <a:moveTo>
                    <a:pt x="1533525" y="1520875"/>
                  </a:moveTo>
                  <a:lnTo>
                    <a:pt x="1533067" y="1519758"/>
                  </a:lnTo>
                  <a:lnTo>
                    <a:pt x="1531200" y="1517891"/>
                  </a:lnTo>
                  <a:lnTo>
                    <a:pt x="1530083" y="1517434"/>
                  </a:lnTo>
                  <a:lnTo>
                    <a:pt x="1527454" y="1517434"/>
                  </a:lnTo>
                  <a:lnTo>
                    <a:pt x="1526336" y="1517891"/>
                  </a:lnTo>
                  <a:lnTo>
                    <a:pt x="1524469" y="1519758"/>
                  </a:lnTo>
                  <a:lnTo>
                    <a:pt x="1524000" y="1520875"/>
                  </a:lnTo>
                  <a:lnTo>
                    <a:pt x="1524000" y="1523504"/>
                  </a:lnTo>
                  <a:lnTo>
                    <a:pt x="1524469" y="1524635"/>
                  </a:lnTo>
                  <a:lnTo>
                    <a:pt x="1526336" y="1526489"/>
                  </a:lnTo>
                  <a:lnTo>
                    <a:pt x="1527454" y="1526959"/>
                  </a:lnTo>
                  <a:lnTo>
                    <a:pt x="1530083" y="1526959"/>
                  </a:lnTo>
                  <a:lnTo>
                    <a:pt x="1531200" y="1526489"/>
                  </a:lnTo>
                  <a:lnTo>
                    <a:pt x="1533067" y="1524635"/>
                  </a:lnTo>
                  <a:lnTo>
                    <a:pt x="1533525" y="1523504"/>
                  </a:lnTo>
                  <a:lnTo>
                    <a:pt x="1533525" y="1520875"/>
                  </a:lnTo>
                  <a:close/>
                </a:path>
                <a:path w="4057650" h="3044825">
                  <a:moveTo>
                    <a:pt x="1533525" y="762165"/>
                  </a:moveTo>
                  <a:lnTo>
                    <a:pt x="1533067" y="761034"/>
                  </a:lnTo>
                  <a:lnTo>
                    <a:pt x="1531200" y="759180"/>
                  </a:lnTo>
                  <a:lnTo>
                    <a:pt x="1530083" y="758710"/>
                  </a:lnTo>
                  <a:lnTo>
                    <a:pt x="1527454" y="758710"/>
                  </a:lnTo>
                  <a:lnTo>
                    <a:pt x="1526336" y="759180"/>
                  </a:lnTo>
                  <a:lnTo>
                    <a:pt x="1524469" y="761034"/>
                  </a:lnTo>
                  <a:lnTo>
                    <a:pt x="1524000" y="762165"/>
                  </a:lnTo>
                  <a:lnTo>
                    <a:pt x="1524000" y="764794"/>
                  </a:lnTo>
                  <a:lnTo>
                    <a:pt x="1524469" y="765911"/>
                  </a:lnTo>
                  <a:lnTo>
                    <a:pt x="1526336" y="767778"/>
                  </a:lnTo>
                  <a:lnTo>
                    <a:pt x="1527454" y="768235"/>
                  </a:lnTo>
                  <a:lnTo>
                    <a:pt x="1530083" y="768235"/>
                  </a:lnTo>
                  <a:lnTo>
                    <a:pt x="1531200" y="767778"/>
                  </a:lnTo>
                  <a:lnTo>
                    <a:pt x="1533067" y="765911"/>
                  </a:lnTo>
                  <a:lnTo>
                    <a:pt x="1533525" y="764794"/>
                  </a:lnTo>
                  <a:lnTo>
                    <a:pt x="1533525" y="762165"/>
                  </a:lnTo>
                  <a:close/>
                </a:path>
                <a:path w="4057650" h="3044825">
                  <a:moveTo>
                    <a:pt x="1533525" y="3441"/>
                  </a:moveTo>
                  <a:lnTo>
                    <a:pt x="1533067" y="2324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24"/>
                  </a:lnTo>
                  <a:lnTo>
                    <a:pt x="1524000" y="3441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55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55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41"/>
                  </a:lnTo>
                  <a:close/>
                </a:path>
                <a:path w="4057650" h="3044825">
                  <a:moveTo>
                    <a:pt x="1581150" y="3038310"/>
                  </a:moveTo>
                  <a:lnTo>
                    <a:pt x="1580692" y="3037192"/>
                  </a:lnTo>
                  <a:lnTo>
                    <a:pt x="1578825" y="3035325"/>
                  </a:lnTo>
                  <a:lnTo>
                    <a:pt x="1577708" y="3034855"/>
                  </a:lnTo>
                  <a:lnTo>
                    <a:pt x="1575079" y="3034855"/>
                  </a:lnTo>
                  <a:lnTo>
                    <a:pt x="1573961" y="3035325"/>
                  </a:lnTo>
                  <a:lnTo>
                    <a:pt x="1572094" y="3037192"/>
                  </a:lnTo>
                  <a:lnTo>
                    <a:pt x="1571625" y="3038310"/>
                  </a:lnTo>
                  <a:lnTo>
                    <a:pt x="1571625" y="3040938"/>
                  </a:lnTo>
                  <a:lnTo>
                    <a:pt x="1572094" y="3042056"/>
                  </a:lnTo>
                  <a:lnTo>
                    <a:pt x="1573961" y="3043923"/>
                  </a:lnTo>
                  <a:lnTo>
                    <a:pt x="1575079" y="3044380"/>
                  </a:lnTo>
                  <a:lnTo>
                    <a:pt x="1577708" y="3044380"/>
                  </a:lnTo>
                  <a:lnTo>
                    <a:pt x="1578825" y="3043923"/>
                  </a:lnTo>
                  <a:lnTo>
                    <a:pt x="1580692" y="3042056"/>
                  </a:lnTo>
                  <a:lnTo>
                    <a:pt x="1581150" y="3040938"/>
                  </a:lnTo>
                  <a:lnTo>
                    <a:pt x="1581150" y="3038310"/>
                  </a:lnTo>
                  <a:close/>
                </a:path>
                <a:path w="4057650" h="3044825">
                  <a:moveTo>
                    <a:pt x="1581150" y="2279599"/>
                  </a:moveTo>
                  <a:lnTo>
                    <a:pt x="1580692" y="2278469"/>
                  </a:lnTo>
                  <a:lnTo>
                    <a:pt x="1578825" y="2276614"/>
                  </a:lnTo>
                  <a:lnTo>
                    <a:pt x="1577708" y="2276144"/>
                  </a:lnTo>
                  <a:lnTo>
                    <a:pt x="1575079" y="2276144"/>
                  </a:lnTo>
                  <a:lnTo>
                    <a:pt x="1573961" y="2276614"/>
                  </a:lnTo>
                  <a:lnTo>
                    <a:pt x="1572094" y="2278469"/>
                  </a:lnTo>
                  <a:lnTo>
                    <a:pt x="1571625" y="2279599"/>
                  </a:lnTo>
                  <a:lnTo>
                    <a:pt x="1571625" y="2282228"/>
                  </a:lnTo>
                  <a:lnTo>
                    <a:pt x="1572094" y="2283345"/>
                  </a:lnTo>
                  <a:lnTo>
                    <a:pt x="1573961" y="2285200"/>
                  </a:lnTo>
                  <a:lnTo>
                    <a:pt x="1575079" y="2285669"/>
                  </a:lnTo>
                  <a:lnTo>
                    <a:pt x="1577708" y="2285669"/>
                  </a:lnTo>
                  <a:lnTo>
                    <a:pt x="1578825" y="2285200"/>
                  </a:lnTo>
                  <a:lnTo>
                    <a:pt x="1580692" y="2283345"/>
                  </a:lnTo>
                  <a:lnTo>
                    <a:pt x="1581150" y="2282228"/>
                  </a:lnTo>
                  <a:lnTo>
                    <a:pt x="1581150" y="2279599"/>
                  </a:lnTo>
                  <a:close/>
                </a:path>
                <a:path w="4057650" h="3044825">
                  <a:moveTo>
                    <a:pt x="1581150" y="1520875"/>
                  </a:moveTo>
                  <a:lnTo>
                    <a:pt x="1580692" y="1519758"/>
                  </a:lnTo>
                  <a:lnTo>
                    <a:pt x="1578825" y="1517891"/>
                  </a:lnTo>
                  <a:lnTo>
                    <a:pt x="1577708" y="1517434"/>
                  </a:lnTo>
                  <a:lnTo>
                    <a:pt x="1575079" y="1517434"/>
                  </a:lnTo>
                  <a:lnTo>
                    <a:pt x="1573961" y="1517891"/>
                  </a:lnTo>
                  <a:lnTo>
                    <a:pt x="1572094" y="1519758"/>
                  </a:lnTo>
                  <a:lnTo>
                    <a:pt x="1571625" y="1520875"/>
                  </a:lnTo>
                  <a:lnTo>
                    <a:pt x="1571625" y="1523504"/>
                  </a:lnTo>
                  <a:lnTo>
                    <a:pt x="1572094" y="1524635"/>
                  </a:lnTo>
                  <a:lnTo>
                    <a:pt x="1573961" y="1526489"/>
                  </a:lnTo>
                  <a:lnTo>
                    <a:pt x="1575079" y="1526959"/>
                  </a:lnTo>
                  <a:lnTo>
                    <a:pt x="1577708" y="1526959"/>
                  </a:lnTo>
                  <a:lnTo>
                    <a:pt x="1578825" y="1526489"/>
                  </a:lnTo>
                  <a:lnTo>
                    <a:pt x="1580692" y="1524635"/>
                  </a:lnTo>
                  <a:lnTo>
                    <a:pt x="1581150" y="1523504"/>
                  </a:lnTo>
                  <a:lnTo>
                    <a:pt x="1581150" y="1520875"/>
                  </a:lnTo>
                  <a:close/>
                </a:path>
                <a:path w="4057650" h="3044825">
                  <a:moveTo>
                    <a:pt x="1581150" y="762165"/>
                  </a:moveTo>
                  <a:lnTo>
                    <a:pt x="1580692" y="761034"/>
                  </a:lnTo>
                  <a:lnTo>
                    <a:pt x="1578825" y="759180"/>
                  </a:lnTo>
                  <a:lnTo>
                    <a:pt x="1577708" y="758710"/>
                  </a:lnTo>
                  <a:lnTo>
                    <a:pt x="1575079" y="758710"/>
                  </a:lnTo>
                  <a:lnTo>
                    <a:pt x="1573961" y="759180"/>
                  </a:lnTo>
                  <a:lnTo>
                    <a:pt x="1572094" y="761034"/>
                  </a:lnTo>
                  <a:lnTo>
                    <a:pt x="1571625" y="762165"/>
                  </a:lnTo>
                  <a:lnTo>
                    <a:pt x="1571625" y="764794"/>
                  </a:lnTo>
                  <a:lnTo>
                    <a:pt x="1572094" y="765911"/>
                  </a:lnTo>
                  <a:lnTo>
                    <a:pt x="1573961" y="767778"/>
                  </a:lnTo>
                  <a:lnTo>
                    <a:pt x="1575079" y="768235"/>
                  </a:lnTo>
                  <a:lnTo>
                    <a:pt x="1577708" y="768235"/>
                  </a:lnTo>
                  <a:lnTo>
                    <a:pt x="1578825" y="767778"/>
                  </a:lnTo>
                  <a:lnTo>
                    <a:pt x="1580692" y="765911"/>
                  </a:lnTo>
                  <a:lnTo>
                    <a:pt x="1581150" y="764794"/>
                  </a:lnTo>
                  <a:lnTo>
                    <a:pt x="1581150" y="762165"/>
                  </a:lnTo>
                  <a:close/>
                </a:path>
                <a:path w="4057650" h="3044825">
                  <a:moveTo>
                    <a:pt x="1581150" y="3441"/>
                  </a:moveTo>
                  <a:lnTo>
                    <a:pt x="1580692" y="2324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24"/>
                  </a:lnTo>
                  <a:lnTo>
                    <a:pt x="1571625" y="3441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55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55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41"/>
                  </a:lnTo>
                  <a:close/>
                </a:path>
                <a:path w="4057650" h="3044825">
                  <a:moveTo>
                    <a:pt x="1628775" y="3038310"/>
                  </a:moveTo>
                  <a:lnTo>
                    <a:pt x="1628317" y="3037192"/>
                  </a:lnTo>
                  <a:lnTo>
                    <a:pt x="1626450" y="3035325"/>
                  </a:lnTo>
                  <a:lnTo>
                    <a:pt x="1625333" y="3034855"/>
                  </a:lnTo>
                  <a:lnTo>
                    <a:pt x="1622704" y="3034855"/>
                  </a:lnTo>
                  <a:lnTo>
                    <a:pt x="1621586" y="3035325"/>
                  </a:lnTo>
                  <a:lnTo>
                    <a:pt x="1619719" y="3037192"/>
                  </a:lnTo>
                  <a:lnTo>
                    <a:pt x="1619250" y="3038310"/>
                  </a:lnTo>
                  <a:lnTo>
                    <a:pt x="1619250" y="3040938"/>
                  </a:lnTo>
                  <a:lnTo>
                    <a:pt x="1619719" y="3042056"/>
                  </a:lnTo>
                  <a:lnTo>
                    <a:pt x="1621586" y="3043923"/>
                  </a:lnTo>
                  <a:lnTo>
                    <a:pt x="1622704" y="3044380"/>
                  </a:lnTo>
                  <a:lnTo>
                    <a:pt x="1625333" y="3044380"/>
                  </a:lnTo>
                  <a:lnTo>
                    <a:pt x="1626450" y="3043923"/>
                  </a:lnTo>
                  <a:lnTo>
                    <a:pt x="1628317" y="3042056"/>
                  </a:lnTo>
                  <a:lnTo>
                    <a:pt x="1628775" y="3040938"/>
                  </a:lnTo>
                  <a:lnTo>
                    <a:pt x="1628775" y="3038310"/>
                  </a:lnTo>
                  <a:close/>
                </a:path>
                <a:path w="4057650" h="3044825">
                  <a:moveTo>
                    <a:pt x="1628775" y="2279599"/>
                  </a:moveTo>
                  <a:lnTo>
                    <a:pt x="1628317" y="2278469"/>
                  </a:lnTo>
                  <a:lnTo>
                    <a:pt x="1626450" y="2276614"/>
                  </a:lnTo>
                  <a:lnTo>
                    <a:pt x="1625333" y="2276144"/>
                  </a:lnTo>
                  <a:lnTo>
                    <a:pt x="1622704" y="2276144"/>
                  </a:lnTo>
                  <a:lnTo>
                    <a:pt x="1621586" y="2276614"/>
                  </a:lnTo>
                  <a:lnTo>
                    <a:pt x="1619719" y="2278469"/>
                  </a:lnTo>
                  <a:lnTo>
                    <a:pt x="1619250" y="2279599"/>
                  </a:lnTo>
                  <a:lnTo>
                    <a:pt x="1619250" y="2282228"/>
                  </a:lnTo>
                  <a:lnTo>
                    <a:pt x="1619719" y="2283345"/>
                  </a:lnTo>
                  <a:lnTo>
                    <a:pt x="1621586" y="2285200"/>
                  </a:lnTo>
                  <a:lnTo>
                    <a:pt x="1622704" y="2285669"/>
                  </a:lnTo>
                  <a:lnTo>
                    <a:pt x="1625333" y="2285669"/>
                  </a:lnTo>
                  <a:lnTo>
                    <a:pt x="1626450" y="2285200"/>
                  </a:lnTo>
                  <a:lnTo>
                    <a:pt x="1628317" y="2283345"/>
                  </a:lnTo>
                  <a:lnTo>
                    <a:pt x="1628775" y="2282228"/>
                  </a:lnTo>
                  <a:lnTo>
                    <a:pt x="1628775" y="2279599"/>
                  </a:lnTo>
                  <a:close/>
                </a:path>
                <a:path w="4057650" h="3044825">
                  <a:moveTo>
                    <a:pt x="1628775" y="1520875"/>
                  </a:moveTo>
                  <a:lnTo>
                    <a:pt x="1628317" y="1519758"/>
                  </a:lnTo>
                  <a:lnTo>
                    <a:pt x="1626450" y="1517891"/>
                  </a:lnTo>
                  <a:lnTo>
                    <a:pt x="1625333" y="1517434"/>
                  </a:lnTo>
                  <a:lnTo>
                    <a:pt x="1622704" y="1517434"/>
                  </a:lnTo>
                  <a:lnTo>
                    <a:pt x="1621586" y="1517891"/>
                  </a:lnTo>
                  <a:lnTo>
                    <a:pt x="1619719" y="1519758"/>
                  </a:lnTo>
                  <a:lnTo>
                    <a:pt x="1619250" y="1520875"/>
                  </a:lnTo>
                  <a:lnTo>
                    <a:pt x="1619250" y="1523504"/>
                  </a:lnTo>
                  <a:lnTo>
                    <a:pt x="1619719" y="1524635"/>
                  </a:lnTo>
                  <a:lnTo>
                    <a:pt x="1621586" y="1526489"/>
                  </a:lnTo>
                  <a:lnTo>
                    <a:pt x="1622704" y="1526959"/>
                  </a:lnTo>
                  <a:lnTo>
                    <a:pt x="1625333" y="1526959"/>
                  </a:lnTo>
                  <a:lnTo>
                    <a:pt x="1626450" y="1526489"/>
                  </a:lnTo>
                  <a:lnTo>
                    <a:pt x="1628317" y="1524635"/>
                  </a:lnTo>
                  <a:lnTo>
                    <a:pt x="1628775" y="1523504"/>
                  </a:lnTo>
                  <a:lnTo>
                    <a:pt x="1628775" y="1520875"/>
                  </a:lnTo>
                  <a:close/>
                </a:path>
                <a:path w="4057650" h="3044825">
                  <a:moveTo>
                    <a:pt x="1628775" y="762165"/>
                  </a:moveTo>
                  <a:lnTo>
                    <a:pt x="1628317" y="761034"/>
                  </a:lnTo>
                  <a:lnTo>
                    <a:pt x="1626450" y="759180"/>
                  </a:lnTo>
                  <a:lnTo>
                    <a:pt x="1625333" y="758710"/>
                  </a:lnTo>
                  <a:lnTo>
                    <a:pt x="1622704" y="758710"/>
                  </a:lnTo>
                  <a:lnTo>
                    <a:pt x="1621586" y="759180"/>
                  </a:lnTo>
                  <a:lnTo>
                    <a:pt x="1619719" y="761034"/>
                  </a:lnTo>
                  <a:lnTo>
                    <a:pt x="1619250" y="762165"/>
                  </a:lnTo>
                  <a:lnTo>
                    <a:pt x="1619250" y="764794"/>
                  </a:lnTo>
                  <a:lnTo>
                    <a:pt x="1619719" y="765911"/>
                  </a:lnTo>
                  <a:lnTo>
                    <a:pt x="1621586" y="767778"/>
                  </a:lnTo>
                  <a:lnTo>
                    <a:pt x="1622704" y="768235"/>
                  </a:lnTo>
                  <a:lnTo>
                    <a:pt x="1625333" y="768235"/>
                  </a:lnTo>
                  <a:lnTo>
                    <a:pt x="1626450" y="767778"/>
                  </a:lnTo>
                  <a:lnTo>
                    <a:pt x="1628317" y="765911"/>
                  </a:lnTo>
                  <a:lnTo>
                    <a:pt x="1628775" y="764794"/>
                  </a:lnTo>
                  <a:lnTo>
                    <a:pt x="1628775" y="762165"/>
                  </a:lnTo>
                  <a:close/>
                </a:path>
                <a:path w="4057650" h="3044825">
                  <a:moveTo>
                    <a:pt x="1628775" y="3441"/>
                  </a:moveTo>
                  <a:lnTo>
                    <a:pt x="1628317" y="2324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24"/>
                  </a:lnTo>
                  <a:lnTo>
                    <a:pt x="1619250" y="3441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55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55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41"/>
                  </a:lnTo>
                  <a:close/>
                </a:path>
                <a:path w="4057650" h="3044825">
                  <a:moveTo>
                    <a:pt x="1676400" y="3038310"/>
                  </a:moveTo>
                  <a:lnTo>
                    <a:pt x="1675942" y="3037192"/>
                  </a:lnTo>
                  <a:lnTo>
                    <a:pt x="1674075" y="3035325"/>
                  </a:lnTo>
                  <a:lnTo>
                    <a:pt x="1672958" y="3034855"/>
                  </a:lnTo>
                  <a:lnTo>
                    <a:pt x="1670329" y="3034855"/>
                  </a:lnTo>
                  <a:lnTo>
                    <a:pt x="1669211" y="3035325"/>
                  </a:lnTo>
                  <a:lnTo>
                    <a:pt x="1667344" y="3037192"/>
                  </a:lnTo>
                  <a:lnTo>
                    <a:pt x="1666875" y="3038310"/>
                  </a:lnTo>
                  <a:lnTo>
                    <a:pt x="1666875" y="3040938"/>
                  </a:lnTo>
                  <a:lnTo>
                    <a:pt x="1667344" y="3042056"/>
                  </a:lnTo>
                  <a:lnTo>
                    <a:pt x="1669211" y="3043923"/>
                  </a:lnTo>
                  <a:lnTo>
                    <a:pt x="1670329" y="3044380"/>
                  </a:lnTo>
                  <a:lnTo>
                    <a:pt x="1672958" y="3044380"/>
                  </a:lnTo>
                  <a:lnTo>
                    <a:pt x="1674075" y="3043923"/>
                  </a:lnTo>
                  <a:lnTo>
                    <a:pt x="1675942" y="3042056"/>
                  </a:lnTo>
                  <a:lnTo>
                    <a:pt x="1676400" y="3040938"/>
                  </a:lnTo>
                  <a:lnTo>
                    <a:pt x="1676400" y="3038310"/>
                  </a:lnTo>
                  <a:close/>
                </a:path>
                <a:path w="4057650" h="3044825">
                  <a:moveTo>
                    <a:pt x="1676400" y="2279599"/>
                  </a:moveTo>
                  <a:lnTo>
                    <a:pt x="1675942" y="2278469"/>
                  </a:lnTo>
                  <a:lnTo>
                    <a:pt x="1674075" y="2276614"/>
                  </a:lnTo>
                  <a:lnTo>
                    <a:pt x="1672958" y="2276144"/>
                  </a:lnTo>
                  <a:lnTo>
                    <a:pt x="1670329" y="2276144"/>
                  </a:lnTo>
                  <a:lnTo>
                    <a:pt x="1669211" y="2276614"/>
                  </a:lnTo>
                  <a:lnTo>
                    <a:pt x="1667344" y="2278469"/>
                  </a:lnTo>
                  <a:lnTo>
                    <a:pt x="1666875" y="2279599"/>
                  </a:lnTo>
                  <a:lnTo>
                    <a:pt x="1666875" y="2282228"/>
                  </a:lnTo>
                  <a:lnTo>
                    <a:pt x="1667344" y="2283345"/>
                  </a:lnTo>
                  <a:lnTo>
                    <a:pt x="1669211" y="2285200"/>
                  </a:lnTo>
                  <a:lnTo>
                    <a:pt x="1670329" y="2285669"/>
                  </a:lnTo>
                  <a:lnTo>
                    <a:pt x="1672958" y="2285669"/>
                  </a:lnTo>
                  <a:lnTo>
                    <a:pt x="1674075" y="2285200"/>
                  </a:lnTo>
                  <a:lnTo>
                    <a:pt x="1675942" y="2283345"/>
                  </a:lnTo>
                  <a:lnTo>
                    <a:pt x="1676400" y="2282228"/>
                  </a:lnTo>
                  <a:lnTo>
                    <a:pt x="1676400" y="2279599"/>
                  </a:lnTo>
                  <a:close/>
                </a:path>
                <a:path w="4057650" h="3044825">
                  <a:moveTo>
                    <a:pt x="1676400" y="1520875"/>
                  </a:moveTo>
                  <a:lnTo>
                    <a:pt x="1675942" y="1519758"/>
                  </a:lnTo>
                  <a:lnTo>
                    <a:pt x="1674075" y="1517891"/>
                  </a:lnTo>
                  <a:lnTo>
                    <a:pt x="1672958" y="1517434"/>
                  </a:lnTo>
                  <a:lnTo>
                    <a:pt x="1670329" y="1517434"/>
                  </a:lnTo>
                  <a:lnTo>
                    <a:pt x="1669211" y="1517891"/>
                  </a:lnTo>
                  <a:lnTo>
                    <a:pt x="1667344" y="1519758"/>
                  </a:lnTo>
                  <a:lnTo>
                    <a:pt x="1666875" y="1520875"/>
                  </a:lnTo>
                  <a:lnTo>
                    <a:pt x="1666875" y="1523504"/>
                  </a:lnTo>
                  <a:lnTo>
                    <a:pt x="1667344" y="1524635"/>
                  </a:lnTo>
                  <a:lnTo>
                    <a:pt x="1669211" y="1526489"/>
                  </a:lnTo>
                  <a:lnTo>
                    <a:pt x="1670329" y="1526959"/>
                  </a:lnTo>
                  <a:lnTo>
                    <a:pt x="1672958" y="1526959"/>
                  </a:lnTo>
                  <a:lnTo>
                    <a:pt x="1674075" y="1526489"/>
                  </a:lnTo>
                  <a:lnTo>
                    <a:pt x="1675942" y="1524635"/>
                  </a:lnTo>
                  <a:lnTo>
                    <a:pt x="1676400" y="1523504"/>
                  </a:lnTo>
                  <a:lnTo>
                    <a:pt x="1676400" y="1520875"/>
                  </a:lnTo>
                  <a:close/>
                </a:path>
                <a:path w="4057650" h="3044825">
                  <a:moveTo>
                    <a:pt x="1676400" y="762165"/>
                  </a:moveTo>
                  <a:lnTo>
                    <a:pt x="1675942" y="761034"/>
                  </a:lnTo>
                  <a:lnTo>
                    <a:pt x="1674075" y="759180"/>
                  </a:lnTo>
                  <a:lnTo>
                    <a:pt x="1672958" y="758710"/>
                  </a:lnTo>
                  <a:lnTo>
                    <a:pt x="1670329" y="758710"/>
                  </a:lnTo>
                  <a:lnTo>
                    <a:pt x="1669211" y="759180"/>
                  </a:lnTo>
                  <a:lnTo>
                    <a:pt x="1667344" y="761034"/>
                  </a:lnTo>
                  <a:lnTo>
                    <a:pt x="1666875" y="762165"/>
                  </a:lnTo>
                  <a:lnTo>
                    <a:pt x="1666875" y="764794"/>
                  </a:lnTo>
                  <a:lnTo>
                    <a:pt x="1667344" y="765911"/>
                  </a:lnTo>
                  <a:lnTo>
                    <a:pt x="1669211" y="767778"/>
                  </a:lnTo>
                  <a:lnTo>
                    <a:pt x="1670329" y="768235"/>
                  </a:lnTo>
                  <a:lnTo>
                    <a:pt x="1672958" y="768235"/>
                  </a:lnTo>
                  <a:lnTo>
                    <a:pt x="1674075" y="767778"/>
                  </a:lnTo>
                  <a:lnTo>
                    <a:pt x="1675942" y="765911"/>
                  </a:lnTo>
                  <a:lnTo>
                    <a:pt x="1676400" y="764794"/>
                  </a:lnTo>
                  <a:lnTo>
                    <a:pt x="1676400" y="762165"/>
                  </a:lnTo>
                  <a:close/>
                </a:path>
                <a:path w="4057650" h="3044825">
                  <a:moveTo>
                    <a:pt x="1676400" y="3441"/>
                  </a:moveTo>
                  <a:lnTo>
                    <a:pt x="1675942" y="2324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24"/>
                  </a:lnTo>
                  <a:lnTo>
                    <a:pt x="1666875" y="3441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55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55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41"/>
                  </a:lnTo>
                  <a:close/>
                </a:path>
                <a:path w="4057650" h="3044825">
                  <a:moveTo>
                    <a:pt x="1724025" y="3038310"/>
                  </a:moveTo>
                  <a:lnTo>
                    <a:pt x="1723567" y="3037192"/>
                  </a:lnTo>
                  <a:lnTo>
                    <a:pt x="1721700" y="3035325"/>
                  </a:lnTo>
                  <a:lnTo>
                    <a:pt x="1720583" y="3034855"/>
                  </a:lnTo>
                  <a:lnTo>
                    <a:pt x="1717954" y="3034855"/>
                  </a:lnTo>
                  <a:lnTo>
                    <a:pt x="1716836" y="3035325"/>
                  </a:lnTo>
                  <a:lnTo>
                    <a:pt x="1714969" y="3037192"/>
                  </a:lnTo>
                  <a:lnTo>
                    <a:pt x="1714500" y="3038310"/>
                  </a:lnTo>
                  <a:lnTo>
                    <a:pt x="1714500" y="3040938"/>
                  </a:lnTo>
                  <a:lnTo>
                    <a:pt x="1714969" y="3042056"/>
                  </a:lnTo>
                  <a:lnTo>
                    <a:pt x="1716836" y="3043923"/>
                  </a:lnTo>
                  <a:lnTo>
                    <a:pt x="1717954" y="3044380"/>
                  </a:lnTo>
                  <a:lnTo>
                    <a:pt x="1720583" y="3044380"/>
                  </a:lnTo>
                  <a:lnTo>
                    <a:pt x="1721700" y="3043923"/>
                  </a:lnTo>
                  <a:lnTo>
                    <a:pt x="1723567" y="3042056"/>
                  </a:lnTo>
                  <a:lnTo>
                    <a:pt x="1724025" y="3040938"/>
                  </a:lnTo>
                  <a:lnTo>
                    <a:pt x="1724025" y="3038310"/>
                  </a:lnTo>
                  <a:close/>
                </a:path>
                <a:path w="4057650" h="3044825">
                  <a:moveTo>
                    <a:pt x="1724025" y="2279599"/>
                  </a:moveTo>
                  <a:lnTo>
                    <a:pt x="1723567" y="2278469"/>
                  </a:lnTo>
                  <a:lnTo>
                    <a:pt x="1721700" y="2276614"/>
                  </a:lnTo>
                  <a:lnTo>
                    <a:pt x="1720583" y="2276144"/>
                  </a:lnTo>
                  <a:lnTo>
                    <a:pt x="1717954" y="2276144"/>
                  </a:lnTo>
                  <a:lnTo>
                    <a:pt x="1716836" y="2276614"/>
                  </a:lnTo>
                  <a:lnTo>
                    <a:pt x="1714969" y="2278469"/>
                  </a:lnTo>
                  <a:lnTo>
                    <a:pt x="1714500" y="2279599"/>
                  </a:lnTo>
                  <a:lnTo>
                    <a:pt x="1714500" y="2282228"/>
                  </a:lnTo>
                  <a:lnTo>
                    <a:pt x="1714969" y="2283345"/>
                  </a:lnTo>
                  <a:lnTo>
                    <a:pt x="1716836" y="2285200"/>
                  </a:lnTo>
                  <a:lnTo>
                    <a:pt x="1717954" y="2285669"/>
                  </a:lnTo>
                  <a:lnTo>
                    <a:pt x="1720583" y="2285669"/>
                  </a:lnTo>
                  <a:lnTo>
                    <a:pt x="1721700" y="2285200"/>
                  </a:lnTo>
                  <a:lnTo>
                    <a:pt x="1723567" y="2283345"/>
                  </a:lnTo>
                  <a:lnTo>
                    <a:pt x="1724025" y="2282228"/>
                  </a:lnTo>
                  <a:lnTo>
                    <a:pt x="1724025" y="2279599"/>
                  </a:lnTo>
                  <a:close/>
                </a:path>
                <a:path w="4057650" h="3044825">
                  <a:moveTo>
                    <a:pt x="1724025" y="1520875"/>
                  </a:moveTo>
                  <a:lnTo>
                    <a:pt x="1723567" y="1519758"/>
                  </a:lnTo>
                  <a:lnTo>
                    <a:pt x="1721700" y="1517891"/>
                  </a:lnTo>
                  <a:lnTo>
                    <a:pt x="1720583" y="1517434"/>
                  </a:lnTo>
                  <a:lnTo>
                    <a:pt x="1717954" y="1517434"/>
                  </a:lnTo>
                  <a:lnTo>
                    <a:pt x="1716836" y="1517891"/>
                  </a:lnTo>
                  <a:lnTo>
                    <a:pt x="1714969" y="1519758"/>
                  </a:lnTo>
                  <a:lnTo>
                    <a:pt x="1714500" y="1520875"/>
                  </a:lnTo>
                  <a:lnTo>
                    <a:pt x="1714500" y="1523504"/>
                  </a:lnTo>
                  <a:lnTo>
                    <a:pt x="1714969" y="1524635"/>
                  </a:lnTo>
                  <a:lnTo>
                    <a:pt x="1716836" y="1526489"/>
                  </a:lnTo>
                  <a:lnTo>
                    <a:pt x="1717954" y="1526959"/>
                  </a:lnTo>
                  <a:lnTo>
                    <a:pt x="1720583" y="1526959"/>
                  </a:lnTo>
                  <a:lnTo>
                    <a:pt x="1721700" y="1526489"/>
                  </a:lnTo>
                  <a:lnTo>
                    <a:pt x="1723567" y="1524635"/>
                  </a:lnTo>
                  <a:lnTo>
                    <a:pt x="1724025" y="1523504"/>
                  </a:lnTo>
                  <a:lnTo>
                    <a:pt x="1724025" y="1520875"/>
                  </a:lnTo>
                  <a:close/>
                </a:path>
                <a:path w="4057650" h="3044825">
                  <a:moveTo>
                    <a:pt x="1724025" y="762165"/>
                  </a:moveTo>
                  <a:lnTo>
                    <a:pt x="1723567" y="761034"/>
                  </a:lnTo>
                  <a:lnTo>
                    <a:pt x="1721700" y="759180"/>
                  </a:lnTo>
                  <a:lnTo>
                    <a:pt x="1720583" y="758710"/>
                  </a:lnTo>
                  <a:lnTo>
                    <a:pt x="1717954" y="758710"/>
                  </a:lnTo>
                  <a:lnTo>
                    <a:pt x="1716836" y="759180"/>
                  </a:lnTo>
                  <a:lnTo>
                    <a:pt x="1714969" y="761034"/>
                  </a:lnTo>
                  <a:lnTo>
                    <a:pt x="1714500" y="762165"/>
                  </a:lnTo>
                  <a:lnTo>
                    <a:pt x="1714500" y="764794"/>
                  </a:lnTo>
                  <a:lnTo>
                    <a:pt x="1714969" y="765911"/>
                  </a:lnTo>
                  <a:lnTo>
                    <a:pt x="1716836" y="767778"/>
                  </a:lnTo>
                  <a:lnTo>
                    <a:pt x="1717954" y="768235"/>
                  </a:lnTo>
                  <a:lnTo>
                    <a:pt x="1720583" y="768235"/>
                  </a:lnTo>
                  <a:lnTo>
                    <a:pt x="1721700" y="767778"/>
                  </a:lnTo>
                  <a:lnTo>
                    <a:pt x="1723567" y="765911"/>
                  </a:lnTo>
                  <a:lnTo>
                    <a:pt x="1724025" y="764794"/>
                  </a:lnTo>
                  <a:lnTo>
                    <a:pt x="1724025" y="762165"/>
                  </a:lnTo>
                  <a:close/>
                </a:path>
                <a:path w="4057650" h="3044825">
                  <a:moveTo>
                    <a:pt x="1724025" y="3441"/>
                  </a:moveTo>
                  <a:lnTo>
                    <a:pt x="1723567" y="2324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24"/>
                  </a:lnTo>
                  <a:lnTo>
                    <a:pt x="1714500" y="3441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55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55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41"/>
                  </a:lnTo>
                  <a:close/>
                </a:path>
                <a:path w="4057650" h="3044825">
                  <a:moveTo>
                    <a:pt x="1771650" y="3038310"/>
                  </a:moveTo>
                  <a:lnTo>
                    <a:pt x="1771192" y="3037192"/>
                  </a:lnTo>
                  <a:lnTo>
                    <a:pt x="1769325" y="3035325"/>
                  </a:lnTo>
                  <a:lnTo>
                    <a:pt x="1768208" y="3034855"/>
                  </a:lnTo>
                  <a:lnTo>
                    <a:pt x="1765579" y="3034855"/>
                  </a:lnTo>
                  <a:lnTo>
                    <a:pt x="1764461" y="3035325"/>
                  </a:lnTo>
                  <a:lnTo>
                    <a:pt x="1762594" y="3037192"/>
                  </a:lnTo>
                  <a:lnTo>
                    <a:pt x="1762125" y="3038310"/>
                  </a:lnTo>
                  <a:lnTo>
                    <a:pt x="1762125" y="3040938"/>
                  </a:lnTo>
                  <a:lnTo>
                    <a:pt x="1762594" y="3042056"/>
                  </a:lnTo>
                  <a:lnTo>
                    <a:pt x="1764461" y="3043923"/>
                  </a:lnTo>
                  <a:lnTo>
                    <a:pt x="1765579" y="3044380"/>
                  </a:lnTo>
                  <a:lnTo>
                    <a:pt x="1768208" y="3044380"/>
                  </a:lnTo>
                  <a:lnTo>
                    <a:pt x="1769325" y="3043923"/>
                  </a:lnTo>
                  <a:lnTo>
                    <a:pt x="1771192" y="3042056"/>
                  </a:lnTo>
                  <a:lnTo>
                    <a:pt x="1771650" y="3040938"/>
                  </a:lnTo>
                  <a:lnTo>
                    <a:pt x="1771650" y="3038310"/>
                  </a:lnTo>
                  <a:close/>
                </a:path>
                <a:path w="4057650" h="3044825">
                  <a:moveTo>
                    <a:pt x="1771650" y="2279599"/>
                  </a:moveTo>
                  <a:lnTo>
                    <a:pt x="1771192" y="2278469"/>
                  </a:lnTo>
                  <a:lnTo>
                    <a:pt x="1769325" y="2276614"/>
                  </a:lnTo>
                  <a:lnTo>
                    <a:pt x="1768208" y="2276144"/>
                  </a:lnTo>
                  <a:lnTo>
                    <a:pt x="1765579" y="2276144"/>
                  </a:lnTo>
                  <a:lnTo>
                    <a:pt x="1764461" y="2276614"/>
                  </a:lnTo>
                  <a:lnTo>
                    <a:pt x="1762594" y="2278469"/>
                  </a:lnTo>
                  <a:lnTo>
                    <a:pt x="1762125" y="2279599"/>
                  </a:lnTo>
                  <a:lnTo>
                    <a:pt x="1762125" y="2282228"/>
                  </a:lnTo>
                  <a:lnTo>
                    <a:pt x="1762594" y="2283345"/>
                  </a:lnTo>
                  <a:lnTo>
                    <a:pt x="1764461" y="2285200"/>
                  </a:lnTo>
                  <a:lnTo>
                    <a:pt x="1765579" y="2285669"/>
                  </a:lnTo>
                  <a:lnTo>
                    <a:pt x="1768208" y="2285669"/>
                  </a:lnTo>
                  <a:lnTo>
                    <a:pt x="1769325" y="2285200"/>
                  </a:lnTo>
                  <a:lnTo>
                    <a:pt x="1771192" y="2283345"/>
                  </a:lnTo>
                  <a:lnTo>
                    <a:pt x="1771650" y="2282228"/>
                  </a:lnTo>
                  <a:lnTo>
                    <a:pt x="1771650" y="2279599"/>
                  </a:lnTo>
                  <a:close/>
                </a:path>
                <a:path w="4057650" h="3044825">
                  <a:moveTo>
                    <a:pt x="1771650" y="1520875"/>
                  </a:moveTo>
                  <a:lnTo>
                    <a:pt x="1771192" y="1519758"/>
                  </a:lnTo>
                  <a:lnTo>
                    <a:pt x="1769325" y="1517891"/>
                  </a:lnTo>
                  <a:lnTo>
                    <a:pt x="1768208" y="1517434"/>
                  </a:lnTo>
                  <a:lnTo>
                    <a:pt x="1765579" y="1517434"/>
                  </a:lnTo>
                  <a:lnTo>
                    <a:pt x="1764461" y="1517891"/>
                  </a:lnTo>
                  <a:lnTo>
                    <a:pt x="1762594" y="1519758"/>
                  </a:lnTo>
                  <a:lnTo>
                    <a:pt x="1762125" y="1520875"/>
                  </a:lnTo>
                  <a:lnTo>
                    <a:pt x="1762125" y="1523504"/>
                  </a:lnTo>
                  <a:lnTo>
                    <a:pt x="1762594" y="1524635"/>
                  </a:lnTo>
                  <a:lnTo>
                    <a:pt x="1764461" y="1526489"/>
                  </a:lnTo>
                  <a:lnTo>
                    <a:pt x="1765579" y="1526959"/>
                  </a:lnTo>
                  <a:lnTo>
                    <a:pt x="1768208" y="1526959"/>
                  </a:lnTo>
                  <a:lnTo>
                    <a:pt x="1769325" y="1526489"/>
                  </a:lnTo>
                  <a:lnTo>
                    <a:pt x="1771192" y="1524635"/>
                  </a:lnTo>
                  <a:lnTo>
                    <a:pt x="1771650" y="1523504"/>
                  </a:lnTo>
                  <a:lnTo>
                    <a:pt x="1771650" y="1520875"/>
                  </a:lnTo>
                  <a:close/>
                </a:path>
                <a:path w="4057650" h="3044825">
                  <a:moveTo>
                    <a:pt x="1771650" y="762165"/>
                  </a:moveTo>
                  <a:lnTo>
                    <a:pt x="1771192" y="761034"/>
                  </a:lnTo>
                  <a:lnTo>
                    <a:pt x="1769325" y="759180"/>
                  </a:lnTo>
                  <a:lnTo>
                    <a:pt x="1768208" y="758710"/>
                  </a:lnTo>
                  <a:lnTo>
                    <a:pt x="1765579" y="758710"/>
                  </a:lnTo>
                  <a:lnTo>
                    <a:pt x="1764461" y="759180"/>
                  </a:lnTo>
                  <a:lnTo>
                    <a:pt x="1762594" y="761034"/>
                  </a:lnTo>
                  <a:lnTo>
                    <a:pt x="1762125" y="762165"/>
                  </a:lnTo>
                  <a:lnTo>
                    <a:pt x="1762125" y="764794"/>
                  </a:lnTo>
                  <a:lnTo>
                    <a:pt x="1762594" y="765911"/>
                  </a:lnTo>
                  <a:lnTo>
                    <a:pt x="1764461" y="767778"/>
                  </a:lnTo>
                  <a:lnTo>
                    <a:pt x="1765579" y="768235"/>
                  </a:lnTo>
                  <a:lnTo>
                    <a:pt x="1768208" y="768235"/>
                  </a:lnTo>
                  <a:lnTo>
                    <a:pt x="1769325" y="767778"/>
                  </a:lnTo>
                  <a:lnTo>
                    <a:pt x="1771192" y="765911"/>
                  </a:lnTo>
                  <a:lnTo>
                    <a:pt x="1771650" y="764794"/>
                  </a:lnTo>
                  <a:lnTo>
                    <a:pt x="1771650" y="762165"/>
                  </a:lnTo>
                  <a:close/>
                </a:path>
                <a:path w="4057650" h="3044825">
                  <a:moveTo>
                    <a:pt x="1771650" y="3441"/>
                  </a:moveTo>
                  <a:lnTo>
                    <a:pt x="1771192" y="2324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24"/>
                  </a:lnTo>
                  <a:lnTo>
                    <a:pt x="1762125" y="3441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55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55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41"/>
                  </a:lnTo>
                  <a:close/>
                </a:path>
                <a:path w="4057650" h="3044825">
                  <a:moveTo>
                    <a:pt x="1819275" y="3038310"/>
                  </a:moveTo>
                  <a:lnTo>
                    <a:pt x="1818817" y="3037192"/>
                  </a:lnTo>
                  <a:lnTo>
                    <a:pt x="1816950" y="3035325"/>
                  </a:lnTo>
                  <a:lnTo>
                    <a:pt x="1815833" y="3034855"/>
                  </a:lnTo>
                  <a:lnTo>
                    <a:pt x="1813204" y="3034855"/>
                  </a:lnTo>
                  <a:lnTo>
                    <a:pt x="1812086" y="3035325"/>
                  </a:lnTo>
                  <a:lnTo>
                    <a:pt x="1810219" y="3037192"/>
                  </a:lnTo>
                  <a:lnTo>
                    <a:pt x="1809750" y="3038310"/>
                  </a:lnTo>
                  <a:lnTo>
                    <a:pt x="1809750" y="3040938"/>
                  </a:lnTo>
                  <a:lnTo>
                    <a:pt x="1810219" y="3042056"/>
                  </a:lnTo>
                  <a:lnTo>
                    <a:pt x="1812086" y="3043923"/>
                  </a:lnTo>
                  <a:lnTo>
                    <a:pt x="1813204" y="3044380"/>
                  </a:lnTo>
                  <a:lnTo>
                    <a:pt x="1815833" y="3044380"/>
                  </a:lnTo>
                  <a:lnTo>
                    <a:pt x="1816950" y="3043923"/>
                  </a:lnTo>
                  <a:lnTo>
                    <a:pt x="1818817" y="3042056"/>
                  </a:lnTo>
                  <a:lnTo>
                    <a:pt x="1819275" y="3040938"/>
                  </a:lnTo>
                  <a:lnTo>
                    <a:pt x="1819275" y="3038310"/>
                  </a:lnTo>
                  <a:close/>
                </a:path>
                <a:path w="4057650" h="3044825">
                  <a:moveTo>
                    <a:pt x="1819275" y="2279599"/>
                  </a:moveTo>
                  <a:lnTo>
                    <a:pt x="1818817" y="2278469"/>
                  </a:lnTo>
                  <a:lnTo>
                    <a:pt x="1816950" y="2276614"/>
                  </a:lnTo>
                  <a:lnTo>
                    <a:pt x="1815833" y="2276144"/>
                  </a:lnTo>
                  <a:lnTo>
                    <a:pt x="1813204" y="2276144"/>
                  </a:lnTo>
                  <a:lnTo>
                    <a:pt x="1812086" y="2276614"/>
                  </a:lnTo>
                  <a:lnTo>
                    <a:pt x="1810219" y="2278469"/>
                  </a:lnTo>
                  <a:lnTo>
                    <a:pt x="1809750" y="2279599"/>
                  </a:lnTo>
                  <a:lnTo>
                    <a:pt x="1809750" y="2282228"/>
                  </a:lnTo>
                  <a:lnTo>
                    <a:pt x="1810219" y="2283345"/>
                  </a:lnTo>
                  <a:lnTo>
                    <a:pt x="1812086" y="2285200"/>
                  </a:lnTo>
                  <a:lnTo>
                    <a:pt x="1813204" y="2285669"/>
                  </a:lnTo>
                  <a:lnTo>
                    <a:pt x="1815833" y="2285669"/>
                  </a:lnTo>
                  <a:lnTo>
                    <a:pt x="1816950" y="2285200"/>
                  </a:lnTo>
                  <a:lnTo>
                    <a:pt x="1818817" y="2283345"/>
                  </a:lnTo>
                  <a:lnTo>
                    <a:pt x="1819275" y="2282228"/>
                  </a:lnTo>
                  <a:lnTo>
                    <a:pt x="1819275" y="2279599"/>
                  </a:lnTo>
                  <a:close/>
                </a:path>
                <a:path w="4057650" h="3044825">
                  <a:moveTo>
                    <a:pt x="1819275" y="1520875"/>
                  </a:moveTo>
                  <a:lnTo>
                    <a:pt x="1818817" y="1519758"/>
                  </a:lnTo>
                  <a:lnTo>
                    <a:pt x="1816950" y="1517891"/>
                  </a:lnTo>
                  <a:lnTo>
                    <a:pt x="1815833" y="1517434"/>
                  </a:lnTo>
                  <a:lnTo>
                    <a:pt x="1813204" y="1517434"/>
                  </a:lnTo>
                  <a:lnTo>
                    <a:pt x="1812086" y="1517891"/>
                  </a:lnTo>
                  <a:lnTo>
                    <a:pt x="1810219" y="1519758"/>
                  </a:lnTo>
                  <a:lnTo>
                    <a:pt x="1809750" y="1520875"/>
                  </a:lnTo>
                  <a:lnTo>
                    <a:pt x="1809750" y="1523504"/>
                  </a:lnTo>
                  <a:lnTo>
                    <a:pt x="1810219" y="1524635"/>
                  </a:lnTo>
                  <a:lnTo>
                    <a:pt x="1812086" y="1526489"/>
                  </a:lnTo>
                  <a:lnTo>
                    <a:pt x="1813204" y="1526959"/>
                  </a:lnTo>
                  <a:lnTo>
                    <a:pt x="1815833" y="1526959"/>
                  </a:lnTo>
                  <a:lnTo>
                    <a:pt x="1816950" y="1526489"/>
                  </a:lnTo>
                  <a:lnTo>
                    <a:pt x="1818817" y="1524635"/>
                  </a:lnTo>
                  <a:lnTo>
                    <a:pt x="1819275" y="1523504"/>
                  </a:lnTo>
                  <a:lnTo>
                    <a:pt x="1819275" y="1520875"/>
                  </a:lnTo>
                  <a:close/>
                </a:path>
                <a:path w="4057650" h="3044825">
                  <a:moveTo>
                    <a:pt x="1819275" y="762165"/>
                  </a:moveTo>
                  <a:lnTo>
                    <a:pt x="1818817" y="761034"/>
                  </a:lnTo>
                  <a:lnTo>
                    <a:pt x="1816950" y="759180"/>
                  </a:lnTo>
                  <a:lnTo>
                    <a:pt x="1815833" y="758710"/>
                  </a:lnTo>
                  <a:lnTo>
                    <a:pt x="1813204" y="758710"/>
                  </a:lnTo>
                  <a:lnTo>
                    <a:pt x="1812086" y="759180"/>
                  </a:lnTo>
                  <a:lnTo>
                    <a:pt x="1810219" y="761034"/>
                  </a:lnTo>
                  <a:lnTo>
                    <a:pt x="1809750" y="762165"/>
                  </a:lnTo>
                  <a:lnTo>
                    <a:pt x="1809750" y="764794"/>
                  </a:lnTo>
                  <a:lnTo>
                    <a:pt x="1810219" y="765911"/>
                  </a:lnTo>
                  <a:lnTo>
                    <a:pt x="1812086" y="767778"/>
                  </a:lnTo>
                  <a:lnTo>
                    <a:pt x="1813204" y="768235"/>
                  </a:lnTo>
                  <a:lnTo>
                    <a:pt x="1815833" y="768235"/>
                  </a:lnTo>
                  <a:lnTo>
                    <a:pt x="1816950" y="767778"/>
                  </a:lnTo>
                  <a:lnTo>
                    <a:pt x="1818817" y="765911"/>
                  </a:lnTo>
                  <a:lnTo>
                    <a:pt x="1819275" y="764794"/>
                  </a:lnTo>
                  <a:lnTo>
                    <a:pt x="1819275" y="762165"/>
                  </a:lnTo>
                  <a:close/>
                </a:path>
                <a:path w="4057650" h="3044825">
                  <a:moveTo>
                    <a:pt x="1819275" y="3441"/>
                  </a:moveTo>
                  <a:lnTo>
                    <a:pt x="1818817" y="2324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24"/>
                  </a:lnTo>
                  <a:lnTo>
                    <a:pt x="1809750" y="3441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55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55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41"/>
                  </a:lnTo>
                  <a:close/>
                </a:path>
                <a:path w="4057650" h="3044825">
                  <a:moveTo>
                    <a:pt x="1866900" y="3038310"/>
                  </a:moveTo>
                  <a:lnTo>
                    <a:pt x="1866442" y="3037192"/>
                  </a:lnTo>
                  <a:lnTo>
                    <a:pt x="1864575" y="3035325"/>
                  </a:lnTo>
                  <a:lnTo>
                    <a:pt x="1863458" y="3034855"/>
                  </a:lnTo>
                  <a:lnTo>
                    <a:pt x="1860829" y="3034855"/>
                  </a:lnTo>
                  <a:lnTo>
                    <a:pt x="1859711" y="3035325"/>
                  </a:lnTo>
                  <a:lnTo>
                    <a:pt x="1857844" y="3037192"/>
                  </a:lnTo>
                  <a:lnTo>
                    <a:pt x="1857375" y="3038310"/>
                  </a:lnTo>
                  <a:lnTo>
                    <a:pt x="1857375" y="3040938"/>
                  </a:lnTo>
                  <a:lnTo>
                    <a:pt x="1857844" y="3042056"/>
                  </a:lnTo>
                  <a:lnTo>
                    <a:pt x="1859711" y="3043923"/>
                  </a:lnTo>
                  <a:lnTo>
                    <a:pt x="1860829" y="3044380"/>
                  </a:lnTo>
                  <a:lnTo>
                    <a:pt x="1863458" y="3044380"/>
                  </a:lnTo>
                  <a:lnTo>
                    <a:pt x="1864575" y="3043923"/>
                  </a:lnTo>
                  <a:lnTo>
                    <a:pt x="1866442" y="3042056"/>
                  </a:lnTo>
                  <a:lnTo>
                    <a:pt x="1866900" y="3040938"/>
                  </a:lnTo>
                  <a:lnTo>
                    <a:pt x="1866900" y="3038310"/>
                  </a:lnTo>
                  <a:close/>
                </a:path>
                <a:path w="4057650" h="3044825">
                  <a:moveTo>
                    <a:pt x="1866900" y="2279599"/>
                  </a:moveTo>
                  <a:lnTo>
                    <a:pt x="1866442" y="2278469"/>
                  </a:lnTo>
                  <a:lnTo>
                    <a:pt x="1864575" y="2276614"/>
                  </a:lnTo>
                  <a:lnTo>
                    <a:pt x="1863458" y="2276144"/>
                  </a:lnTo>
                  <a:lnTo>
                    <a:pt x="1860829" y="2276144"/>
                  </a:lnTo>
                  <a:lnTo>
                    <a:pt x="1859711" y="2276614"/>
                  </a:lnTo>
                  <a:lnTo>
                    <a:pt x="1857844" y="2278469"/>
                  </a:lnTo>
                  <a:lnTo>
                    <a:pt x="1857375" y="2279599"/>
                  </a:lnTo>
                  <a:lnTo>
                    <a:pt x="1857375" y="2282228"/>
                  </a:lnTo>
                  <a:lnTo>
                    <a:pt x="1857844" y="2283345"/>
                  </a:lnTo>
                  <a:lnTo>
                    <a:pt x="1859711" y="2285200"/>
                  </a:lnTo>
                  <a:lnTo>
                    <a:pt x="1860829" y="2285669"/>
                  </a:lnTo>
                  <a:lnTo>
                    <a:pt x="1863458" y="2285669"/>
                  </a:lnTo>
                  <a:lnTo>
                    <a:pt x="1864575" y="2285200"/>
                  </a:lnTo>
                  <a:lnTo>
                    <a:pt x="1866442" y="2283345"/>
                  </a:lnTo>
                  <a:lnTo>
                    <a:pt x="1866900" y="2282228"/>
                  </a:lnTo>
                  <a:lnTo>
                    <a:pt x="1866900" y="2279599"/>
                  </a:lnTo>
                  <a:close/>
                </a:path>
                <a:path w="4057650" h="3044825">
                  <a:moveTo>
                    <a:pt x="1866900" y="1520875"/>
                  </a:moveTo>
                  <a:lnTo>
                    <a:pt x="1866442" y="1519758"/>
                  </a:lnTo>
                  <a:lnTo>
                    <a:pt x="1864575" y="1517891"/>
                  </a:lnTo>
                  <a:lnTo>
                    <a:pt x="1863458" y="1517434"/>
                  </a:lnTo>
                  <a:lnTo>
                    <a:pt x="1860829" y="1517434"/>
                  </a:lnTo>
                  <a:lnTo>
                    <a:pt x="1859711" y="1517891"/>
                  </a:lnTo>
                  <a:lnTo>
                    <a:pt x="1857844" y="1519758"/>
                  </a:lnTo>
                  <a:lnTo>
                    <a:pt x="1857375" y="1520875"/>
                  </a:lnTo>
                  <a:lnTo>
                    <a:pt x="1857375" y="1523504"/>
                  </a:lnTo>
                  <a:lnTo>
                    <a:pt x="1857844" y="1524635"/>
                  </a:lnTo>
                  <a:lnTo>
                    <a:pt x="1859711" y="1526489"/>
                  </a:lnTo>
                  <a:lnTo>
                    <a:pt x="1860829" y="1526959"/>
                  </a:lnTo>
                  <a:lnTo>
                    <a:pt x="1863458" y="1526959"/>
                  </a:lnTo>
                  <a:lnTo>
                    <a:pt x="1864575" y="1526489"/>
                  </a:lnTo>
                  <a:lnTo>
                    <a:pt x="1866442" y="1524635"/>
                  </a:lnTo>
                  <a:lnTo>
                    <a:pt x="1866900" y="1523504"/>
                  </a:lnTo>
                  <a:lnTo>
                    <a:pt x="1866900" y="1520875"/>
                  </a:lnTo>
                  <a:close/>
                </a:path>
                <a:path w="4057650" h="3044825">
                  <a:moveTo>
                    <a:pt x="1866900" y="762165"/>
                  </a:moveTo>
                  <a:lnTo>
                    <a:pt x="1866442" y="761034"/>
                  </a:lnTo>
                  <a:lnTo>
                    <a:pt x="1864575" y="759180"/>
                  </a:lnTo>
                  <a:lnTo>
                    <a:pt x="1863458" y="758710"/>
                  </a:lnTo>
                  <a:lnTo>
                    <a:pt x="1860829" y="758710"/>
                  </a:lnTo>
                  <a:lnTo>
                    <a:pt x="1859711" y="759180"/>
                  </a:lnTo>
                  <a:lnTo>
                    <a:pt x="1857844" y="761034"/>
                  </a:lnTo>
                  <a:lnTo>
                    <a:pt x="1857375" y="762165"/>
                  </a:lnTo>
                  <a:lnTo>
                    <a:pt x="1857375" y="764794"/>
                  </a:lnTo>
                  <a:lnTo>
                    <a:pt x="1857844" y="765911"/>
                  </a:lnTo>
                  <a:lnTo>
                    <a:pt x="1859711" y="767778"/>
                  </a:lnTo>
                  <a:lnTo>
                    <a:pt x="1860829" y="768235"/>
                  </a:lnTo>
                  <a:lnTo>
                    <a:pt x="1863458" y="768235"/>
                  </a:lnTo>
                  <a:lnTo>
                    <a:pt x="1864575" y="767778"/>
                  </a:lnTo>
                  <a:lnTo>
                    <a:pt x="1866442" y="765911"/>
                  </a:lnTo>
                  <a:lnTo>
                    <a:pt x="1866900" y="764794"/>
                  </a:lnTo>
                  <a:lnTo>
                    <a:pt x="1866900" y="762165"/>
                  </a:lnTo>
                  <a:close/>
                </a:path>
                <a:path w="4057650" h="3044825">
                  <a:moveTo>
                    <a:pt x="1866900" y="3441"/>
                  </a:moveTo>
                  <a:lnTo>
                    <a:pt x="1866442" y="2324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24"/>
                  </a:lnTo>
                  <a:lnTo>
                    <a:pt x="1857375" y="3441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55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55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41"/>
                  </a:lnTo>
                  <a:close/>
                </a:path>
                <a:path w="4057650" h="3044825">
                  <a:moveTo>
                    <a:pt x="1914525" y="3038310"/>
                  </a:moveTo>
                  <a:lnTo>
                    <a:pt x="1914067" y="3037192"/>
                  </a:lnTo>
                  <a:lnTo>
                    <a:pt x="1912200" y="3035325"/>
                  </a:lnTo>
                  <a:lnTo>
                    <a:pt x="1911083" y="3034855"/>
                  </a:lnTo>
                  <a:lnTo>
                    <a:pt x="1908454" y="3034855"/>
                  </a:lnTo>
                  <a:lnTo>
                    <a:pt x="1907336" y="3035325"/>
                  </a:lnTo>
                  <a:lnTo>
                    <a:pt x="1905469" y="3037192"/>
                  </a:lnTo>
                  <a:lnTo>
                    <a:pt x="1905000" y="3038310"/>
                  </a:lnTo>
                  <a:lnTo>
                    <a:pt x="1905000" y="3040938"/>
                  </a:lnTo>
                  <a:lnTo>
                    <a:pt x="1905469" y="3042056"/>
                  </a:lnTo>
                  <a:lnTo>
                    <a:pt x="1907336" y="3043923"/>
                  </a:lnTo>
                  <a:lnTo>
                    <a:pt x="1908454" y="3044380"/>
                  </a:lnTo>
                  <a:lnTo>
                    <a:pt x="1911083" y="3044380"/>
                  </a:lnTo>
                  <a:lnTo>
                    <a:pt x="1912200" y="3043923"/>
                  </a:lnTo>
                  <a:lnTo>
                    <a:pt x="1914067" y="3042056"/>
                  </a:lnTo>
                  <a:lnTo>
                    <a:pt x="1914525" y="3040938"/>
                  </a:lnTo>
                  <a:lnTo>
                    <a:pt x="1914525" y="3038310"/>
                  </a:lnTo>
                  <a:close/>
                </a:path>
                <a:path w="4057650" h="3044825">
                  <a:moveTo>
                    <a:pt x="1914525" y="2279599"/>
                  </a:moveTo>
                  <a:lnTo>
                    <a:pt x="1914067" y="2278469"/>
                  </a:lnTo>
                  <a:lnTo>
                    <a:pt x="1912200" y="2276614"/>
                  </a:lnTo>
                  <a:lnTo>
                    <a:pt x="1911083" y="2276144"/>
                  </a:lnTo>
                  <a:lnTo>
                    <a:pt x="1908454" y="2276144"/>
                  </a:lnTo>
                  <a:lnTo>
                    <a:pt x="1907336" y="2276614"/>
                  </a:lnTo>
                  <a:lnTo>
                    <a:pt x="1905469" y="2278469"/>
                  </a:lnTo>
                  <a:lnTo>
                    <a:pt x="1905000" y="2279599"/>
                  </a:lnTo>
                  <a:lnTo>
                    <a:pt x="1905000" y="2282228"/>
                  </a:lnTo>
                  <a:lnTo>
                    <a:pt x="1905469" y="2283345"/>
                  </a:lnTo>
                  <a:lnTo>
                    <a:pt x="1907336" y="2285200"/>
                  </a:lnTo>
                  <a:lnTo>
                    <a:pt x="1908454" y="2285669"/>
                  </a:lnTo>
                  <a:lnTo>
                    <a:pt x="1911083" y="2285669"/>
                  </a:lnTo>
                  <a:lnTo>
                    <a:pt x="1912200" y="2285200"/>
                  </a:lnTo>
                  <a:lnTo>
                    <a:pt x="1914067" y="2283345"/>
                  </a:lnTo>
                  <a:lnTo>
                    <a:pt x="1914525" y="2282228"/>
                  </a:lnTo>
                  <a:lnTo>
                    <a:pt x="1914525" y="2279599"/>
                  </a:lnTo>
                  <a:close/>
                </a:path>
                <a:path w="4057650" h="3044825">
                  <a:moveTo>
                    <a:pt x="1914525" y="1520875"/>
                  </a:moveTo>
                  <a:lnTo>
                    <a:pt x="1914067" y="1519758"/>
                  </a:lnTo>
                  <a:lnTo>
                    <a:pt x="1912200" y="1517891"/>
                  </a:lnTo>
                  <a:lnTo>
                    <a:pt x="1911083" y="1517434"/>
                  </a:lnTo>
                  <a:lnTo>
                    <a:pt x="1908454" y="1517434"/>
                  </a:lnTo>
                  <a:lnTo>
                    <a:pt x="1907336" y="1517891"/>
                  </a:lnTo>
                  <a:lnTo>
                    <a:pt x="1905469" y="1519758"/>
                  </a:lnTo>
                  <a:lnTo>
                    <a:pt x="1905000" y="1520875"/>
                  </a:lnTo>
                  <a:lnTo>
                    <a:pt x="1905000" y="1523504"/>
                  </a:lnTo>
                  <a:lnTo>
                    <a:pt x="1905469" y="1524635"/>
                  </a:lnTo>
                  <a:lnTo>
                    <a:pt x="1907336" y="1526489"/>
                  </a:lnTo>
                  <a:lnTo>
                    <a:pt x="1908454" y="1526959"/>
                  </a:lnTo>
                  <a:lnTo>
                    <a:pt x="1911083" y="1526959"/>
                  </a:lnTo>
                  <a:lnTo>
                    <a:pt x="1912200" y="1526489"/>
                  </a:lnTo>
                  <a:lnTo>
                    <a:pt x="1914067" y="1524635"/>
                  </a:lnTo>
                  <a:lnTo>
                    <a:pt x="1914525" y="1523504"/>
                  </a:lnTo>
                  <a:lnTo>
                    <a:pt x="1914525" y="1520875"/>
                  </a:lnTo>
                  <a:close/>
                </a:path>
                <a:path w="4057650" h="3044825">
                  <a:moveTo>
                    <a:pt x="1914525" y="762165"/>
                  </a:moveTo>
                  <a:lnTo>
                    <a:pt x="1914067" y="761034"/>
                  </a:lnTo>
                  <a:lnTo>
                    <a:pt x="1912200" y="759180"/>
                  </a:lnTo>
                  <a:lnTo>
                    <a:pt x="1911083" y="758710"/>
                  </a:lnTo>
                  <a:lnTo>
                    <a:pt x="1908454" y="758710"/>
                  </a:lnTo>
                  <a:lnTo>
                    <a:pt x="1907336" y="759180"/>
                  </a:lnTo>
                  <a:lnTo>
                    <a:pt x="1905469" y="761034"/>
                  </a:lnTo>
                  <a:lnTo>
                    <a:pt x="1905000" y="762165"/>
                  </a:lnTo>
                  <a:lnTo>
                    <a:pt x="1905000" y="764794"/>
                  </a:lnTo>
                  <a:lnTo>
                    <a:pt x="1905469" y="765911"/>
                  </a:lnTo>
                  <a:lnTo>
                    <a:pt x="1907336" y="767778"/>
                  </a:lnTo>
                  <a:lnTo>
                    <a:pt x="1908454" y="768235"/>
                  </a:lnTo>
                  <a:lnTo>
                    <a:pt x="1911083" y="768235"/>
                  </a:lnTo>
                  <a:lnTo>
                    <a:pt x="1912200" y="767778"/>
                  </a:lnTo>
                  <a:lnTo>
                    <a:pt x="1914067" y="765911"/>
                  </a:lnTo>
                  <a:lnTo>
                    <a:pt x="1914525" y="764794"/>
                  </a:lnTo>
                  <a:lnTo>
                    <a:pt x="1914525" y="762165"/>
                  </a:lnTo>
                  <a:close/>
                </a:path>
                <a:path w="4057650" h="3044825">
                  <a:moveTo>
                    <a:pt x="1914525" y="3441"/>
                  </a:moveTo>
                  <a:lnTo>
                    <a:pt x="1914067" y="2324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24"/>
                  </a:lnTo>
                  <a:lnTo>
                    <a:pt x="1905000" y="3441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55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55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41"/>
                  </a:lnTo>
                  <a:close/>
                </a:path>
                <a:path w="4057650" h="3044825">
                  <a:moveTo>
                    <a:pt x="1962150" y="3038310"/>
                  </a:moveTo>
                  <a:lnTo>
                    <a:pt x="1961692" y="3037192"/>
                  </a:lnTo>
                  <a:lnTo>
                    <a:pt x="1959825" y="3035325"/>
                  </a:lnTo>
                  <a:lnTo>
                    <a:pt x="1958708" y="3034855"/>
                  </a:lnTo>
                  <a:lnTo>
                    <a:pt x="1956079" y="3034855"/>
                  </a:lnTo>
                  <a:lnTo>
                    <a:pt x="1954961" y="3035325"/>
                  </a:lnTo>
                  <a:lnTo>
                    <a:pt x="1953094" y="3037192"/>
                  </a:lnTo>
                  <a:lnTo>
                    <a:pt x="1952625" y="3038310"/>
                  </a:lnTo>
                  <a:lnTo>
                    <a:pt x="1952625" y="3040938"/>
                  </a:lnTo>
                  <a:lnTo>
                    <a:pt x="1953094" y="3042056"/>
                  </a:lnTo>
                  <a:lnTo>
                    <a:pt x="1954961" y="3043923"/>
                  </a:lnTo>
                  <a:lnTo>
                    <a:pt x="1956079" y="3044380"/>
                  </a:lnTo>
                  <a:lnTo>
                    <a:pt x="1958708" y="3044380"/>
                  </a:lnTo>
                  <a:lnTo>
                    <a:pt x="1959825" y="3043923"/>
                  </a:lnTo>
                  <a:lnTo>
                    <a:pt x="1961692" y="3042056"/>
                  </a:lnTo>
                  <a:lnTo>
                    <a:pt x="1962150" y="3040938"/>
                  </a:lnTo>
                  <a:lnTo>
                    <a:pt x="1962150" y="3038310"/>
                  </a:lnTo>
                  <a:close/>
                </a:path>
                <a:path w="4057650" h="3044825">
                  <a:moveTo>
                    <a:pt x="1962150" y="2279599"/>
                  </a:moveTo>
                  <a:lnTo>
                    <a:pt x="1961692" y="2278469"/>
                  </a:lnTo>
                  <a:lnTo>
                    <a:pt x="1959825" y="2276614"/>
                  </a:lnTo>
                  <a:lnTo>
                    <a:pt x="1958708" y="2276144"/>
                  </a:lnTo>
                  <a:lnTo>
                    <a:pt x="1956079" y="2276144"/>
                  </a:lnTo>
                  <a:lnTo>
                    <a:pt x="1954961" y="2276614"/>
                  </a:lnTo>
                  <a:lnTo>
                    <a:pt x="1953094" y="2278469"/>
                  </a:lnTo>
                  <a:lnTo>
                    <a:pt x="1952625" y="2279599"/>
                  </a:lnTo>
                  <a:lnTo>
                    <a:pt x="1952625" y="2282228"/>
                  </a:lnTo>
                  <a:lnTo>
                    <a:pt x="1953094" y="2283345"/>
                  </a:lnTo>
                  <a:lnTo>
                    <a:pt x="1954961" y="2285200"/>
                  </a:lnTo>
                  <a:lnTo>
                    <a:pt x="1956079" y="2285669"/>
                  </a:lnTo>
                  <a:lnTo>
                    <a:pt x="1958708" y="2285669"/>
                  </a:lnTo>
                  <a:lnTo>
                    <a:pt x="1959825" y="2285200"/>
                  </a:lnTo>
                  <a:lnTo>
                    <a:pt x="1961692" y="2283345"/>
                  </a:lnTo>
                  <a:lnTo>
                    <a:pt x="1962150" y="2282228"/>
                  </a:lnTo>
                  <a:lnTo>
                    <a:pt x="1962150" y="2279599"/>
                  </a:lnTo>
                  <a:close/>
                </a:path>
                <a:path w="4057650" h="3044825">
                  <a:moveTo>
                    <a:pt x="1962150" y="1520875"/>
                  </a:moveTo>
                  <a:lnTo>
                    <a:pt x="1961692" y="1519758"/>
                  </a:lnTo>
                  <a:lnTo>
                    <a:pt x="1959825" y="1517891"/>
                  </a:lnTo>
                  <a:lnTo>
                    <a:pt x="1958708" y="1517434"/>
                  </a:lnTo>
                  <a:lnTo>
                    <a:pt x="1956079" y="1517434"/>
                  </a:lnTo>
                  <a:lnTo>
                    <a:pt x="1954961" y="1517891"/>
                  </a:lnTo>
                  <a:lnTo>
                    <a:pt x="1953094" y="1519758"/>
                  </a:lnTo>
                  <a:lnTo>
                    <a:pt x="1952625" y="1520875"/>
                  </a:lnTo>
                  <a:lnTo>
                    <a:pt x="1952625" y="1523504"/>
                  </a:lnTo>
                  <a:lnTo>
                    <a:pt x="1953094" y="1524635"/>
                  </a:lnTo>
                  <a:lnTo>
                    <a:pt x="1954961" y="1526489"/>
                  </a:lnTo>
                  <a:lnTo>
                    <a:pt x="1956079" y="1526959"/>
                  </a:lnTo>
                  <a:lnTo>
                    <a:pt x="1958708" y="1526959"/>
                  </a:lnTo>
                  <a:lnTo>
                    <a:pt x="1959825" y="1526489"/>
                  </a:lnTo>
                  <a:lnTo>
                    <a:pt x="1961692" y="1524635"/>
                  </a:lnTo>
                  <a:lnTo>
                    <a:pt x="1962150" y="1523504"/>
                  </a:lnTo>
                  <a:lnTo>
                    <a:pt x="1962150" y="1520875"/>
                  </a:lnTo>
                  <a:close/>
                </a:path>
                <a:path w="4057650" h="3044825">
                  <a:moveTo>
                    <a:pt x="1962150" y="762165"/>
                  </a:moveTo>
                  <a:lnTo>
                    <a:pt x="1961692" y="761034"/>
                  </a:lnTo>
                  <a:lnTo>
                    <a:pt x="1959825" y="759180"/>
                  </a:lnTo>
                  <a:lnTo>
                    <a:pt x="1958708" y="758710"/>
                  </a:lnTo>
                  <a:lnTo>
                    <a:pt x="1956079" y="758710"/>
                  </a:lnTo>
                  <a:lnTo>
                    <a:pt x="1954961" y="759180"/>
                  </a:lnTo>
                  <a:lnTo>
                    <a:pt x="1953094" y="761034"/>
                  </a:lnTo>
                  <a:lnTo>
                    <a:pt x="1952625" y="762165"/>
                  </a:lnTo>
                  <a:lnTo>
                    <a:pt x="1952625" y="764794"/>
                  </a:lnTo>
                  <a:lnTo>
                    <a:pt x="1953094" y="765911"/>
                  </a:lnTo>
                  <a:lnTo>
                    <a:pt x="1954961" y="767778"/>
                  </a:lnTo>
                  <a:lnTo>
                    <a:pt x="1956079" y="768235"/>
                  </a:lnTo>
                  <a:lnTo>
                    <a:pt x="1958708" y="768235"/>
                  </a:lnTo>
                  <a:lnTo>
                    <a:pt x="1959825" y="767778"/>
                  </a:lnTo>
                  <a:lnTo>
                    <a:pt x="1961692" y="765911"/>
                  </a:lnTo>
                  <a:lnTo>
                    <a:pt x="1962150" y="764794"/>
                  </a:lnTo>
                  <a:lnTo>
                    <a:pt x="1962150" y="762165"/>
                  </a:lnTo>
                  <a:close/>
                </a:path>
                <a:path w="4057650" h="3044825">
                  <a:moveTo>
                    <a:pt x="1962150" y="3441"/>
                  </a:moveTo>
                  <a:lnTo>
                    <a:pt x="1961692" y="2324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24"/>
                  </a:lnTo>
                  <a:lnTo>
                    <a:pt x="1952625" y="3441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55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55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41"/>
                  </a:lnTo>
                  <a:close/>
                </a:path>
                <a:path w="4057650" h="3044825">
                  <a:moveTo>
                    <a:pt x="2009775" y="3038310"/>
                  </a:moveTo>
                  <a:lnTo>
                    <a:pt x="2009317" y="3037192"/>
                  </a:lnTo>
                  <a:lnTo>
                    <a:pt x="2007450" y="3035325"/>
                  </a:lnTo>
                  <a:lnTo>
                    <a:pt x="2006333" y="3034855"/>
                  </a:lnTo>
                  <a:lnTo>
                    <a:pt x="2003704" y="3034855"/>
                  </a:lnTo>
                  <a:lnTo>
                    <a:pt x="2002586" y="3035325"/>
                  </a:lnTo>
                  <a:lnTo>
                    <a:pt x="2000719" y="3037192"/>
                  </a:lnTo>
                  <a:lnTo>
                    <a:pt x="2000250" y="3038310"/>
                  </a:lnTo>
                  <a:lnTo>
                    <a:pt x="2000250" y="3040938"/>
                  </a:lnTo>
                  <a:lnTo>
                    <a:pt x="2000719" y="3042056"/>
                  </a:lnTo>
                  <a:lnTo>
                    <a:pt x="2002586" y="3043923"/>
                  </a:lnTo>
                  <a:lnTo>
                    <a:pt x="2003704" y="3044380"/>
                  </a:lnTo>
                  <a:lnTo>
                    <a:pt x="2006333" y="3044380"/>
                  </a:lnTo>
                  <a:lnTo>
                    <a:pt x="2007450" y="3043923"/>
                  </a:lnTo>
                  <a:lnTo>
                    <a:pt x="2009317" y="3042056"/>
                  </a:lnTo>
                  <a:lnTo>
                    <a:pt x="2009775" y="3040938"/>
                  </a:lnTo>
                  <a:lnTo>
                    <a:pt x="2009775" y="3038310"/>
                  </a:lnTo>
                  <a:close/>
                </a:path>
                <a:path w="4057650" h="3044825">
                  <a:moveTo>
                    <a:pt x="2009775" y="2279599"/>
                  </a:moveTo>
                  <a:lnTo>
                    <a:pt x="2009317" y="2278469"/>
                  </a:lnTo>
                  <a:lnTo>
                    <a:pt x="2007450" y="2276614"/>
                  </a:lnTo>
                  <a:lnTo>
                    <a:pt x="2006333" y="2276144"/>
                  </a:lnTo>
                  <a:lnTo>
                    <a:pt x="2003704" y="2276144"/>
                  </a:lnTo>
                  <a:lnTo>
                    <a:pt x="2002586" y="2276614"/>
                  </a:lnTo>
                  <a:lnTo>
                    <a:pt x="2000719" y="2278469"/>
                  </a:lnTo>
                  <a:lnTo>
                    <a:pt x="2000250" y="2279599"/>
                  </a:lnTo>
                  <a:lnTo>
                    <a:pt x="2000250" y="2282228"/>
                  </a:lnTo>
                  <a:lnTo>
                    <a:pt x="2000719" y="2283345"/>
                  </a:lnTo>
                  <a:lnTo>
                    <a:pt x="2002586" y="2285200"/>
                  </a:lnTo>
                  <a:lnTo>
                    <a:pt x="2003704" y="2285669"/>
                  </a:lnTo>
                  <a:lnTo>
                    <a:pt x="2006333" y="2285669"/>
                  </a:lnTo>
                  <a:lnTo>
                    <a:pt x="2007450" y="2285200"/>
                  </a:lnTo>
                  <a:lnTo>
                    <a:pt x="2009317" y="2283345"/>
                  </a:lnTo>
                  <a:lnTo>
                    <a:pt x="2009775" y="2282228"/>
                  </a:lnTo>
                  <a:lnTo>
                    <a:pt x="2009775" y="2279599"/>
                  </a:lnTo>
                  <a:close/>
                </a:path>
                <a:path w="4057650" h="3044825">
                  <a:moveTo>
                    <a:pt x="2009775" y="1520875"/>
                  </a:moveTo>
                  <a:lnTo>
                    <a:pt x="2009317" y="1519758"/>
                  </a:lnTo>
                  <a:lnTo>
                    <a:pt x="2007450" y="1517891"/>
                  </a:lnTo>
                  <a:lnTo>
                    <a:pt x="2006333" y="1517434"/>
                  </a:lnTo>
                  <a:lnTo>
                    <a:pt x="2003704" y="1517434"/>
                  </a:lnTo>
                  <a:lnTo>
                    <a:pt x="2002586" y="1517891"/>
                  </a:lnTo>
                  <a:lnTo>
                    <a:pt x="2000719" y="1519758"/>
                  </a:lnTo>
                  <a:lnTo>
                    <a:pt x="2000250" y="1520875"/>
                  </a:lnTo>
                  <a:lnTo>
                    <a:pt x="2000250" y="1523504"/>
                  </a:lnTo>
                  <a:lnTo>
                    <a:pt x="2000719" y="1524635"/>
                  </a:lnTo>
                  <a:lnTo>
                    <a:pt x="2002586" y="1526489"/>
                  </a:lnTo>
                  <a:lnTo>
                    <a:pt x="2003704" y="1526959"/>
                  </a:lnTo>
                  <a:lnTo>
                    <a:pt x="2006333" y="1526959"/>
                  </a:lnTo>
                  <a:lnTo>
                    <a:pt x="2007450" y="1526489"/>
                  </a:lnTo>
                  <a:lnTo>
                    <a:pt x="2009317" y="1524635"/>
                  </a:lnTo>
                  <a:lnTo>
                    <a:pt x="2009775" y="1523504"/>
                  </a:lnTo>
                  <a:lnTo>
                    <a:pt x="2009775" y="1520875"/>
                  </a:lnTo>
                  <a:close/>
                </a:path>
                <a:path w="4057650" h="3044825">
                  <a:moveTo>
                    <a:pt x="2009775" y="762165"/>
                  </a:moveTo>
                  <a:lnTo>
                    <a:pt x="2009317" y="761034"/>
                  </a:lnTo>
                  <a:lnTo>
                    <a:pt x="2007450" y="759180"/>
                  </a:lnTo>
                  <a:lnTo>
                    <a:pt x="2006333" y="758710"/>
                  </a:lnTo>
                  <a:lnTo>
                    <a:pt x="2003704" y="758710"/>
                  </a:lnTo>
                  <a:lnTo>
                    <a:pt x="2002586" y="759180"/>
                  </a:lnTo>
                  <a:lnTo>
                    <a:pt x="2000719" y="761034"/>
                  </a:lnTo>
                  <a:lnTo>
                    <a:pt x="2000250" y="762165"/>
                  </a:lnTo>
                  <a:lnTo>
                    <a:pt x="2000250" y="764794"/>
                  </a:lnTo>
                  <a:lnTo>
                    <a:pt x="2000719" y="765911"/>
                  </a:lnTo>
                  <a:lnTo>
                    <a:pt x="2002586" y="767778"/>
                  </a:lnTo>
                  <a:lnTo>
                    <a:pt x="2003704" y="768235"/>
                  </a:lnTo>
                  <a:lnTo>
                    <a:pt x="2006333" y="768235"/>
                  </a:lnTo>
                  <a:lnTo>
                    <a:pt x="2007450" y="767778"/>
                  </a:lnTo>
                  <a:lnTo>
                    <a:pt x="2009317" y="765911"/>
                  </a:lnTo>
                  <a:lnTo>
                    <a:pt x="2009775" y="764794"/>
                  </a:lnTo>
                  <a:lnTo>
                    <a:pt x="2009775" y="762165"/>
                  </a:lnTo>
                  <a:close/>
                </a:path>
                <a:path w="4057650" h="3044825">
                  <a:moveTo>
                    <a:pt x="2009775" y="3441"/>
                  </a:moveTo>
                  <a:lnTo>
                    <a:pt x="2009317" y="2324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24"/>
                  </a:lnTo>
                  <a:lnTo>
                    <a:pt x="2000250" y="3441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55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55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41"/>
                  </a:lnTo>
                  <a:close/>
                </a:path>
                <a:path w="4057650" h="3044825">
                  <a:moveTo>
                    <a:pt x="2057400" y="3038310"/>
                  </a:moveTo>
                  <a:lnTo>
                    <a:pt x="2056942" y="3037192"/>
                  </a:lnTo>
                  <a:lnTo>
                    <a:pt x="2055075" y="3035325"/>
                  </a:lnTo>
                  <a:lnTo>
                    <a:pt x="2053958" y="3034855"/>
                  </a:lnTo>
                  <a:lnTo>
                    <a:pt x="2051329" y="3034855"/>
                  </a:lnTo>
                  <a:lnTo>
                    <a:pt x="2050211" y="3035325"/>
                  </a:lnTo>
                  <a:lnTo>
                    <a:pt x="2048344" y="3037192"/>
                  </a:lnTo>
                  <a:lnTo>
                    <a:pt x="2047875" y="3038310"/>
                  </a:lnTo>
                  <a:lnTo>
                    <a:pt x="2047875" y="3040938"/>
                  </a:lnTo>
                  <a:lnTo>
                    <a:pt x="2048344" y="3042056"/>
                  </a:lnTo>
                  <a:lnTo>
                    <a:pt x="2050211" y="3043923"/>
                  </a:lnTo>
                  <a:lnTo>
                    <a:pt x="2051329" y="3044380"/>
                  </a:lnTo>
                  <a:lnTo>
                    <a:pt x="2053958" y="3044380"/>
                  </a:lnTo>
                  <a:lnTo>
                    <a:pt x="2055075" y="3043923"/>
                  </a:lnTo>
                  <a:lnTo>
                    <a:pt x="2056942" y="3042056"/>
                  </a:lnTo>
                  <a:lnTo>
                    <a:pt x="2057400" y="3040938"/>
                  </a:lnTo>
                  <a:lnTo>
                    <a:pt x="2057400" y="3038310"/>
                  </a:lnTo>
                  <a:close/>
                </a:path>
                <a:path w="4057650" h="3044825">
                  <a:moveTo>
                    <a:pt x="2057400" y="2279599"/>
                  </a:moveTo>
                  <a:lnTo>
                    <a:pt x="2056942" y="2278469"/>
                  </a:lnTo>
                  <a:lnTo>
                    <a:pt x="2055075" y="2276614"/>
                  </a:lnTo>
                  <a:lnTo>
                    <a:pt x="2053958" y="2276144"/>
                  </a:lnTo>
                  <a:lnTo>
                    <a:pt x="2051329" y="2276144"/>
                  </a:lnTo>
                  <a:lnTo>
                    <a:pt x="2050211" y="2276614"/>
                  </a:lnTo>
                  <a:lnTo>
                    <a:pt x="2048344" y="2278469"/>
                  </a:lnTo>
                  <a:lnTo>
                    <a:pt x="2047875" y="2279599"/>
                  </a:lnTo>
                  <a:lnTo>
                    <a:pt x="2047875" y="2282228"/>
                  </a:lnTo>
                  <a:lnTo>
                    <a:pt x="2048344" y="2283345"/>
                  </a:lnTo>
                  <a:lnTo>
                    <a:pt x="2050211" y="2285200"/>
                  </a:lnTo>
                  <a:lnTo>
                    <a:pt x="2051329" y="2285669"/>
                  </a:lnTo>
                  <a:lnTo>
                    <a:pt x="2053958" y="2285669"/>
                  </a:lnTo>
                  <a:lnTo>
                    <a:pt x="2055075" y="2285200"/>
                  </a:lnTo>
                  <a:lnTo>
                    <a:pt x="2056942" y="2283345"/>
                  </a:lnTo>
                  <a:lnTo>
                    <a:pt x="2057400" y="2282228"/>
                  </a:lnTo>
                  <a:lnTo>
                    <a:pt x="2057400" y="2279599"/>
                  </a:lnTo>
                  <a:close/>
                </a:path>
                <a:path w="4057650" h="3044825">
                  <a:moveTo>
                    <a:pt x="2057400" y="1520875"/>
                  </a:moveTo>
                  <a:lnTo>
                    <a:pt x="2056942" y="1519758"/>
                  </a:lnTo>
                  <a:lnTo>
                    <a:pt x="2055075" y="1517891"/>
                  </a:lnTo>
                  <a:lnTo>
                    <a:pt x="2053958" y="1517434"/>
                  </a:lnTo>
                  <a:lnTo>
                    <a:pt x="2051329" y="1517434"/>
                  </a:lnTo>
                  <a:lnTo>
                    <a:pt x="2050211" y="1517891"/>
                  </a:lnTo>
                  <a:lnTo>
                    <a:pt x="2048344" y="1519758"/>
                  </a:lnTo>
                  <a:lnTo>
                    <a:pt x="2047875" y="1520875"/>
                  </a:lnTo>
                  <a:lnTo>
                    <a:pt x="2047875" y="1523504"/>
                  </a:lnTo>
                  <a:lnTo>
                    <a:pt x="2048344" y="1524635"/>
                  </a:lnTo>
                  <a:lnTo>
                    <a:pt x="2050211" y="1526489"/>
                  </a:lnTo>
                  <a:lnTo>
                    <a:pt x="2051329" y="1526959"/>
                  </a:lnTo>
                  <a:lnTo>
                    <a:pt x="2053958" y="1526959"/>
                  </a:lnTo>
                  <a:lnTo>
                    <a:pt x="2055075" y="1526489"/>
                  </a:lnTo>
                  <a:lnTo>
                    <a:pt x="2056942" y="1524635"/>
                  </a:lnTo>
                  <a:lnTo>
                    <a:pt x="2057400" y="1523504"/>
                  </a:lnTo>
                  <a:lnTo>
                    <a:pt x="2057400" y="1520875"/>
                  </a:lnTo>
                  <a:close/>
                </a:path>
                <a:path w="4057650" h="3044825">
                  <a:moveTo>
                    <a:pt x="2057400" y="762165"/>
                  </a:moveTo>
                  <a:lnTo>
                    <a:pt x="2056942" y="761034"/>
                  </a:lnTo>
                  <a:lnTo>
                    <a:pt x="2055075" y="759180"/>
                  </a:lnTo>
                  <a:lnTo>
                    <a:pt x="2053958" y="758710"/>
                  </a:lnTo>
                  <a:lnTo>
                    <a:pt x="2051329" y="758710"/>
                  </a:lnTo>
                  <a:lnTo>
                    <a:pt x="2050211" y="759180"/>
                  </a:lnTo>
                  <a:lnTo>
                    <a:pt x="2048344" y="761034"/>
                  </a:lnTo>
                  <a:lnTo>
                    <a:pt x="2047875" y="762165"/>
                  </a:lnTo>
                  <a:lnTo>
                    <a:pt x="2047875" y="764794"/>
                  </a:lnTo>
                  <a:lnTo>
                    <a:pt x="2048344" y="765911"/>
                  </a:lnTo>
                  <a:lnTo>
                    <a:pt x="2050211" y="767778"/>
                  </a:lnTo>
                  <a:lnTo>
                    <a:pt x="2051329" y="768235"/>
                  </a:lnTo>
                  <a:lnTo>
                    <a:pt x="2053958" y="768235"/>
                  </a:lnTo>
                  <a:lnTo>
                    <a:pt x="2055075" y="767778"/>
                  </a:lnTo>
                  <a:lnTo>
                    <a:pt x="2056942" y="765911"/>
                  </a:lnTo>
                  <a:lnTo>
                    <a:pt x="2057400" y="764794"/>
                  </a:lnTo>
                  <a:lnTo>
                    <a:pt x="2057400" y="762165"/>
                  </a:lnTo>
                  <a:close/>
                </a:path>
                <a:path w="4057650" h="3044825">
                  <a:moveTo>
                    <a:pt x="2057400" y="3441"/>
                  </a:moveTo>
                  <a:lnTo>
                    <a:pt x="2056942" y="2324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24"/>
                  </a:lnTo>
                  <a:lnTo>
                    <a:pt x="2047875" y="3441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55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55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41"/>
                  </a:lnTo>
                  <a:close/>
                </a:path>
                <a:path w="4057650" h="3044825">
                  <a:moveTo>
                    <a:pt x="2105025" y="3038310"/>
                  </a:moveTo>
                  <a:lnTo>
                    <a:pt x="2104567" y="3037192"/>
                  </a:lnTo>
                  <a:lnTo>
                    <a:pt x="2102700" y="3035325"/>
                  </a:lnTo>
                  <a:lnTo>
                    <a:pt x="2101583" y="3034855"/>
                  </a:lnTo>
                  <a:lnTo>
                    <a:pt x="2098954" y="3034855"/>
                  </a:lnTo>
                  <a:lnTo>
                    <a:pt x="2097836" y="3035325"/>
                  </a:lnTo>
                  <a:lnTo>
                    <a:pt x="2095969" y="3037192"/>
                  </a:lnTo>
                  <a:lnTo>
                    <a:pt x="2095500" y="3038310"/>
                  </a:lnTo>
                  <a:lnTo>
                    <a:pt x="2095500" y="3040938"/>
                  </a:lnTo>
                  <a:lnTo>
                    <a:pt x="2095969" y="3042056"/>
                  </a:lnTo>
                  <a:lnTo>
                    <a:pt x="2097836" y="3043923"/>
                  </a:lnTo>
                  <a:lnTo>
                    <a:pt x="2098954" y="3044380"/>
                  </a:lnTo>
                  <a:lnTo>
                    <a:pt x="2101583" y="3044380"/>
                  </a:lnTo>
                  <a:lnTo>
                    <a:pt x="2102700" y="3043923"/>
                  </a:lnTo>
                  <a:lnTo>
                    <a:pt x="2104567" y="3042056"/>
                  </a:lnTo>
                  <a:lnTo>
                    <a:pt x="2105025" y="3040938"/>
                  </a:lnTo>
                  <a:lnTo>
                    <a:pt x="2105025" y="3038310"/>
                  </a:lnTo>
                  <a:close/>
                </a:path>
                <a:path w="4057650" h="3044825">
                  <a:moveTo>
                    <a:pt x="2105025" y="2279599"/>
                  </a:moveTo>
                  <a:lnTo>
                    <a:pt x="2104567" y="2278469"/>
                  </a:lnTo>
                  <a:lnTo>
                    <a:pt x="2102700" y="2276614"/>
                  </a:lnTo>
                  <a:lnTo>
                    <a:pt x="2101583" y="2276144"/>
                  </a:lnTo>
                  <a:lnTo>
                    <a:pt x="2098954" y="2276144"/>
                  </a:lnTo>
                  <a:lnTo>
                    <a:pt x="2097836" y="2276614"/>
                  </a:lnTo>
                  <a:lnTo>
                    <a:pt x="2095969" y="2278469"/>
                  </a:lnTo>
                  <a:lnTo>
                    <a:pt x="2095500" y="2279599"/>
                  </a:lnTo>
                  <a:lnTo>
                    <a:pt x="2095500" y="2282228"/>
                  </a:lnTo>
                  <a:lnTo>
                    <a:pt x="2095969" y="2283345"/>
                  </a:lnTo>
                  <a:lnTo>
                    <a:pt x="2097836" y="2285200"/>
                  </a:lnTo>
                  <a:lnTo>
                    <a:pt x="2098954" y="2285669"/>
                  </a:lnTo>
                  <a:lnTo>
                    <a:pt x="2101583" y="2285669"/>
                  </a:lnTo>
                  <a:lnTo>
                    <a:pt x="2102700" y="2285200"/>
                  </a:lnTo>
                  <a:lnTo>
                    <a:pt x="2104567" y="2283345"/>
                  </a:lnTo>
                  <a:lnTo>
                    <a:pt x="2105025" y="2282228"/>
                  </a:lnTo>
                  <a:lnTo>
                    <a:pt x="2105025" y="2279599"/>
                  </a:lnTo>
                  <a:close/>
                </a:path>
                <a:path w="4057650" h="3044825">
                  <a:moveTo>
                    <a:pt x="2105025" y="1520875"/>
                  </a:moveTo>
                  <a:lnTo>
                    <a:pt x="2104567" y="1519758"/>
                  </a:lnTo>
                  <a:lnTo>
                    <a:pt x="2102700" y="1517891"/>
                  </a:lnTo>
                  <a:lnTo>
                    <a:pt x="2101583" y="1517434"/>
                  </a:lnTo>
                  <a:lnTo>
                    <a:pt x="2098954" y="1517434"/>
                  </a:lnTo>
                  <a:lnTo>
                    <a:pt x="2097836" y="1517891"/>
                  </a:lnTo>
                  <a:lnTo>
                    <a:pt x="2095969" y="1519758"/>
                  </a:lnTo>
                  <a:lnTo>
                    <a:pt x="2095500" y="1520875"/>
                  </a:lnTo>
                  <a:lnTo>
                    <a:pt x="2095500" y="1523504"/>
                  </a:lnTo>
                  <a:lnTo>
                    <a:pt x="2095969" y="1524635"/>
                  </a:lnTo>
                  <a:lnTo>
                    <a:pt x="2097836" y="1526489"/>
                  </a:lnTo>
                  <a:lnTo>
                    <a:pt x="2098954" y="1526959"/>
                  </a:lnTo>
                  <a:lnTo>
                    <a:pt x="2101583" y="1526959"/>
                  </a:lnTo>
                  <a:lnTo>
                    <a:pt x="2102700" y="1526489"/>
                  </a:lnTo>
                  <a:lnTo>
                    <a:pt x="2104567" y="1524635"/>
                  </a:lnTo>
                  <a:lnTo>
                    <a:pt x="2105025" y="1523504"/>
                  </a:lnTo>
                  <a:lnTo>
                    <a:pt x="2105025" y="1520875"/>
                  </a:lnTo>
                  <a:close/>
                </a:path>
                <a:path w="4057650" h="3044825">
                  <a:moveTo>
                    <a:pt x="2105025" y="762165"/>
                  </a:moveTo>
                  <a:lnTo>
                    <a:pt x="2104567" y="761034"/>
                  </a:lnTo>
                  <a:lnTo>
                    <a:pt x="2102700" y="759180"/>
                  </a:lnTo>
                  <a:lnTo>
                    <a:pt x="2101583" y="758710"/>
                  </a:lnTo>
                  <a:lnTo>
                    <a:pt x="2098954" y="758710"/>
                  </a:lnTo>
                  <a:lnTo>
                    <a:pt x="2097836" y="759180"/>
                  </a:lnTo>
                  <a:lnTo>
                    <a:pt x="2095969" y="761034"/>
                  </a:lnTo>
                  <a:lnTo>
                    <a:pt x="2095500" y="762165"/>
                  </a:lnTo>
                  <a:lnTo>
                    <a:pt x="2095500" y="764794"/>
                  </a:lnTo>
                  <a:lnTo>
                    <a:pt x="2095969" y="765911"/>
                  </a:lnTo>
                  <a:lnTo>
                    <a:pt x="2097836" y="767778"/>
                  </a:lnTo>
                  <a:lnTo>
                    <a:pt x="2098954" y="768235"/>
                  </a:lnTo>
                  <a:lnTo>
                    <a:pt x="2101583" y="768235"/>
                  </a:lnTo>
                  <a:lnTo>
                    <a:pt x="2102700" y="767778"/>
                  </a:lnTo>
                  <a:lnTo>
                    <a:pt x="2104567" y="765911"/>
                  </a:lnTo>
                  <a:lnTo>
                    <a:pt x="2105025" y="764794"/>
                  </a:lnTo>
                  <a:lnTo>
                    <a:pt x="2105025" y="762165"/>
                  </a:lnTo>
                  <a:close/>
                </a:path>
                <a:path w="4057650" h="3044825">
                  <a:moveTo>
                    <a:pt x="2105025" y="3441"/>
                  </a:moveTo>
                  <a:lnTo>
                    <a:pt x="2104567" y="2324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24"/>
                  </a:lnTo>
                  <a:lnTo>
                    <a:pt x="2095500" y="3441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55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55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41"/>
                  </a:lnTo>
                  <a:close/>
                </a:path>
                <a:path w="4057650" h="3044825">
                  <a:moveTo>
                    <a:pt x="2152650" y="3038310"/>
                  </a:moveTo>
                  <a:lnTo>
                    <a:pt x="2152192" y="3037192"/>
                  </a:lnTo>
                  <a:lnTo>
                    <a:pt x="2150326" y="3035325"/>
                  </a:lnTo>
                  <a:lnTo>
                    <a:pt x="2149208" y="3034855"/>
                  </a:lnTo>
                  <a:lnTo>
                    <a:pt x="2146579" y="3034855"/>
                  </a:lnTo>
                  <a:lnTo>
                    <a:pt x="2145461" y="3035325"/>
                  </a:lnTo>
                  <a:lnTo>
                    <a:pt x="2143595" y="3037192"/>
                  </a:lnTo>
                  <a:lnTo>
                    <a:pt x="2143125" y="3038310"/>
                  </a:lnTo>
                  <a:lnTo>
                    <a:pt x="2143125" y="3040938"/>
                  </a:lnTo>
                  <a:lnTo>
                    <a:pt x="2143595" y="3042056"/>
                  </a:lnTo>
                  <a:lnTo>
                    <a:pt x="2145461" y="3043923"/>
                  </a:lnTo>
                  <a:lnTo>
                    <a:pt x="2146579" y="3044380"/>
                  </a:lnTo>
                  <a:lnTo>
                    <a:pt x="2149208" y="3044380"/>
                  </a:lnTo>
                  <a:lnTo>
                    <a:pt x="2150326" y="3043923"/>
                  </a:lnTo>
                  <a:lnTo>
                    <a:pt x="2152192" y="3042056"/>
                  </a:lnTo>
                  <a:lnTo>
                    <a:pt x="2152650" y="3040938"/>
                  </a:lnTo>
                  <a:lnTo>
                    <a:pt x="2152650" y="3038310"/>
                  </a:lnTo>
                  <a:close/>
                </a:path>
                <a:path w="4057650" h="3044825">
                  <a:moveTo>
                    <a:pt x="2152650" y="2279599"/>
                  </a:moveTo>
                  <a:lnTo>
                    <a:pt x="2152192" y="2278469"/>
                  </a:lnTo>
                  <a:lnTo>
                    <a:pt x="2150326" y="2276614"/>
                  </a:lnTo>
                  <a:lnTo>
                    <a:pt x="2149208" y="2276144"/>
                  </a:lnTo>
                  <a:lnTo>
                    <a:pt x="2146579" y="2276144"/>
                  </a:lnTo>
                  <a:lnTo>
                    <a:pt x="2145461" y="2276614"/>
                  </a:lnTo>
                  <a:lnTo>
                    <a:pt x="2143595" y="2278469"/>
                  </a:lnTo>
                  <a:lnTo>
                    <a:pt x="2143125" y="2279599"/>
                  </a:lnTo>
                  <a:lnTo>
                    <a:pt x="2143125" y="2282228"/>
                  </a:lnTo>
                  <a:lnTo>
                    <a:pt x="2143595" y="2283345"/>
                  </a:lnTo>
                  <a:lnTo>
                    <a:pt x="2145461" y="2285200"/>
                  </a:lnTo>
                  <a:lnTo>
                    <a:pt x="2146579" y="2285669"/>
                  </a:lnTo>
                  <a:lnTo>
                    <a:pt x="2149208" y="2285669"/>
                  </a:lnTo>
                  <a:lnTo>
                    <a:pt x="2150326" y="2285200"/>
                  </a:lnTo>
                  <a:lnTo>
                    <a:pt x="2152192" y="2283345"/>
                  </a:lnTo>
                  <a:lnTo>
                    <a:pt x="2152650" y="2282228"/>
                  </a:lnTo>
                  <a:lnTo>
                    <a:pt x="2152650" y="2279599"/>
                  </a:lnTo>
                  <a:close/>
                </a:path>
                <a:path w="4057650" h="3044825">
                  <a:moveTo>
                    <a:pt x="2152650" y="1520875"/>
                  </a:moveTo>
                  <a:lnTo>
                    <a:pt x="2152192" y="1519758"/>
                  </a:lnTo>
                  <a:lnTo>
                    <a:pt x="2150326" y="1517891"/>
                  </a:lnTo>
                  <a:lnTo>
                    <a:pt x="2149208" y="1517434"/>
                  </a:lnTo>
                  <a:lnTo>
                    <a:pt x="2146579" y="1517434"/>
                  </a:lnTo>
                  <a:lnTo>
                    <a:pt x="2145461" y="1517891"/>
                  </a:lnTo>
                  <a:lnTo>
                    <a:pt x="2143595" y="1519758"/>
                  </a:lnTo>
                  <a:lnTo>
                    <a:pt x="2143125" y="1520875"/>
                  </a:lnTo>
                  <a:lnTo>
                    <a:pt x="2143125" y="1523504"/>
                  </a:lnTo>
                  <a:lnTo>
                    <a:pt x="2143595" y="1524635"/>
                  </a:lnTo>
                  <a:lnTo>
                    <a:pt x="2145461" y="1526489"/>
                  </a:lnTo>
                  <a:lnTo>
                    <a:pt x="2146579" y="1526959"/>
                  </a:lnTo>
                  <a:lnTo>
                    <a:pt x="2149208" y="1526959"/>
                  </a:lnTo>
                  <a:lnTo>
                    <a:pt x="2150326" y="1526489"/>
                  </a:lnTo>
                  <a:lnTo>
                    <a:pt x="2152192" y="1524635"/>
                  </a:lnTo>
                  <a:lnTo>
                    <a:pt x="2152650" y="1523504"/>
                  </a:lnTo>
                  <a:lnTo>
                    <a:pt x="2152650" y="1520875"/>
                  </a:lnTo>
                  <a:close/>
                </a:path>
                <a:path w="4057650" h="3044825">
                  <a:moveTo>
                    <a:pt x="2152650" y="762165"/>
                  </a:moveTo>
                  <a:lnTo>
                    <a:pt x="2152192" y="761034"/>
                  </a:lnTo>
                  <a:lnTo>
                    <a:pt x="2150326" y="759180"/>
                  </a:lnTo>
                  <a:lnTo>
                    <a:pt x="2149208" y="758710"/>
                  </a:lnTo>
                  <a:lnTo>
                    <a:pt x="2146579" y="758710"/>
                  </a:lnTo>
                  <a:lnTo>
                    <a:pt x="2145461" y="759180"/>
                  </a:lnTo>
                  <a:lnTo>
                    <a:pt x="2143595" y="761034"/>
                  </a:lnTo>
                  <a:lnTo>
                    <a:pt x="2143125" y="762165"/>
                  </a:lnTo>
                  <a:lnTo>
                    <a:pt x="2143125" y="764794"/>
                  </a:lnTo>
                  <a:lnTo>
                    <a:pt x="2143595" y="765911"/>
                  </a:lnTo>
                  <a:lnTo>
                    <a:pt x="2145461" y="767778"/>
                  </a:lnTo>
                  <a:lnTo>
                    <a:pt x="2146579" y="768235"/>
                  </a:lnTo>
                  <a:lnTo>
                    <a:pt x="2149208" y="768235"/>
                  </a:lnTo>
                  <a:lnTo>
                    <a:pt x="2150326" y="767778"/>
                  </a:lnTo>
                  <a:lnTo>
                    <a:pt x="2152192" y="765911"/>
                  </a:lnTo>
                  <a:lnTo>
                    <a:pt x="2152650" y="764794"/>
                  </a:lnTo>
                  <a:lnTo>
                    <a:pt x="2152650" y="762165"/>
                  </a:lnTo>
                  <a:close/>
                </a:path>
                <a:path w="4057650" h="3044825">
                  <a:moveTo>
                    <a:pt x="2152650" y="3441"/>
                  </a:moveTo>
                  <a:lnTo>
                    <a:pt x="2152192" y="2324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24"/>
                  </a:lnTo>
                  <a:lnTo>
                    <a:pt x="2143125" y="3441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55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55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41"/>
                  </a:lnTo>
                  <a:close/>
                </a:path>
                <a:path w="4057650" h="3044825">
                  <a:moveTo>
                    <a:pt x="2200275" y="3038310"/>
                  </a:moveTo>
                  <a:lnTo>
                    <a:pt x="2199817" y="3037192"/>
                  </a:lnTo>
                  <a:lnTo>
                    <a:pt x="2197951" y="3035325"/>
                  </a:lnTo>
                  <a:lnTo>
                    <a:pt x="2196833" y="3034855"/>
                  </a:lnTo>
                  <a:lnTo>
                    <a:pt x="2194204" y="3034855"/>
                  </a:lnTo>
                  <a:lnTo>
                    <a:pt x="2193086" y="3035325"/>
                  </a:lnTo>
                  <a:lnTo>
                    <a:pt x="2191220" y="3037192"/>
                  </a:lnTo>
                  <a:lnTo>
                    <a:pt x="2190750" y="3038310"/>
                  </a:lnTo>
                  <a:lnTo>
                    <a:pt x="2190750" y="3040938"/>
                  </a:lnTo>
                  <a:lnTo>
                    <a:pt x="2191220" y="3042056"/>
                  </a:lnTo>
                  <a:lnTo>
                    <a:pt x="2193086" y="3043923"/>
                  </a:lnTo>
                  <a:lnTo>
                    <a:pt x="2194204" y="3044380"/>
                  </a:lnTo>
                  <a:lnTo>
                    <a:pt x="2196833" y="3044380"/>
                  </a:lnTo>
                  <a:lnTo>
                    <a:pt x="2197951" y="3043923"/>
                  </a:lnTo>
                  <a:lnTo>
                    <a:pt x="2199817" y="3042056"/>
                  </a:lnTo>
                  <a:lnTo>
                    <a:pt x="2200275" y="3040938"/>
                  </a:lnTo>
                  <a:lnTo>
                    <a:pt x="2200275" y="3038310"/>
                  </a:lnTo>
                  <a:close/>
                </a:path>
                <a:path w="4057650" h="3044825">
                  <a:moveTo>
                    <a:pt x="2200275" y="2279599"/>
                  </a:moveTo>
                  <a:lnTo>
                    <a:pt x="2199817" y="2278469"/>
                  </a:lnTo>
                  <a:lnTo>
                    <a:pt x="2197951" y="2276614"/>
                  </a:lnTo>
                  <a:lnTo>
                    <a:pt x="2196833" y="2276144"/>
                  </a:lnTo>
                  <a:lnTo>
                    <a:pt x="2194204" y="2276144"/>
                  </a:lnTo>
                  <a:lnTo>
                    <a:pt x="2193086" y="2276614"/>
                  </a:lnTo>
                  <a:lnTo>
                    <a:pt x="2191220" y="2278469"/>
                  </a:lnTo>
                  <a:lnTo>
                    <a:pt x="2190750" y="2279599"/>
                  </a:lnTo>
                  <a:lnTo>
                    <a:pt x="2190750" y="2282228"/>
                  </a:lnTo>
                  <a:lnTo>
                    <a:pt x="2191220" y="2283345"/>
                  </a:lnTo>
                  <a:lnTo>
                    <a:pt x="2193086" y="2285200"/>
                  </a:lnTo>
                  <a:lnTo>
                    <a:pt x="2194204" y="2285669"/>
                  </a:lnTo>
                  <a:lnTo>
                    <a:pt x="2196833" y="2285669"/>
                  </a:lnTo>
                  <a:lnTo>
                    <a:pt x="2197951" y="2285200"/>
                  </a:lnTo>
                  <a:lnTo>
                    <a:pt x="2199817" y="2283345"/>
                  </a:lnTo>
                  <a:lnTo>
                    <a:pt x="2200275" y="2282228"/>
                  </a:lnTo>
                  <a:lnTo>
                    <a:pt x="2200275" y="2279599"/>
                  </a:lnTo>
                  <a:close/>
                </a:path>
                <a:path w="4057650" h="3044825">
                  <a:moveTo>
                    <a:pt x="2200275" y="1520875"/>
                  </a:moveTo>
                  <a:lnTo>
                    <a:pt x="2199817" y="1519758"/>
                  </a:lnTo>
                  <a:lnTo>
                    <a:pt x="2197951" y="1517891"/>
                  </a:lnTo>
                  <a:lnTo>
                    <a:pt x="2196833" y="1517434"/>
                  </a:lnTo>
                  <a:lnTo>
                    <a:pt x="2194204" y="1517434"/>
                  </a:lnTo>
                  <a:lnTo>
                    <a:pt x="2193086" y="1517891"/>
                  </a:lnTo>
                  <a:lnTo>
                    <a:pt x="2191220" y="1519758"/>
                  </a:lnTo>
                  <a:lnTo>
                    <a:pt x="2190750" y="1520875"/>
                  </a:lnTo>
                  <a:lnTo>
                    <a:pt x="2190750" y="1523504"/>
                  </a:lnTo>
                  <a:lnTo>
                    <a:pt x="2191220" y="1524635"/>
                  </a:lnTo>
                  <a:lnTo>
                    <a:pt x="2193086" y="1526489"/>
                  </a:lnTo>
                  <a:lnTo>
                    <a:pt x="2194204" y="1526959"/>
                  </a:lnTo>
                  <a:lnTo>
                    <a:pt x="2196833" y="1526959"/>
                  </a:lnTo>
                  <a:lnTo>
                    <a:pt x="2197951" y="1526489"/>
                  </a:lnTo>
                  <a:lnTo>
                    <a:pt x="2199817" y="1524635"/>
                  </a:lnTo>
                  <a:lnTo>
                    <a:pt x="2200275" y="1523504"/>
                  </a:lnTo>
                  <a:lnTo>
                    <a:pt x="2200275" y="1520875"/>
                  </a:lnTo>
                  <a:close/>
                </a:path>
                <a:path w="4057650" h="3044825">
                  <a:moveTo>
                    <a:pt x="2200275" y="762165"/>
                  </a:moveTo>
                  <a:lnTo>
                    <a:pt x="2199817" y="761034"/>
                  </a:lnTo>
                  <a:lnTo>
                    <a:pt x="2197951" y="759180"/>
                  </a:lnTo>
                  <a:lnTo>
                    <a:pt x="2196833" y="758710"/>
                  </a:lnTo>
                  <a:lnTo>
                    <a:pt x="2194204" y="758710"/>
                  </a:lnTo>
                  <a:lnTo>
                    <a:pt x="2193086" y="759180"/>
                  </a:lnTo>
                  <a:lnTo>
                    <a:pt x="2191220" y="761034"/>
                  </a:lnTo>
                  <a:lnTo>
                    <a:pt x="2190750" y="762165"/>
                  </a:lnTo>
                  <a:lnTo>
                    <a:pt x="2190750" y="764794"/>
                  </a:lnTo>
                  <a:lnTo>
                    <a:pt x="2191220" y="765911"/>
                  </a:lnTo>
                  <a:lnTo>
                    <a:pt x="2193086" y="767778"/>
                  </a:lnTo>
                  <a:lnTo>
                    <a:pt x="2194204" y="768235"/>
                  </a:lnTo>
                  <a:lnTo>
                    <a:pt x="2196833" y="768235"/>
                  </a:lnTo>
                  <a:lnTo>
                    <a:pt x="2197951" y="767778"/>
                  </a:lnTo>
                  <a:lnTo>
                    <a:pt x="2199817" y="765911"/>
                  </a:lnTo>
                  <a:lnTo>
                    <a:pt x="2200275" y="764794"/>
                  </a:lnTo>
                  <a:lnTo>
                    <a:pt x="2200275" y="762165"/>
                  </a:lnTo>
                  <a:close/>
                </a:path>
                <a:path w="4057650" h="3044825">
                  <a:moveTo>
                    <a:pt x="2200275" y="3441"/>
                  </a:moveTo>
                  <a:lnTo>
                    <a:pt x="2199817" y="2324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24"/>
                  </a:lnTo>
                  <a:lnTo>
                    <a:pt x="2190750" y="3441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55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55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41"/>
                  </a:lnTo>
                  <a:close/>
                </a:path>
                <a:path w="4057650" h="3044825">
                  <a:moveTo>
                    <a:pt x="2247900" y="3038310"/>
                  </a:moveTo>
                  <a:lnTo>
                    <a:pt x="2247442" y="3037192"/>
                  </a:lnTo>
                  <a:lnTo>
                    <a:pt x="2245576" y="3035325"/>
                  </a:lnTo>
                  <a:lnTo>
                    <a:pt x="2244458" y="3034855"/>
                  </a:lnTo>
                  <a:lnTo>
                    <a:pt x="2241829" y="3034855"/>
                  </a:lnTo>
                  <a:lnTo>
                    <a:pt x="2240711" y="3035325"/>
                  </a:lnTo>
                  <a:lnTo>
                    <a:pt x="2238845" y="3037192"/>
                  </a:lnTo>
                  <a:lnTo>
                    <a:pt x="2238375" y="3038310"/>
                  </a:lnTo>
                  <a:lnTo>
                    <a:pt x="2238375" y="3040938"/>
                  </a:lnTo>
                  <a:lnTo>
                    <a:pt x="2238845" y="3042056"/>
                  </a:lnTo>
                  <a:lnTo>
                    <a:pt x="2240711" y="3043923"/>
                  </a:lnTo>
                  <a:lnTo>
                    <a:pt x="2241829" y="3044380"/>
                  </a:lnTo>
                  <a:lnTo>
                    <a:pt x="2244458" y="3044380"/>
                  </a:lnTo>
                  <a:lnTo>
                    <a:pt x="2245576" y="3043923"/>
                  </a:lnTo>
                  <a:lnTo>
                    <a:pt x="2247442" y="3042056"/>
                  </a:lnTo>
                  <a:lnTo>
                    <a:pt x="2247900" y="3040938"/>
                  </a:lnTo>
                  <a:lnTo>
                    <a:pt x="2247900" y="3038310"/>
                  </a:lnTo>
                  <a:close/>
                </a:path>
                <a:path w="4057650" h="3044825">
                  <a:moveTo>
                    <a:pt x="2247900" y="2279599"/>
                  </a:moveTo>
                  <a:lnTo>
                    <a:pt x="2247442" y="2278469"/>
                  </a:lnTo>
                  <a:lnTo>
                    <a:pt x="2245576" y="2276614"/>
                  </a:lnTo>
                  <a:lnTo>
                    <a:pt x="2244458" y="2276144"/>
                  </a:lnTo>
                  <a:lnTo>
                    <a:pt x="2241829" y="2276144"/>
                  </a:lnTo>
                  <a:lnTo>
                    <a:pt x="2240711" y="2276614"/>
                  </a:lnTo>
                  <a:lnTo>
                    <a:pt x="2238845" y="2278469"/>
                  </a:lnTo>
                  <a:lnTo>
                    <a:pt x="2238375" y="2279599"/>
                  </a:lnTo>
                  <a:lnTo>
                    <a:pt x="2238375" y="2282228"/>
                  </a:lnTo>
                  <a:lnTo>
                    <a:pt x="2238845" y="2283345"/>
                  </a:lnTo>
                  <a:lnTo>
                    <a:pt x="2240711" y="2285200"/>
                  </a:lnTo>
                  <a:lnTo>
                    <a:pt x="2241829" y="2285669"/>
                  </a:lnTo>
                  <a:lnTo>
                    <a:pt x="2244458" y="2285669"/>
                  </a:lnTo>
                  <a:lnTo>
                    <a:pt x="2245576" y="2285200"/>
                  </a:lnTo>
                  <a:lnTo>
                    <a:pt x="2247442" y="2283345"/>
                  </a:lnTo>
                  <a:lnTo>
                    <a:pt x="2247900" y="2282228"/>
                  </a:lnTo>
                  <a:lnTo>
                    <a:pt x="2247900" y="2279599"/>
                  </a:lnTo>
                  <a:close/>
                </a:path>
                <a:path w="4057650" h="3044825">
                  <a:moveTo>
                    <a:pt x="2247900" y="1520875"/>
                  </a:moveTo>
                  <a:lnTo>
                    <a:pt x="2247442" y="1519758"/>
                  </a:lnTo>
                  <a:lnTo>
                    <a:pt x="2245576" y="1517891"/>
                  </a:lnTo>
                  <a:lnTo>
                    <a:pt x="2244458" y="1517434"/>
                  </a:lnTo>
                  <a:lnTo>
                    <a:pt x="2241829" y="1517434"/>
                  </a:lnTo>
                  <a:lnTo>
                    <a:pt x="2240711" y="1517891"/>
                  </a:lnTo>
                  <a:lnTo>
                    <a:pt x="2238845" y="1519758"/>
                  </a:lnTo>
                  <a:lnTo>
                    <a:pt x="2238375" y="1520875"/>
                  </a:lnTo>
                  <a:lnTo>
                    <a:pt x="2238375" y="1523504"/>
                  </a:lnTo>
                  <a:lnTo>
                    <a:pt x="2238845" y="1524635"/>
                  </a:lnTo>
                  <a:lnTo>
                    <a:pt x="2240711" y="1526489"/>
                  </a:lnTo>
                  <a:lnTo>
                    <a:pt x="2241829" y="1526959"/>
                  </a:lnTo>
                  <a:lnTo>
                    <a:pt x="2244458" y="1526959"/>
                  </a:lnTo>
                  <a:lnTo>
                    <a:pt x="2245576" y="1526489"/>
                  </a:lnTo>
                  <a:lnTo>
                    <a:pt x="2247442" y="1524635"/>
                  </a:lnTo>
                  <a:lnTo>
                    <a:pt x="2247900" y="1523504"/>
                  </a:lnTo>
                  <a:lnTo>
                    <a:pt x="2247900" y="1520875"/>
                  </a:lnTo>
                  <a:close/>
                </a:path>
                <a:path w="4057650" h="3044825">
                  <a:moveTo>
                    <a:pt x="2247900" y="762165"/>
                  </a:moveTo>
                  <a:lnTo>
                    <a:pt x="2247442" y="761034"/>
                  </a:lnTo>
                  <a:lnTo>
                    <a:pt x="2245576" y="759180"/>
                  </a:lnTo>
                  <a:lnTo>
                    <a:pt x="2244458" y="758710"/>
                  </a:lnTo>
                  <a:lnTo>
                    <a:pt x="2241829" y="758710"/>
                  </a:lnTo>
                  <a:lnTo>
                    <a:pt x="2240711" y="759180"/>
                  </a:lnTo>
                  <a:lnTo>
                    <a:pt x="2238845" y="761034"/>
                  </a:lnTo>
                  <a:lnTo>
                    <a:pt x="2238375" y="762165"/>
                  </a:lnTo>
                  <a:lnTo>
                    <a:pt x="2238375" y="764794"/>
                  </a:lnTo>
                  <a:lnTo>
                    <a:pt x="2238845" y="765911"/>
                  </a:lnTo>
                  <a:lnTo>
                    <a:pt x="2240711" y="767778"/>
                  </a:lnTo>
                  <a:lnTo>
                    <a:pt x="2241829" y="768235"/>
                  </a:lnTo>
                  <a:lnTo>
                    <a:pt x="2244458" y="768235"/>
                  </a:lnTo>
                  <a:lnTo>
                    <a:pt x="2245576" y="767778"/>
                  </a:lnTo>
                  <a:lnTo>
                    <a:pt x="2247442" y="765911"/>
                  </a:lnTo>
                  <a:lnTo>
                    <a:pt x="2247900" y="764794"/>
                  </a:lnTo>
                  <a:lnTo>
                    <a:pt x="2247900" y="762165"/>
                  </a:lnTo>
                  <a:close/>
                </a:path>
                <a:path w="4057650" h="3044825">
                  <a:moveTo>
                    <a:pt x="2247900" y="3441"/>
                  </a:moveTo>
                  <a:lnTo>
                    <a:pt x="2247442" y="2324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24"/>
                  </a:lnTo>
                  <a:lnTo>
                    <a:pt x="2238375" y="3441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55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55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41"/>
                  </a:lnTo>
                  <a:close/>
                </a:path>
                <a:path w="4057650" h="3044825">
                  <a:moveTo>
                    <a:pt x="2295525" y="3038310"/>
                  </a:moveTo>
                  <a:lnTo>
                    <a:pt x="2295067" y="3037192"/>
                  </a:lnTo>
                  <a:lnTo>
                    <a:pt x="2293201" y="3035325"/>
                  </a:lnTo>
                  <a:lnTo>
                    <a:pt x="2292083" y="3034855"/>
                  </a:lnTo>
                  <a:lnTo>
                    <a:pt x="2289454" y="3034855"/>
                  </a:lnTo>
                  <a:lnTo>
                    <a:pt x="2288336" y="3035325"/>
                  </a:lnTo>
                  <a:lnTo>
                    <a:pt x="2286470" y="3037192"/>
                  </a:lnTo>
                  <a:lnTo>
                    <a:pt x="2286000" y="3038310"/>
                  </a:lnTo>
                  <a:lnTo>
                    <a:pt x="2286000" y="3040938"/>
                  </a:lnTo>
                  <a:lnTo>
                    <a:pt x="2286470" y="3042056"/>
                  </a:lnTo>
                  <a:lnTo>
                    <a:pt x="2288336" y="3043923"/>
                  </a:lnTo>
                  <a:lnTo>
                    <a:pt x="2289454" y="3044380"/>
                  </a:lnTo>
                  <a:lnTo>
                    <a:pt x="2292083" y="3044380"/>
                  </a:lnTo>
                  <a:lnTo>
                    <a:pt x="2293201" y="3043923"/>
                  </a:lnTo>
                  <a:lnTo>
                    <a:pt x="2295067" y="3042056"/>
                  </a:lnTo>
                  <a:lnTo>
                    <a:pt x="2295525" y="3040938"/>
                  </a:lnTo>
                  <a:lnTo>
                    <a:pt x="2295525" y="3038310"/>
                  </a:lnTo>
                  <a:close/>
                </a:path>
                <a:path w="4057650" h="3044825">
                  <a:moveTo>
                    <a:pt x="2295525" y="2279599"/>
                  </a:moveTo>
                  <a:lnTo>
                    <a:pt x="2295067" y="2278469"/>
                  </a:lnTo>
                  <a:lnTo>
                    <a:pt x="2293201" y="2276614"/>
                  </a:lnTo>
                  <a:lnTo>
                    <a:pt x="2292083" y="2276144"/>
                  </a:lnTo>
                  <a:lnTo>
                    <a:pt x="2289454" y="2276144"/>
                  </a:lnTo>
                  <a:lnTo>
                    <a:pt x="2288336" y="2276614"/>
                  </a:lnTo>
                  <a:lnTo>
                    <a:pt x="2286470" y="2278469"/>
                  </a:lnTo>
                  <a:lnTo>
                    <a:pt x="2286000" y="2279599"/>
                  </a:lnTo>
                  <a:lnTo>
                    <a:pt x="2286000" y="2282228"/>
                  </a:lnTo>
                  <a:lnTo>
                    <a:pt x="2286470" y="2283345"/>
                  </a:lnTo>
                  <a:lnTo>
                    <a:pt x="2288336" y="2285200"/>
                  </a:lnTo>
                  <a:lnTo>
                    <a:pt x="2289454" y="2285669"/>
                  </a:lnTo>
                  <a:lnTo>
                    <a:pt x="2292083" y="2285669"/>
                  </a:lnTo>
                  <a:lnTo>
                    <a:pt x="2293201" y="2285200"/>
                  </a:lnTo>
                  <a:lnTo>
                    <a:pt x="2295067" y="2283345"/>
                  </a:lnTo>
                  <a:lnTo>
                    <a:pt x="2295525" y="2282228"/>
                  </a:lnTo>
                  <a:lnTo>
                    <a:pt x="2295525" y="2279599"/>
                  </a:lnTo>
                  <a:close/>
                </a:path>
                <a:path w="4057650" h="3044825">
                  <a:moveTo>
                    <a:pt x="2295525" y="1520875"/>
                  </a:moveTo>
                  <a:lnTo>
                    <a:pt x="2295067" y="1519758"/>
                  </a:lnTo>
                  <a:lnTo>
                    <a:pt x="2293201" y="1517891"/>
                  </a:lnTo>
                  <a:lnTo>
                    <a:pt x="2292083" y="1517434"/>
                  </a:lnTo>
                  <a:lnTo>
                    <a:pt x="2289454" y="1517434"/>
                  </a:lnTo>
                  <a:lnTo>
                    <a:pt x="2288336" y="1517891"/>
                  </a:lnTo>
                  <a:lnTo>
                    <a:pt x="2286470" y="1519758"/>
                  </a:lnTo>
                  <a:lnTo>
                    <a:pt x="2286000" y="1520875"/>
                  </a:lnTo>
                  <a:lnTo>
                    <a:pt x="2286000" y="1523504"/>
                  </a:lnTo>
                  <a:lnTo>
                    <a:pt x="2286470" y="1524635"/>
                  </a:lnTo>
                  <a:lnTo>
                    <a:pt x="2288336" y="1526489"/>
                  </a:lnTo>
                  <a:lnTo>
                    <a:pt x="2289454" y="1526959"/>
                  </a:lnTo>
                  <a:lnTo>
                    <a:pt x="2292083" y="1526959"/>
                  </a:lnTo>
                  <a:lnTo>
                    <a:pt x="2293201" y="1526489"/>
                  </a:lnTo>
                  <a:lnTo>
                    <a:pt x="2295067" y="1524635"/>
                  </a:lnTo>
                  <a:lnTo>
                    <a:pt x="2295525" y="1523504"/>
                  </a:lnTo>
                  <a:lnTo>
                    <a:pt x="2295525" y="1520875"/>
                  </a:lnTo>
                  <a:close/>
                </a:path>
                <a:path w="4057650" h="3044825">
                  <a:moveTo>
                    <a:pt x="2295525" y="762165"/>
                  </a:moveTo>
                  <a:lnTo>
                    <a:pt x="2295067" y="761034"/>
                  </a:lnTo>
                  <a:lnTo>
                    <a:pt x="2293201" y="759180"/>
                  </a:lnTo>
                  <a:lnTo>
                    <a:pt x="2292083" y="758710"/>
                  </a:lnTo>
                  <a:lnTo>
                    <a:pt x="2289454" y="758710"/>
                  </a:lnTo>
                  <a:lnTo>
                    <a:pt x="2288336" y="759180"/>
                  </a:lnTo>
                  <a:lnTo>
                    <a:pt x="2286470" y="761034"/>
                  </a:lnTo>
                  <a:lnTo>
                    <a:pt x="2286000" y="762165"/>
                  </a:lnTo>
                  <a:lnTo>
                    <a:pt x="2286000" y="764794"/>
                  </a:lnTo>
                  <a:lnTo>
                    <a:pt x="2286470" y="765911"/>
                  </a:lnTo>
                  <a:lnTo>
                    <a:pt x="2288336" y="767778"/>
                  </a:lnTo>
                  <a:lnTo>
                    <a:pt x="2289454" y="768235"/>
                  </a:lnTo>
                  <a:lnTo>
                    <a:pt x="2292083" y="768235"/>
                  </a:lnTo>
                  <a:lnTo>
                    <a:pt x="2293201" y="767778"/>
                  </a:lnTo>
                  <a:lnTo>
                    <a:pt x="2295067" y="765911"/>
                  </a:lnTo>
                  <a:lnTo>
                    <a:pt x="2295525" y="764794"/>
                  </a:lnTo>
                  <a:lnTo>
                    <a:pt x="2295525" y="762165"/>
                  </a:lnTo>
                  <a:close/>
                </a:path>
                <a:path w="4057650" h="3044825">
                  <a:moveTo>
                    <a:pt x="2295525" y="3441"/>
                  </a:moveTo>
                  <a:lnTo>
                    <a:pt x="2295067" y="2324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24"/>
                  </a:lnTo>
                  <a:lnTo>
                    <a:pt x="2286000" y="3441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55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55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41"/>
                  </a:lnTo>
                  <a:close/>
                </a:path>
                <a:path w="4057650" h="3044825">
                  <a:moveTo>
                    <a:pt x="2343150" y="3038310"/>
                  </a:moveTo>
                  <a:lnTo>
                    <a:pt x="2342692" y="3037192"/>
                  </a:lnTo>
                  <a:lnTo>
                    <a:pt x="2340826" y="3035325"/>
                  </a:lnTo>
                  <a:lnTo>
                    <a:pt x="2339708" y="3034855"/>
                  </a:lnTo>
                  <a:lnTo>
                    <a:pt x="2337079" y="3034855"/>
                  </a:lnTo>
                  <a:lnTo>
                    <a:pt x="2335961" y="3035325"/>
                  </a:lnTo>
                  <a:lnTo>
                    <a:pt x="2334095" y="3037192"/>
                  </a:lnTo>
                  <a:lnTo>
                    <a:pt x="2333625" y="3038310"/>
                  </a:lnTo>
                  <a:lnTo>
                    <a:pt x="2333625" y="3040938"/>
                  </a:lnTo>
                  <a:lnTo>
                    <a:pt x="2334095" y="3042056"/>
                  </a:lnTo>
                  <a:lnTo>
                    <a:pt x="2335961" y="3043923"/>
                  </a:lnTo>
                  <a:lnTo>
                    <a:pt x="2337079" y="3044380"/>
                  </a:lnTo>
                  <a:lnTo>
                    <a:pt x="2339708" y="3044380"/>
                  </a:lnTo>
                  <a:lnTo>
                    <a:pt x="2340826" y="3043923"/>
                  </a:lnTo>
                  <a:lnTo>
                    <a:pt x="2342692" y="3042056"/>
                  </a:lnTo>
                  <a:lnTo>
                    <a:pt x="2343150" y="3040938"/>
                  </a:lnTo>
                  <a:lnTo>
                    <a:pt x="2343150" y="3038310"/>
                  </a:lnTo>
                  <a:close/>
                </a:path>
                <a:path w="4057650" h="3044825">
                  <a:moveTo>
                    <a:pt x="2343150" y="2279599"/>
                  </a:moveTo>
                  <a:lnTo>
                    <a:pt x="2342692" y="2278469"/>
                  </a:lnTo>
                  <a:lnTo>
                    <a:pt x="2340826" y="2276614"/>
                  </a:lnTo>
                  <a:lnTo>
                    <a:pt x="2339708" y="2276144"/>
                  </a:lnTo>
                  <a:lnTo>
                    <a:pt x="2337079" y="2276144"/>
                  </a:lnTo>
                  <a:lnTo>
                    <a:pt x="2335961" y="2276614"/>
                  </a:lnTo>
                  <a:lnTo>
                    <a:pt x="2334095" y="2278469"/>
                  </a:lnTo>
                  <a:lnTo>
                    <a:pt x="2333625" y="2279599"/>
                  </a:lnTo>
                  <a:lnTo>
                    <a:pt x="2333625" y="2282228"/>
                  </a:lnTo>
                  <a:lnTo>
                    <a:pt x="2334095" y="2283345"/>
                  </a:lnTo>
                  <a:lnTo>
                    <a:pt x="2335961" y="2285200"/>
                  </a:lnTo>
                  <a:lnTo>
                    <a:pt x="2337079" y="2285669"/>
                  </a:lnTo>
                  <a:lnTo>
                    <a:pt x="2339708" y="2285669"/>
                  </a:lnTo>
                  <a:lnTo>
                    <a:pt x="2340826" y="2285200"/>
                  </a:lnTo>
                  <a:lnTo>
                    <a:pt x="2342692" y="2283345"/>
                  </a:lnTo>
                  <a:lnTo>
                    <a:pt x="2343150" y="2282228"/>
                  </a:lnTo>
                  <a:lnTo>
                    <a:pt x="2343150" y="2279599"/>
                  </a:lnTo>
                  <a:close/>
                </a:path>
                <a:path w="4057650" h="3044825">
                  <a:moveTo>
                    <a:pt x="2343150" y="1520875"/>
                  </a:moveTo>
                  <a:lnTo>
                    <a:pt x="2342692" y="1519758"/>
                  </a:lnTo>
                  <a:lnTo>
                    <a:pt x="2340826" y="1517891"/>
                  </a:lnTo>
                  <a:lnTo>
                    <a:pt x="2339708" y="1517434"/>
                  </a:lnTo>
                  <a:lnTo>
                    <a:pt x="2337079" y="1517434"/>
                  </a:lnTo>
                  <a:lnTo>
                    <a:pt x="2335961" y="1517891"/>
                  </a:lnTo>
                  <a:lnTo>
                    <a:pt x="2334095" y="1519758"/>
                  </a:lnTo>
                  <a:lnTo>
                    <a:pt x="2333625" y="1520875"/>
                  </a:lnTo>
                  <a:lnTo>
                    <a:pt x="2333625" y="1523504"/>
                  </a:lnTo>
                  <a:lnTo>
                    <a:pt x="2334095" y="1524635"/>
                  </a:lnTo>
                  <a:lnTo>
                    <a:pt x="2335961" y="1526489"/>
                  </a:lnTo>
                  <a:lnTo>
                    <a:pt x="2337079" y="1526959"/>
                  </a:lnTo>
                  <a:lnTo>
                    <a:pt x="2339708" y="1526959"/>
                  </a:lnTo>
                  <a:lnTo>
                    <a:pt x="2340826" y="1526489"/>
                  </a:lnTo>
                  <a:lnTo>
                    <a:pt x="2342692" y="1524635"/>
                  </a:lnTo>
                  <a:lnTo>
                    <a:pt x="2343150" y="1523504"/>
                  </a:lnTo>
                  <a:lnTo>
                    <a:pt x="2343150" y="1520875"/>
                  </a:lnTo>
                  <a:close/>
                </a:path>
                <a:path w="4057650" h="3044825">
                  <a:moveTo>
                    <a:pt x="2343150" y="762165"/>
                  </a:moveTo>
                  <a:lnTo>
                    <a:pt x="2342692" y="761034"/>
                  </a:lnTo>
                  <a:lnTo>
                    <a:pt x="2340826" y="759180"/>
                  </a:lnTo>
                  <a:lnTo>
                    <a:pt x="2339708" y="758710"/>
                  </a:lnTo>
                  <a:lnTo>
                    <a:pt x="2337079" y="758710"/>
                  </a:lnTo>
                  <a:lnTo>
                    <a:pt x="2335961" y="759180"/>
                  </a:lnTo>
                  <a:lnTo>
                    <a:pt x="2334095" y="761034"/>
                  </a:lnTo>
                  <a:lnTo>
                    <a:pt x="2333625" y="762165"/>
                  </a:lnTo>
                  <a:lnTo>
                    <a:pt x="2333625" y="764794"/>
                  </a:lnTo>
                  <a:lnTo>
                    <a:pt x="2334095" y="765911"/>
                  </a:lnTo>
                  <a:lnTo>
                    <a:pt x="2335961" y="767778"/>
                  </a:lnTo>
                  <a:lnTo>
                    <a:pt x="2337079" y="768235"/>
                  </a:lnTo>
                  <a:lnTo>
                    <a:pt x="2339708" y="768235"/>
                  </a:lnTo>
                  <a:lnTo>
                    <a:pt x="2340826" y="767778"/>
                  </a:lnTo>
                  <a:lnTo>
                    <a:pt x="2342692" y="765911"/>
                  </a:lnTo>
                  <a:lnTo>
                    <a:pt x="2343150" y="764794"/>
                  </a:lnTo>
                  <a:lnTo>
                    <a:pt x="2343150" y="762165"/>
                  </a:lnTo>
                  <a:close/>
                </a:path>
                <a:path w="4057650" h="3044825">
                  <a:moveTo>
                    <a:pt x="2343150" y="3441"/>
                  </a:moveTo>
                  <a:lnTo>
                    <a:pt x="2342692" y="2324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24"/>
                  </a:lnTo>
                  <a:lnTo>
                    <a:pt x="2333625" y="3441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55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55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41"/>
                  </a:lnTo>
                  <a:close/>
                </a:path>
                <a:path w="4057650" h="3044825">
                  <a:moveTo>
                    <a:pt x="2390775" y="3038310"/>
                  </a:moveTo>
                  <a:lnTo>
                    <a:pt x="2390317" y="3037192"/>
                  </a:lnTo>
                  <a:lnTo>
                    <a:pt x="2388451" y="3035325"/>
                  </a:lnTo>
                  <a:lnTo>
                    <a:pt x="2387333" y="3034855"/>
                  </a:lnTo>
                  <a:lnTo>
                    <a:pt x="2384704" y="3034855"/>
                  </a:lnTo>
                  <a:lnTo>
                    <a:pt x="2383586" y="3035325"/>
                  </a:lnTo>
                  <a:lnTo>
                    <a:pt x="2381720" y="3037192"/>
                  </a:lnTo>
                  <a:lnTo>
                    <a:pt x="2381250" y="3038310"/>
                  </a:lnTo>
                  <a:lnTo>
                    <a:pt x="2381250" y="3040938"/>
                  </a:lnTo>
                  <a:lnTo>
                    <a:pt x="2381720" y="3042056"/>
                  </a:lnTo>
                  <a:lnTo>
                    <a:pt x="2383586" y="3043923"/>
                  </a:lnTo>
                  <a:lnTo>
                    <a:pt x="2384704" y="3044380"/>
                  </a:lnTo>
                  <a:lnTo>
                    <a:pt x="2387333" y="3044380"/>
                  </a:lnTo>
                  <a:lnTo>
                    <a:pt x="2388451" y="3043923"/>
                  </a:lnTo>
                  <a:lnTo>
                    <a:pt x="2390317" y="3042056"/>
                  </a:lnTo>
                  <a:lnTo>
                    <a:pt x="2390775" y="3040938"/>
                  </a:lnTo>
                  <a:lnTo>
                    <a:pt x="2390775" y="3038310"/>
                  </a:lnTo>
                  <a:close/>
                </a:path>
                <a:path w="4057650" h="3044825">
                  <a:moveTo>
                    <a:pt x="2390775" y="2279599"/>
                  </a:moveTo>
                  <a:lnTo>
                    <a:pt x="2390317" y="2278469"/>
                  </a:lnTo>
                  <a:lnTo>
                    <a:pt x="2388451" y="2276614"/>
                  </a:lnTo>
                  <a:lnTo>
                    <a:pt x="2387333" y="2276144"/>
                  </a:lnTo>
                  <a:lnTo>
                    <a:pt x="2384704" y="2276144"/>
                  </a:lnTo>
                  <a:lnTo>
                    <a:pt x="2383586" y="2276614"/>
                  </a:lnTo>
                  <a:lnTo>
                    <a:pt x="2381720" y="2278469"/>
                  </a:lnTo>
                  <a:lnTo>
                    <a:pt x="2381250" y="2279599"/>
                  </a:lnTo>
                  <a:lnTo>
                    <a:pt x="2381250" y="2282228"/>
                  </a:lnTo>
                  <a:lnTo>
                    <a:pt x="2381720" y="2283345"/>
                  </a:lnTo>
                  <a:lnTo>
                    <a:pt x="2383586" y="2285200"/>
                  </a:lnTo>
                  <a:lnTo>
                    <a:pt x="2384704" y="2285669"/>
                  </a:lnTo>
                  <a:lnTo>
                    <a:pt x="2387333" y="2285669"/>
                  </a:lnTo>
                  <a:lnTo>
                    <a:pt x="2388451" y="2285200"/>
                  </a:lnTo>
                  <a:lnTo>
                    <a:pt x="2390317" y="2283345"/>
                  </a:lnTo>
                  <a:lnTo>
                    <a:pt x="2390775" y="2282228"/>
                  </a:lnTo>
                  <a:lnTo>
                    <a:pt x="2390775" y="2279599"/>
                  </a:lnTo>
                  <a:close/>
                </a:path>
                <a:path w="4057650" h="3044825">
                  <a:moveTo>
                    <a:pt x="2390775" y="1520875"/>
                  </a:moveTo>
                  <a:lnTo>
                    <a:pt x="2390317" y="1519758"/>
                  </a:lnTo>
                  <a:lnTo>
                    <a:pt x="2388451" y="1517891"/>
                  </a:lnTo>
                  <a:lnTo>
                    <a:pt x="2387333" y="1517434"/>
                  </a:lnTo>
                  <a:lnTo>
                    <a:pt x="2384704" y="1517434"/>
                  </a:lnTo>
                  <a:lnTo>
                    <a:pt x="2383586" y="1517891"/>
                  </a:lnTo>
                  <a:lnTo>
                    <a:pt x="2381720" y="1519758"/>
                  </a:lnTo>
                  <a:lnTo>
                    <a:pt x="2381250" y="1520875"/>
                  </a:lnTo>
                  <a:lnTo>
                    <a:pt x="2381250" y="1523504"/>
                  </a:lnTo>
                  <a:lnTo>
                    <a:pt x="2381720" y="1524635"/>
                  </a:lnTo>
                  <a:lnTo>
                    <a:pt x="2383586" y="1526489"/>
                  </a:lnTo>
                  <a:lnTo>
                    <a:pt x="2384704" y="1526959"/>
                  </a:lnTo>
                  <a:lnTo>
                    <a:pt x="2387333" y="1526959"/>
                  </a:lnTo>
                  <a:lnTo>
                    <a:pt x="2388451" y="1526489"/>
                  </a:lnTo>
                  <a:lnTo>
                    <a:pt x="2390317" y="1524635"/>
                  </a:lnTo>
                  <a:lnTo>
                    <a:pt x="2390775" y="1523504"/>
                  </a:lnTo>
                  <a:lnTo>
                    <a:pt x="2390775" y="1520875"/>
                  </a:lnTo>
                  <a:close/>
                </a:path>
                <a:path w="4057650" h="3044825">
                  <a:moveTo>
                    <a:pt x="2390775" y="762165"/>
                  </a:moveTo>
                  <a:lnTo>
                    <a:pt x="2390317" y="761034"/>
                  </a:lnTo>
                  <a:lnTo>
                    <a:pt x="2388451" y="759180"/>
                  </a:lnTo>
                  <a:lnTo>
                    <a:pt x="2387333" y="758710"/>
                  </a:lnTo>
                  <a:lnTo>
                    <a:pt x="2384704" y="758710"/>
                  </a:lnTo>
                  <a:lnTo>
                    <a:pt x="2383586" y="759180"/>
                  </a:lnTo>
                  <a:lnTo>
                    <a:pt x="2381720" y="761034"/>
                  </a:lnTo>
                  <a:lnTo>
                    <a:pt x="2381250" y="762165"/>
                  </a:lnTo>
                  <a:lnTo>
                    <a:pt x="2381250" y="764794"/>
                  </a:lnTo>
                  <a:lnTo>
                    <a:pt x="2381720" y="765911"/>
                  </a:lnTo>
                  <a:lnTo>
                    <a:pt x="2383586" y="767778"/>
                  </a:lnTo>
                  <a:lnTo>
                    <a:pt x="2384704" y="768235"/>
                  </a:lnTo>
                  <a:lnTo>
                    <a:pt x="2387333" y="768235"/>
                  </a:lnTo>
                  <a:lnTo>
                    <a:pt x="2388451" y="767778"/>
                  </a:lnTo>
                  <a:lnTo>
                    <a:pt x="2390317" y="765911"/>
                  </a:lnTo>
                  <a:lnTo>
                    <a:pt x="2390775" y="764794"/>
                  </a:lnTo>
                  <a:lnTo>
                    <a:pt x="2390775" y="762165"/>
                  </a:lnTo>
                  <a:close/>
                </a:path>
                <a:path w="4057650" h="3044825">
                  <a:moveTo>
                    <a:pt x="2390775" y="3441"/>
                  </a:moveTo>
                  <a:lnTo>
                    <a:pt x="2390317" y="2324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24"/>
                  </a:lnTo>
                  <a:lnTo>
                    <a:pt x="2381250" y="3441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55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55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41"/>
                  </a:lnTo>
                  <a:close/>
                </a:path>
                <a:path w="4057650" h="3044825">
                  <a:moveTo>
                    <a:pt x="2438400" y="3038310"/>
                  </a:moveTo>
                  <a:lnTo>
                    <a:pt x="2437942" y="3037192"/>
                  </a:lnTo>
                  <a:lnTo>
                    <a:pt x="2436076" y="3035325"/>
                  </a:lnTo>
                  <a:lnTo>
                    <a:pt x="2434958" y="3034855"/>
                  </a:lnTo>
                  <a:lnTo>
                    <a:pt x="2432329" y="3034855"/>
                  </a:lnTo>
                  <a:lnTo>
                    <a:pt x="2431211" y="3035325"/>
                  </a:lnTo>
                  <a:lnTo>
                    <a:pt x="2429345" y="3037192"/>
                  </a:lnTo>
                  <a:lnTo>
                    <a:pt x="2428875" y="3038310"/>
                  </a:lnTo>
                  <a:lnTo>
                    <a:pt x="2428875" y="3040938"/>
                  </a:lnTo>
                  <a:lnTo>
                    <a:pt x="2429345" y="3042056"/>
                  </a:lnTo>
                  <a:lnTo>
                    <a:pt x="2431211" y="3043923"/>
                  </a:lnTo>
                  <a:lnTo>
                    <a:pt x="2432329" y="3044380"/>
                  </a:lnTo>
                  <a:lnTo>
                    <a:pt x="2434958" y="3044380"/>
                  </a:lnTo>
                  <a:lnTo>
                    <a:pt x="2436076" y="3043923"/>
                  </a:lnTo>
                  <a:lnTo>
                    <a:pt x="2437942" y="3042056"/>
                  </a:lnTo>
                  <a:lnTo>
                    <a:pt x="2438400" y="3040938"/>
                  </a:lnTo>
                  <a:lnTo>
                    <a:pt x="2438400" y="3038310"/>
                  </a:lnTo>
                  <a:close/>
                </a:path>
                <a:path w="4057650" h="3044825">
                  <a:moveTo>
                    <a:pt x="2438400" y="2279599"/>
                  </a:moveTo>
                  <a:lnTo>
                    <a:pt x="2437942" y="2278469"/>
                  </a:lnTo>
                  <a:lnTo>
                    <a:pt x="2436076" y="2276614"/>
                  </a:lnTo>
                  <a:lnTo>
                    <a:pt x="2434958" y="2276144"/>
                  </a:lnTo>
                  <a:lnTo>
                    <a:pt x="2432329" y="2276144"/>
                  </a:lnTo>
                  <a:lnTo>
                    <a:pt x="2431211" y="2276614"/>
                  </a:lnTo>
                  <a:lnTo>
                    <a:pt x="2429345" y="2278469"/>
                  </a:lnTo>
                  <a:lnTo>
                    <a:pt x="2428875" y="2279599"/>
                  </a:lnTo>
                  <a:lnTo>
                    <a:pt x="2428875" y="2282228"/>
                  </a:lnTo>
                  <a:lnTo>
                    <a:pt x="2429345" y="2283345"/>
                  </a:lnTo>
                  <a:lnTo>
                    <a:pt x="2431211" y="2285200"/>
                  </a:lnTo>
                  <a:lnTo>
                    <a:pt x="2432329" y="2285669"/>
                  </a:lnTo>
                  <a:lnTo>
                    <a:pt x="2434958" y="2285669"/>
                  </a:lnTo>
                  <a:lnTo>
                    <a:pt x="2436076" y="2285200"/>
                  </a:lnTo>
                  <a:lnTo>
                    <a:pt x="2437942" y="2283345"/>
                  </a:lnTo>
                  <a:lnTo>
                    <a:pt x="2438400" y="2282228"/>
                  </a:lnTo>
                  <a:lnTo>
                    <a:pt x="2438400" y="2279599"/>
                  </a:lnTo>
                  <a:close/>
                </a:path>
                <a:path w="4057650" h="3044825">
                  <a:moveTo>
                    <a:pt x="2438400" y="1520875"/>
                  </a:moveTo>
                  <a:lnTo>
                    <a:pt x="2437942" y="1519758"/>
                  </a:lnTo>
                  <a:lnTo>
                    <a:pt x="2436076" y="1517891"/>
                  </a:lnTo>
                  <a:lnTo>
                    <a:pt x="2434958" y="1517434"/>
                  </a:lnTo>
                  <a:lnTo>
                    <a:pt x="2432329" y="1517434"/>
                  </a:lnTo>
                  <a:lnTo>
                    <a:pt x="2431211" y="1517891"/>
                  </a:lnTo>
                  <a:lnTo>
                    <a:pt x="2429345" y="1519758"/>
                  </a:lnTo>
                  <a:lnTo>
                    <a:pt x="2428875" y="1520875"/>
                  </a:lnTo>
                  <a:lnTo>
                    <a:pt x="2428875" y="1523504"/>
                  </a:lnTo>
                  <a:lnTo>
                    <a:pt x="2429345" y="1524635"/>
                  </a:lnTo>
                  <a:lnTo>
                    <a:pt x="2431211" y="1526489"/>
                  </a:lnTo>
                  <a:lnTo>
                    <a:pt x="2432329" y="1526959"/>
                  </a:lnTo>
                  <a:lnTo>
                    <a:pt x="2434958" y="1526959"/>
                  </a:lnTo>
                  <a:lnTo>
                    <a:pt x="2436076" y="1526489"/>
                  </a:lnTo>
                  <a:lnTo>
                    <a:pt x="2437942" y="1524635"/>
                  </a:lnTo>
                  <a:lnTo>
                    <a:pt x="2438400" y="1523504"/>
                  </a:lnTo>
                  <a:lnTo>
                    <a:pt x="2438400" y="1520875"/>
                  </a:lnTo>
                  <a:close/>
                </a:path>
                <a:path w="4057650" h="3044825">
                  <a:moveTo>
                    <a:pt x="2438400" y="762165"/>
                  </a:moveTo>
                  <a:lnTo>
                    <a:pt x="2437942" y="761034"/>
                  </a:lnTo>
                  <a:lnTo>
                    <a:pt x="2436076" y="759180"/>
                  </a:lnTo>
                  <a:lnTo>
                    <a:pt x="2434958" y="758710"/>
                  </a:lnTo>
                  <a:lnTo>
                    <a:pt x="2432329" y="758710"/>
                  </a:lnTo>
                  <a:lnTo>
                    <a:pt x="2431211" y="759180"/>
                  </a:lnTo>
                  <a:lnTo>
                    <a:pt x="2429345" y="761034"/>
                  </a:lnTo>
                  <a:lnTo>
                    <a:pt x="2428875" y="762165"/>
                  </a:lnTo>
                  <a:lnTo>
                    <a:pt x="2428875" y="764794"/>
                  </a:lnTo>
                  <a:lnTo>
                    <a:pt x="2429345" y="765911"/>
                  </a:lnTo>
                  <a:lnTo>
                    <a:pt x="2431211" y="767778"/>
                  </a:lnTo>
                  <a:lnTo>
                    <a:pt x="2432329" y="768235"/>
                  </a:lnTo>
                  <a:lnTo>
                    <a:pt x="2434958" y="768235"/>
                  </a:lnTo>
                  <a:lnTo>
                    <a:pt x="2436076" y="767778"/>
                  </a:lnTo>
                  <a:lnTo>
                    <a:pt x="2437942" y="765911"/>
                  </a:lnTo>
                  <a:lnTo>
                    <a:pt x="2438400" y="764794"/>
                  </a:lnTo>
                  <a:lnTo>
                    <a:pt x="2438400" y="762165"/>
                  </a:lnTo>
                  <a:close/>
                </a:path>
                <a:path w="4057650" h="3044825">
                  <a:moveTo>
                    <a:pt x="2438400" y="3441"/>
                  </a:moveTo>
                  <a:lnTo>
                    <a:pt x="2437942" y="2324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24"/>
                  </a:lnTo>
                  <a:lnTo>
                    <a:pt x="2428875" y="3441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55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55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41"/>
                  </a:lnTo>
                  <a:close/>
                </a:path>
                <a:path w="4057650" h="3044825">
                  <a:moveTo>
                    <a:pt x="2486025" y="3038310"/>
                  </a:moveTo>
                  <a:lnTo>
                    <a:pt x="2485567" y="3037192"/>
                  </a:lnTo>
                  <a:lnTo>
                    <a:pt x="2483701" y="3035325"/>
                  </a:lnTo>
                  <a:lnTo>
                    <a:pt x="2482583" y="3034855"/>
                  </a:lnTo>
                  <a:lnTo>
                    <a:pt x="2479954" y="3034855"/>
                  </a:lnTo>
                  <a:lnTo>
                    <a:pt x="2478836" y="3035325"/>
                  </a:lnTo>
                  <a:lnTo>
                    <a:pt x="2476970" y="3037192"/>
                  </a:lnTo>
                  <a:lnTo>
                    <a:pt x="2476500" y="3038310"/>
                  </a:lnTo>
                  <a:lnTo>
                    <a:pt x="2476500" y="3040938"/>
                  </a:lnTo>
                  <a:lnTo>
                    <a:pt x="2476970" y="3042056"/>
                  </a:lnTo>
                  <a:lnTo>
                    <a:pt x="2478836" y="3043923"/>
                  </a:lnTo>
                  <a:lnTo>
                    <a:pt x="2479954" y="3044380"/>
                  </a:lnTo>
                  <a:lnTo>
                    <a:pt x="2482583" y="3044380"/>
                  </a:lnTo>
                  <a:lnTo>
                    <a:pt x="2483701" y="3043923"/>
                  </a:lnTo>
                  <a:lnTo>
                    <a:pt x="2485567" y="3042056"/>
                  </a:lnTo>
                  <a:lnTo>
                    <a:pt x="2486025" y="3040938"/>
                  </a:lnTo>
                  <a:lnTo>
                    <a:pt x="2486025" y="3038310"/>
                  </a:lnTo>
                  <a:close/>
                </a:path>
                <a:path w="4057650" h="3044825">
                  <a:moveTo>
                    <a:pt x="2486025" y="2279599"/>
                  </a:moveTo>
                  <a:lnTo>
                    <a:pt x="2485567" y="2278469"/>
                  </a:lnTo>
                  <a:lnTo>
                    <a:pt x="2483701" y="2276614"/>
                  </a:lnTo>
                  <a:lnTo>
                    <a:pt x="2482583" y="2276144"/>
                  </a:lnTo>
                  <a:lnTo>
                    <a:pt x="2479954" y="2276144"/>
                  </a:lnTo>
                  <a:lnTo>
                    <a:pt x="2478836" y="2276614"/>
                  </a:lnTo>
                  <a:lnTo>
                    <a:pt x="2476970" y="2278469"/>
                  </a:lnTo>
                  <a:lnTo>
                    <a:pt x="2476500" y="2279599"/>
                  </a:lnTo>
                  <a:lnTo>
                    <a:pt x="2476500" y="2282228"/>
                  </a:lnTo>
                  <a:lnTo>
                    <a:pt x="2476970" y="2283345"/>
                  </a:lnTo>
                  <a:lnTo>
                    <a:pt x="2478836" y="2285200"/>
                  </a:lnTo>
                  <a:lnTo>
                    <a:pt x="2479954" y="2285669"/>
                  </a:lnTo>
                  <a:lnTo>
                    <a:pt x="2482583" y="2285669"/>
                  </a:lnTo>
                  <a:lnTo>
                    <a:pt x="2483701" y="2285200"/>
                  </a:lnTo>
                  <a:lnTo>
                    <a:pt x="2485567" y="2283345"/>
                  </a:lnTo>
                  <a:lnTo>
                    <a:pt x="2486025" y="2282228"/>
                  </a:lnTo>
                  <a:lnTo>
                    <a:pt x="2486025" y="2279599"/>
                  </a:lnTo>
                  <a:close/>
                </a:path>
                <a:path w="4057650" h="3044825">
                  <a:moveTo>
                    <a:pt x="2486025" y="1520875"/>
                  </a:moveTo>
                  <a:lnTo>
                    <a:pt x="2485567" y="1519758"/>
                  </a:lnTo>
                  <a:lnTo>
                    <a:pt x="2483701" y="1517891"/>
                  </a:lnTo>
                  <a:lnTo>
                    <a:pt x="2482583" y="1517434"/>
                  </a:lnTo>
                  <a:lnTo>
                    <a:pt x="2479954" y="1517434"/>
                  </a:lnTo>
                  <a:lnTo>
                    <a:pt x="2478836" y="1517891"/>
                  </a:lnTo>
                  <a:lnTo>
                    <a:pt x="2476970" y="1519758"/>
                  </a:lnTo>
                  <a:lnTo>
                    <a:pt x="2476500" y="1520875"/>
                  </a:lnTo>
                  <a:lnTo>
                    <a:pt x="2476500" y="1523504"/>
                  </a:lnTo>
                  <a:lnTo>
                    <a:pt x="2476970" y="1524635"/>
                  </a:lnTo>
                  <a:lnTo>
                    <a:pt x="2478836" y="1526489"/>
                  </a:lnTo>
                  <a:lnTo>
                    <a:pt x="2479954" y="1526959"/>
                  </a:lnTo>
                  <a:lnTo>
                    <a:pt x="2482583" y="1526959"/>
                  </a:lnTo>
                  <a:lnTo>
                    <a:pt x="2483701" y="1526489"/>
                  </a:lnTo>
                  <a:lnTo>
                    <a:pt x="2485567" y="1524635"/>
                  </a:lnTo>
                  <a:lnTo>
                    <a:pt x="2486025" y="1523504"/>
                  </a:lnTo>
                  <a:lnTo>
                    <a:pt x="2486025" y="1520875"/>
                  </a:lnTo>
                  <a:close/>
                </a:path>
                <a:path w="4057650" h="3044825">
                  <a:moveTo>
                    <a:pt x="2486025" y="762165"/>
                  </a:moveTo>
                  <a:lnTo>
                    <a:pt x="2485567" y="761034"/>
                  </a:lnTo>
                  <a:lnTo>
                    <a:pt x="2483701" y="759180"/>
                  </a:lnTo>
                  <a:lnTo>
                    <a:pt x="2482583" y="758710"/>
                  </a:lnTo>
                  <a:lnTo>
                    <a:pt x="2479954" y="758710"/>
                  </a:lnTo>
                  <a:lnTo>
                    <a:pt x="2478836" y="759180"/>
                  </a:lnTo>
                  <a:lnTo>
                    <a:pt x="2476970" y="761034"/>
                  </a:lnTo>
                  <a:lnTo>
                    <a:pt x="2476500" y="762165"/>
                  </a:lnTo>
                  <a:lnTo>
                    <a:pt x="2476500" y="764794"/>
                  </a:lnTo>
                  <a:lnTo>
                    <a:pt x="2476970" y="765911"/>
                  </a:lnTo>
                  <a:lnTo>
                    <a:pt x="2478836" y="767778"/>
                  </a:lnTo>
                  <a:lnTo>
                    <a:pt x="2479954" y="768235"/>
                  </a:lnTo>
                  <a:lnTo>
                    <a:pt x="2482583" y="768235"/>
                  </a:lnTo>
                  <a:lnTo>
                    <a:pt x="2483701" y="767778"/>
                  </a:lnTo>
                  <a:lnTo>
                    <a:pt x="2485567" y="765911"/>
                  </a:lnTo>
                  <a:lnTo>
                    <a:pt x="2486025" y="764794"/>
                  </a:lnTo>
                  <a:lnTo>
                    <a:pt x="2486025" y="762165"/>
                  </a:lnTo>
                  <a:close/>
                </a:path>
                <a:path w="4057650" h="3044825">
                  <a:moveTo>
                    <a:pt x="2486025" y="3441"/>
                  </a:moveTo>
                  <a:lnTo>
                    <a:pt x="2485567" y="2324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24"/>
                  </a:lnTo>
                  <a:lnTo>
                    <a:pt x="2476500" y="3441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55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55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41"/>
                  </a:lnTo>
                  <a:close/>
                </a:path>
                <a:path w="4057650" h="3044825">
                  <a:moveTo>
                    <a:pt x="2533650" y="3038310"/>
                  </a:moveTo>
                  <a:lnTo>
                    <a:pt x="2533192" y="3037192"/>
                  </a:lnTo>
                  <a:lnTo>
                    <a:pt x="2531326" y="3035325"/>
                  </a:lnTo>
                  <a:lnTo>
                    <a:pt x="2530208" y="3034855"/>
                  </a:lnTo>
                  <a:lnTo>
                    <a:pt x="2527579" y="3034855"/>
                  </a:lnTo>
                  <a:lnTo>
                    <a:pt x="2526461" y="3035325"/>
                  </a:lnTo>
                  <a:lnTo>
                    <a:pt x="2524595" y="3037192"/>
                  </a:lnTo>
                  <a:lnTo>
                    <a:pt x="2524125" y="3038310"/>
                  </a:lnTo>
                  <a:lnTo>
                    <a:pt x="2524125" y="3040938"/>
                  </a:lnTo>
                  <a:lnTo>
                    <a:pt x="2524595" y="3042056"/>
                  </a:lnTo>
                  <a:lnTo>
                    <a:pt x="2526461" y="3043923"/>
                  </a:lnTo>
                  <a:lnTo>
                    <a:pt x="2527579" y="3044380"/>
                  </a:lnTo>
                  <a:lnTo>
                    <a:pt x="2530208" y="3044380"/>
                  </a:lnTo>
                  <a:lnTo>
                    <a:pt x="2531326" y="3043923"/>
                  </a:lnTo>
                  <a:lnTo>
                    <a:pt x="2533192" y="3042056"/>
                  </a:lnTo>
                  <a:lnTo>
                    <a:pt x="2533650" y="3040938"/>
                  </a:lnTo>
                  <a:lnTo>
                    <a:pt x="2533650" y="3038310"/>
                  </a:lnTo>
                  <a:close/>
                </a:path>
                <a:path w="4057650" h="3044825">
                  <a:moveTo>
                    <a:pt x="2533650" y="2279599"/>
                  </a:moveTo>
                  <a:lnTo>
                    <a:pt x="2533192" y="2278469"/>
                  </a:lnTo>
                  <a:lnTo>
                    <a:pt x="2531326" y="2276614"/>
                  </a:lnTo>
                  <a:lnTo>
                    <a:pt x="2530208" y="2276144"/>
                  </a:lnTo>
                  <a:lnTo>
                    <a:pt x="2527579" y="2276144"/>
                  </a:lnTo>
                  <a:lnTo>
                    <a:pt x="2526461" y="2276614"/>
                  </a:lnTo>
                  <a:lnTo>
                    <a:pt x="2524595" y="2278469"/>
                  </a:lnTo>
                  <a:lnTo>
                    <a:pt x="2524125" y="2279599"/>
                  </a:lnTo>
                  <a:lnTo>
                    <a:pt x="2524125" y="2282228"/>
                  </a:lnTo>
                  <a:lnTo>
                    <a:pt x="2524595" y="2283345"/>
                  </a:lnTo>
                  <a:lnTo>
                    <a:pt x="2526461" y="2285200"/>
                  </a:lnTo>
                  <a:lnTo>
                    <a:pt x="2527579" y="2285669"/>
                  </a:lnTo>
                  <a:lnTo>
                    <a:pt x="2530208" y="2285669"/>
                  </a:lnTo>
                  <a:lnTo>
                    <a:pt x="2531326" y="2285200"/>
                  </a:lnTo>
                  <a:lnTo>
                    <a:pt x="2533192" y="2283345"/>
                  </a:lnTo>
                  <a:lnTo>
                    <a:pt x="2533650" y="2282228"/>
                  </a:lnTo>
                  <a:lnTo>
                    <a:pt x="2533650" y="2279599"/>
                  </a:lnTo>
                  <a:close/>
                </a:path>
                <a:path w="4057650" h="3044825">
                  <a:moveTo>
                    <a:pt x="2533650" y="1520875"/>
                  </a:moveTo>
                  <a:lnTo>
                    <a:pt x="2533192" y="1519758"/>
                  </a:lnTo>
                  <a:lnTo>
                    <a:pt x="2531326" y="1517891"/>
                  </a:lnTo>
                  <a:lnTo>
                    <a:pt x="2530208" y="1517434"/>
                  </a:lnTo>
                  <a:lnTo>
                    <a:pt x="2527579" y="1517434"/>
                  </a:lnTo>
                  <a:lnTo>
                    <a:pt x="2526461" y="1517891"/>
                  </a:lnTo>
                  <a:lnTo>
                    <a:pt x="2524595" y="1519758"/>
                  </a:lnTo>
                  <a:lnTo>
                    <a:pt x="2524125" y="1520875"/>
                  </a:lnTo>
                  <a:lnTo>
                    <a:pt x="2524125" y="1523504"/>
                  </a:lnTo>
                  <a:lnTo>
                    <a:pt x="2524595" y="1524635"/>
                  </a:lnTo>
                  <a:lnTo>
                    <a:pt x="2526461" y="1526489"/>
                  </a:lnTo>
                  <a:lnTo>
                    <a:pt x="2527579" y="1526959"/>
                  </a:lnTo>
                  <a:lnTo>
                    <a:pt x="2530208" y="1526959"/>
                  </a:lnTo>
                  <a:lnTo>
                    <a:pt x="2531326" y="1526489"/>
                  </a:lnTo>
                  <a:lnTo>
                    <a:pt x="2533192" y="1524635"/>
                  </a:lnTo>
                  <a:lnTo>
                    <a:pt x="2533650" y="1523504"/>
                  </a:lnTo>
                  <a:lnTo>
                    <a:pt x="2533650" y="1520875"/>
                  </a:lnTo>
                  <a:close/>
                </a:path>
                <a:path w="4057650" h="3044825">
                  <a:moveTo>
                    <a:pt x="2533650" y="762165"/>
                  </a:moveTo>
                  <a:lnTo>
                    <a:pt x="2533192" y="761034"/>
                  </a:lnTo>
                  <a:lnTo>
                    <a:pt x="2531326" y="759180"/>
                  </a:lnTo>
                  <a:lnTo>
                    <a:pt x="2530208" y="758710"/>
                  </a:lnTo>
                  <a:lnTo>
                    <a:pt x="2527579" y="758710"/>
                  </a:lnTo>
                  <a:lnTo>
                    <a:pt x="2526461" y="759180"/>
                  </a:lnTo>
                  <a:lnTo>
                    <a:pt x="2524595" y="761034"/>
                  </a:lnTo>
                  <a:lnTo>
                    <a:pt x="2524125" y="762165"/>
                  </a:lnTo>
                  <a:lnTo>
                    <a:pt x="2524125" y="764794"/>
                  </a:lnTo>
                  <a:lnTo>
                    <a:pt x="2524595" y="765911"/>
                  </a:lnTo>
                  <a:lnTo>
                    <a:pt x="2526461" y="767778"/>
                  </a:lnTo>
                  <a:lnTo>
                    <a:pt x="2527579" y="768235"/>
                  </a:lnTo>
                  <a:lnTo>
                    <a:pt x="2530208" y="768235"/>
                  </a:lnTo>
                  <a:lnTo>
                    <a:pt x="2531326" y="767778"/>
                  </a:lnTo>
                  <a:lnTo>
                    <a:pt x="2533192" y="765911"/>
                  </a:lnTo>
                  <a:lnTo>
                    <a:pt x="2533650" y="764794"/>
                  </a:lnTo>
                  <a:lnTo>
                    <a:pt x="2533650" y="762165"/>
                  </a:lnTo>
                  <a:close/>
                </a:path>
                <a:path w="4057650" h="3044825">
                  <a:moveTo>
                    <a:pt x="2533650" y="3441"/>
                  </a:moveTo>
                  <a:lnTo>
                    <a:pt x="2533192" y="2324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24"/>
                  </a:lnTo>
                  <a:lnTo>
                    <a:pt x="2524125" y="3441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55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55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41"/>
                  </a:lnTo>
                  <a:close/>
                </a:path>
                <a:path w="4057650" h="3044825">
                  <a:moveTo>
                    <a:pt x="2581275" y="3038310"/>
                  </a:moveTo>
                  <a:lnTo>
                    <a:pt x="2580817" y="3037192"/>
                  </a:lnTo>
                  <a:lnTo>
                    <a:pt x="2578951" y="3035325"/>
                  </a:lnTo>
                  <a:lnTo>
                    <a:pt x="2577833" y="3034855"/>
                  </a:lnTo>
                  <a:lnTo>
                    <a:pt x="2575204" y="3034855"/>
                  </a:lnTo>
                  <a:lnTo>
                    <a:pt x="2574086" y="3035325"/>
                  </a:lnTo>
                  <a:lnTo>
                    <a:pt x="2572220" y="3037192"/>
                  </a:lnTo>
                  <a:lnTo>
                    <a:pt x="2571750" y="3038310"/>
                  </a:lnTo>
                  <a:lnTo>
                    <a:pt x="2571750" y="3040938"/>
                  </a:lnTo>
                  <a:lnTo>
                    <a:pt x="2572220" y="3042056"/>
                  </a:lnTo>
                  <a:lnTo>
                    <a:pt x="2574086" y="3043923"/>
                  </a:lnTo>
                  <a:lnTo>
                    <a:pt x="2575204" y="3044380"/>
                  </a:lnTo>
                  <a:lnTo>
                    <a:pt x="2577833" y="3044380"/>
                  </a:lnTo>
                  <a:lnTo>
                    <a:pt x="2578951" y="3043923"/>
                  </a:lnTo>
                  <a:lnTo>
                    <a:pt x="2580817" y="3042056"/>
                  </a:lnTo>
                  <a:lnTo>
                    <a:pt x="2581275" y="3040938"/>
                  </a:lnTo>
                  <a:lnTo>
                    <a:pt x="2581275" y="3038310"/>
                  </a:lnTo>
                  <a:close/>
                </a:path>
                <a:path w="4057650" h="3044825">
                  <a:moveTo>
                    <a:pt x="2581275" y="2279599"/>
                  </a:moveTo>
                  <a:lnTo>
                    <a:pt x="2580817" y="2278469"/>
                  </a:lnTo>
                  <a:lnTo>
                    <a:pt x="2578951" y="2276614"/>
                  </a:lnTo>
                  <a:lnTo>
                    <a:pt x="2577833" y="2276144"/>
                  </a:lnTo>
                  <a:lnTo>
                    <a:pt x="2575204" y="2276144"/>
                  </a:lnTo>
                  <a:lnTo>
                    <a:pt x="2574086" y="2276614"/>
                  </a:lnTo>
                  <a:lnTo>
                    <a:pt x="2572220" y="2278469"/>
                  </a:lnTo>
                  <a:lnTo>
                    <a:pt x="2571750" y="2279599"/>
                  </a:lnTo>
                  <a:lnTo>
                    <a:pt x="2571750" y="2282228"/>
                  </a:lnTo>
                  <a:lnTo>
                    <a:pt x="2572220" y="2283345"/>
                  </a:lnTo>
                  <a:lnTo>
                    <a:pt x="2574086" y="2285200"/>
                  </a:lnTo>
                  <a:lnTo>
                    <a:pt x="2575204" y="2285669"/>
                  </a:lnTo>
                  <a:lnTo>
                    <a:pt x="2577833" y="2285669"/>
                  </a:lnTo>
                  <a:lnTo>
                    <a:pt x="2578951" y="2285200"/>
                  </a:lnTo>
                  <a:lnTo>
                    <a:pt x="2580817" y="2283345"/>
                  </a:lnTo>
                  <a:lnTo>
                    <a:pt x="2581275" y="2282228"/>
                  </a:lnTo>
                  <a:lnTo>
                    <a:pt x="2581275" y="2279599"/>
                  </a:lnTo>
                  <a:close/>
                </a:path>
                <a:path w="4057650" h="3044825">
                  <a:moveTo>
                    <a:pt x="2581275" y="1520875"/>
                  </a:moveTo>
                  <a:lnTo>
                    <a:pt x="2580817" y="1519758"/>
                  </a:lnTo>
                  <a:lnTo>
                    <a:pt x="2578951" y="1517891"/>
                  </a:lnTo>
                  <a:lnTo>
                    <a:pt x="2577833" y="1517434"/>
                  </a:lnTo>
                  <a:lnTo>
                    <a:pt x="2575204" y="1517434"/>
                  </a:lnTo>
                  <a:lnTo>
                    <a:pt x="2574086" y="1517891"/>
                  </a:lnTo>
                  <a:lnTo>
                    <a:pt x="2572220" y="1519758"/>
                  </a:lnTo>
                  <a:lnTo>
                    <a:pt x="2571750" y="1520875"/>
                  </a:lnTo>
                  <a:lnTo>
                    <a:pt x="2571750" y="1523504"/>
                  </a:lnTo>
                  <a:lnTo>
                    <a:pt x="2572220" y="1524635"/>
                  </a:lnTo>
                  <a:lnTo>
                    <a:pt x="2574086" y="1526489"/>
                  </a:lnTo>
                  <a:lnTo>
                    <a:pt x="2575204" y="1526959"/>
                  </a:lnTo>
                  <a:lnTo>
                    <a:pt x="2577833" y="1526959"/>
                  </a:lnTo>
                  <a:lnTo>
                    <a:pt x="2578951" y="1526489"/>
                  </a:lnTo>
                  <a:lnTo>
                    <a:pt x="2580817" y="1524635"/>
                  </a:lnTo>
                  <a:lnTo>
                    <a:pt x="2581275" y="1523504"/>
                  </a:lnTo>
                  <a:lnTo>
                    <a:pt x="2581275" y="1520875"/>
                  </a:lnTo>
                  <a:close/>
                </a:path>
                <a:path w="4057650" h="3044825">
                  <a:moveTo>
                    <a:pt x="2581275" y="762165"/>
                  </a:moveTo>
                  <a:lnTo>
                    <a:pt x="2580817" y="761034"/>
                  </a:lnTo>
                  <a:lnTo>
                    <a:pt x="2578951" y="759180"/>
                  </a:lnTo>
                  <a:lnTo>
                    <a:pt x="2577833" y="758710"/>
                  </a:lnTo>
                  <a:lnTo>
                    <a:pt x="2575204" y="758710"/>
                  </a:lnTo>
                  <a:lnTo>
                    <a:pt x="2574086" y="759180"/>
                  </a:lnTo>
                  <a:lnTo>
                    <a:pt x="2572220" y="761034"/>
                  </a:lnTo>
                  <a:lnTo>
                    <a:pt x="2571750" y="762165"/>
                  </a:lnTo>
                  <a:lnTo>
                    <a:pt x="2571750" y="764794"/>
                  </a:lnTo>
                  <a:lnTo>
                    <a:pt x="2572220" y="765911"/>
                  </a:lnTo>
                  <a:lnTo>
                    <a:pt x="2574086" y="767778"/>
                  </a:lnTo>
                  <a:lnTo>
                    <a:pt x="2575204" y="768235"/>
                  </a:lnTo>
                  <a:lnTo>
                    <a:pt x="2577833" y="768235"/>
                  </a:lnTo>
                  <a:lnTo>
                    <a:pt x="2578951" y="767778"/>
                  </a:lnTo>
                  <a:lnTo>
                    <a:pt x="2580817" y="765911"/>
                  </a:lnTo>
                  <a:lnTo>
                    <a:pt x="2581275" y="764794"/>
                  </a:lnTo>
                  <a:lnTo>
                    <a:pt x="2581275" y="762165"/>
                  </a:lnTo>
                  <a:close/>
                </a:path>
                <a:path w="4057650" h="3044825">
                  <a:moveTo>
                    <a:pt x="2581275" y="3441"/>
                  </a:moveTo>
                  <a:lnTo>
                    <a:pt x="2580817" y="2324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24"/>
                  </a:lnTo>
                  <a:lnTo>
                    <a:pt x="2571750" y="3441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55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55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41"/>
                  </a:lnTo>
                  <a:close/>
                </a:path>
                <a:path w="4057650" h="3044825">
                  <a:moveTo>
                    <a:pt x="2628900" y="3038310"/>
                  </a:moveTo>
                  <a:lnTo>
                    <a:pt x="2628442" y="3037192"/>
                  </a:lnTo>
                  <a:lnTo>
                    <a:pt x="2626576" y="3035325"/>
                  </a:lnTo>
                  <a:lnTo>
                    <a:pt x="2625458" y="3034855"/>
                  </a:lnTo>
                  <a:lnTo>
                    <a:pt x="2622829" y="3034855"/>
                  </a:lnTo>
                  <a:lnTo>
                    <a:pt x="2621711" y="3035325"/>
                  </a:lnTo>
                  <a:lnTo>
                    <a:pt x="2619845" y="3037192"/>
                  </a:lnTo>
                  <a:lnTo>
                    <a:pt x="2619375" y="3038310"/>
                  </a:lnTo>
                  <a:lnTo>
                    <a:pt x="2619375" y="3040938"/>
                  </a:lnTo>
                  <a:lnTo>
                    <a:pt x="2619845" y="3042056"/>
                  </a:lnTo>
                  <a:lnTo>
                    <a:pt x="2621711" y="3043923"/>
                  </a:lnTo>
                  <a:lnTo>
                    <a:pt x="2622829" y="3044380"/>
                  </a:lnTo>
                  <a:lnTo>
                    <a:pt x="2625458" y="3044380"/>
                  </a:lnTo>
                  <a:lnTo>
                    <a:pt x="2626576" y="3043923"/>
                  </a:lnTo>
                  <a:lnTo>
                    <a:pt x="2628442" y="3042056"/>
                  </a:lnTo>
                  <a:lnTo>
                    <a:pt x="2628900" y="3040938"/>
                  </a:lnTo>
                  <a:lnTo>
                    <a:pt x="2628900" y="3038310"/>
                  </a:lnTo>
                  <a:close/>
                </a:path>
                <a:path w="4057650" h="3044825">
                  <a:moveTo>
                    <a:pt x="2628900" y="2279599"/>
                  </a:moveTo>
                  <a:lnTo>
                    <a:pt x="2628442" y="2278469"/>
                  </a:lnTo>
                  <a:lnTo>
                    <a:pt x="2626576" y="2276614"/>
                  </a:lnTo>
                  <a:lnTo>
                    <a:pt x="2625458" y="2276144"/>
                  </a:lnTo>
                  <a:lnTo>
                    <a:pt x="2622829" y="2276144"/>
                  </a:lnTo>
                  <a:lnTo>
                    <a:pt x="2621711" y="2276614"/>
                  </a:lnTo>
                  <a:lnTo>
                    <a:pt x="2619845" y="2278469"/>
                  </a:lnTo>
                  <a:lnTo>
                    <a:pt x="2619375" y="2279599"/>
                  </a:lnTo>
                  <a:lnTo>
                    <a:pt x="2619375" y="2282228"/>
                  </a:lnTo>
                  <a:lnTo>
                    <a:pt x="2619845" y="2283345"/>
                  </a:lnTo>
                  <a:lnTo>
                    <a:pt x="2621711" y="2285200"/>
                  </a:lnTo>
                  <a:lnTo>
                    <a:pt x="2622829" y="2285669"/>
                  </a:lnTo>
                  <a:lnTo>
                    <a:pt x="2625458" y="2285669"/>
                  </a:lnTo>
                  <a:lnTo>
                    <a:pt x="2626576" y="2285200"/>
                  </a:lnTo>
                  <a:lnTo>
                    <a:pt x="2628442" y="2283345"/>
                  </a:lnTo>
                  <a:lnTo>
                    <a:pt x="2628900" y="2282228"/>
                  </a:lnTo>
                  <a:lnTo>
                    <a:pt x="2628900" y="2279599"/>
                  </a:lnTo>
                  <a:close/>
                </a:path>
                <a:path w="4057650" h="3044825">
                  <a:moveTo>
                    <a:pt x="2628900" y="1520875"/>
                  </a:moveTo>
                  <a:lnTo>
                    <a:pt x="2628442" y="1519758"/>
                  </a:lnTo>
                  <a:lnTo>
                    <a:pt x="2626576" y="1517891"/>
                  </a:lnTo>
                  <a:lnTo>
                    <a:pt x="2625458" y="1517434"/>
                  </a:lnTo>
                  <a:lnTo>
                    <a:pt x="2622829" y="1517434"/>
                  </a:lnTo>
                  <a:lnTo>
                    <a:pt x="2621711" y="1517891"/>
                  </a:lnTo>
                  <a:lnTo>
                    <a:pt x="2619845" y="1519758"/>
                  </a:lnTo>
                  <a:lnTo>
                    <a:pt x="2619375" y="1520875"/>
                  </a:lnTo>
                  <a:lnTo>
                    <a:pt x="2619375" y="1523504"/>
                  </a:lnTo>
                  <a:lnTo>
                    <a:pt x="2619845" y="1524635"/>
                  </a:lnTo>
                  <a:lnTo>
                    <a:pt x="2621711" y="1526489"/>
                  </a:lnTo>
                  <a:lnTo>
                    <a:pt x="2622829" y="1526959"/>
                  </a:lnTo>
                  <a:lnTo>
                    <a:pt x="2625458" y="1526959"/>
                  </a:lnTo>
                  <a:lnTo>
                    <a:pt x="2626576" y="1526489"/>
                  </a:lnTo>
                  <a:lnTo>
                    <a:pt x="2628442" y="1524635"/>
                  </a:lnTo>
                  <a:lnTo>
                    <a:pt x="2628900" y="1523504"/>
                  </a:lnTo>
                  <a:lnTo>
                    <a:pt x="2628900" y="1520875"/>
                  </a:lnTo>
                  <a:close/>
                </a:path>
                <a:path w="4057650" h="3044825">
                  <a:moveTo>
                    <a:pt x="2628900" y="762165"/>
                  </a:moveTo>
                  <a:lnTo>
                    <a:pt x="2628442" y="761034"/>
                  </a:lnTo>
                  <a:lnTo>
                    <a:pt x="2626576" y="759180"/>
                  </a:lnTo>
                  <a:lnTo>
                    <a:pt x="2625458" y="758710"/>
                  </a:lnTo>
                  <a:lnTo>
                    <a:pt x="2622829" y="758710"/>
                  </a:lnTo>
                  <a:lnTo>
                    <a:pt x="2621711" y="759180"/>
                  </a:lnTo>
                  <a:lnTo>
                    <a:pt x="2619845" y="761034"/>
                  </a:lnTo>
                  <a:lnTo>
                    <a:pt x="2619375" y="762165"/>
                  </a:lnTo>
                  <a:lnTo>
                    <a:pt x="2619375" y="764794"/>
                  </a:lnTo>
                  <a:lnTo>
                    <a:pt x="2619845" y="765911"/>
                  </a:lnTo>
                  <a:lnTo>
                    <a:pt x="2621711" y="767778"/>
                  </a:lnTo>
                  <a:lnTo>
                    <a:pt x="2622829" y="768235"/>
                  </a:lnTo>
                  <a:lnTo>
                    <a:pt x="2625458" y="768235"/>
                  </a:lnTo>
                  <a:lnTo>
                    <a:pt x="2626576" y="767778"/>
                  </a:lnTo>
                  <a:lnTo>
                    <a:pt x="2628442" y="765911"/>
                  </a:lnTo>
                  <a:lnTo>
                    <a:pt x="2628900" y="764794"/>
                  </a:lnTo>
                  <a:lnTo>
                    <a:pt x="2628900" y="762165"/>
                  </a:lnTo>
                  <a:close/>
                </a:path>
                <a:path w="4057650" h="3044825">
                  <a:moveTo>
                    <a:pt x="2628900" y="3441"/>
                  </a:moveTo>
                  <a:lnTo>
                    <a:pt x="2628442" y="2324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24"/>
                  </a:lnTo>
                  <a:lnTo>
                    <a:pt x="2619375" y="3441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55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55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41"/>
                  </a:lnTo>
                  <a:close/>
                </a:path>
                <a:path w="4057650" h="3044825">
                  <a:moveTo>
                    <a:pt x="2676525" y="3038310"/>
                  </a:moveTo>
                  <a:lnTo>
                    <a:pt x="2676067" y="3037192"/>
                  </a:lnTo>
                  <a:lnTo>
                    <a:pt x="2674201" y="3035325"/>
                  </a:lnTo>
                  <a:lnTo>
                    <a:pt x="2673083" y="3034855"/>
                  </a:lnTo>
                  <a:lnTo>
                    <a:pt x="2670454" y="3034855"/>
                  </a:lnTo>
                  <a:lnTo>
                    <a:pt x="2669336" y="3035325"/>
                  </a:lnTo>
                  <a:lnTo>
                    <a:pt x="2667470" y="3037192"/>
                  </a:lnTo>
                  <a:lnTo>
                    <a:pt x="2667000" y="3038310"/>
                  </a:lnTo>
                  <a:lnTo>
                    <a:pt x="2667000" y="3040938"/>
                  </a:lnTo>
                  <a:lnTo>
                    <a:pt x="2667470" y="3042056"/>
                  </a:lnTo>
                  <a:lnTo>
                    <a:pt x="2669336" y="3043923"/>
                  </a:lnTo>
                  <a:lnTo>
                    <a:pt x="2670454" y="3044380"/>
                  </a:lnTo>
                  <a:lnTo>
                    <a:pt x="2673083" y="3044380"/>
                  </a:lnTo>
                  <a:lnTo>
                    <a:pt x="2674201" y="3043923"/>
                  </a:lnTo>
                  <a:lnTo>
                    <a:pt x="2676067" y="3042056"/>
                  </a:lnTo>
                  <a:lnTo>
                    <a:pt x="2676525" y="3040938"/>
                  </a:lnTo>
                  <a:lnTo>
                    <a:pt x="2676525" y="3038310"/>
                  </a:lnTo>
                  <a:close/>
                </a:path>
                <a:path w="4057650" h="3044825">
                  <a:moveTo>
                    <a:pt x="2676525" y="2279599"/>
                  </a:moveTo>
                  <a:lnTo>
                    <a:pt x="2676067" y="2278469"/>
                  </a:lnTo>
                  <a:lnTo>
                    <a:pt x="2674201" y="2276614"/>
                  </a:lnTo>
                  <a:lnTo>
                    <a:pt x="2673083" y="2276144"/>
                  </a:lnTo>
                  <a:lnTo>
                    <a:pt x="2670454" y="2276144"/>
                  </a:lnTo>
                  <a:lnTo>
                    <a:pt x="2669336" y="2276614"/>
                  </a:lnTo>
                  <a:lnTo>
                    <a:pt x="2667470" y="2278469"/>
                  </a:lnTo>
                  <a:lnTo>
                    <a:pt x="2667000" y="2279599"/>
                  </a:lnTo>
                  <a:lnTo>
                    <a:pt x="2667000" y="2282228"/>
                  </a:lnTo>
                  <a:lnTo>
                    <a:pt x="2667470" y="2283345"/>
                  </a:lnTo>
                  <a:lnTo>
                    <a:pt x="2669336" y="2285200"/>
                  </a:lnTo>
                  <a:lnTo>
                    <a:pt x="2670454" y="2285669"/>
                  </a:lnTo>
                  <a:lnTo>
                    <a:pt x="2673083" y="2285669"/>
                  </a:lnTo>
                  <a:lnTo>
                    <a:pt x="2674201" y="2285200"/>
                  </a:lnTo>
                  <a:lnTo>
                    <a:pt x="2676067" y="2283345"/>
                  </a:lnTo>
                  <a:lnTo>
                    <a:pt x="2676525" y="2282228"/>
                  </a:lnTo>
                  <a:lnTo>
                    <a:pt x="2676525" y="2279599"/>
                  </a:lnTo>
                  <a:close/>
                </a:path>
                <a:path w="4057650" h="3044825">
                  <a:moveTo>
                    <a:pt x="2676525" y="1520875"/>
                  </a:moveTo>
                  <a:lnTo>
                    <a:pt x="2676067" y="1519758"/>
                  </a:lnTo>
                  <a:lnTo>
                    <a:pt x="2674201" y="1517891"/>
                  </a:lnTo>
                  <a:lnTo>
                    <a:pt x="2673083" y="1517434"/>
                  </a:lnTo>
                  <a:lnTo>
                    <a:pt x="2670454" y="1517434"/>
                  </a:lnTo>
                  <a:lnTo>
                    <a:pt x="2669336" y="1517891"/>
                  </a:lnTo>
                  <a:lnTo>
                    <a:pt x="2667470" y="1519758"/>
                  </a:lnTo>
                  <a:lnTo>
                    <a:pt x="2667000" y="1520875"/>
                  </a:lnTo>
                  <a:lnTo>
                    <a:pt x="2667000" y="1523504"/>
                  </a:lnTo>
                  <a:lnTo>
                    <a:pt x="2667470" y="1524635"/>
                  </a:lnTo>
                  <a:lnTo>
                    <a:pt x="2669336" y="1526489"/>
                  </a:lnTo>
                  <a:lnTo>
                    <a:pt x="2670454" y="1526959"/>
                  </a:lnTo>
                  <a:lnTo>
                    <a:pt x="2673083" y="1526959"/>
                  </a:lnTo>
                  <a:lnTo>
                    <a:pt x="2674201" y="1526489"/>
                  </a:lnTo>
                  <a:lnTo>
                    <a:pt x="2676067" y="1524635"/>
                  </a:lnTo>
                  <a:lnTo>
                    <a:pt x="2676525" y="1523504"/>
                  </a:lnTo>
                  <a:lnTo>
                    <a:pt x="2676525" y="1520875"/>
                  </a:lnTo>
                  <a:close/>
                </a:path>
                <a:path w="4057650" h="3044825">
                  <a:moveTo>
                    <a:pt x="2676525" y="762165"/>
                  </a:moveTo>
                  <a:lnTo>
                    <a:pt x="2676067" y="761034"/>
                  </a:lnTo>
                  <a:lnTo>
                    <a:pt x="2674201" y="759180"/>
                  </a:lnTo>
                  <a:lnTo>
                    <a:pt x="2673083" y="758710"/>
                  </a:lnTo>
                  <a:lnTo>
                    <a:pt x="2670454" y="758710"/>
                  </a:lnTo>
                  <a:lnTo>
                    <a:pt x="2669336" y="759180"/>
                  </a:lnTo>
                  <a:lnTo>
                    <a:pt x="2667470" y="761034"/>
                  </a:lnTo>
                  <a:lnTo>
                    <a:pt x="2667000" y="762165"/>
                  </a:lnTo>
                  <a:lnTo>
                    <a:pt x="2667000" y="764794"/>
                  </a:lnTo>
                  <a:lnTo>
                    <a:pt x="2667470" y="765911"/>
                  </a:lnTo>
                  <a:lnTo>
                    <a:pt x="2669336" y="767778"/>
                  </a:lnTo>
                  <a:lnTo>
                    <a:pt x="2670454" y="768235"/>
                  </a:lnTo>
                  <a:lnTo>
                    <a:pt x="2673083" y="768235"/>
                  </a:lnTo>
                  <a:lnTo>
                    <a:pt x="2674201" y="767778"/>
                  </a:lnTo>
                  <a:lnTo>
                    <a:pt x="2676067" y="765911"/>
                  </a:lnTo>
                  <a:lnTo>
                    <a:pt x="2676525" y="764794"/>
                  </a:lnTo>
                  <a:lnTo>
                    <a:pt x="2676525" y="762165"/>
                  </a:lnTo>
                  <a:close/>
                </a:path>
                <a:path w="4057650" h="3044825">
                  <a:moveTo>
                    <a:pt x="2676525" y="3441"/>
                  </a:moveTo>
                  <a:lnTo>
                    <a:pt x="2676067" y="2324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24"/>
                  </a:lnTo>
                  <a:lnTo>
                    <a:pt x="2667000" y="3441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55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55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41"/>
                  </a:lnTo>
                  <a:close/>
                </a:path>
                <a:path w="4057650" h="3044825">
                  <a:moveTo>
                    <a:pt x="2724150" y="3038310"/>
                  </a:moveTo>
                  <a:lnTo>
                    <a:pt x="2723692" y="3037192"/>
                  </a:lnTo>
                  <a:lnTo>
                    <a:pt x="2721826" y="3035325"/>
                  </a:lnTo>
                  <a:lnTo>
                    <a:pt x="2720708" y="3034855"/>
                  </a:lnTo>
                  <a:lnTo>
                    <a:pt x="2718079" y="3034855"/>
                  </a:lnTo>
                  <a:lnTo>
                    <a:pt x="2716961" y="3035325"/>
                  </a:lnTo>
                  <a:lnTo>
                    <a:pt x="2715095" y="3037192"/>
                  </a:lnTo>
                  <a:lnTo>
                    <a:pt x="2714625" y="3038310"/>
                  </a:lnTo>
                  <a:lnTo>
                    <a:pt x="2714625" y="3040938"/>
                  </a:lnTo>
                  <a:lnTo>
                    <a:pt x="2715095" y="3042056"/>
                  </a:lnTo>
                  <a:lnTo>
                    <a:pt x="2716961" y="3043923"/>
                  </a:lnTo>
                  <a:lnTo>
                    <a:pt x="2718079" y="3044380"/>
                  </a:lnTo>
                  <a:lnTo>
                    <a:pt x="2720708" y="3044380"/>
                  </a:lnTo>
                  <a:lnTo>
                    <a:pt x="2721826" y="3043923"/>
                  </a:lnTo>
                  <a:lnTo>
                    <a:pt x="2723692" y="3042056"/>
                  </a:lnTo>
                  <a:lnTo>
                    <a:pt x="2724150" y="3040938"/>
                  </a:lnTo>
                  <a:lnTo>
                    <a:pt x="2724150" y="3038310"/>
                  </a:lnTo>
                  <a:close/>
                </a:path>
                <a:path w="4057650" h="3044825">
                  <a:moveTo>
                    <a:pt x="2724150" y="2279599"/>
                  </a:moveTo>
                  <a:lnTo>
                    <a:pt x="2723692" y="2278469"/>
                  </a:lnTo>
                  <a:lnTo>
                    <a:pt x="2721826" y="2276614"/>
                  </a:lnTo>
                  <a:lnTo>
                    <a:pt x="2720708" y="2276144"/>
                  </a:lnTo>
                  <a:lnTo>
                    <a:pt x="2718079" y="2276144"/>
                  </a:lnTo>
                  <a:lnTo>
                    <a:pt x="2716961" y="2276614"/>
                  </a:lnTo>
                  <a:lnTo>
                    <a:pt x="2715095" y="2278469"/>
                  </a:lnTo>
                  <a:lnTo>
                    <a:pt x="2714625" y="2279599"/>
                  </a:lnTo>
                  <a:lnTo>
                    <a:pt x="2714625" y="2282228"/>
                  </a:lnTo>
                  <a:lnTo>
                    <a:pt x="2715095" y="2283345"/>
                  </a:lnTo>
                  <a:lnTo>
                    <a:pt x="2716961" y="2285200"/>
                  </a:lnTo>
                  <a:lnTo>
                    <a:pt x="2718079" y="2285669"/>
                  </a:lnTo>
                  <a:lnTo>
                    <a:pt x="2720708" y="2285669"/>
                  </a:lnTo>
                  <a:lnTo>
                    <a:pt x="2721826" y="2285200"/>
                  </a:lnTo>
                  <a:lnTo>
                    <a:pt x="2723692" y="2283345"/>
                  </a:lnTo>
                  <a:lnTo>
                    <a:pt x="2724150" y="2282228"/>
                  </a:lnTo>
                  <a:lnTo>
                    <a:pt x="2724150" y="2279599"/>
                  </a:lnTo>
                  <a:close/>
                </a:path>
                <a:path w="4057650" h="3044825">
                  <a:moveTo>
                    <a:pt x="2724150" y="1520875"/>
                  </a:moveTo>
                  <a:lnTo>
                    <a:pt x="2723692" y="1519758"/>
                  </a:lnTo>
                  <a:lnTo>
                    <a:pt x="2721826" y="1517891"/>
                  </a:lnTo>
                  <a:lnTo>
                    <a:pt x="2720708" y="1517434"/>
                  </a:lnTo>
                  <a:lnTo>
                    <a:pt x="2718079" y="1517434"/>
                  </a:lnTo>
                  <a:lnTo>
                    <a:pt x="2716961" y="1517891"/>
                  </a:lnTo>
                  <a:lnTo>
                    <a:pt x="2715095" y="1519758"/>
                  </a:lnTo>
                  <a:lnTo>
                    <a:pt x="2714625" y="1520875"/>
                  </a:lnTo>
                  <a:lnTo>
                    <a:pt x="2714625" y="1523504"/>
                  </a:lnTo>
                  <a:lnTo>
                    <a:pt x="2715095" y="1524635"/>
                  </a:lnTo>
                  <a:lnTo>
                    <a:pt x="2716961" y="1526489"/>
                  </a:lnTo>
                  <a:lnTo>
                    <a:pt x="2718079" y="1526959"/>
                  </a:lnTo>
                  <a:lnTo>
                    <a:pt x="2720708" y="1526959"/>
                  </a:lnTo>
                  <a:lnTo>
                    <a:pt x="2721826" y="1526489"/>
                  </a:lnTo>
                  <a:lnTo>
                    <a:pt x="2723692" y="1524635"/>
                  </a:lnTo>
                  <a:lnTo>
                    <a:pt x="2724150" y="1523504"/>
                  </a:lnTo>
                  <a:lnTo>
                    <a:pt x="2724150" y="1520875"/>
                  </a:lnTo>
                  <a:close/>
                </a:path>
                <a:path w="4057650" h="3044825">
                  <a:moveTo>
                    <a:pt x="2724150" y="762165"/>
                  </a:moveTo>
                  <a:lnTo>
                    <a:pt x="2723692" y="761034"/>
                  </a:lnTo>
                  <a:lnTo>
                    <a:pt x="2721826" y="759180"/>
                  </a:lnTo>
                  <a:lnTo>
                    <a:pt x="2720708" y="758710"/>
                  </a:lnTo>
                  <a:lnTo>
                    <a:pt x="2718079" y="758710"/>
                  </a:lnTo>
                  <a:lnTo>
                    <a:pt x="2716961" y="759180"/>
                  </a:lnTo>
                  <a:lnTo>
                    <a:pt x="2715095" y="761034"/>
                  </a:lnTo>
                  <a:lnTo>
                    <a:pt x="2714625" y="762165"/>
                  </a:lnTo>
                  <a:lnTo>
                    <a:pt x="2714625" y="764794"/>
                  </a:lnTo>
                  <a:lnTo>
                    <a:pt x="2715095" y="765911"/>
                  </a:lnTo>
                  <a:lnTo>
                    <a:pt x="2716961" y="767778"/>
                  </a:lnTo>
                  <a:lnTo>
                    <a:pt x="2718079" y="768235"/>
                  </a:lnTo>
                  <a:lnTo>
                    <a:pt x="2720708" y="768235"/>
                  </a:lnTo>
                  <a:lnTo>
                    <a:pt x="2721826" y="767778"/>
                  </a:lnTo>
                  <a:lnTo>
                    <a:pt x="2723692" y="765911"/>
                  </a:lnTo>
                  <a:lnTo>
                    <a:pt x="2724150" y="764794"/>
                  </a:lnTo>
                  <a:lnTo>
                    <a:pt x="2724150" y="762165"/>
                  </a:lnTo>
                  <a:close/>
                </a:path>
                <a:path w="4057650" h="3044825">
                  <a:moveTo>
                    <a:pt x="2724150" y="3441"/>
                  </a:moveTo>
                  <a:lnTo>
                    <a:pt x="2723692" y="2324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24"/>
                  </a:lnTo>
                  <a:lnTo>
                    <a:pt x="2714625" y="3441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55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55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41"/>
                  </a:lnTo>
                  <a:close/>
                </a:path>
                <a:path w="4057650" h="3044825">
                  <a:moveTo>
                    <a:pt x="2771775" y="3038310"/>
                  </a:moveTo>
                  <a:lnTo>
                    <a:pt x="2771317" y="3037192"/>
                  </a:lnTo>
                  <a:lnTo>
                    <a:pt x="2769451" y="3035325"/>
                  </a:lnTo>
                  <a:lnTo>
                    <a:pt x="2768333" y="3034855"/>
                  </a:lnTo>
                  <a:lnTo>
                    <a:pt x="2765704" y="3034855"/>
                  </a:lnTo>
                  <a:lnTo>
                    <a:pt x="2764586" y="3035325"/>
                  </a:lnTo>
                  <a:lnTo>
                    <a:pt x="2762720" y="3037192"/>
                  </a:lnTo>
                  <a:lnTo>
                    <a:pt x="2762250" y="3038310"/>
                  </a:lnTo>
                  <a:lnTo>
                    <a:pt x="2762250" y="3040938"/>
                  </a:lnTo>
                  <a:lnTo>
                    <a:pt x="2762720" y="3042056"/>
                  </a:lnTo>
                  <a:lnTo>
                    <a:pt x="2764586" y="3043923"/>
                  </a:lnTo>
                  <a:lnTo>
                    <a:pt x="2765704" y="3044380"/>
                  </a:lnTo>
                  <a:lnTo>
                    <a:pt x="2768333" y="3044380"/>
                  </a:lnTo>
                  <a:lnTo>
                    <a:pt x="2769451" y="3043923"/>
                  </a:lnTo>
                  <a:lnTo>
                    <a:pt x="2771317" y="3042056"/>
                  </a:lnTo>
                  <a:lnTo>
                    <a:pt x="2771775" y="3040938"/>
                  </a:lnTo>
                  <a:lnTo>
                    <a:pt x="2771775" y="3038310"/>
                  </a:lnTo>
                  <a:close/>
                </a:path>
                <a:path w="4057650" h="3044825">
                  <a:moveTo>
                    <a:pt x="2771775" y="2279599"/>
                  </a:moveTo>
                  <a:lnTo>
                    <a:pt x="2771317" y="2278469"/>
                  </a:lnTo>
                  <a:lnTo>
                    <a:pt x="2769451" y="2276614"/>
                  </a:lnTo>
                  <a:lnTo>
                    <a:pt x="2768333" y="2276144"/>
                  </a:lnTo>
                  <a:lnTo>
                    <a:pt x="2765704" y="2276144"/>
                  </a:lnTo>
                  <a:lnTo>
                    <a:pt x="2764586" y="2276614"/>
                  </a:lnTo>
                  <a:lnTo>
                    <a:pt x="2762720" y="2278469"/>
                  </a:lnTo>
                  <a:lnTo>
                    <a:pt x="2762250" y="2279599"/>
                  </a:lnTo>
                  <a:lnTo>
                    <a:pt x="2762250" y="2282228"/>
                  </a:lnTo>
                  <a:lnTo>
                    <a:pt x="2762720" y="2283345"/>
                  </a:lnTo>
                  <a:lnTo>
                    <a:pt x="2764586" y="2285200"/>
                  </a:lnTo>
                  <a:lnTo>
                    <a:pt x="2765704" y="2285669"/>
                  </a:lnTo>
                  <a:lnTo>
                    <a:pt x="2768333" y="2285669"/>
                  </a:lnTo>
                  <a:lnTo>
                    <a:pt x="2769451" y="2285200"/>
                  </a:lnTo>
                  <a:lnTo>
                    <a:pt x="2771317" y="2283345"/>
                  </a:lnTo>
                  <a:lnTo>
                    <a:pt x="2771775" y="2282228"/>
                  </a:lnTo>
                  <a:lnTo>
                    <a:pt x="2771775" y="2279599"/>
                  </a:lnTo>
                  <a:close/>
                </a:path>
                <a:path w="4057650" h="3044825">
                  <a:moveTo>
                    <a:pt x="2771775" y="1520875"/>
                  </a:moveTo>
                  <a:lnTo>
                    <a:pt x="2771317" y="1519758"/>
                  </a:lnTo>
                  <a:lnTo>
                    <a:pt x="2769451" y="1517891"/>
                  </a:lnTo>
                  <a:lnTo>
                    <a:pt x="2768333" y="1517434"/>
                  </a:lnTo>
                  <a:lnTo>
                    <a:pt x="2765704" y="1517434"/>
                  </a:lnTo>
                  <a:lnTo>
                    <a:pt x="2764586" y="1517891"/>
                  </a:lnTo>
                  <a:lnTo>
                    <a:pt x="2762720" y="1519758"/>
                  </a:lnTo>
                  <a:lnTo>
                    <a:pt x="2762250" y="1520875"/>
                  </a:lnTo>
                  <a:lnTo>
                    <a:pt x="2762250" y="1523504"/>
                  </a:lnTo>
                  <a:lnTo>
                    <a:pt x="2762720" y="1524635"/>
                  </a:lnTo>
                  <a:lnTo>
                    <a:pt x="2764586" y="1526489"/>
                  </a:lnTo>
                  <a:lnTo>
                    <a:pt x="2765704" y="1526959"/>
                  </a:lnTo>
                  <a:lnTo>
                    <a:pt x="2768333" y="1526959"/>
                  </a:lnTo>
                  <a:lnTo>
                    <a:pt x="2769451" y="1526489"/>
                  </a:lnTo>
                  <a:lnTo>
                    <a:pt x="2771317" y="1524635"/>
                  </a:lnTo>
                  <a:lnTo>
                    <a:pt x="2771775" y="1523504"/>
                  </a:lnTo>
                  <a:lnTo>
                    <a:pt x="2771775" y="1520875"/>
                  </a:lnTo>
                  <a:close/>
                </a:path>
                <a:path w="4057650" h="3044825">
                  <a:moveTo>
                    <a:pt x="2771775" y="762165"/>
                  </a:moveTo>
                  <a:lnTo>
                    <a:pt x="2771317" y="761034"/>
                  </a:lnTo>
                  <a:lnTo>
                    <a:pt x="2769451" y="759180"/>
                  </a:lnTo>
                  <a:lnTo>
                    <a:pt x="2768333" y="758710"/>
                  </a:lnTo>
                  <a:lnTo>
                    <a:pt x="2765704" y="758710"/>
                  </a:lnTo>
                  <a:lnTo>
                    <a:pt x="2764586" y="759180"/>
                  </a:lnTo>
                  <a:lnTo>
                    <a:pt x="2762720" y="761034"/>
                  </a:lnTo>
                  <a:lnTo>
                    <a:pt x="2762250" y="762165"/>
                  </a:lnTo>
                  <a:lnTo>
                    <a:pt x="2762250" y="764794"/>
                  </a:lnTo>
                  <a:lnTo>
                    <a:pt x="2762720" y="765911"/>
                  </a:lnTo>
                  <a:lnTo>
                    <a:pt x="2764586" y="767778"/>
                  </a:lnTo>
                  <a:lnTo>
                    <a:pt x="2765704" y="768235"/>
                  </a:lnTo>
                  <a:lnTo>
                    <a:pt x="2768333" y="768235"/>
                  </a:lnTo>
                  <a:lnTo>
                    <a:pt x="2769451" y="767778"/>
                  </a:lnTo>
                  <a:lnTo>
                    <a:pt x="2771317" y="765911"/>
                  </a:lnTo>
                  <a:lnTo>
                    <a:pt x="2771775" y="764794"/>
                  </a:lnTo>
                  <a:lnTo>
                    <a:pt x="2771775" y="762165"/>
                  </a:lnTo>
                  <a:close/>
                </a:path>
                <a:path w="4057650" h="3044825">
                  <a:moveTo>
                    <a:pt x="2771775" y="3441"/>
                  </a:moveTo>
                  <a:lnTo>
                    <a:pt x="2771317" y="2324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24"/>
                  </a:lnTo>
                  <a:lnTo>
                    <a:pt x="2762250" y="3441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55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55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41"/>
                  </a:lnTo>
                  <a:close/>
                </a:path>
                <a:path w="4057650" h="3044825">
                  <a:moveTo>
                    <a:pt x="2819400" y="3038310"/>
                  </a:moveTo>
                  <a:lnTo>
                    <a:pt x="2818942" y="3037192"/>
                  </a:lnTo>
                  <a:lnTo>
                    <a:pt x="2817076" y="3035325"/>
                  </a:lnTo>
                  <a:lnTo>
                    <a:pt x="2815958" y="3034855"/>
                  </a:lnTo>
                  <a:lnTo>
                    <a:pt x="2813329" y="3034855"/>
                  </a:lnTo>
                  <a:lnTo>
                    <a:pt x="2812211" y="3035325"/>
                  </a:lnTo>
                  <a:lnTo>
                    <a:pt x="2810345" y="3037192"/>
                  </a:lnTo>
                  <a:lnTo>
                    <a:pt x="2809875" y="3038310"/>
                  </a:lnTo>
                  <a:lnTo>
                    <a:pt x="2809875" y="3040938"/>
                  </a:lnTo>
                  <a:lnTo>
                    <a:pt x="2810345" y="3042056"/>
                  </a:lnTo>
                  <a:lnTo>
                    <a:pt x="2812211" y="3043923"/>
                  </a:lnTo>
                  <a:lnTo>
                    <a:pt x="2813329" y="3044380"/>
                  </a:lnTo>
                  <a:lnTo>
                    <a:pt x="2815958" y="3044380"/>
                  </a:lnTo>
                  <a:lnTo>
                    <a:pt x="2817076" y="3043923"/>
                  </a:lnTo>
                  <a:lnTo>
                    <a:pt x="2818942" y="3042056"/>
                  </a:lnTo>
                  <a:lnTo>
                    <a:pt x="2819400" y="3040938"/>
                  </a:lnTo>
                  <a:lnTo>
                    <a:pt x="2819400" y="3038310"/>
                  </a:lnTo>
                  <a:close/>
                </a:path>
                <a:path w="4057650" h="3044825">
                  <a:moveTo>
                    <a:pt x="2819400" y="2279599"/>
                  </a:moveTo>
                  <a:lnTo>
                    <a:pt x="2818942" y="2278469"/>
                  </a:lnTo>
                  <a:lnTo>
                    <a:pt x="2817076" y="2276614"/>
                  </a:lnTo>
                  <a:lnTo>
                    <a:pt x="2815958" y="2276144"/>
                  </a:lnTo>
                  <a:lnTo>
                    <a:pt x="2813329" y="2276144"/>
                  </a:lnTo>
                  <a:lnTo>
                    <a:pt x="2812211" y="2276614"/>
                  </a:lnTo>
                  <a:lnTo>
                    <a:pt x="2810345" y="2278469"/>
                  </a:lnTo>
                  <a:lnTo>
                    <a:pt x="2809875" y="2279599"/>
                  </a:lnTo>
                  <a:lnTo>
                    <a:pt x="2809875" y="2282228"/>
                  </a:lnTo>
                  <a:lnTo>
                    <a:pt x="2810345" y="2283345"/>
                  </a:lnTo>
                  <a:lnTo>
                    <a:pt x="2812211" y="2285200"/>
                  </a:lnTo>
                  <a:lnTo>
                    <a:pt x="2813329" y="2285669"/>
                  </a:lnTo>
                  <a:lnTo>
                    <a:pt x="2815958" y="2285669"/>
                  </a:lnTo>
                  <a:lnTo>
                    <a:pt x="2817076" y="2285200"/>
                  </a:lnTo>
                  <a:lnTo>
                    <a:pt x="2818942" y="2283345"/>
                  </a:lnTo>
                  <a:lnTo>
                    <a:pt x="2819400" y="2282228"/>
                  </a:lnTo>
                  <a:lnTo>
                    <a:pt x="2819400" y="2279599"/>
                  </a:lnTo>
                  <a:close/>
                </a:path>
                <a:path w="4057650" h="3044825">
                  <a:moveTo>
                    <a:pt x="2819400" y="1520875"/>
                  </a:moveTo>
                  <a:lnTo>
                    <a:pt x="2818942" y="1519758"/>
                  </a:lnTo>
                  <a:lnTo>
                    <a:pt x="2817076" y="1517891"/>
                  </a:lnTo>
                  <a:lnTo>
                    <a:pt x="2815958" y="1517434"/>
                  </a:lnTo>
                  <a:lnTo>
                    <a:pt x="2813329" y="1517434"/>
                  </a:lnTo>
                  <a:lnTo>
                    <a:pt x="2812211" y="1517891"/>
                  </a:lnTo>
                  <a:lnTo>
                    <a:pt x="2810345" y="1519758"/>
                  </a:lnTo>
                  <a:lnTo>
                    <a:pt x="2809875" y="1520875"/>
                  </a:lnTo>
                  <a:lnTo>
                    <a:pt x="2809875" y="1523504"/>
                  </a:lnTo>
                  <a:lnTo>
                    <a:pt x="2810345" y="1524635"/>
                  </a:lnTo>
                  <a:lnTo>
                    <a:pt x="2812211" y="1526489"/>
                  </a:lnTo>
                  <a:lnTo>
                    <a:pt x="2813329" y="1526959"/>
                  </a:lnTo>
                  <a:lnTo>
                    <a:pt x="2815958" y="1526959"/>
                  </a:lnTo>
                  <a:lnTo>
                    <a:pt x="2817076" y="1526489"/>
                  </a:lnTo>
                  <a:lnTo>
                    <a:pt x="2818942" y="1524635"/>
                  </a:lnTo>
                  <a:lnTo>
                    <a:pt x="2819400" y="1523504"/>
                  </a:lnTo>
                  <a:lnTo>
                    <a:pt x="2819400" y="1520875"/>
                  </a:lnTo>
                  <a:close/>
                </a:path>
                <a:path w="4057650" h="3044825">
                  <a:moveTo>
                    <a:pt x="2819400" y="762165"/>
                  </a:moveTo>
                  <a:lnTo>
                    <a:pt x="2818942" y="761034"/>
                  </a:lnTo>
                  <a:lnTo>
                    <a:pt x="2817076" y="759180"/>
                  </a:lnTo>
                  <a:lnTo>
                    <a:pt x="2815958" y="758710"/>
                  </a:lnTo>
                  <a:lnTo>
                    <a:pt x="2813329" y="758710"/>
                  </a:lnTo>
                  <a:lnTo>
                    <a:pt x="2812211" y="759180"/>
                  </a:lnTo>
                  <a:lnTo>
                    <a:pt x="2810345" y="761034"/>
                  </a:lnTo>
                  <a:lnTo>
                    <a:pt x="2809875" y="762165"/>
                  </a:lnTo>
                  <a:lnTo>
                    <a:pt x="2809875" y="764794"/>
                  </a:lnTo>
                  <a:lnTo>
                    <a:pt x="2810345" y="765911"/>
                  </a:lnTo>
                  <a:lnTo>
                    <a:pt x="2812211" y="767778"/>
                  </a:lnTo>
                  <a:lnTo>
                    <a:pt x="2813329" y="768235"/>
                  </a:lnTo>
                  <a:lnTo>
                    <a:pt x="2815958" y="768235"/>
                  </a:lnTo>
                  <a:lnTo>
                    <a:pt x="2817076" y="767778"/>
                  </a:lnTo>
                  <a:lnTo>
                    <a:pt x="2818942" y="765911"/>
                  </a:lnTo>
                  <a:lnTo>
                    <a:pt x="2819400" y="764794"/>
                  </a:lnTo>
                  <a:lnTo>
                    <a:pt x="2819400" y="762165"/>
                  </a:lnTo>
                  <a:close/>
                </a:path>
                <a:path w="4057650" h="3044825">
                  <a:moveTo>
                    <a:pt x="2819400" y="3441"/>
                  </a:moveTo>
                  <a:lnTo>
                    <a:pt x="2818942" y="2324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24"/>
                  </a:lnTo>
                  <a:lnTo>
                    <a:pt x="2809875" y="3441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55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55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41"/>
                  </a:lnTo>
                  <a:close/>
                </a:path>
                <a:path w="4057650" h="3044825">
                  <a:moveTo>
                    <a:pt x="2867025" y="3038310"/>
                  </a:moveTo>
                  <a:lnTo>
                    <a:pt x="2866567" y="3037192"/>
                  </a:lnTo>
                  <a:lnTo>
                    <a:pt x="2864701" y="3035325"/>
                  </a:lnTo>
                  <a:lnTo>
                    <a:pt x="2863583" y="3034855"/>
                  </a:lnTo>
                  <a:lnTo>
                    <a:pt x="2860954" y="3034855"/>
                  </a:lnTo>
                  <a:lnTo>
                    <a:pt x="2859836" y="3035325"/>
                  </a:lnTo>
                  <a:lnTo>
                    <a:pt x="2857970" y="3037192"/>
                  </a:lnTo>
                  <a:lnTo>
                    <a:pt x="2857500" y="3038310"/>
                  </a:lnTo>
                  <a:lnTo>
                    <a:pt x="2857500" y="3040938"/>
                  </a:lnTo>
                  <a:lnTo>
                    <a:pt x="2857970" y="3042056"/>
                  </a:lnTo>
                  <a:lnTo>
                    <a:pt x="2859836" y="3043923"/>
                  </a:lnTo>
                  <a:lnTo>
                    <a:pt x="2860954" y="3044380"/>
                  </a:lnTo>
                  <a:lnTo>
                    <a:pt x="2863583" y="3044380"/>
                  </a:lnTo>
                  <a:lnTo>
                    <a:pt x="2864701" y="3043923"/>
                  </a:lnTo>
                  <a:lnTo>
                    <a:pt x="2866567" y="3042056"/>
                  </a:lnTo>
                  <a:lnTo>
                    <a:pt x="2867025" y="3040938"/>
                  </a:lnTo>
                  <a:lnTo>
                    <a:pt x="2867025" y="3038310"/>
                  </a:lnTo>
                  <a:close/>
                </a:path>
                <a:path w="4057650" h="3044825">
                  <a:moveTo>
                    <a:pt x="2867025" y="2279599"/>
                  </a:moveTo>
                  <a:lnTo>
                    <a:pt x="2866567" y="2278469"/>
                  </a:lnTo>
                  <a:lnTo>
                    <a:pt x="2864701" y="2276614"/>
                  </a:lnTo>
                  <a:lnTo>
                    <a:pt x="2863583" y="2276144"/>
                  </a:lnTo>
                  <a:lnTo>
                    <a:pt x="2860954" y="2276144"/>
                  </a:lnTo>
                  <a:lnTo>
                    <a:pt x="2859836" y="2276614"/>
                  </a:lnTo>
                  <a:lnTo>
                    <a:pt x="2857970" y="2278469"/>
                  </a:lnTo>
                  <a:lnTo>
                    <a:pt x="2857500" y="2279599"/>
                  </a:lnTo>
                  <a:lnTo>
                    <a:pt x="2857500" y="2282228"/>
                  </a:lnTo>
                  <a:lnTo>
                    <a:pt x="2857970" y="2283345"/>
                  </a:lnTo>
                  <a:lnTo>
                    <a:pt x="2859836" y="2285200"/>
                  </a:lnTo>
                  <a:lnTo>
                    <a:pt x="2860954" y="2285669"/>
                  </a:lnTo>
                  <a:lnTo>
                    <a:pt x="2863583" y="2285669"/>
                  </a:lnTo>
                  <a:lnTo>
                    <a:pt x="2864701" y="2285200"/>
                  </a:lnTo>
                  <a:lnTo>
                    <a:pt x="2866567" y="2283345"/>
                  </a:lnTo>
                  <a:lnTo>
                    <a:pt x="2867025" y="2282228"/>
                  </a:lnTo>
                  <a:lnTo>
                    <a:pt x="2867025" y="2279599"/>
                  </a:lnTo>
                  <a:close/>
                </a:path>
                <a:path w="4057650" h="3044825">
                  <a:moveTo>
                    <a:pt x="2867025" y="1520875"/>
                  </a:moveTo>
                  <a:lnTo>
                    <a:pt x="2866567" y="1519758"/>
                  </a:lnTo>
                  <a:lnTo>
                    <a:pt x="2864701" y="1517891"/>
                  </a:lnTo>
                  <a:lnTo>
                    <a:pt x="2863583" y="1517434"/>
                  </a:lnTo>
                  <a:lnTo>
                    <a:pt x="2860954" y="1517434"/>
                  </a:lnTo>
                  <a:lnTo>
                    <a:pt x="2859836" y="1517891"/>
                  </a:lnTo>
                  <a:lnTo>
                    <a:pt x="2857970" y="1519758"/>
                  </a:lnTo>
                  <a:lnTo>
                    <a:pt x="2857500" y="1520875"/>
                  </a:lnTo>
                  <a:lnTo>
                    <a:pt x="2857500" y="1523504"/>
                  </a:lnTo>
                  <a:lnTo>
                    <a:pt x="2857970" y="1524635"/>
                  </a:lnTo>
                  <a:lnTo>
                    <a:pt x="2859836" y="1526489"/>
                  </a:lnTo>
                  <a:lnTo>
                    <a:pt x="2860954" y="1526959"/>
                  </a:lnTo>
                  <a:lnTo>
                    <a:pt x="2863583" y="1526959"/>
                  </a:lnTo>
                  <a:lnTo>
                    <a:pt x="2864701" y="1526489"/>
                  </a:lnTo>
                  <a:lnTo>
                    <a:pt x="2866567" y="1524635"/>
                  </a:lnTo>
                  <a:lnTo>
                    <a:pt x="2867025" y="1523504"/>
                  </a:lnTo>
                  <a:lnTo>
                    <a:pt x="2867025" y="1520875"/>
                  </a:lnTo>
                  <a:close/>
                </a:path>
                <a:path w="4057650" h="3044825">
                  <a:moveTo>
                    <a:pt x="2867025" y="762165"/>
                  </a:moveTo>
                  <a:lnTo>
                    <a:pt x="2866567" y="761034"/>
                  </a:lnTo>
                  <a:lnTo>
                    <a:pt x="2864701" y="759180"/>
                  </a:lnTo>
                  <a:lnTo>
                    <a:pt x="2863583" y="758710"/>
                  </a:lnTo>
                  <a:lnTo>
                    <a:pt x="2860954" y="758710"/>
                  </a:lnTo>
                  <a:lnTo>
                    <a:pt x="2859836" y="759180"/>
                  </a:lnTo>
                  <a:lnTo>
                    <a:pt x="2857970" y="761034"/>
                  </a:lnTo>
                  <a:lnTo>
                    <a:pt x="2857500" y="762165"/>
                  </a:lnTo>
                  <a:lnTo>
                    <a:pt x="2857500" y="764794"/>
                  </a:lnTo>
                  <a:lnTo>
                    <a:pt x="2857970" y="765911"/>
                  </a:lnTo>
                  <a:lnTo>
                    <a:pt x="2859836" y="767778"/>
                  </a:lnTo>
                  <a:lnTo>
                    <a:pt x="2860954" y="768235"/>
                  </a:lnTo>
                  <a:lnTo>
                    <a:pt x="2863583" y="768235"/>
                  </a:lnTo>
                  <a:lnTo>
                    <a:pt x="2864701" y="767778"/>
                  </a:lnTo>
                  <a:lnTo>
                    <a:pt x="2866567" y="765911"/>
                  </a:lnTo>
                  <a:lnTo>
                    <a:pt x="2867025" y="764794"/>
                  </a:lnTo>
                  <a:lnTo>
                    <a:pt x="2867025" y="762165"/>
                  </a:lnTo>
                  <a:close/>
                </a:path>
                <a:path w="4057650" h="3044825">
                  <a:moveTo>
                    <a:pt x="2867025" y="3441"/>
                  </a:moveTo>
                  <a:lnTo>
                    <a:pt x="2866567" y="2324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24"/>
                  </a:lnTo>
                  <a:lnTo>
                    <a:pt x="2857500" y="3441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55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55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41"/>
                  </a:lnTo>
                  <a:close/>
                </a:path>
                <a:path w="4057650" h="3044825">
                  <a:moveTo>
                    <a:pt x="2914650" y="3038310"/>
                  </a:moveTo>
                  <a:lnTo>
                    <a:pt x="2914192" y="3037192"/>
                  </a:lnTo>
                  <a:lnTo>
                    <a:pt x="2912326" y="3035325"/>
                  </a:lnTo>
                  <a:lnTo>
                    <a:pt x="2911208" y="3034855"/>
                  </a:lnTo>
                  <a:lnTo>
                    <a:pt x="2908579" y="3034855"/>
                  </a:lnTo>
                  <a:lnTo>
                    <a:pt x="2907461" y="3035325"/>
                  </a:lnTo>
                  <a:lnTo>
                    <a:pt x="2905595" y="3037192"/>
                  </a:lnTo>
                  <a:lnTo>
                    <a:pt x="2905125" y="3038310"/>
                  </a:lnTo>
                  <a:lnTo>
                    <a:pt x="2905125" y="3040938"/>
                  </a:lnTo>
                  <a:lnTo>
                    <a:pt x="2905595" y="3042056"/>
                  </a:lnTo>
                  <a:lnTo>
                    <a:pt x="2907461" y="3043923"/>
                  </a:lnTo>
                  <a:lnTo>
                    <a:pt x="2908579" y="3044380"/>
                  </a:lnTo>
                  <a:lnTo>
                    <a:pt x="2911208" y="3044380"/>
                  </a:lnTo>
                  <a:lnTo>
                    <a:pt x="2912326" y="3043923"/>
                  </a:lnTo>
                  <a:lnTo>
                    <a:pt x="2914192" y="3042056"/>
                  </a:lnTo>
                  <a:lnTo>
                    <a:pt x="2914650" y="3040938"/>
                  </a:lnTo>
                  <a:lnTo>
                    <a:pt x="2914650" y="3038310"/>
                  </a:lnTo>
                  <a:close/>
                </a:path>
                <a:path w="4057650" h="3044825">
                  <a:moveTo>
                    <a:pt x="2914650" y="2279599"/>
                  </a:moveTo>
                  <a:lnTo>
                    <a:pt x="2914192" y="2278469"/>
                  </a:lnTo>
                  <a:lnTo>
                    <a:pt x="2912326" y="2276614"/>
                  </a:lnTo>
                  <a:lnTo>
                    <a:pt x="2911208" y="2276144"/>
                  </a:lnTo>
                  <a:lnTo>
                    <a:pt x="2908579" y="2276144"/>
                  </a:lnTo>
                  <a:lnTo>
                    <a:pt x="2907461" y="2276614"/>
                  </a:lnTo>
                  <a:lnTo>
                    <a:pt x="2905595" y="2278469"/>
                  </a:lnTo>
                  <a:lnTo>
                    <a:pt x="2905125" y="2279599"/>
                  </a:lnTo>
                  <a:lnTo>
                    <a:pt x="2905125" y="2282228"/>
                  </a:lnTo>
                  <a:lnTo>
                    <a:pt x="2905595" y="2283345"/>
                  </a:lnTo>
                  <a:lnTo>
                    <a:pt x="2907461" y="2285200"/>
                  </a:lnTo>
                  <a:lnTo>
                    <a:pt x="2908579" y="2285669"/>
                  </a:lnTo>
                  <a:lnTo>
                    <a:pt x="2911208" y="2285669"/>
                  </a:lnTo>
                  <a:lnTo>
                    <a:pt x="2912326" y="2285200"/>
                  </a:lnTo>
                  <a:lnTo>
                    <a:pt x="2914192" y="2283345"/>
                  </a:lnTo>
                  <a:lnTo>
                    <a:pt x="2914650" y="2282228"/>
                  </a:lnTo>
                  <a:lnTo>
                    <a:pt x="2914650" y="2279599"/>
                  </a:lnTo>
                  <a:close/>
                </a:path>
                <a:path w="4057650" h="3044825">
                  <a:moveTo>
                    <a:pt x="2914650" y="1520875"/>
                  </a:moveTo>
                  <a:lnTo>
                    <a:pt x="2914192" y="1519758"/>
                  </a:lnTo>
                  <a:lnTo>
                    <a:pt x="2912326" y="1517891"/>
                  </a:lnTo>
                  <a:lnTo>
                    <a:pt x="2911208" y="1517434"/>
                  </a:lnTo>
                  <a:lnTo>
                    <a:pt x="2908579" y="1517434"/>
                  </a:lnTo>
                  <a:lnTo>
                    <a:pt x="2907461" y="1517891"/>
                  </a:lnTo>
                  <a:lnTo>
                    <a:pt x="2905595" y="1519758"/>
                  </a:lnTo>
                  <a:lnTo>
                    <a:pt x="2905125" y="1520875"/>
                  </a:lnTo>
                  <a:lnTo>
                    <a:pt x="2905125" y="1523504"/>
                  </a:lnTo>
                  <a:lnTo>
                    <a:pt x="2905595" y="1524635"/>
                  </a:lnTo>
                  <a:lnTo>
                    <a:pt x="2907461" y="1526489"/>
                  </a:lnTo>
                  <a:lnTo>
                    <a:pt x="2908579" y="1526959"/>
                  </a:lnTo>
                  <a:lnTo>
                    <a:pt x="2911208" y="1526959"/>
                  </a:lnTo>
                  <a:lnTo>
                    <a:pt x="2912326" y="1526489"/>
                  </a:lnTo>
                  <a:lnTo>
                    <a:pt x="2914192" y="1524635"/>
                  </a:lnTo>
                  <a:lnTo>
                    <a:pt x="2914650" y="1523504"/>
                  </a:lnTo>
                  <a:lnTo>
                    <a:pt x="2914650" y="1520875"/>
                  </a:lnTo>
                  <a:close/>
                </a:path>
                <a:path w="4057650" h="3044825">
                  <a:moveTo>
                    <a:pt x="2914650" y="762165"/>
                  </a:moveTo>
                  <a:lnTo>
                    <a:pt x="2914192" y="761034"/>
                  </a:lnTo>
                  <a:lnTo>
                    <a:pt x="2912326" y="759180"/>
                  </a:lnTo>
                  <a:lnTo>
                    <a:pt x="2911208" y="758710"/>
                  </a:lnTo>
                  <a:lnTo>
                    <a:pt x="2908579" y="758710"/>
                  </a:lnTo>
                  <a:lnTo>
                    <a:pt x="2907461" y="759180"/>
                  </a:lnTo>
                  <a:lnTo>
                    <a:pt x="2905595" y="761034"/>
                  </a:lnTo>
                  <a:lnTo>
                    <a:pt x="2905125" y="762165"/>
                  </a:lnTo>
                  <a:lnTo>
                    <a:pt x="2905125" y="764794"/>
                  </a:lnTo>
                  <a:lnTo>
                    <a:pt x="2905595" y="765911"/>
                  </a:lnTo>
                  <a:lnTo>
                    <a:pt x="2907461" y="767778"/>
                  </a:lnTo>
                  <a:lnTo>
                    <a:pt x="2908579" y="768235"/>
                  </a:lnTo>
                  <a:lnTo>
                    <a:pt x="2911208" y="768235"/>
                  </a:lnTo>
                  <a:lnTo>
                    <a:pt x="2912326" y="767778"/>
                  </a:lnTo>
                  <a:lnTo>
                    <a:pt x="2914192" y="765911"/>
                  </a:lnTo>
                  <a:lnTo>
                    <a:pt x="2914650" y="764794"/>
                  </a:lnTo>
                  <a:lnTo>
                    <a:pt x="2914650" y="762165"/>
                  </a:lnTo>
                  <a:close/>
                </a:path>
                <a:path w="4057650" h="3044825">
                  <a:moveTo>
                    <a:pt x="2914650" y="3441"/>
                  </a:moveTo>
                  <a:lnTo>
                    <a:pt x="2914192" y="2324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24"/>
                  </a:lnTo>
                  <a:lnTo>
                    <a:pt x="2905125" y="3441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55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55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41"/>
                  </a:lnTo>
                  <a:close/>
                </a:path>
                <a:path w="4057650" h="3044825">
                  <a:moveTo>
                    <a:pt x="2962275" y="3038310"/>
                  </a:moveTo>
                  <a:lnTo>
                    <a:pt x="2961817" y="3037192"/>
                  </a:lnTo>
                  <a:lnTo>
                    <a:pt x="2959951" y="3035325"/>
                  </a:lnTo>
                  <a:lnTo>
                    <a:pt x="2958833" y="3034855"/>
                  </a:lnTo>
                  <a:lnTo>
                    <a:pt x="2956204" y="3034855"/>
                  </a:lnTo>
                  <a:lnTo>
                    <a:pt x="2955086" y="3035325"/>
                  </a:lnTo>
                  <a:lnTo>
                    <a:pt x="2953220" y="3037192"/>
                  </a:lnTo>
                  <a:lnTo>
                    <a:pt x="2952750" y="3038310"/>
                  </a:lnTo>
                  <a:lnTo>
                    <a:pt x="2952750" y="3040938"/>
                  </a:lnTo>
                  <a:lnTo>
                    <a:pt x="2953220" y="3042056"/>
                  </a:lnTo>
                  <a:lnTo>
                    <a:pt x="2955086" y="3043923"/>
                  </a:lnTo>
                  <a:lnTo>
                    <a:pt x="2956204" y="3044380"/>
                  </a:lnTo>
                  <a:lnTo>
                    <a:pt x="2958833" y="3044380"/>
                  </a:lnTo>
                  <a:lnTo>
                    <a:pt x="2959951" y="3043923"/>
                  </a:lnTo>
                  <a:lnTo>
                    <a:pt x="2961817" y="3042056"/>
                  </a:lnTo>
                  <a:lnTo>
                    <a:pt x="2962275" y="3040938"/>
                  </a:lnTo>
                  <a:lnTo>
                    <a:pt x="2962275" y="3038310"/>
                  </a:lnTo>
                  <a:close/>
                </a:path>
                <a:path w="4057650" h="3044825">
                  <a:moveTo>
                    <a:pt x="2962275" y="2279599"/>
                  </a:moveTo>
                  <a:lnTo>
                    <a:pt x="2961817" y="2278469"/>
                  </a:lnTo>
                  <a:lnTo>
                    <a:pt x="2959951" y="2276614"/>
                  </a:lnTo>
                  <a:lnTo>
                    <a:pt x="2958833" y="2276144"/>
                  </a:lnTo>
                  <a:lnTo>
                    <a:pt x="2956204" y="2276144"/>
                  </a:lnTo>
                  <a:lnTo>
                    <a:pt x="2955086" y="2276614"/>
                  </a:lnTo>
                  <a:lnTo>
                    <a:pt x="2953220" y="2278469"/>
                  </a:lnTo>
                  <a:lnTo>
                    <a:pt x="2952750" y="2279599"/>
                  </a:lnTo>
                  <a:lnTo>
                    <a:pt x="2952750" y="2282228"/>
                  </a:lnTo>
                  <a:lnTo>
                    <a:pt x="2953220" y="2283345"/>
                  </a:lnTo>
                  <a:lnTo>
                    <a:pt x="2955086" y="2285200"/>
                  </a:lnTo>
                  <a:lnTo>
                    <a:pt x="2956204" y="2285669"/>
                  </a:lnTo>
                  <a:lnTo>
                    <a:pt x="2958833" y="2285669"/>
                  </a:lnTo>
                  <a:lnTo>
                    <a:pt x="2959951" y="2285200"/>
                  </a:lnTo>
                  <a:lnTo>
                    <a:pt x="2961817" y="2283345"/>
                  </a:lnTo>
                  <a:lnTo>
                    <a:pt x="2962275" y="2282228"/>
                  </a:lnTo>
                  <a:lnTo>
                    <a:pt x="2962275" y="2279599"/>
                  </a:lnTo>
                  <a:close/>
                </a:path>
                <a:path w="4057650" h="3044825">
                  <a:moveTo>
                    <a:pt x="2962275" y="1520875"/>
                  </a:moveTo>
                  <a:lnTo>
                    <a:pt x="2961817" y="1519758"/>
                  </a:lnTo>
                  <a:lnTo>
                    <a:pt x="2959951" y="1517891"/>
                  </a:lnTo>
                  <a:lnTo>
                    <a:pt x="2958833" y="1517434"/>
                  </a:lnTo>
                  <a:lnTo>
                    <a:pt x="2956204" y="1517434"/>
                  </a:lnTo>
                  <a:lnTo>
                    <a:pt x="2955086" y="1517891"/>
                  </a:lnTo>
                  <a:lnTo>
                    <a:pt x="2953220" y="1519758"/>
                  </a:lnTo>
                  <a:lnTo>
                    <a:pt x="2952750" y="1520875"/>
                  </a:lnTo>
                  <a:lnTo>
                    <a:pt x="2952750" y="1523504"/>
                  </a:lnTo>
                  <a:lnTo>
                    <a:pt x="2953220" y="1524635"/>
                  </a:lnTo>
                  <a:lnTo>
                    <a:pt x="2955086" y="1526489"/>
                  </a:lnTo>
                  <a:lnTo>
                    <a:pt x="2956204" y="1526959"/>
                  </a:lnTo>
                  <a:lnTo>
                    <a:pt x="2958833" y="1526959"/>
                  </a:lnTo>
                  <a:lnTo>
                    <a:pt x="2959951" y="1526489"/>
                  </a:lnTo>
                  <a:lnTo>
                    <a:pt x="2961817" y="1524635"/>
                  </a:lnTo>
                  <a:lnTo>
                    <a:pt x="2962275" y="1523504"/>
                  </a:lnTo>
                  <a:lnTo>
                    <a:pt x="2962275" y="1520875"/>
                  </a:lnTo>
                  <a:close/>
                </a:path>
                <a:path w="4057650" h="3044825">
                  <a:moveTo>
                    <a:pt x="2962275" y="762165"/>
                  </a:moveTo>
                  <a:lnTo>
                    <a:pt x="2961817" y="761034"/>
                  </a:lnTo>
                  <a:lnTo>
                    <a:pt x="2959951" y="759180"/>
                  </a:lnTo>
                  <a:lnTo>
                    <a:pt x="2958833" y="758710"/>
                  </a:lnTo>
                  <a:lnTo>
                    <a:pt x="2956204" y="758710"/>
                  </a:lnTo>
                  <a:lnTo>
                    <a:pt x="2955086" y="759180"/>
                  </a:lnTo>
                  <a:lnTo>
                    <a:pt x="2953220" y="761034"/>
                  </a:lnTo>
                  <a:lnTo>
                    <a:pt x="2952750" y="762165"/>
                  </a:lnTo>
                  <a:lnTo>
                    <a:pt x="2952750" y="764794"/>
                  </a:lnTo>
                  <a:lnTo>
                    <a:pt x="2953220" y="765911"/>
                  </a:lnTo>
                  <a:lnTo>
                    <a:pt x="2955086" y="767778"/>
                  </a:lnTo>
                  <a:lnTo>
                    <a:pt x="2956204" y="768235"/>
                  </a:lnTo>
                  <a:lnTo>
                    <a:pt x="2958833" y="768235"/>
                  </a:lnTo>
                  <a:lnTo>
                    <a:pt x="2959951" y="767778"/>
                  </a:lnTo>
                  <a:lnTo>
                    <a:pt x="2961817" y="765911"/>
                  </a:lnTo>
                  <a:lnTo>
                    <a:pt x="2962275" y="764794"/>
                  </a:lnTo>
                  <a:lnTo>
                    <a:pt x="2962275" y="762165"/>
                  </a:lnTo>
                  <a:close/>
                </a:path>
                <a:path w="4057650" h="3044825">
                  <a:moveTo>
                    <a:pt x="2962275" y="3441"/>
                  </a:moveTo>
                  <a:lnTo>
                    <a:pt x="2961817" y="2324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24"/>
                  </a:lnTo>
                  <a:lnTo>
                    <a:pt x="2952750" y="3441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55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55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41"/>
                  </a:lnTo>
                  <a:close/>
                </a:path>
                <a:path w="4057650" h="3044825">
                  <a:moveTo>
                    <a:pt x="3009900" y="3038310"/>
                  </a:moveTo>
                  <a:lnTo>
                    <a:pt x="3009442" y="3037192"/>
                  </a:lnTo>
                  <a:lnTo>
                    <a:pt x="3007576" y="3035325"/>
                  </a:lnTo>
                  <a:lnTo>
                    <a:pt x="3006458" y="3034855"/>
                  </a:lnTo>
                  <a:lnTo>
                    <a:pt x="3003829" y="3034855"/>
                  </a:lnTo>
                  <a:lnTo>
                    <a:pt x="3002711" y="3035325"/>
                  </a:lnTo>
                  <a:lnTo>
                    <a:pt x="3000845" y="3037192"/>
                  </a:lnTo>
                  <a:lnTo>
                    <a:pt x="3000375" y="3038310"/>
                  </a:lnTo>
                  <a:lnTo>
                    <a:pt x="3000375" y="3040938"/>
                  </a:lnTo>
                  <a:lnTo>
                    <a:pt x="3000845" y="3042056"/>
                  </a:lnTo>
                  <a:lnTo>
                    <a:pt x="3002711" y="3043923"/>
                  </a:lnTo>
                  <a:lnTo>
                    <a:pt x="3003829" y="3044380"/>
                  </a:lnTo>
                  <a:lnTo>
                    <a:pt x="3006458" y="3044380"/>
                  </a:lnTo>
                  <a:lnTo>
                    <a:pt x="3007576" y="3043923"/>
                  </a:lnTo>
                  <a:lnTo>
                    <a:pt x="3009442" y="3042056"/>
                  </a:lnTo>
                  <a:lnTo>
                    <a:pt x="3009900" y="3040938"/>
                  </a:lnTo>
                  <a:lnTo>
                    <a:pt x="3009900" y="3038310"/>
                  </a:lnTo>
                  <a:close/>
                </a:path>
                <a:path w="4057650" h="3044825">
                  <a:moveTo>
                    <a:pt x="3009900" y="2279599"/>
                  </a:moveTo>
                  <a:lnTo>
                    <a:pt x="3009442" y="2278469"/>
                  </a:lnTo>
                  <a:lnTo>
                    <a:pt x="3007576" y="2276614"/>
                  </a:lnTo>
                  <a:lnTo>
                    <a:pt x="3006458" y="2276144"/>
                  </a:lnTo>
                  <a:lnTo>
                    <a:pt x="3003829" y="2276144"/>
                  </a:lnTo>
                  <a:lnTo>
                    <a:pt x="3002711" y="2276614"/>
                  </a:lnTo>
                  <a:lnTo>
                    <a:pt x="3000845" y="2278469"/>
                  </a:lnTo>
                  <a:lnTo>
                    <a:pt x="3000375" y="2279599"/>
                  </a:lnTo>
                  <a:lnTo>
                    <a:pt x="3000375" y="2282228"/>
                  </a:lnTo>
                  <a:lnTo>
                    <a:pt x="3000845" y="2283345"/>
                  </a:lnTo>
                  <a:lnTo>
                    <a:pt x="3002711" y="2285200"/>
                  </a:lnTo>
                  <a:lnTo>
                    <a:pt x="3003829" y="2285669"/>
                  </a:lnTo>
                  <a:lnTo>
                    <a:pt x="3006458" y="2285669"/>
                  </a:lnTo>
                  <a:lnTo>
                    <a:pt x="3007576" y="2285200"/>
                  </a:lnTo>
                  <a:lnTo>
                    <a:pt x="3009442" y="2283345"/>
                  </a:lnTo>
                  <a:lnTo>
                    <a:pt x="3009900" y="2282228"/>
                  </a:lnTo>
                  <a:lnTo>
                    <a:pt x="3009900" y="2279599"/>
                  </a:lnTo>
                  <a:close/>
                </a:path>
                <a:path w="4057650" h="3044825">
                  <a:moveTo>
                    <a:pt x="3009900" y="1520875"/>
                  </a:moveTo>
                  <a:lnTo>
                    <a:pt x="3009442" y="1519758"/>
                  </a:lnTo>
                  <a:lnTo>
                    <a:pt x="3007576" y="1517891"/>
                  </a:lnTo>
                  <a:lnTo>
                    <a:pt x="3006458" y="1517434"/>
                  </a:lnTo>
                  <a:lnTo>
                    <a:pt x="3003829" y="1517434"/>
                  </a:lnTo>
                  <a:lnTo>
                    <a:pt x="3002711" y="1517891"/>
                  </a:lnTo>
                  <a:lnTo>
                    <a:pt x="3000845" y="1519758"/>
                  </a:lnTo>
                  <a:lnTo>
                    <a:pt x="3000375" y="1520875"/>
                  </a:lnTo>
                  <a:lnTo>
                    <a:pt x="3000375" y="1523504"/>
                  </a:lnTo>
                  <a:lnTo>
                    <a:pt x="3000845" y="1524635"/>
                  </a:lnTo>
                  <a:lnTo>
                    <a:pt x="3002711" y="1526489"/>
                  </a:lnTo>
                  <a:lnTo>
                    <a:pt x="3003829" y="1526959"/>
                  </a:lnTo>
                  <a:lnTo>
                    <a:pt x="3006458" y="1526959"/>
                  </a:lnTo>
                  <a:lnTo>
                    <a:pt x="3007576" y="1526489"/>
                  </a:lnTo>
                  <a:lnTo>
                    <a:pt x="3009442" y="1524635"/>
                  </a:lnTo>
                  <a:lnTo>
                    <a:pt x="3009900" y="1523504"/>
                  </a:lnTo>
                  <a:lnTo>
                    <a:pt x="3009900" y="1520875"/>
                  </a:lnTo>
                  <a:close/>
                </a:path>
                <a:path w="4057650" h="3044825">
                  <a:moveTo>
                    <a:pt x="3009900" y="762165"/>
                  </a:moveTo>
                  <a:lnTo>
                    <a:pt x="3009442" y="761034"/>
                  </a:lnTo>
                  <a:lnTo>
                    <a:pt x="3007576" y="759180"/>
                  </a:lnTo>
                  <a:lnTo>
                    <a:pt x="3006458" y="758710"/>
                  </a:lnTo>
                  <a:lnTo>
                    <a:pt x="3003829" y="758710"/>
                  </a:lnTo>
                  <a:lnTo>
                    <a:pt x="3002711" y="759180"/>
                  </a:lnTo>
                  <a:lnTo>
                    <a:pt x="3000845" y="761034"/>
                  </a:lnTo>
                  <a:lnTo>
                    <a:pt x="3000375" y="762165"/>
                  </a:lnTo>
                  <a:lnTo>
                    <a:pt x="3000375" y="764794"/>
                  </a:lnTo>
                  <a:lnTo>
                    <a:pt x="3000845" y="765911"/>
                  </a:lnTo>
                  <a:lnTo>
                    <a:pt x="3002711" y="767778"/>
                  </a:lnTo>
                  <a:lnTo>
                    <a:pt x="3003829" y="768235"/>
                  </a:lnTo>
                  <a:lnTo>
                    <a:pt x="3006458" y="768235"/>
                  </a:lnTo>
                  <a:lnTo>
                    <a:pt x="3007576" y="767778"/>
                  </a:lnTo>
                  <a:lnTo>
                    <a:pt x="3009442" y="765911"/>
                  </a:lnTo>
                  <a:lnTo>
                    <a:pt x="3009900" y="764794"/>
                  </a:lnTo>
                  <a:lnTo>
                    <a:pt x="3009900" y="762165"/>
                  </a:lnTo>
                  <a:close/>
                </a:path>
                <a:path w="4057650" h="3044825">
                  <a:moveTo>
                    <a:pt x="3009900" y="3441"/>
                  </a:moveTo>
                  <a:lnTo>
                    <a:pt x="3009442" y="2324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24"/>
                  </a:lnTo>
                  <a:lnTo>
                    <a:pt x="3000375" y="3441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55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55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41"/>
                  </a:lnTo>
                  <a:close/>
                </a:path>
                <a:path w="4057650" h="3044825">
                  <a:moveTo>
                    <a:pt x="3057525" y="3038310"/>
                  </a:moveTo>
                  <a:lnTo>
                    <a:pt x="3057067" y="3037192"/>
                  </a:lnTo>
                  <a:lnTo>
                    <a:pt x="3055201" y="3035325"/>
                  </a:lnTo>
                  <a:lnTo>
                    <a:pt x="3054083" y="3034855"/>
                  </a:lnTo>
                  <a:lnTo>
                    <a:pt x="3051454" y="3034855"/>
                  </a:lnTo>
                  <a:lnTo>
                    <a:pt x="3050336" y="3035325"/>
                  </a:lnTo>
                  <a:lnTo>
                    <a:pt x="3048470" y="3037192"/>
                  </a:lnTo>
                  <a:lnTo>
                    <a:pt x="3048000" y="3038310"/>
                  </a:lnTo>
                  <a:lnTo>
                    <a:pt x="3048000" y="3040938"/>
                  </a:lnTo>
                  <a:lnTo>
                    <a:pt x="3048470" y="3042056"/>
                  </a:lnTo>
                  <a:lnTo>
                    <a:pt x="3050336" y="3043923"/>
                  </a:lnTo>
                  <a:lnTo>
                    <a:pt x="3051454" y="3044380"/>
                  </a:lnTo>
                  <a:lnTo>
                    <a:pt x="3054083" y="3044380"/>
                  </a:lnTo>
                  <a:lnTo>
                    <a:pt x="3055201" y="3043923"/>
                  </a:lnTo>
                  <a:lnTo>
                    <a:pt x="3057067" y="3042056"/>
                  </a:lnTo>
                  <a:lnTo>
                    <a:pt x="3057525" y="3040938"/>
                  </a:lnTo>
                  <a:lnTo>
                    <a:pt x="3057525" y="3038310"/>
                  </a:lnTo>
                  <a:close/>
                </a:path>
                <a:path w="4057650" h="3044825">
                  <a:moveTo>
                    <a:pt x="3057525" y="2279599"/>
                  </a:moveTo>
                  <a:lnTo>
                    <a:pt x="3057067" y="2278469"/>
                  </a:lnTo>
                  <a:lnTo>
                    <a:pt x="3055201" y="2276614"/>
                  </a:lnTo>
                  <a:lnTo>
                    <a:pt x="3054083" y="2276144"/>
                  </a:lnTo>
                  <a:lnTo>
                    <a:pt x="3051454" y="2276144"/>
                  </a:lnTo>
                  <a:lnTo>
                    <a:pt x="3050336" y="2276614"/>
                  </a:lnTo>
                  <a:lnTo>
                    <a:pt x="3048470" y="2278469"/>
                  </a:lnTo>
                  <a:lnTo>
                    <a:pt x="3048000" y="2279599"/>
                  </a:lnTo>
                  <a:lnTo>
                    <a:pt x="3048000" y="2282228"/>
                  </a:lnTo>
                  <a:lnTo>
                    <a:pt x="3048470" y="2283345"/>
                  </a:lnTo>
                  <a:lnTo>
                    <a:pt x="3050336" y="2285200"/>
                  </a:lnTo>
                  <a:lnTo>
                    <a:pt x="3051454" y="2285669"/>
                  </a:lnTo>
                  <a:lnTo>
                    <a:pt x="3054083" y="2285669"/>
                  </a:lnTo>
                  <a:lnTo>
                    <a:pt x="3055201" y="2285200"/>
                  </a:lnTo>
                  <a:lnTo>
                    <a:pt x="3057067" y="2283345"/>
                  </a:lnTo>
                  <a:lnTo>
                    <a:pt x="3057525" y="2282228"/>
                  </a:lnTo>
                  <a:lnTo>
                    <a:pt x="3057525" y="2279599"/>
                  </a:lnTo>
                  <a:close/>
                </a:path>
                <a:path w="4057650" h="3044825">
                  <a:moveTo>
                    <a:pt x="3057525" y="1520875"/>
                  </a:moveTo>
                  <a:lnTo>
                    <a:pt x="3057067" y="1519758"/>
                  </a:lnTo>
                  <a:lnTo>
                    <a:pt x="3055201" y="1517891"/>
                  </a:lnTo>
                  <a:lnTo>
                    <a:pt x="3054083" y="1517434"/>
                  </a:lnTo>
                  <a:lnTo>
                    <a:pt x="3051454" y="1517434"/>
                  </a:lnTo>
                  <a:lnTo>
                    <a:pt x="3050336" y="1517891"/>
                  </a:lnTo>
                  <a:lnTo>
                    <a:pt x="3048470" y="1519758"/>
                  </a:lnTo>
                  <a:lnTo>
                    <a:pt x="3048000" y="1520875"/>
                  </a:lnTo>
                  <a:lnTo>
                    <a:pt x="3048000" y="1523504"/>
                  </a:lnTo>
                  <a:lnTo>
                    <a:pt x="3048470" y="1524635"/>
                  </a:lnTo>
                  <a:lnTo>
                    <a:pt x="3050336" y="1526489"/>
                  </a:lnTo>
                  <a:lnTo>
                    <a:pt x="3051454" y="1526959"/>
                  </a:lnTo>
                  <a:lnTo>
                    <a:pt x="3054083" y="1526959"/>
                  </a:lnTo>
                  <a:lnTo>
                    <a:pt x="3055201" y="1526489"/>
                  </a:lnTo>
                  <a:lnTo>
                    <a:pt x="3057067" y="1524635"/>
                  </a:lnTo>
                  <a:lnTo>
                    <a:pt x="3057525" y="1523504"/>
                  </a:lnTo>
                  <a:lnTo>
                    <a:pt x="3057525" y="1520875"/>
                  </a:lnTo>
                  <a:close/>
                </a:path>
                <a:path w="4057650" h="3044825">
                  <a:moveTo>
                    <a:pt x="3057525" y="762165"/>
                  </a:moveTo>
                  <a:lnTo>
                    <a:pt x="3057067" y="761034"/>
                  </a:lnTo>
                  <a:lnTo>
                    <a:pt x="3055201" y="759180"/>
                  </a:lnTo>
                  <a:lnTo>
                    <a:pt x="3054083" y="758710"/>
                  </a:lnTo>
                  <a:lnTo>
                    <a:pt x="3051454" y="758710"/>
                  </a:lnTo>
                  <a:lnTo>
                    <a:pt x="3050336" y="759180"/>
                  </a:lnTo>
                  <a:lnTo>
                    <a:pt x="3048470" y="761034"/>
                  </a:lnTo>
                  <a:lnTo>
                    <a:pt x="3048000" y="762165"/>
                  </a:lnTo>
                  <a:lnTo>
                    <a:pt x="3048000" y="764794"/>
                  </a:lnTo>
                  <a:lnTo>
                    <a:pt x="3048470" y="765911"/>
                  </a:lnTo>
                  <a:lnTo>
                    <a:pt x="3050336" y="767778"/>
                  </a:lnTo>
                  <a:lnTo>
                    <a:pt x="3051454" y="768235"/>
                  </a:lnTo>
                  <a:lnTo>
                    <a:pt x="3054083" y="768235"/>
                  </a:lnTo>
                  <a:lnTo>
                    <a:pt x="3055201" y="767778"/>
                  </a:lnTo>
                  <a:lnTo>
                    <a:pt x="3057067" y="765911"/>
                  </a:lnTo>
                  <a:lnTo>
                    <a:pt x="3057525" y="764794"/>
                  </a:lnTo>
                  <a:lnTo>
                    <a:pt x="3057525" y="762165"/>
                  </a:lnTo>
                  <a:close/>
                </a:path>
                <a:path w="4057650" h="3044825">
                  <a:moveTo>
                    <a:pt x="3057525" y="3441"/>
                  </a:moveTo>
                  <a:lnTo>
                    <a:pt x="3057067" y="2324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24"/>
                  </a:lnTo>
                  <a:lnTo>
                    <a:pt x="3048000" y="3441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55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55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41"/>
                  </a:lnTo>
                  <a:close/>
                </a:path>
                <a:path w="4057650" h="3044825">
                  <a:moveTo>
                    <a:pt x="3105150" y="3038310"/>
                  </a:moveTo>
                  <a:lnTo>
                    <a:pt x="3104692" y="3037192"/>
                  </a:lnTo>
                  <a:lnTo>
                    <a:pt x="3102826" y="3035325"/>
                  </a:lnTo>
                  <a:lnTo>
                    <a:pt x="3101708" y="3034855"/>
                  </a:lnTo>
                  <a:lnTo>
                    <a:pt x="3099079" y="3034855"/>
                  </a:lnTo>
                  <a:lnTo>
                    <a:pt x="3097961" y="3035325"/>
                  </a:lnTo>
                  <a:lnTo>
                    <a:pt x="3096095" y="3037192"/>
                  </a:lnTo>
                  <a:lnTo>
                    <a:pt x="3095625" y="3038310"/>
                  </a:lnTo>
                  <a:lnTo>
                    <a:pt x="3095625" y="3040938"/>
                  </a:lnTo>
                  <a:lnTo>
                    <a:pt x="3096095" y="3042056"/>
                  </a:lnTo>
                  <a:lnTo>
                    <a:pt x="3097961" y="3043923"/>
                  </a:lnTo>
                  <a:lnTo>
                    <a:pt x="3099079" y="3044380"/>
                  </a:lnTo>
                  <a:lnTo>
                    <a:pt x="3101708" y="3044380"/>
                  </a:lnTo>
                  <a:lnTo>
                    <a:pt x="3102826" y="3043923"/>
                  </a:lnTo>
                  <a:lnTo>
                    <a:pt x="3104692" y="3042056"/>
                  </a:lnTo>
                  <a:lnTo>
                    <a:pt x="3105150" y="3040938"/>
                  </a:lnTo>
                  <a:lnTo>
                    <a:pt x="3105150" y="3038310"/>
                  </a:lnTo>
                  <a:close/>
                </a:path>
                <a:path w="4057650" h="3044825">
                  <a:moveTo>
                    <a:pt x="3105150" y="2279599"/>
                  </a:moveTo>
                  <a:lnTo>
                    <a:pt x="3104692" y="2278469"/>
                  </a:lnTo>
                  <a:lnTo>
                    <a:pt x="3102826" y="2276614"/>
                  </a:lnTo>
                  <a:lnTo>
                    <a:pt x="3101708" y="2276144"/>
                  </a:lnTo>
                  <a:lnTo>
                    <a:pt x="3099079" y="2276144"/>
                  </a:lnTo>
                  <a:lnTo>
                    <a:pt x="3097961" y="2276614"/>
                  </a:lnTo>
                  <a:lnTo>
                    <a:pt x="3096095" y="2278469"/>
                  </a:lnTo>
                  <a:lnTo>
                    <a:pt x="3095625" y="2279599"/>
                  </a:lnTo>
                  <a:lnTo>
                    <a:pt x="3095625" y="2282228"/>
                  </a:lnTo>
                  <a:lnTo>
                    <a:pt x="3096095" y="2283345"/>
                  </a:lnTo>
                  <a:lnTo>
                    <a:pt x="3097961" y="2285200"/>
                  </a:lnTo>
                  <a:lnTo>
                    <a:pt x="3099079" y="2285669"/>
                  </a:lnTo>
                  <a:lnTo>
                    <a:pt x="3101708" y="2285669"/>
                  </a:lnTo>
                  <a:lnTo>
                    <a:pt x="3102826" y="2285200"/>
                  </a:lnTo>
                  <a:lnTo>
                    <a:pt x="3104692" y="2283345"/>
                  </a:lnTo>
                  <a:lnTo>
                    <a:pt x="3105150" y="2282228"/>
                  </a:lnTo>
                  <a:lnTo>
                    <a:pt x="3105150" y="2279599"/>
                  </a:lnTo>
                  <a:close/>
                </a:path>
                <a:path w="4057650" h="3044825">
                  <a:moveTo>
                    <a:pt x="3105150" y="1520875"/>
                  </a:moveTo>
                  <a:lnTo>
                    <a:pt x="3104692" y="1519758"/>
                  </a:lnTo>
                  <a:lnTo>
                    <a:pt x="3102826" y="1517891"/>
                  </a:lnTo>
                  <a:lnTo>
                    <a:pt x="3101708" y="1517434"/>
                  </a:lnTo>
                  <a:lnTo>
                    <a:pt x="3099079" y="1517434"/>
                  </a:lnTo>
                  <a:lnTo>
                    <a:pt x="3097961" y="1517891"/>
                  </a:lnTo>
                  <a:lnTo>
                    <a:pt x="3096095" y="1519758"/>
                  </a:lnTo>
                  <a:lnTo>
                    <a:pt x="3095625" y="1520875"/>
                  </a:lnTo>
                  <a:lnTo>
                    <a:pt x="3095625" y="1523504"/>
                  </a:lnTo>
                  <a:lnTo>
                    <a:pt x="3096095" y="1524635"/>
                  </a:lnTo>
                  <a:lnTo>
                    <a:pt x="3097961" y="1526489"/>
                  </a:lnTo>
                  <a:lnTo>
                    <a:pt x="3099079" y="1526959"/>
                  </a:lnTo>
                  <a:lnTo>
                    <a:pt x="3101708" y="1526959"/>
                  </a:lnTo>
                  <a:lnTo>
                    <a:pt x="3102826" y="1526489"/>
                  </a:lnTo>
                  <a:lnTo>
                    <a:pt x="3104692" y="1524635"/>
                  </a:lnTo>
                  <a:lnTo>
                    <a:pt x="3105150" y="1523504"/>
                  </a:lnTo>
                  <a:lnTo>
                    <a:pt x="3105150" y="1520875"/>
                  </a:lnTo>
                  <a:close/>
                </a:path>
                <a:path w="4057650" h="3044825">
                  <a:moveTo>
                    <a:pt x="3105150" y="762165"/>
                  </a:moveTo>
                  <a:lnTo>
                    <a:pt x="3104692" y="761034"/>
                  </a:lnTo>
                  <a:lnTo>
                    <a:pt x="3102826" y="759180"/>
                  </a:lnTo>
                  <a:lnTo>
                    <a:pt x="3101708" y="758710"/>
                  </a:lnTo>
                  <a:lnTo>
                    <a:pt x="3099079" y="758710"/>
                  </a:lnTo>
                  <a:lnTo>
                    <a:pt x="3097961" y="759180"/>
                  </a:lnTo>
                  <a:lnTo>
                    <a:pt x="3096095" y="761034"/>
                  </a:lnTo>
                  <a:lnTo>
                    <a:pt x="3095625" y="762165"/>
                  </a:lnTo>
                  <a:lnTo>
                    <a:pt x="3095625" y="764794"/>
                  </a:lnTo>
                  <a:lnTo>
                    <a:pt x="3096095" y="765911"/>
                  </a:lnTo>
                  <a:lnTo>
                    <a:pt x="3097961" y="767778"/>
                  </a:lnTo>
                  <a:lnTo>
                    <a:pt x="3099079" y="768235"/>
                  </a:lnTo>
                  <a:lnTo>
                    <a:pt x="3101708" y="768235"/>
                  </a:lnTo>
                  <a:lnTo>
                    <a:pt x="3102826" y="767778"/>
                  </a:lnTo>
                  <a:lnTo>
                    <a:pt x="3104692" y="765911"/>
                  </a:lnTo>
                  <a:lnTo>
                    <a:pt x="3105150" y="764794"/>
                  </a:lnTo>
                  <a:lnTo>
                    <a:pt x="3105150" y="762165"/>
                  </a:lnTo>
                  <a:close/>
                </a:path>
                <a:path w="4057650" h="3044825">
                  <a:moveTo>
                    <a:pt x="3105150" y="3441"/>
                  </a:moveTo>
                  <a:lnTo>
                    <a:pt x="3104692" y="2324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24"/>
                  </a:lnTo>
                  <a:lnTo>
                    <a:pt x="3095625" y="3441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55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55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41"/>
                  </a:lnTo>
                  <a:close/>
                </a:path>
                <a:path w="4057650" h="3044825">
                  <a:moveTo>
                    <a:pt x="3152775" y="3038310"/>
                  </a:moveTo>
                  <a:lnTo>
                    <a:pt x="3152317" y="3037192"/>
                  </a:lnTo>
                  <a:lnTo>
                    <a:pt x="3150451" y="3035325"/>
                  </a:lnTo>
                  <a:lnTo>
                    <a:pt x="3149333" y="3034855"/>
                  </a:lnTo>
                  <a:lnTo>
                    <a:pt x="3146704" y="3034855"/>
                  </a:lnTo>
                  <a:lnTo>
                    <a:pt x="3145586" y="3035325"/>
                  </a:lnTo>
                  <a:lnTo>
                    <a:pt x="3143720" y="3037192"/>
                  </a:lnTo>
                  <a:lnTo>
                    <a:pt x="3143250" y="3038310"/>
                  </a:lnTo>
                  <a:lnTo>
                    <a:pt x="3143250" y="3040938"/>
                  </a:lnTo>
                  <a:lnTo>
                    <a:pt x="3143720" y="3042056"/>
                  </a:lnTo>
                  <a:lnTo>
                    <a:pt x="3145586" y="3043923"/>
                  </a:lnTo>
                  <a:lnTo>
                    <a:pt x="3146704" y="3044380"/>
                  </a:lnTo>
                  <a:lnTo>
                    <a:pt x="3149333" y="3044380"/>
                  </a:lnTo>
                  <a:lnTo>
                    <a:pt x="3150451" y="3043923"/>
                  </a:lnTo>
                  <a:lnTo>
                    <a:pt x="3152317" y="3042056"/>
                  </a:lnTo>
                  <a:lnTo>
                    <a:pt x="3152775" y="3040938"/>
                  </a:lnTo>
                  <a:lnTo>
                    <a:pt x="3152775" y="3038310"/>
                  </a:lnTo>
                  <a:close/>
                </a:path>
                <a:path w="4057650" h="3044825">
                  <a:moveTo>
                    <a:pt x="3152775" y="2279599"/>
                  </a:moveTo>
                  <a:lnTo>
                    <a:pt x="3152317" y="2278469"/>
                  </a:lnTo>
                  <a:lnTo>
                    <a:pt x="3150451" y="2276614"/>
                  </a:lnTo>
                  <a:lnTo>
                    <a:pt x="3149333" y="2276144"/>
                  </a:lnTo>
                  <a:lnTo>
                    <a:pt x="3146704" y="2276144"/>
                  </a:lnTo>
                  <a:lnTo>
                    <a:pt x="3145586" y="2276614"/>
                  </a:lnTo>
                  <a:lnTo>
                    <a:pt x="3143720" y="2278469"/>
                  </a:lnTo>
                  <a:lnTo>
                    <a:pt x="3143250" y="2279599"/>
                  </a:lnTo>
                  <a:lnTo>
                    <a:pt x="3143250" y="2282228"/>
                  </a:lnTo>
                  <a:lnTo>
                    <a:pt x="3143720" y="2283345"/>
                  </a:lnTo>
                  <a:lnTo>
                    <a:pt x="3145586" y="2285200"/>
                  </a:lnTo>
                  <a:lnTo>
                    <a:pt x="3146704" y="2285669"/>
                  </a:lnTo>
                  <a:lnTo>
                    <a:pt x="3149333" y="2285669"/>
                  </a:lnTo>
                  <a:lnTo>
                    <a:pt x="3150451" y="2285200"/>
                  </a:lnTo>
                  <a:lnTo>
                    <a:pt x="3152317" y="2283345"/>
                  </a:lnTo>
                  <a:lnTo>
                    <a:pt x="3152775" y="2282228"/>
                  </a:lnTo>
                  <a:lnTo>
                    <a:pt x="3152775" y="2279599"/>
                  </a:lnTo>
                  <a:close/>
                </a:path>
                <a:path w="4057650" h="3044825">
                  <a:moveTo>
                    <a:pt x="3152775" y="1520875"/>
                  </a:moveTo>
                  <a:lnTo>
                    <a:pt x="3152317" y="1519758"/>
                  </a:lnTo>
                  <a:lnTo>
                    <a:pt x="3150451" y="1517891"/>
                  </a:lnTo>
                  <a:lnTo>
                    <a:pt x="3149333" y="1517434"/>
                  </a:lnTo>
                  <a:lnTo>
                    <a:pt x="3146704" y="1517434"/>
                  </a:lnTo>
                  <a:lnTo>
                    <a:pt x="3145586" y="1517891"/>
                  </a:lnTo>
                  <a:lnTo>
                    <a:pt x="3143720" y="1519758"/>
                  </a:lnTo>
                  <a:lnTo>
                    <a:pt x="3143250" y="1520875"/>
                  </a:lnTo>
                  <a:lnTo>
                    <a:pt x="3143250" y="1523504"/>
                  </a:lnTo>
                  <a:lnTo>
                    <a:pt x="3143720" y="1524635"/>
                  </a:lnTo>
                  <a:lnTo>
                    <a:pt x="3145586" y="1526489"/>
                  </a:lnTo>
                  <a:lnTo>
                    <a:pt x="3146704" y="1526959"/>
                  </a:lnTo>
                  <a:lnTo>
                    <a:pt x="3149333" y="1526959"/>
                  </a:lnTo>
                  <a:lnTo>
                    <a:pt x="3150451" y="1526489"/>
                  </a:lnTo>
                  <a:lnTo>
                    <a:pt x="3152317" y="1524635"/>
                  </a:lnTo>
                  <a:lnTo>
                    <a:pt x="3152775" y="1523504"/>
                  </a:lnTo>
                  <a:lnTo>
                    <a:pt x="3152775" y="1520875"/>
                  </a:lnTo>
                  <a:close/>
                </a:path>
                <a:path w="4057650" h="3044825">
                  <a:moveTo>
                    <a:pt x="3152775" y="762165"/>
                  </a:moveTo>
                  <a:lnTo>
                    <a:pt x="3152317" y="761034"/>
                  </a:lnTo>
                  <a:lnTo>
                    <a:pt x="3150451" y="759180"/>
                  </a:lnTo>
                  <a:lnTo>
                    <a:pt x="3149333" y="758710"/>
                  </a:lnTo>
                  <a:lnTo>
                    <a:pt x="3146704" y="758710"/>
                  </a:lnTo>
                  <a:lnTo>
                    <a:pt x="3145586" y="759180"/>
                  </a:lnTo>
                  <a:lnTo>
                    <a:pt x="3143720" y="761034"/>
                  </a:lnTo>
                  <a:lnTo>
                    <a:pt x="3143250" y="762165"/>
                  </a:lnTo>
                  <a:lnTo>
                    <a:pt x="3143250" y="764794"/>
                  </a:lnTo>
                  <a:lnTo>
                    <a:pt x="3143720" y="765911"/>
                  </a:lnTo>
                  <a:lnTo>
                    <a:pt x="3145586" y="767778"/>
                  </a:lnTo>
                  <a:lnTo>
                    <a:pt x="3146704" y="768235"/>
                  </a:lnTo>
                  <a:lnTo>
                    <a:pt x="3149333" y="768235"/>
                  </a:lnTo>
                  <a:lnTo>
                    <a:pt x="3150451" y="767778"/>
                  </a:lnTo>
                  <a:lnTo>
                    <a:pt x="3152317" y="765911"/>
                  </a:lnTo>
                  <a:lnTo>
                    <a:pt x="3152775" y="764794"/>
                  </a:lnTo>
                  <a:lnTo>
                    <a:pt x="3152775" y="762165"/>
                  </a:lnTo>
                  <a:close/>
                </a:path>
                <a:path w="4057650" h="3044825">
                  <a:moveTo>
                    <a:pt x="3152775" y="3441"/>
                  </a:moveTo>
                  <a:lnTo>
                    <a:pt x="3152317" y="2324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24"/>
                  </a:lnTo>
                  <a:lnTo>
                    <a:pt x="3143250" y="3441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55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55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41"/>
                  </a:lnTo>
                  <a:close/>
                </a:path>
                <a:path w="4057650" h="3044825">
                  <a:moveTo>
                    <a:pt x="3200400" y="3038310"/>
                  </a:moveTo>
                  <a:lnTo>
                    <a:pt x="3199942" y="3037192"/>
                  </a:lnTo>
                  <a:lnTo>
                    <a:pt x="3198076" y="3035325"/>
                  </a:lnTo>
                  <a:lnTo>
                    <a:pt x="3196958" y="3034855"/>
                  </a:lnTo>
                  <a:lnTo>
                    <a:pt x="3194329" y="3034855"/>
                  </a:lnTo>
                  <a:lnTo>
                    <a:pt x="3193211" y="3035325"/>
                  </a:lnTo>
                  <a:lnTo>
                    <a:pt x="3191345" y="3037192"/>
                  </a:lnTo>
                  <a:lnTo>
                    <a:pt x="3190875" y="3038310"/>
                  </a:lnTo>
                  <a:lnTo>
                    <a:pt x="3190875" y="3040938"/>
                  </a:lnTo>
                  <a:lnTo>
                    <a:pt x="3191345" y="3042056"/>
                  </a:lnTo>
                  <a:lnTo>
                    <a:pt x="3193211" y="3043923"/>
                  </a:lnTo>
                  <a:lnTo>
                    <a:pt x="3194329" y="3044380"/>
                  </a:lnTo>
                  <a:lnTo>
                    <a:pt x="3196958" y="3044380"/>
                  </a:lnTo>
                  <a:lnTo>
                    <a:pt x="3198076" y="3043923"/>
                  </a:lnTo>
                  <a:lnTo>
                    <a:pt x="3199942" y="3042056"/>
                  </a:lnTo>
                  <a:lnTo>
                    <a:pt x="3200400" y="3040938"/>
                  </a:lnTo>
                  <a:lnTo>
                    <a:pt x="3200400" y="3038310"/>
                  </a:lnTo>
                  <a:close/>
                </a:path>
                <a:path w="4057650" h="3044825">
                  <a:moveTo>
                    <a:pt x="3200400" y="2279599"/>
                  </a:moveTo>
                  <a:lnTo>
                    <a:pt x="3199942" y="2278469"/>
                  </a:lnTo>
                  <a:lnTo>
                    <a:pt x="3198076" y="2276614"/>
                  </a:lnTo>
                  <a:lnTo>
                    <a:pt x="3196958" y="2276144"/>
                  </a:lnTo>
                  <a:lnTo>
                    <a:pt x="3194329" y="2276144"/>
                  </a:lnTo>
                  <a:lnTo>
                    <a:pt x="3193211" y="2276614"/>
                  </a:lnTo>
                  <a:lnTo>
                    <a:pt x="3191345" y="2278469"/>
                  </a:lnTo>
                  <a:lnTo>
                    <a:pt x="3190875" y="2279599"/>
                  </a:lnTo>
                  <a:lnTo>
                    <a:pt x="3190875" y="2282228"/>
                  </a:lnTo>
                  <a:lnTo>
                    <a:pt x="3191345" y="2283345"/>
                  </a:lnTo>
                  <a:lnTo>
                    <a:pt x="3193211" y="2285200"/>
                  </a:lnTo>
                  <a:lnTo>
                    <a:pt x="3194329" y="2285669"/>
                  </a:lnTo>
                  <a:lnTo>
                    <a:pt x="3196958" y="2285669"/>
                  </a:lnTo>
                  <a:lnTo>
                    <a:pt x="3198076" y="2285200"/>
                  </a:lnTo>
                  <a:lnTo>
                    <a:pt x="3199942" y="2283345"/>
                  </a:lnTo>
                  <a:lnTo>
                    <a:pt x="3200400" y="2282228"/>
                  </a:lnTo>
                  <a:lnTo>
                    <a:pt x="3200400" y="2279599"/>
                  </a:lnTo>
                  <a:close/>
                </a:path>
                <a:path w="4057650" h="3044825">
                  <a:moveTo>
                    <a:pt x="3200400" y="1520875"/>
                  </a:moveTo>
                  <a:lnTo>
                    <a:pt x="3199942" y="1519758"/>
                  </a:lnTo>
                  <a:lnTo>
                    <a:pt x="3198076" y="1517891"/>
                  </a:lnTo>
                  <a:lnTo>
                    <a:pt x="3196958" y="1517434"/>
                  </a:lnTo>
                  <a:lnTo>
                    <a:pt x="3194329" y="1517434"/>
                  </a:lnTo>
                  <a:lnTo>
                    <a:pt x="3193211" y="1517891"/>
                  </a:lnTo>
                  <a:lnTo>
                    <a:pt x="3191345" y="1519758"/>
                  </a:lnTo>
                  <a:lnTo>
                    <a:pt x="3190875" y="1520875"/>
                  </a:lnTo>
                  <a:lnTo>
                    <a:pt x="3190875" y="1523504"/>
                  </a:lnTo>
                  <a:lnTo>
                    <a:pt x="3191345" y="1524635"/>
                  </a:lnTo>
                  <a:lnTo>
                    <a:pt x="3193211" y="1526489"/>
                  </a:lnTo>
                  <a:lnTo>
                    <a:pt x="3194329" y="1526959"/>
                  </a:lnTo>
                  <a:lnTo>
                    <a:pt x="3196958" y="1526959"/>
                  </a:lnTo>
                  <a:lnTo>
                    <a:pt x="3198076" y="1526489"/>
                  </a:lnTo>
                  <a:lnTo>
                    <a:pt x="3199942" y="1524635"/>
                  </a:lnTo>
                  <a:lnTo>
                    <a:pt x="3200400" y="1523504"/>
                  </a:lnTo>
                  <a:lnTo>
                    <a:pt x="3200400" y="1520875"/>
                  </a:lnTo>
                  <a:close/>
                </a:path>
                <a:path w="4057650" h="3044825">
                  <a:moveTo>
                    <a:pt x="3200400" y="762165"/>
                  </a:moveTo>
                  <a:lnTo>
                    <a:pt x="3199942" y="761034"/>
                  </a:lnTo>
                  <a:lnTo>
                    <a:pt x="3198076" y="759180"/>
                  </a:lnTo>
                  <a:lnTo>
                    <a:pt x="3196958" y="758710"/>
                  </a:lnTo>
                  <a:lnTo>
                    <a:pt x="3194329" y="758710"/>
                  </a:lnTo>
                  <a:lnTo>
                    <a:pt x="3193211" y="759180"/>
                  </a:lnTo>
                  <a:lnTo>
                    <a:pt x="3191345" y="761034"/>
                  </a:lnTo>
                  <a:lnTo>
                    <a:pt x="3190875" y="762165"/>
                  </a:lnTo>
                  <a:lnTo>
                    <a:pt x="3190875" y="764794"/>
                  </a:lnTo>
                  <a:lnTo>
                    <a:pt x="3191345" y="765911"/>
                  </a:lnTo>
                  <a:lnTo>
                    <a:pt x="3193211" y="767778"/>
                  </a:lnTo>
                  <a:lnTo>
                    <a:pt x="3194329" y="768235"/>
                  </a:lnTo>
                  <a:lnTo>
                    <a:pt x="3196958" y="768235"/>
                  </a:lnTo>
                  <a:lnTo>
                    <a:pt x="3198076" y="767778"/>
                  </a:lnTo>
                  <a:lnTo>
                    <a:pt x="3199942" y="765911"/>
                  </a:lnTo>
                  <a:lnTo>
                    <a:pt x="3200400" y="764794"/>
                  </a:lnTo>
                  <a:lnTo>
                    <a:pt x="3200400" y="762165"/>
                  </a:lnTo>
                  <a:close/>
                </a:path>
                <a:path w="4057650" h="3044825">
                  <a:moveTo>
                    <a:pt x="3200400" y="3441"/>
                  </a:moveTo>
                  <a:lnTo>
                    <a:pt x="3199942" y="2324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24"/>
                  </a:lnTo>
                  <a:lnTo>
                    <a:pt x="3190875" y="3441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55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55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41"/>
                  </a:lnTo>
                  <a:close/>
                </a:path>
                <a:path w="4057650" h="3044825">
                  <a:moveTo>
                    <a:pt x="3248025" y="3038310"/>
                  </a:moveTo>
                  <a:lnTo>
                    <a:pt x="3247567" y="3037192"/>
                  </a:lnTo>
                  <a:lnTo>
                    <a:pt x="3245701" y="3035325"/>
                  </a:lnTo>
                  <a:lnTo>
                    <a:pt x="3244583" y="3034855"/>
                  </a:lnTo>
                  <a:lnTo>
                    <a:pt x="3241954" y="3034855"/>
                  </a:lnTo>
                  <a:lnTo>
                    <a:pt x="3240836" y="3035325"/>
                  </a:lnTo>
                  <a:lnTo>
                    <a:pt x="3238970" y="3037192"/>
                  </a:lnTo>
                  <a:lnTo>
                    <a:pt x="3238500" y="3038310"/>
                  </a:lnTo>
                  <a:lnTo>
                    <a:pt x="3238500" y="3040938"/>
                  </a:lnTo>
                  <a:lnTo>
                    <a:pt x="3238970" y="3042056"/>
                  </a:lnTo>
                  <a:lnTo>
                    <a:pt x="3240836" y="3043923"/>
                  </a:lnTo>
                  <a:lnTo>
                    <a:pt x="3241954" y="3044380"/>
                  </a:lnTo>
                  <a:lnTo>
                    <a:pt x="3244583" y="3044380"/>
                  </a:lnTo>
                  <a:lnTo>
                    <a:pt x="3245701" y="3043923"/>
                  </a:lnTo>
                  <a:lnTo>
                    <a:pt x="3247567" y="3042056"/>
                  </a:lnTo>
                  <a:lnTo>
                    <a:pt x="3248025" y="3040938"/>
                  </a:lnTo>
                  <a:lnTo>
                    <a:pt x="3248025" y="3038310"/>
                  </a:lnTo>
                  <a:close/>
                </a:path>
                <a:path w="4057650" h="3044825">
                  <a:moveTo>
                    <a:pt x="3248025" y="2279599"/>
                  </a:moveTo>
                  <a:lnTo>
                    <a:pt x="3247567" y="2278469"/>
                  </a:lnTo>
                  <a:lnTo>
                    <a:pt x="3245701" y="2276614"/>
                  </a:lnTo>
                  <a:lnTo>
                    <a:pt x="3244583" y="2276144"/>
                  </a:lnTo>
                  <a:lnTo>
                    <a:pt x="3241954" y="2276144"/>
                  </a:lnTo>
                  <a:lnTo>
                    <a:pt x="3240836" y="2276614"/>
                  </a:lnTo>
                  <a:lnTo>
                    <a:pt x="3238970" y="2278469"/>
                  </a:lnTo>
                  <a:lnTo>
                    <a:pt x="3238500" y="2279599"/>
                  </a:lnTo>
                  <a:lnTo>
                    <a:pt x="3238500" y="2282228"/>
                  </a:lnTo>
                  <a:lnTo>
                    <a:pt x="3238970" y="2283345"/>
                  </a:lnTo>
                  <a:lnTo>
                    <a:pt x="3240836" y="2285200"/>
                  </a:lnTo>
                  <a:lnTo>
                    <a:pt x="3241954" y="2285669"/>
                  </a:lnTo>
                  <a:lnTo>
                    <a:pt x="3244583" y="2285669"/>
                  </a:lnTo>
                  <a:lnTo>
                    <a:pt x="3245701" y="2285200"/>
                  </a:lnTo>
                  <a:lnTo>
                    <a:pt x="3247567" y="2283345"/>
                  </a:lnTo>
                  <a:lnTo>
                    <a:pt x="3248025" y="2282228"/>
                  </a:lnTo>
                  <a:lnTo>
                    <a:pt x="3248025" y="2279599"/>
                  </a:lnTo>
                  <a:close/>
                </a:path>
                <a:path w="4057650" h="3044825">
                  <a:moveTo>
                    <a:pt x="3248025" y="1520875"/>
                  </a:moveTo>
                  <a:lnTo>
                    <a:pt x="3247567" y="1519758"/>
                  </a:lnTo>
                  <a:lnTo>
                    <a:pt x="3245701" y="1517891"/>
                  </a:lnTo>
                  <a:lnTo>
                    <a:pt x="3244583" y="1517434"/>
                  </a:lnTo>
                  <a:lnTo>
                    <a:pt x="3241954" y="1517434"/>
                  </a:lnTo>
                  <a:lnTo>
                    <a:pt x="3240836" y="1517891"/>
                  </a:lnTo>
                  <a:lnTo>
                    <a:pt x="3238970" y="1519758"/>
                  </a:lnTo>
                  <a:lnTo>
                    <a:pt x="3238500" y="1520875"/>
                  </a:lnTo>
                  <a:lnTo>
                    <a:pt x="3238500" y="1523504"/>
                  </a:lnTo>
                  <a:lnTo>
                    <a:pt x="3238970" y="1524635"/>
                  </a:lnTo>
                  <a:lnTo>
                    <a:pt x="3240836" y="1526489"/>
                  </a:lnTo>
                  <a:lnTo>
                    <a:pt x="3241954" y="1526959"/>
                  </a:lnTo>
                  <a:lnTo>
                    <a:pt x="3244583" y="1526959"/>
                  </a:lnTo>
                  <a:lnTo>
                    <a:pt x="3245701" y="1526489"/>
                  </a:lnTo>
                  <a:lnTo>
                    <a:pt x="3247567" y="1524635"/>
                  </a:lnTo>
                  <a:lnTo>
                    <a:pt x="3248025" y="1523504"/>
                  </a:lnTo>
                  <a:lnTo>
                    <a:pt x="3248025" y="1520875"/>
                  </a:lnTo>
                  <a:close/>
                </a:path>
                <a:path w="4057650" h="3044825">
                  <a:moveTo>
                    <a:pt x="3248025" y="762165"/>
                  </a:moveTo>
                  <a:lnTo>
                    <a:pt x="3247567" y="761034"/>
                  </a:lnTo>
                  <a:lnTo>
                    <a:pt x="3245701" y="759180"/>
                  </a:lnTo>
                  <a:lnTo>
                    <a:pt x="3244583" y="758710"/>
                  </a:lnTo>
                  <a:lnTo>
                    <a:pt x="3241954" y="758710"/>
                  </a:lnTo>
                  <a:lnTo>
                    <a:pt x="3240836" y="759180"/>
                  </a:lnTo>
                  <a:lnTo>
                    <a:pt x="3238970" y="761034"/>
                  </a:lnTo>
                  <a:lnTo>
                    <a:pt x="3238500" y="762165"/>
                  </a:lnTo>
                  <a:lnTo>
                    <a:pt x="3238500" y="764794"/>
                  </a:lnTo>
                  <a:lnTo>
                    <a:pt x="3238970" y="765911"/>
                  </a:lnTo>
                  <a:lnTo>
                    <a:pt x="3240836" y="767778"/>
                  </a:lnTo>
                  <a:lnTo>
                    <a:pt x="3241954" y="768235"/>
                  </a:lnTo>
                  <a:lnTo>
                    <a:pt x="3244583" y="768235"/>
                  </a:lnTo>
                  <a:lnTo>
                    <a:pt x="3245701" y="767778"/>
                  </a:lnTo>
                  <a:lnTo>
                    <a:pt x="3247567" y="765911"/>
                  </a:lnTo>
                  <a:lnTo>
                    <a:pt x="3248025" y="764794"/>
                  </a:lnTo>
                  <a:lnTo>
                    <a:pt x="3248025" y="762165"/>
                  </a:lnTo>
                  <a:close/>
                </a:path>
                <a:path w="4057650" h="3044825">
                  <a:moveTo>
                    <a:pt x="3248025" y="3441"/>
                  </a:moveTo>
                  <a:lnTo>
                    <a:pt x="3247567" y="2324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24"/>
                  </a:lnTo>
                  <a:lnTo>
                    <a:pt x="3238500" y="3441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55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55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41"/>
                  </a:lnTo>
                  <a:close/>
                </a:path>
                <a:path w="4057650" h="3044825">
                  <a:moveTo>
                    <a:pt x="3295650" y="3038310"/>
                  </a:moveTo>
                  <a:lnTo>
                    <a:pt x="3295192" y="3037192"/>
                  </a:lnTo>
                  <a:lnTo>
                    <a:pt x="3293326" y="3035325"/>
                  </a:lnTo>
                  <a:lnTo>
                    <a:pt x="3292208" y="3034855"/>
                  </a:lnTo>
                  <a:lnTo>
                    <a:pt x="3289579" y="3034855"/>
                  </a:lnTo>
                  <a:lnTo>
                    <a:pt x="3288461" y="3035325"/>
                  </a:lnTo>
                  <a:lnTo>
                    <a:pt x="3286595" y="3037192"/>
                  </a:lnTo>
                  <a:lnTo>
                    <a:pt x="3286125" y="3038310"/>
                  </a:lnTo>
                  <a:lnTo>
                    <a:pt x="3286125" y="3040938"/>
                  </a:lnTo>
                  <a:lnTo>
                    <a:pt x="3286595" y="3042056"/>
                  </a:lnTo>
                  <a:lnTo>
                    <a:pt x="3288461" y="3043923"/>
                  </a:lnTo>
                  <a:lnTo>
                    <a:pt x="3289579" y="3044380"/>
                  </a:lnTo>
                  <a:lnTo>
                    <a:pt x="3292208" y="3044380"/>
                  </a:lnTo>
                  <a:lnTo>
                    <a:pt x="3293326" y="3043923"/>
                  </a:lnTo>
                  <a:lnTo>
                    <a:pt x="3295192" y="3042056"/>
                  </a:lnTo>
                  <a:lnTo>
                    <a:pt x="3295650" y="3040938"/>
                  </a:lnTo>
                  <a:lnTo>
                    <a:pt x="3295650" y="3038310"/>
                  </a:lnTo>
                  <a:close/>
                </a:path>
                <a:path w="4057650" h="3044825">
                  <a:moveTo>
                    <a:pt x="3295650" y="2279599"/>
                  </a:moveTo>
                  <a:lnTo>
                    <a:pt x="3295192" y="2278469"/>
                  </a:lnTo>
                  <a:lnTo>
                    <a:pt x="3293326" y="2276614"/>
                  </a:lnTo>
                  <a:lnTo>
                    <a:pt x="3292208" y="2276144"/>
                  </a:lnTo>
                  <a:lnTo>
                    <a:pt x="3289579" y="2276144"/>
                  </a:lnTo>
                  <a:lnTo>
                    <a:pt x="3288461" y="2276614"/>
                  </a:lnTo>
                  <a:lnTo>
                    <a:pt x="3286595" y="2278469"/>
                  </a:lnTo>
                  <a:lnTo>
                    <a:pt x="3286125" y="2279599"/>
                  </a:lnTo>
                  <a:lnTo>
                    <a:pt x="3286125" y="2282228"/>
                  </a:lnTo>
                  <a:lnTo>
                    <a:pt x="3286595" y="2283345"/>
                  </a:lnTo>
                  <a:lnTo>
                    <a:pt x="3288461" y="2285200"/>
                  </a:lnTo>
                  <a:lnTo>
                    <a:pt x="3289579" y="2285669"/>
                  </a:lnTo>
                  <a:lnTo>
                    <a:pt x="3292208" y="2285669"/>
                  </a:lnTo>
                  <a:lnTo>
                    <a:pt x="3293326" y="2285200"/>
                  </a:lnTo>
                  <a:lnTo>
                    <a:pt x="3295192" y="2283345"/>
                  </a:lnTo>
                  <a:lnTo>
                    <a:pt x="3295650" y="2282228"/>
                  </a:lnTo>
                  <a:lnTo>
                    <a:pt x="3295650" y="2279599"/>
                  </a:lnTo>
                  <a:close/>
                </a:path>
                <a:path w="4057650" h="3044825">
                  <a:moveTo>
                    <a:pt x="3295650" y="1520875"/>
                  </a:moveTo>
                  <a:lnTo>
                    <a:pt x="3295192" y="1519758"/>
                  </a:lnTo>
                  <a:lnTo>
                    <a:pt x="3293326" y="1517891"/>
                  </a:lnTo>
                  <a:lnTo>
                    <a:pt x="3292208" y="1517434"/>
                  </a:lnTo>
                  <a:lnTo>
                    <a:pt x="3289579" y="1517434"/>
                  </a:lnTo>
                  <a:lnTo>
                    <a:pt x="3288461" y="1517891"/>
                  </a:lnTo>
                  <a:lnTo>
                    <a:pt x="3286595" y="1519758"/>
                  </a:lnTo>
                  <a:lnTo>
                    <a:pt x="3286125" y="1520875"/>
                  </a:lnTo>
                  <a:lnTo>
                    <a:pt x="3286125" y="1523504"/>
                  </a:lnTo>
                  <a:lnTo>
                    <a:pt x="3286595" y="1524635"/>
                  </a:lnTo>
                  <a:lnTo>
                    <a:pt x="3288461" y="1526489"/>
                  </a:lnTo>
                  <a:lnTo>
                    <a:pt x="3289579" y="1526959"/>
                  </a:lnTo>
                  <a:lnTo>
                    <a:pt x="3292208" y="1526959"/>
                  </a:lnTo>
                  <a:lnTo>
                    <a:pt x="3293326" y="1526489"/>
                  </a:lnTo>
                  <a:lnTo>
                    <a:pt x="3295192" y="1524635"/>
                  </a:lnTo>
                  <a:lnTo>
                    <a:pt x="3295650" y="1523504"/>
                  </a:lnTo>
                  <a:lnTo>
                    <a:pt x="3295650" y="1520875"/>
                  </a:lnTo>
                  <a:close/>
                </a:path>
                <a:path w="4057650" h="3044825">
                  <a:moveTo>
                    <a:pt x="3295650" y="762165"/>
                  </a:moveTo>
                  <a:lnTo>
                    <a:pt x="3295192" y="761034"/>
                  </a:lnTo>
                  <a:lnTo>
                    <a:pt x="3293326" y="759180"/>
                  </a:lnTo>
                  <a:lnTo>
                    <a:pt x="3292208" y="758710"/>
                  </a:lnTo>
                  <a:lnTo>
                    <a:pt x="3289579" y="758710"/>
                  </a:lnTo>
                  <a:lnTo>
                    <a:pt x="3288461" y="759180"/>
                  </a:lnTo>
                  <a:lnTo>
                    <a:pt x="3286595" y="761034"/>
                  </a:lnTo>
                  <a:lnTo>
                    <a:pt x="3286125" y="762165"/>
                  </a:lnTo>
                  <a:lnTo>
                    <a:pt x="3286125" y="764794"/>
                  </a:lnTo>
                  <a:lnTo>
                    <a:pt x="3286595" y="765911"/>
                  </a:lnTo>
                  <a:lnTo>
                    <a:pt x="3288461" y="767778"/>
                  </a:lnTo>
                  <a:lnTo>
                    <a:pt x="3289579" y="768235"/>
                  </a:lnTo>
                  <a:lnTo>
                    <a:pt x="3292208" y="768235"/>
                  </a:lnTo>
                  <a:lnTo>
                    <a:pt x="3293326" y="767778"/>
                  </a:lnTo>
                  <a:lnTo>
                    <a:pt x="3295192" y="765911"/>
                  </a:lnTo>
                  <a:lnTo>
                    <a:pt x="3295650" y="764794"/>
                  </a:lnTo>
                  <a:lnTo>
                    <a:pt x="3295650" y="762165"/>
                  </a:lnTo>
                  <a:close/>
                </a:path>
                <a:path w="4057650" h="3044825">
                  <a:moveTo>
                    <a:pt x="3295650" y="3441"/>
                  </a:moveTo>
                  <a:lnTo>
                    <a:pt x="3295192" y="2324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24"/>
                  </a:lnTo>
                  <a:lnTo>
                    <a:pt x="3286125" y="3441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55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55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41"/>
                  </a:lnTo>
                  <a:close/>
                </a:path>
                <a:path w="4057650" h="3044825">
                  <a:moveTo>
                    <a:pt x="3343275" y="3038310"/>
                  </a:moveTo>
                  <a:lnTo>
                    <a:pt x="3342817" y="3037192"/>
                  </a:lnTo>
                  <a:lnTo>
                    <a:pt x="3340951" y="3035325"/>
                  </a:lnTo>
                  <a:lnTo>
                    <a:pt x="3339833" y="3034855"/>
                  </a:lnTo>
                  <a:lnTo>
                    <a:pt x="3337204" y="3034855"/>
                  </a:lnTo>
                  <a:lnTo>
                    <a:pt x="3336086" y="3035325"/>
                  </a:lnTo>
                  <a:lnTo>
                    <a:pt x="3334220" y="3037192"/>
                  </a:lnTo>
                  <a:lnTo>
                    <a:pt x="3333750" y="3038310"/>
                  </a:lnTo>
                  <a:lnTo>
                    <a:pt x="3333750" y="3040938"/>
                  </a:lnTo>
                  <a:lnTo>
                    <a:pt x="3334220" y="3042056"/>
                  </a:lnTo>
                  <a:lnTo>
                    <a:pt x="3336086" y="3043923"/>
                  </a:lnTo>
                  <a:lnTo>
                    <a:pt x="3337204" y="3044380"/>
                  </a:lnTo>
                  <a:lnTo>
                    <a:pt x="3339833" y="3044380"/>
                  </a:lnTo>
                  <a:lnTo>
                    <a:pt x="3340951" y="3043923"/>
                  </a:lnTo>
                  <a:lnTo>
                    <a:pt x="3342817" y="3042056"/>
                  </a:lnTo>
                  <a:lnTo>
                    <a:pt x="3343275" y="3040938"/>
                  </a:lnTo>
                  <a:lnTo>
                    <a:pt x="3343275" y="3038310"/>
                  </a:lnTo>
                  <a:close/>
                </a:path>
                <a:path w="4057650" h="3044825">
                  <a:moveTo>
                    <a:pt x="3343275" y="2279599"/>
                  </a:moveTo>
                  <a:lnTo>
                    <a:pt x="3342817" y="2278469"/>
                  </a:lnTo>
                  <a:lnTo>
                    <a:pt x="3340951" y="2276614"/>
                  </a:lnTo>
                  <a:lnTo>
                    <a:pt x="3339833" y="2276144"/>
                  </a:lnTo>
                  <a:lnTo>
                    <a:pt x="3337204" y="2276144"/>
                  </a:lnTo>
                  <a:lnTo>
                    <a:pt x="3336086" y="2276614"/>
                  </a:lnTo>
                  <a:lnTo>
                    <a:pt x="3334220" y="2278469"/>
                  </a:lnTo>
                  <a:lnTo>
                    <a:pt x="3333750" y="2279599"/>
                  </a:lnTo>
                  <a:lnTo>
                    <a:pt x="3333750" y="2282228"/>
                  </a:lnTo>
                  <a:lnTo>
                    <a:pt x="3334220" y="2283345"/>
                  </a:lnTo>
                  <a:lnTo>
                    <a:pt x="3336086" y="2285200"/>
                  </a:lnTo>
                  <a:lnTo>
                    <a:pt x="3337204" y="2285669"/>
                  </a:lnTo>
                  <a:lnTo>
                    <a:pt x="3339833" y="2285669"/>
                  </a:lnTo>
                  <a:lnTo>
                    <a:pt x="3340951" y="2285200"/>
                  </a:lnTo>
                  <a:lnTo>
                    <a:pt x="3342817" y="2283345"/>
                  </a:lnTo>
                  <a:lnTo>
                    <a:pt x="3343275" y="2282228"/>
                  </a:lnTo>
                  <a:lnTo>
                    <a:pt x="3343275" y="2279599"/>
                  </a:lnTo>
                  <a:close/>
                </a:path>
                <a:path w="4057650" h="3044825">
                  <a:moveTo>
                    <a:pt x="3343275" y="1520875"/>
                  </a:moveTo>
                  <a:lnTo>
                    <a:pt x="3342817" y="1519758"/>
                  </a:lnTo>
                  <a:lnTo>
                    <a:pt x="3340951" y="1517891"/>
                  </a:lnTo>
                  <a:lnTo>
                    <a:pt x="3339833" y="1517434"/>
                  </a:lnTo>
                  <a:lnTo>
                    <a:pt x="3337204" y="1517434"/>
                  </a:lnTo>
                  <a:lnTo>
                    <a:pt x="3336086" y="1517891"/>
                  </a:lnTo>
                  <a:lnTo>
                    <a:pt x="3334220" y="1519758"/>
                  </a:lnTo>
                  <a:lnTo>
                    <a:pt x="3333750" y="1520875"/>
                  </a:lnTo>
                  <a:lnTo>
                    <a:pt x="3333750" y="1523504"/>
                  </a:lnTo>
                  <a:lnTo>
                    <a:pt x="3334220" y="1524635"/>
                  </a:lnTo>
                  <a:lnTo>
                    <a:pt x="3336086" y="1526489"/>
                  </a:lnTo>
                  <a:lnTo>
                    <a:pt x="3337204" y="1526959"/>
                  </a:lnTo>
                  <a:lnTo>
                    <a:pt x="3339833" y="1526959"/>
                  </a:lnTo>
                  <a:lnTo>
                    <a:pt x="3340951" y="1526489"/>
                  </a:lnTo>
                  <a:lnTo>
                    <a:pt x="3342817" y="1524635"/>
                  </a:lnTo>
                  <a:lnTo>
                    <a:pt x="3343275" y="1523504"/>
                  </a:lnTo>
                  <a:lnTo>
                    <a:pt x="3343275" y="1520875"/>
                  </a:lnTo>
                  <a:close/>
                </a:path>
                <a:path w="4057650" h="3044825">
                  <a:moveTo>
                    <a:pt x="3343275" y="762165"/>
                  </a:moveTo>
                  <a:lnTo>
                    <a:pt x="3342817" y="761034"/>
                  </a:lnTo>
                  <a:lnTo>
                    <a:pt x="3340951" y="759180"/>
                  </a:lnTo>
                  <a:lnTo>
                    <a:pt x="3339833" y="758710"/>
                  </a:lnTo>
                  <a:lnTo>
                    <a:pt x="3337204" y="758710"/>
                  </a:lnTo>
                  <a:lnTo>
                    <a:pt x="3336086" y="759180"/>
                  </a:lnTo>
                  <a:lnTo>
                    <a:pt x="3334220" y="761034"/>
                  </a:lnTo>
                  <a:lnTo>
                    <a:pt x="3333750" y="762165"/>
                  </a:lnTo>
                  <a:lnTo>
                    <a:pt x="3333750" y="764794"/>
                  </a:lnTo>
                  <a:lnTo>
                    <a:pt x="3334220" y="765911"/>
                  </a:lnTo>
                  <a:lnTo>
                    <a:pt x="3336086" y="767778"/>
                  </a:lnTo>
                  <a:lnTo>
                    <a:pt x="3337204" y="768235"/>
                  </a:lnTo>
                  <a:lnTo>
                    <a:pt x="3339833" y="768235"/>
                  </a:lnTo>
                  <a:lnTo>
                    <a:pt x="3340951" y="767778"/>
                  </a:lnTo>
                  <a:lnTo>
                    <a:pt x="3342817" y="765911"/>
                  </a:lnTo>
                  <a:lnTo>
                    <a:pt x="3343275" y="764794"/>
                  </a:lnTo>
                  <a:lnTo>
                    <a:pt x="3343275" y="762165"/>
                  </a:lnTo>
                  <a:close/>
                </a:path>
                <a:path w="4057650" h="3044825">
                  <a:moveTo>
                    <a:pt x="3343275" y="3441"/>
                  </a:moveTo>
                  <a:lnTo>
                    <a:pt x="3342817" y="2324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86" y="469"/>
                  </a:lnTo>
                  <a:lnTo>
                    <a:pt x="3334220" y="2324"/>
                  </a:lnTo>
                  <a:lnTo>
                    <a:pt x="3333750" y="3441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86" y="9055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55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41"/>
                  </a:lnTo>
                  <a:close/>
                </a:path>
                <a:path w="4057650" h="3044825">
                  <a:moveTo>
                    <a:pt x="3390900" y="3038310"/>
                  </a:moveTo>
                  <a:lnTo>
                    <a:pt x="3390442" y="3037192"/>
                  </a:lnTo>
                  <a:lnTo>
                    <a:pt x="3388576" y="3035325"/>
                  </a:lnTo>
                  <a:lnTo>
                    <a:pt x="3387458" y="3034855"/>
                  </a:lnTo>
                  <a:lnTo>
                    <a:pt x="3384829" y="3034855"/>
                  </a:lnTo>
                  <a:lnTo>
                    <a:pt x="3383711" y="3035325"/>
                  </a:lnTo>
                  <a:lnTo>
                    <a:pt x="3381845" y="3037192"/>
                  </a:lnTo>
                  <a:lnTo>
                    <a:pt x="3381375" y="3038310"/>
                  </a:lnTo>
                  <a:lnTo>
                    <a:pt x="3381375" y="3040938"/>
                  </a:lnTo>
                  <a:lnTo>
                    <a:pt x="3381845" y="3042056"/>
                  </a:lnTo>
                  <a:lnTo>
                    <a:pt x="3383711" y="3043923"/>
                  </a:lnTo>
                  <a:lnTo>
                    <a:pt x="3384829" y="3044380"/>
                  </a:lnTo>
                  <a:lnTo>
                    <a:pt x="3387458" y="3044380"/>
                  </a:lnTo>
                  <a:lnTo>
                    <a:pt x="3388576" y="3043923"/>
                  </a:lnTo>
                  <a:lnTo>
                    <a:pt x="3390442" y="3042056"/>
                  </a:lnTo>
                  <a:lnTo>
                    <a:pt x="3390900" y="3040938"/>
                  </a:lnTo>
                  <a:lnTo>
                    <a:pt x="3390900" y="3038310"/>
                  </a:lnTo>
                  <a:close/>
                </a:path>
                <a:path w="4057650" h="3044825">
                  <a:moveTo>
                    <a:pt x="3390900" y="2279599"/>
                  </a:moveTo>
                  <a:lnTo>
                    <a:pt x="3390442" y="2278469"/>
                  </a:lnTo>
                  <a:lnTo>
                    <a:pt x="3388576" y="2276614"/>
                  </a:lnTo>
                  <a:lnTo>
                    <a:pt x="3387458" y="2276144"/>
                  </a:lnTo>
                  <a:lnTo>
                    <a:pt x="3384829" y="2276144"/>
                  </a:lnTo>
                  <a:lnTo>
                    <a:pt x="3383711" y="2276614"/>
                  </a:lnTo>
                  <a:lnTo>
                    <a:pt x="3381845" y="2278469"/>
                  </a:lnTo>
                  <a:lnTo>
                    <a:pt x="3381375" y="2279599"/>
                  </a:lnTo>
                  <a:lnTo>
                    <a:pt x="3381375" y="2282228"/>
                  </a:lnTo>
                  <a:lnTo>
                    <a:pt x="3381845" y="2283345"/>
                  </a:lnTo>
                  <a:lnTo>
                    <a:pt x="3383711" y="2285200"/>
                  </a:lnTo>
                  <a:lnTo>
                    <a:pt x="3384829" y="2285669"/>
                  </a:lnTo>
                  <a:lnTo>
                    <a:pt x="3387458" y="2285669"/>
                  </a:lnTo>
                  <a:lnTo>
                    <a:pt x="3388576" y="2285200"/>
                  </a:lnTo>
                  <a:lnTo>
                    <a:pt x="3390442" y="2283345"/>
                  </a:lnTo>
                  <a:lnTo>
                    <a:pt x="3390900" y="2282228"/>
                  </a:lnTo>
                  <a:lnTo>
                    <a:pt x="3390900" y="2279599"/>
                  </a:lnTo>
                  <a:close/>
                </a:path>
                <a:path w="4057650" h="3044825">
                  <a:moveTo>
                    <a:pt x="3390900" y="1520875"/>
                  </a:moveTo>
                  <a:lnTo>
                    <a:pt x="3390442" y="1519758"/>
                  </a:lnTo>
                  <a:lnTo>
                    <a:pt x="3388576" y="1517891"/>
                  </a:lnTo>
                  <a:lnTo>
                    <a:pt x="3387458" y="1517434"/>
                  </a:lnTo>
                  <a:lnTo>
                    <a:pt x="3384829" y="1517434"/>
                  </a:lnTo>
                  <a:lnTo>
                    <a:pt x="3383711" y="1517891"/>
                  </a:lnTo>
                  <a:lnTo>
                    <a:pt x="3381845" y="1519758"/>
                  </a:lnTo>
                  <a:lnTo>
                    <a:pt x="3381375" y="1520875"/>
                  </a:lnTo>
                  <a:lnTo>
                    <a:pt x="3381375" y="1523504"/>
                  </a:lnTo>
                  <a:lnTo>
                    <a:pt x="3381845" y="1524635"/>
                  </a:lnTo>
                  <a:lnTo>
                    <a:pt x="3383711" y="1526489"/>
                  </a:lnTo>
                  <a:lnTo>
                    <a:pt x="3384829" y="1526959"/>
                  </a:lnTo>
                  <a:lnTo>
                    <a:pt x="3387458" y="1526959"/>
                  </a:lnTo>
                  <a:lnTo>
                    <a:pt x="3388576" y="1526489"/>
                  </a:lnTo>
                  <a:lnTo>
                    <a:pt x="3390442" y="1524635"/>
                  </a:lnTo>
                  <a:lnTo>
                    <a:pt x="3390900" y="1523504"/>
                  </a:lnTo>
                  <a:lnTo>
                    <a:pt x="3390900" y="1520875"/>
                  </a:lnTo>
                  <a:close/>
                </a:path>
                <a:path w="4057650" h="3044825">
                  <a:moveTo>
                    <a:pt x="3390900" y="762165"/>
                  </a:moveTo>
                  <a:lnTo>
                    <a:pt x="3390442" y="761034"/>
                  </a:lnTo>
                  <a:lnTo>
                    <a:pt x="3388576" y="759180"/>
                  </a:lnTo>
                  <a:lnTo>
                    <a:pt x="3387458" y="758710"/>
                  </a:lnTo>
                  <a:lnTo>
                    <a:pt x="3384829" y="758710"/>
                  </a:lnTo>
                  <a:lnTo>
                    <a:pt x="3383711" y="759180"/>
                  </a:lnTo>
                  <a:lnTo>
                    <a:pt x="3381845" y="761034"/>
                  </a:lnTo>
                  <a:lnTo>
                    <a:pt x="3381375" y="762165"/>
                  </a:lnTo>
                  <a:lnTo>
                    <a:pt x="3381375" y="764794"/>
                  </a:lnTo>
                  <a:lnTo>
                    <a:pt x="3381845" y="765911"/>
                  </a:lnTo>
                  <a:lnTo>
                    <a:pt x="3383711" y="767778"/>
                  </a:lnTo>
                  <a:lnTo>
                    <a:pt x="3384829" y="768235"/>
                  </a:lnTo>
                  <a:lnTo>
                    <a:pt x="3387458" y="768235"/>
                  </a:lnTo>
                  <a:lnTo>
                    <a:pt x="3388576" y="767778"/>
                  </a:lnTo>
                  <a:lnTo>
                    <a:pt x="3390442" y="765911"/>
                  </a:lnTo>
                  <a:lnTo>
                    <a:pt x="3390900" y="764794"/>
                  </a:lnTo>
                  <a:lnTo>
                    <a:pt x="3390900" y="762165"/>
                  </a:lnTo>
                  <a:close/>
                </a:path>
                <a:path w="4057650" h="3044825">
                  <a:moveTo>
                    <a:pt x="3390900" y="3441"/>
                  </a:moveTo>
                  <a:lnTo>
                    <a:pt x="3390442" y="2324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711" y="469"/>
                  </a:lnTo>
                  <a:lnTo>
                    <a:pt x="3381845" y="2324"/>
                  </a:lnTo>
                  <a:lnTo>
                    <a:pt x="3381375" y="3441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711" y="9055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55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41"/>
                  </a:lnTo>
                  <a:close/>
                </a:path>
                <a:path w="4057650" h="3044825">
                  <a:moveTo>
                    <a:pt x="3438525" y="3038310"/>
                  </a:moveTo>
                  <a:lnTo>
                    <a:pt x="3438067" y="3037192"/>
                  </a:lnTo>
                  <a:lnTo>
                    <a:pt x="3436201" y="3035325"/>
                  </a:lnTo>
                  <a:lnTo>
                    <a:pt x="3435083" y="3034855"/>
                  </a:lnTo>
                  <a:lnTo>
                    <a:pt x="3432454" y="3034855"/>
                  </a:lnTo>
                  <a:lnTo>
                    <a:pt x="3431336" y="3035325"/>
                  </a:lnTo>
                  <a:lnTo>
                    <a:pt x="3429470" y="3037192"/>
                  </a:lnTo>
                  <a:lnTo>
                    <a:pt x="3429000" y="3038310"/>
                  </a:lnTo>
                  <a:lnTo>
                    <a:pt x="3429000" y="3040938"/>
                  </a:lnTo>
                  <a:lnTo>
                    <a:pt x="3429470" y="3042056"/>
                  </a:lnTo>
                  <a:lnTo>
                    <a:pt x="3431336" y="3043923"/>
                  </a:lnTo>
                  <a:lnTo>
                    <a:pt x="3432454" y="3044380"/>
                  </a:lnTo>
                  <a:lnTo>
                    <a:pt x="3435083" y="3044380"/>
                  </a:lnTo>
                  <a:lnTo>
                    <a:pt x="3436201" y="3043923"/>
                  </a:lnTo>
                  <a:lnTo>
                    <a:pt x="3438067" y="3042056"/>
                  </a:lnTo>
                  <a:lnTo>
                    <a:pt x="3438525" y="3040938"/>
                  </a:lnTo>
                  <a:lnTo>
                    <a:pt x="3438525" y="3038310"/>
                  </a:lnTo>
                  <a:close/>
                </a:path>
                <a:path w="4057650" h="3044825">
                  <a:moveTo>
                    <a:pt x="3438525" y="2279599"/>
                  </a:moveTo>
                  <a:lnTo>
                    <a:pt x="3438067" y="2278469"/>
                  </a:lnTo>
                  <a:lnTo>
                    <a:pt x="3436201" y="2276614"/>
                  </a:lnTo>
                  <a:lnTo>
                    <a:pt x="3435083" y="2276144"/>
                  </a:lnTo>
                  <a:lnTo>
                    <a:pt x="3432454" y="2276144"/>
                  </a:lnTo>
                  <a:lnTo>
                    <a:pt x="3431336" y="2276614"/>
                  </a:lnTo>
                  <a:lnTo>
                    <a:pt x="3429470" y="2278469"/>
                  </a:lnTo>
                  <a:lnTo>
                    <a:pt x="3429000" y="2279599"/>
                  </a:lnTo>
                  <a:lnTo>
                    <a:pt x="3429000" y="2282228"/>
                  </a:lnTo>
                  <a:lnTo>
                    <a:pt x="3429470" y="2283345"/>
                  </a:lnTo>
                  <a:lnTo>
                    <a:pt x="3431336" y="2285200"/>
                  </a:lnTo>
                  <a:lnTo>
                    <a:pt x="3432454" y="2285669"/>
                  </a:lnTo>
                  <a:lnTo>
                    <a:pt x="3435083" y="2285669"/>
                  </a:lnTo>
                  <a:lnTo>
                    <a:pt x="3436201" y="2285200"/>
                  </a:lnTo>
                  <a:lnTo>
                    <a:pt x="3438067" y="2283345"/>
                  </a:lnTo>
                  <a:lnTo>
                    <a:pt x="3438525" y="2282228"/>
                  </a:lnTo>
                  <a:lnTo>
                    <a:pt x="3438525" y="2279599"/>
                  </a:lnTo>
                  <a:close/>
                </a:path>
                <a:path w="4057650" h="3044825">
                  <a:moveTo>
                    <a:pt x="3438525" y="1520875"/>
                  </a:moveTo>
                  <a:lnTo>
                    <a:pt x="3438067" y="1519758"/>
                  </a:lnTo>
                  <a:lnTo>
                    <a:pt x="3436201" y="1517891"/>
                  </a:lnTo>
                  <a:lnTo>
                    <a:pt x="3435083" y="1517434"/>
                  </a:lnTo>
                  <a:lnTo>
                    <a:pt x="3432454" y="1517434"/>
                  </a:lnTo>
                  <a:lnTo>
                    <a:pt x="3431336" y="1517891"/>
                  </a:lnTo>
                  <a:lnTo>
                    <a:pt x="3429470" y="1519758"/>
                  </a:lnTo>
                  <a:lnTo>
                    <a:pt x="3429000" y="1520875"/>
                  </a:lnTo>
                  <a:lnTo>
                    <a:pt x="3429000" y="1523504"/>
                  </a:lnTo>
                  <a:lnTo>
                    <a:pt x="3429470" y="1524635"/>
                  </a:lnTo>
                  <a:lnTo>
                    <a:pt x="3431336" y="1526489"/>
                  </a:lnTo>
                  <a:lnTo>
                    <a:pt x="3432454" y="1526959"/>
                  </a:lnTo>
                  <a:lnTo>
                    <a:pt x="3435083" y="1526959"/>
                  </a:lnTo>
                  <a:lnTo>
                    <a:pt x="3436201" y="1526489"/>
                  </a:lnTo>
                  <a:lnTo>
                    <a:pt x="3438067" y="1524635"/>
                  </a:lnTo>
                  <a:lnTo>
                    <a:pt x="3438525" y="1523504"/>
                  </a:lnTo>
                  <a:lnTo>
                    <a:pt x="3438525" y="1520875"/>
                  </a:lnTo>
                  <a:close/>
                </a:path>
                <a:path w="4057650" h="3044825">
                  <a:moveTo>
                    <a:pt x="3438525" y="762165"/>
                  </a:moveTo>
                  <a:lnTo>
                    <a:pt x="3438067" y="761034"/>
                  </a:lnTo>
                  <a:lnTo>
                    <a:pt x="3436201" y="759180"/>
                  </a:lnTo>
                  <a:lnTo>
                    <a:pt x="3435083" y="758710"/>
                  </a:lnTo>
                  <a:lnTo>
                    <a:pt x="3432454" y="758710"/>
                  </a:lnTo>
                  <a:lnTo>
                    <a:pt x="3431336" y="759180"/>
                  </a:lnTo>
                  <a:lnTo>
                    <a:pt x="3429470" y="761034"/>
                  </a:lnTo>
                  <a:lnTo>
                    <a:pt x="3429000" y="762165"/>
                  </a:lnTo>
                  <a:lnTo>
                    <a:pt x="3429000" y="764794"/>
                  </a:lnTo>
                  <a:lnTo>
                    <a:pt x="3429470" y="765911"/>
                  </a:lnTo>
                  <a:lnTo>
                    <a:pt x="3431336" y="767778"/>
                  </a:lnTo>
                  <a:lnTo>
                    <a:pt x="3432454" y="768235"/>
                  </a:lnTo>
                  <a:lnTo>
                    <a:pt x="3435083" y="768235"/>
                  </a:lnTo>
                  <a:lnTo>
                    <a:pt x="3436201" y="767778"/>
                  </a:lnTo>
                  <a:lnTo>
                    <a:pt x="3438067" y="765911"/>
                  </a:lnTo>
                  <a:lnTo>
                    <a:pt x="3438525" y="764794"/>
                  </a:lnTo>
                  <a:lnTo>
                    <a:pt x="3438525" y="762165"/>
                  </a:lnTo>
                  <a:close/>
                </a:path>
                <a:path w="4057650" h="3044825">
                  <a:moveTo>
                    <a:pt x="3438525" y="3441"/>
                  </a:moveTo>
                  <a:lnTo>
                    <a:pt x="3438067" y="2324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24"/>
                  </a:lnTo>
                  <a:lnTo>
                    <a:pt x="3429000" y="3441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55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55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41"/>
                  </a:lnTo>
                  <a:close/>
                </a:path>
                <a:path w="4057650" h="3044825">
                  <a:moveTo>
                    <a:pt x="3486150" y="3038310"/>
                  </a:moveTo>
                  <a:lnTo>
                    <a:pt x="3485692" y="3037192"/>
                  </a:lnTo>
                  <a:lnTo>
                    <a:pt x="3483826" y="3035325"/>
                  </a:lnTo>
                  <a:lnTo>
                    <a:pt x="3482708" y="3034855"/>
                  </a:lnTo>
                  <a:lnTo>
                    <a:pt x="3480079" y="3034855"/>
                  </a:lnTo>
                  <a:lnTo>
                    <a:pt x="3478961" y="3035325"/>
                  </a:lnTo>
                  <a:lnTo>
                    <a:pt x="3477095" y="3037192"/>
                  </a:lnTo>
                  <a:lnTo>
                    <a:pt x="3476625" y="3038310"/>
                  </a:lnTo>
                  <a:lnTo>
                    <a:pt x="3476625" y="3040938"/>
                  </a:lnTo>
                  <a:lnTo>
                    <a:pt x="3477095" y="3042056"/>
                  </a:lnTo>
                  <a:lnTo>
                    <a:pt x="3478961" y="3043923"/>
                  </a:lnTo>
                  <a:lnTo>
                    <a:pt x="3480079" y="3044380"/>
                  </a:lnTo>
                  <a:lnTo>
                    <a:pt x="3482708" y="3044380"/>
                  </a:lnTo>
                  <a:lnTo>
                    <a:pt x="3483826" y="3043923"/>
                  </a:lnTo>
                  <a:lnTo>
                    <a:pt x="3485692" y="3042056"/>
                  </a:lnTo>
                  <a:lnTo>
                    <a:pt x="3486150" y="3040938"/>
                  </a:lnTo>
                  <a:lnTo>
                    <a:pt x="3486150" y="3038310"/>
                  </a:lnTo>
                  <a:close/>
                </a:path>
                <a:path w="4057650" h="3044825">
                  <a:moveTo>
                    <a:pt x="3486150" y="2279599"/>
                  </a:moveTo>
                  <a:lnTo>
                    <a:pt x="3485692" y="2278469"/>
                  </a:lnTo>
                  <a:lnTo>
                    <a:pt x="3483826" y="2276614"/>
                  </a:lnTo>
                  <a:lnTo>
                    <a:pt x="3482708" y="2276144"/>
                  </a:lnTo>
                  <a:lnTo>
                    <a:pt x="3480079" y="2276144"/>
                  </a:lnTo>
                  <a:lnTo>
                    <a:pt x="3478961" y="2276614"/>
                  </a:lnTo>
                  <a:lnTo>
                    <a:pt x="3477095" y="2278469"/>
                  </a:lnTo>
                  <a:lnTo>
                    <a:pt x="3476625" y="2279599"/>
                  </a:lnTo>
                  <a:lnTo>
                    <a:pt x="3476625" y="2282228"/>
                  </a:lnTo>
                  <a:lnTo>
                    <a:pt x="3477095" y="2283345"/>
                  </a:lnTo>
                  <a:lnTo>
                    <a:pt x="3478961" y="2285200"/>
                  </a:lnTo>
                  <a:lnTo>
                    <a:pt x="3480079" y="2285669"/>
                  </a:lnTo>
                  <a:lnTo>
                    <a:pt x="3482708" y="2285669"/>
                  </a:lnTo>
                  <a:lnTo>
                    <a:pt x="3483826" y="2285200"/>
                  </a:lnTo>
                  <a:lnTo>
                    <a:pt x="3485692" y="2283345"/>
                  </a:lnTo>
                  <a:lnTo>
                    <a:pt x="3486150" y="2282228"/>
                  </a:lnTo>
                  <a:lnTo>
                    <a:pt x="3486150" y="2279599"/>
                  </a:lnTo>
                  <a:close/>
                </a:path>
                <a:path w="4057650" h="3044825">
                  <a:moveTo>
                    <a:pt x="3486150" y="1520875"/>
                  </a:moveTo>
                  <a:lnTo>
                    <a:pt x="3485692" y="1519758"/>
                  </a:lnTo>
                  <a:lnTo>
                    <a:pt x="3483826" y="1517891"/>
                  </a:lnTo>
                  <a:lnTo>
                    <a:pt x="3482708" y="1517434"/>
                  </a:lnTo>
                  <a:lnTo>
                    <a:pt x="3480079" y="1517434"/>
                  </a:lnTo>
                  <a:lnTo>
                    <a:pt x="3478961" y="1517891"/>
                  </a:lnTo>
                  <a:lnTo>
                    <a:pt x="3477095" y="1519758"/>
                  </a:lnTo>
                  <a:lnTo>
                    <a:pt x="3476625" y="1520875"/>
                  </a:lnTo>
                  <a:lnTo>
                    <a:pt x="3476625" y="1523504"/>
                  </a:lnTo>
                  <a:lnTo>
                    <a:pt x="3477095" y="1524635"/>
                  </a:lnTo>
                  <a:lnTo>
                    <a:pt x="3478961" y="1526489"/>
                  </a:lnTo>
                  <a:lnTo>
                    <a:pt x="3480079" y="1526959"/>
                  </a:lnTo>
                  <a:lnTo>
                    <a:pt x="3482708" y="1526959"/>
                  </a:lnTo>
                  <a:lnTo>
                    <a:pt x="3483826" y="1526489"/>
                  </a:lnTo>
                  <a:lnTo>
                    <a:pt x="3485692" y="1524635"/>
                  </a:lnTo>
                  <a:lnTo>
                    <a:pt x="3486150" y="1523504"/>
                  </a:lnTo>
                  <a:lnTo>
                    <a:pt x="3486150" y="1520875"/>
                  </a:lnTo>
                  <a:close/>
                </a:path>
                <a:path w="4057650" h="3044825">
                  <a:moveTo>
                    <a:pt x="3486150" y="762165"/>
                  </a:moveTo>
                  <a:lnTo>
                    <a:pt x="3485692" y="761034"/>
                  </a:lnTo>
                  <a:lnTo>
                    <a:pt x="3483826" y="759180"/>
                  </a:lnTo>
                  <a:lnTo>
                    <a:pt x="3482708" y="758710"/>
                  </a:lnTo>
                  <a:lnTo>
                    <a:pt x="3480079" y="758710"/>
                  </a:lnTo>
                  <a:lnTo>
                    <a:pt x="3478961" y="759180"/>
                  </a:lnTo>
                  <a:lnTo>
                    <a:pt x="3477095" y="761034"/>
                  </a:lnTo>
                  <a:lnTo>
                    <a:pt x="3476625" y="762165"/>
                  </a:lnTo>
                  <a:lnTo>
                    <a:pt x="3476625" y="764794"/>
                  </a:lnTo>
                  <a:lnTo>
                    <a:pt x="3477095" y="765911"/>
                  </a:lnTo>
                  <a:lnTo>
                    <a:pt x="3478961" y="767778"/>
                  </a:lnTo>
                  <a:lnTo>
                    <a:pt x="3480079" y="768235"/>
                  </a:lnTo>
                  <a:lnTo>
                    <a:pt x="3482708" y="768235"/>
                  </a:lnTo>
                  <a:lnTo>
                    <a:pt x="3483826" y="767778"/>
                  </a:lnTo>
                  <a:lnTo>
                    <a:pt x="3485692" y="765911"/>
                  </a:lnTo>
                  <a:lnTo>
                    <a:pt x="3486150" y="764794"/>
                  </a:lnTo>
                  <a:lnTo>
                    <a:pt x="3486150" y="762165"/>
                  </a:lnTo>
                  <a:close/>
                </a:path>
                <a:path w="4057650" h="3044825">
                  <a:moveTo>
                    <a:pt x="3486150" y="3441"/>
                  </a:moveTo>
                  <a:lnTo>
                    <a:pt x="3485692" y="2324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24"/>
                  </a:lnTo>
                  <a:lnTo>
                    <a:pt x="3476625" y="3441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55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55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41"/>
                  </a:lnTo>
                  <a:close/>
                </a:path>
                <a:path w="4057650" h="3044825">
                  <a:moveTo>
                    <a:pt x="3533775" y="3038310"/>
                  </a:moveTo>
                  <a:lnTo>
                    <a:pt x="3533317" y="3037192"/>
                  </a:lnTo>
                  <a:lnTo>
                    <a:pt x="3531451" y="3035325"/>
                  </a:lnTo>
                  <a:lnTo>
                    <a:pt x="3530333" y="3034855"/>
                  </a:lnTo>
                  <a:lnTo>
                    <a:pt x="3527704" y="3034855"/>
                  </a:lnTo>
                  <a:lnTo>
                    <a:pt x="3526586" y="3035325"/>
                  </a:lnTo>
                  <a:lnTo>
                    <a:pt x="3524720" y="3037192"/>
                  </a:lnTo>
                  <a:lnTo>
                    <a:pt x="3524250" y="3038310"/>
                  </a:lnTo>
                  <a:lnTo>
                    <a:pt x="3524250" y="3040938"/>
                  </a:lnTo>
                  <a:lnTo>
                    <a:pt x="3524720" y="3042056"/>
                  </a:lnTo>
                  <a:lnTo>
                    <a:pt x="3526586" y="3043923"/>
                  </a:lnTo>
                  <a:lnTo>
                    <a:pt x="3527704" y="3044380"/>
                  </a:lnTo>
                  <a:lnTo>
                    <a:pt x="3530333" y="3044380"/>
                  </a:lnTo>
                  <a:lnTo>
                    <a:pt x="3531451" y="3043923"/>
                  </a:lnTo>
                  <a:lnTo>
                    <a:pt x="3533317" y="3042056"/>
                  </a:lnTo>
                  <a:lnTo>
                    <a:pt x="3533775" y="3040938"/>
                  </a:lnTo>
                  <a:lnTo>
                    <a:pt x="3533775" y="3038310"/>
                  </a:lnTo>
                  <a:close/>
                </a:path>
                <a:path w="4057650" h="3044825">
                  <a:moveTo>
                    <a:pt x="3533775" y="2279599"/>
                  </a:moveTo>
                  <a:lnTo>
                    <a:pt x="3533317" y="2278469"/>
                  </a:lnTo>
                  <a:lnTo>
                    <a:pt x="3531451" y="2276614"/>
                  </a:lnTo>
                  <a:lnTo>
                    <a:pt x="3530333" y="2276144"/>
                  </a:lnTo>
                  <a:lnTo>
                    <a:pt x="3527704" y="2276144"/>
                  </a:lnTo>
                  <a:lnTo>
                    <a:pt x="3526586" y="2276614"/>
                  </a:lnTo>
                  <a:lnTo>
                    <a:pt x="3524720" y="2278469"/>
                  </a:lnTo>
                  <a:lnTo>
                    <a:pt x="3524250" y="2279599"/>
                  </a:lnTo>
                  <a:lnTo>
                    <a:pt x="3524250" y="2282228"/>
                  </a:lnTo>
                  <a:lnTo>
                    <a:pt x="3524720" y="2283345"/>
                  </a:lnTo>
                  <a:lnTo>
                    <a:pt x="3526586" y="2285200"/>
                  </a:lnTo>
                  <a:lnTo>
                    <a:pt x="3527704" y="2285669"/>
                  </a:lnTo>
                  <a:lnTo>
                    <a:pt x="3530333" y="2285669"/>
                  </a:lnTo>
                  <a:lnTo>
                    <a:pt x="3531451" y="2285200"/>
                  </a:lnTo>
                  <a:lnTo>
                    <a:pt x="3533317" y="2283345"/>
                  </a:lnTo>
                  <a:lnTo>
                    <a:pt x="3533775" y="2282228"/>
                  </a:lnTo>
                  <a:lnTo>
                    <a:pt x="3533775" y="2279599"/>
                  </a:lnTo>
                  <a:close/>
                </a:path>
                <a:path w="4057650" h="3044825">
                  <a:moveTo>
                    <a:pt x="3533775" y="1520875"/>
                  </a:moveTo>
                  <a:lnTo>
                    <a:pt x="3533317" y="1519758"/>
                  </a:lnTo>
                  <a:lnTo>
                    <a:pt x="3531451" y="1517891"/>
                  </a:lnTo>
                  <a:lnTo>
                    <a:pt x="3530333" y="1517434"/>
                  </a:lnTo>
                  <a:lnTo>
                    <a:pt x="3527704" y="1517434"/>
                  </a:lnTo>
                  <a:lnTo>
                    <a:pt x="3526586" y="1517891"/>
                  </a:lnTo>
                  <a:lnTo>
                    <a:pt x="3524720" y="1519758"/>
                  </a:lnTo>
                  <a:lnTo>
                    <a:pt x="3524250" y="1520875"/>
                  </a:lnTo>
                  <a:lnTo>
                    <a:pt x="3524250" y="1523504"/>
                  </a:lnTo>
                  <a:lnTo>
                    <a:pt x="3524720" y="1524635"/>
                  </a:lnTo>
                  <a:lnTo>
                    <a:pt x="3526586" y="1526489"/>
                  </a:lnTo>
                  <a:lnTo>
                    <a:pt x="3527704" y="1526959"/>
                  </a:lnTo>
                  <a:lnTo>
                    <a:pt x="3530333" y="1526959"/>
                  </a:lnTo>
                  <a:lnTo>
                    <a:pt x="3531451" y="1526489"/>
                  </a:lnTo>
                  <a:lnTo>
                    <a:pt x="3533317" y="1524635"/>
                  </a:lnTo>
                  <a:lnTo>
                    <a:pt x="3533775" y="1523504"/>
                  </a:lnTo>
                  <a:lnTo>
                    <a:pt x="3533775" y="1520875"/>
                  </a:lnTo>
                  <a:close/>
                </a:path>
                <a:path w="4057650" h="3044825">
                  <a:moveTo>
                    <a:pt x="3533775" y="762165"/>
                  </a:moveTo>
                  <a:lnTo>
                    <a:pt x="3533317" y="761034"/>
                  </a:lnTo>
                  <a:lnTo>
                    <a:pt x="3531451" y="759180"/>
                  </a:lnTo>
                  <a:lnTo>
                    <a:pt x="3530333" y="758710"/>
                  </a:lnTo>
                  <a:lnTo>
                    <a:pt x="3527704" y="758710"/>
                  </a:lnTo>
                  <a:lnTo>
                    <a:pt x="3526586" y="759180"/>
                  </a:lnTo>
                  <a:lnTo>
                    <a:pt x="3524720" y="761034"/>
                  </a:lnTo>
                  <a:lnTo>
                    <a:pt x="3524250" y="762165"/>
                  </a:lnTo>
                  <a:lnTo>
                    <a:pt x="3524250" y="764794"/>
                  </a:lnTo>
                  <a:lnTo>
                    <a:pt x="3524720" y="765911"/>
                  </a:lnTo>
                  <a:lnTo>
                    <a:pt x="3526586" y="767778"/>
                  </a:lnTo>
                  <a:lnTo>
                    <a:pt x="3527704" y="768235"/>
                  </a:lnTo>
                  <a:lnTo>
                    <a:pt x="3530333" y="768235"/>
                  </a:lnTo>
                  <a:lnTo>
                    <a:pt x="3531451" y="767778"/>
                  </a:lnTo>
                  <a:lnTo>
                    <a:pt x="3533317" y="765911"/>
                  </a:lnTo>
                  <a:lnTo>
                    <a:pt x="3533775" y="764794"/>
                  </a:lnTo>
                  <a:lnTo>
                    <a:pt x="3533775" y="762165"/>
                  </a:lnTo>
                  <a:close/>
                </a:path>
                <a:path w="4057650" h="3044825">
                  <a:moveTo>
                    <a:pt x="3533775" y="3441"/>
                  </a:moveTo>
                  <a:lnTo>
                    <a:pt x="3533317" y="2324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24"/>
                  </a:lnTo>
                  <a:lnTo>
                    <a:pt x="3524250" y="3441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55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55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41"/>
                  </a:lnTo>
                  <a:close/>
                </a:path>
                <a:path w="4057650" h="3044825">
                  <a:moveTo>
                    <a:pt x="3581400" y="3038310"/>
                  </a:moveTo>
                  <a:lnTo>
                    <a:pt x="3580942" y="3037192"/>
                  </a:lnTo>
                  <a:lnTo>
                    <a:pt x="3579076" y="3035325"/>
                  </a:lnTo>
                  <a:lnTo>
                    <a:pt x="3577958" y="3034855"/>
                  </a:lnTo>
                  <a:lnTo>
                    <a:pt x="3575329" y="3034855"/>
                  </a:lnTo>
                  <a:lnTo>
                    <a:pt x="3574211" y="3035325"/>
                  </a:lnTo>
                  <a:lnTo>
                    <a:pt x="3572345" y="3037192"/>
                  </a:lnTo>
                  <a:lnTo>
                    <a:pt x="3571875" y="3038310"/>
                  </a:lnTo>
                  <a:lnTo>
                    <a:pt x="3571875" y="3040938"/>
                  </a:lnTo>
                  <a:lnTo>
                    <a:pt x="3572345" y="3042056"/>
                  </a:lnTo>
                  <a:lnTo>
                    <a:pt x="3574211" y="3043923"/>
                  </a:lnTo>
                  <a:lnTo>
                    <a:pt x="3575329" y="3044380"/>
                  </a:lnTo>
                  <a:lnTo>
                    <a:pt x="3577958" y="3044380"/>
                  </a:lnTo>
                  <a:lnTo>
                    <a:pt x="3579076" y="3043923"/>
                  </a:lnTo>
                  <a:lnTo>
                    <a:pt x="3580942" y="3042056"/>
                  </a:lnTo>
                  <a:lnTo>
                    <a:pt x="3581400" y="3040938"/>
                  </a:lnTo>
                  <a:lnTo>
                    <a:pt x="3581400" y="3038310"/>
                  </a:lnTo>
                  <a:close/>
                </a:path>
                <a:path w="4057650" h="3044825">
                  <a:moveTo>
                    <a:pt x="3581400" y="2279599"/>
                  </a:moveTo>
                  <a:lnTo>
                    <a:pt x="3580942" y="2278469"/>
                  </a:lnTo>
                  <a:lnTo>
                    <a:pt x="3579076" y="2276614"/>
                  </a:lnTo>
                  <a:lnTo>
                    <a:pt x="3577958" y="2276144"/>
                  </a:lnTo>
                  <a:lnTo>
                    <a:pt x="3575329" y="2276144"/>
                  </a:lnTo>
                  <a:lnTo>
                    <a:pt x="3574211" y="2276614"/>
                  </a:lnTo>
                  <a:lnTo>
                    <a:pt x="3572345" y="2278469"/>
                  </a:lnTo>
                  <a:lnTo>
                    <a:pt x="3571875" y="2279599"/>
                  </a:lnTo>
                  <a:lnTo>
                    <a:pt x="3571875" y="2282228"/>
                  </a:lnTo>
                  <a:lnTo>
                    <a:pt x="3572345" y="2283345"/>
                  </a:lnTo>
                  <a:lnTo>
                    <a:pt x="3574211" y="2285200"/>
                  </a:lnTo>
                  <a:lnTo>
                    <a:pt x="3575329" y="2285669"/>
                  </a:lnTo>
                  <a:lnTo>
                    <a:pt x="3577958" y="2285669"/>
                  </a:lnTo>
                  <a:lnTo>
                    <a:pt x="3579076" y="2285200"/>
                  </a:lnTo>
                  <a:lnTo>
                    <a:pt x="3580942" y="2283345"/>
                  </a:lnTo>
                  <a:lnTo>
                    <a:pt x="3581400" y="2282228"/>
                  </a:lnTo>
                  <a:lnTo>
                    <a:pt x="3581400" y="2279599"/>
                  </a:lnTo>
                  <a:close/>
                </a:path>
                <a:path w="4057650" h="3044825">
                  <a:moveTo>
                    <a:pt x="3581400" y="1520875"/>
                  </a:moveTo>
                  <a:lnTo>
                    <a:pt x="3580942" y="1519758"/>
                  </a:lnTo>
                  <a:lnTo>
                    <a:pt x="3579076" y="1517891"/>
                  </a:lnTo>
                  <a:lnTo>
                    <a:pt x="3577958" y="1517434"/>
                  </a:lnTo>
                  <a:lnTo>
                    <a:pt x="3575329" y="1517434"/>
                  </a:lnTo>
                  <a:lnTo>
                    <a:pt x="3574211" y="1517891"/>
                  </a:lnTo>
                  <a:lnTo>
                    <a:pt x="3572345" y="1519758"/>
                  </a:lnTo>
                  <a:lnTo>
                    <a:pt x="3571875" y="1520875"/>
                  </a:lnTo>
                  <a:lnTo>
                    <a:pt x="3571875" y="1523504"/>
                  </a:lnTo>
                  <a:lnTo>
                    <a:pt x="3572345" y="1524635"/>
                  </a:lnTo>
                  <a:lnTo>
                    <a:pt x="3574211" y="1526489"/>
                  </a:lnTo>
                  <a:lnTo>
                    <a:pt x="3575329" y="1526959"/>
                  </a:lnTo>
                  <a:lnTo>
                    <a:pt x="3577958" y="1526959"/>
                  </a:lnTo>
                  <a:lnTo>
                    <a:pt x="3579076" y="1526489"/>
                  </a:lnTo>
                  <a:lnTo>
                    <a:pt x="3580942" y="1524635"/>
                  </a:lnTo>
                  <a:lnTo>
                    <a:pt x="3581400" y="1523504"/>
                  </a:lnTo>
                  <a:lnTo>
                    <a:pt x="3581400" y="1520875"/>
                  </a:lnTo>
                  <a:close/>
                </a:path>
                <a:path w="4057650" h="3044825">
                  <a:moveTo>
                    <a:pt x="3581400" y="762165"/>
                  </a:moveTo>
                  <a:lnTo>
                    <a:pt x="3580942" y="761034"/>
                  </a:lnTo>
                  <a:lnTo>
                    <a:pt x="3579076" y="759180"/>
                  </a:lnTo>
                  <a:lnTo>
                    <a:pt x="3577958" y="758710"/>
                  </a:lnTo>
                  <a:lnTo>
                    <a:pt x="3575329" y="758710"/>
                  </a:lnTo>
                  <a:lnTo>
                    <a:pt x="3574211" y="759180"/>
                  </a:lnTo>
                  <a:lnTo>
                    <a:pt x="3572345" y="761034"/>
                  </a:lnTo>
                  <a:lnTo>
                    <a:pt x="3571875" y="762165"/>
                  </a:lnTo>
                  <a:lnTo>
                    <a:pt x="3571875" y="764794"/>
                  </a:lnTo>
                  <a:lnTo>
                    <a:pt x="3572345" y="765911"/>
                  </a:lnTo>
                  <a:lnTo>
                    <a:pt x="3574211" y="767778"/>
                  </a:lnTo>
                  <a:lnTo>
                    <a:pt x="3575329" y="768235"/>
                  </a:lnTo>
                  <a:lnTo>
                    <a:pt x="3577958" y="768235"/>
                  </a:lnTo>
                  <a:lnTo>
                    <a:pt x="3579076" y="767778"/>
                  </a:lnTo>
                  <a:lnTo>
                    <a:pt x="3580942" y="765911"/>
                  </a:lnTo>
                  <a:lnTo>
                    <a:pt x="3581400" y="764794"/>
                  </a:lnTo>
                  <a:lnTo>
                    <a:pt x="3581400" y="762165"/>
                  </a:lnTo>
                  <a:close/>
                </a:path>
                <a:path w="4057650" h="3044825">
                  <a:moveTo>
                    <a:pt x="3581400" y="3441"/>
                  </a:moveTo>
                  <a:lnTo>
                    <a:pt x="3580942" y="2324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24"/>
                  </a:lnTo>
                  <a:lnTo>
                    <a:pt x="3571875" y="3441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55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55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41"/>
                  </a:lnTo>
                  <a:close/>
                </a:path>
                <a:path w="4057650" h="3044825">
                  <a:moveTo>
                    <a:pt x="3629025" y="3038310"/>
                  </a:moveTo>
                  <a:lnTo>
                    <a:pt x="3628567" y="3037192"/>
                  </a:lnTo>
                  <a:lnTo>
                    <a:pt x="3626701" y="3035325"/>
                  </a:lnTo>
                  <a:lnTo>
                    <a:pt x="3625583" y="3034855"/>
                  </a:lnTo>
                  <a:lnTo>
                    <a:pt x="3622954" y="3034855"/>
                  </a:lnTo>
                  <a:lnTo>
                    <a:pt x="3621836" y="3035325"/>
                  </a:lnTo>
                  <a:lnTo>
                    <a:pt x="3619970" y="3037192"/>
                  </a:lnTo>
                  <a:lnTo>
                    <a:pt x="3619500" y="3038310"/>
                  </a:lnTo>
                  <a:lnTo>
                    <a:pt x="3619500" y="3040938"/>
                  </a:lnTo>
                  <a:lnTo>
                    <a:pt x="3619970" y="3042056"/>
                  </a:lnTo>
                  <a:lnTo>
                    <a:pt x="3621836" y="3043923"/>
                  </a:lnTo>
                  <a:lnTo>
                    <a:pt x="3622954" y="3044380"/>
                  </a:lnTo>
                  <a:lnTo>
                    <a:pt x="3625583" y="3044380"/>
                  </a:lnTo>
                  <a:lnTo>
                    <a:pt x="3626701" y="3043923"/>
                  </a:lnTo>
                  <a:lnTo>
                    <a:pt x="3628567" y="3042056"/>
                  </a:lnTo>
                  <a:lnTo>
                    <a:pt x="3629025" y="3040938"/>
                  </a:lnTo>
                  <a:lnTo>
                    <a:pt x="3629025" y="3038310"/>
                  </a:lnTo>
                  <a:close/>
                </a:path>
                <a:path w="4057650" h="3044825">
                  <a:moveTo>
                    <a:pt x="3629025" y="2279599"/>
                  </a:moveTo>
                  <a:lnTo>
                    <a:pt x="3628567" y="2278469"/>
                  </a:lnTo>
                  <a:lnTo>
                    <a:pt x="3626701" y="2276614"/>
                  </a:lnTo>
                  <a:lnTo>
                    <a:pt x="3625583" y="2276144"/>
                  </a:lnTo>
                  <a:lnTo>
                    <a:pt x="3622954" y="2276144"/>
                  </a:lnTo>
                  <a:lnTo>
                    <a:pt x="3621836" y="2276614"/>
                  </a:lnTo>
                  <a:lnTo>
                    <a:pt x="3619970" y="2278469"/>
                  </a:lnTo>
                  <a:lnTo>
                    <a:pt x="3619500" y="2279599"/>
                  </a:lnTo>
                  <a:lnTo>
                    <a:pt x="3619500" y="2282228"/>
                  </a:lnTo>
                  <a:lnTo>
                    <a:pt x="3619970" y="2283345"/>
                  </a:lnTo>
                  <a:lnTo>
                    <a:pt x="3621836" y="2285200"/>
                  </a:lnTo>
                  <a:lnTo>
                    <a:pt x="3622954" y="2285669"/>
                  </a:lnTo>
                  <a:lnTo>
                    <a:pt x="3625583" y="2285669"/>
                  </a:lnTo>
                  <a:lnTo>
                    <a:pt x="3626701" y="2285200"/>
                  </a:lnTo>
                  <a:lnTo>
                    <a:pt x="3628567" y="2283345"/>
                  </a:lnTo>
                  <a:lnTo>
                    <a:pt x="3629025" y="2282228"/>
                  </a:lnTo>
                  <a:lnTo>
                    <a:pt x="3629025" y="2279599"/>
                  </a:lnTo>
                  <a:close/>
                </a:path>
                <a:path w="4057650" h="3044825">
                  <a:moveTo>
                    <a:pt x="3629025" y="1520875"/>
                  </a:moveTo>
                  <a:lnTo>
                    <a:pt x="3628567" y="1519758"/>
                  </a:lnTo>
                  <a:lnTo>
                    <a:pt x="3626701" y="1517891"/>
                  </a:lnTo>
                  <a:lnTo>
                    <a:pt x="3625583" y="1517434"/>
                  </a:lnTo>
                  <a:lnTo>
                    <a:pt x="3622954" y="1517434"/>
                  </a:lnTo>
                  <a:lnTo>
                    <a:pt x="3621836" y="1517891"/>
                  </a:lnTo>
                  <a:lnTo>
                    <a:pt x="3619970" y="1519758"/>
                  </a:lnTo>
                  <a:lnTo>
                    <a:pt x="3619500" y="1520875"/>
                  </a:lnTo>
                  <a:lnTo>
                    <a:pt x="3619500" y="1523504"/>
                  </a:lnTo>
                  <a:lnTo>
                    <a:pt x="3619970" y="1524635"/>
                  </a:lnTo>
                  <a:lnTo>
                    <a:pt x="3621836" y="1526489"/>
                  </a:lnTo>
                  <a:lnTo>
                    <a:pt x="3622954" y="1526959"/>
                  </a:lnTo>
                  <a:lnTo>
                    <a:pt x="3625583" y="1526959"/>
                  </a:lnTo>
                  <a:lnTo>
                    <a:pt x="3626701" y="1526489"/>
                  </a:lnTo>
                  <a:lnTo>
                    <a:pt x="3628567" y="1524635"/>
                  </a:lnTo>
                  <a:lnTo>
                    <a:pt x="3629025" y="1523504"/>
                  </a:lnTo>
                  <a:lnTo>
                    <a:pt x="3629025" y="1520875"/>
                  </a:lnTo>
                  <a:close/>
                </a:path>
                <a:path w="4057650" h="3044825">
                  <a:moveTo>
                    <a:pt x="3629025" y="762165"/>
                  </a:moveTo>
                  <a:lnTo>
                    <a:pt x="3628567" y="761034"/>
                  </a:lnTo>
                  <a:lnTo>
                    <a:pt x="3626701" y="759180"/>
                  </a:lnTo>
                  <a:lnTo>
                    <a:pt x="3625583" y="758710"/>
                  </a:lnTo>
                  <a:lnTo>
                    <a:pt x="3622954" y="758710"/>
                  </a:lnTo>
                  <a:lnTo>
                    <a:pt x="3621836" y="759180"/>
                  </a:lnTo>
                  <a:lnTo>
                    <a:pt x="3619970" y="761034"/>
                  </a:lnTo>
                  <a:lnTo>
                    <a:pt x="3619500" y="762165"/>
                  </a:lnTo>
                  <a:lnTo>
                    <a:pt x="3619500" y="764794"/>
                  </a:lnTo>
                  <a:lnTo>
                    <a:pt x="3619970" y="765911"/>
                  </a:lnTo>
                  <a:lnTo>
                    <a:pt x="3621836" y="767778"/>
                  </a:lnTo>
                  <a:lnTo>
                    <a:pt x="3622954" y="768235"/>
                  </a:lnTo>
                  <a:lnTo>
                    <a:pt x="3625583" y="768235"/>
                  </a:lnTo>
                  <a:lnTo>
                    <a:pt x="3626701" y="767778"/>
                  </a:lnTo>
                  <a:lnTo>
                    <a:pt x="3628567" y="765911"/>
                  </a:lnTo>
                  <a:lnTo>
                    <a:pt x="3629025" y="764794"/>
                  </a:lnTo>
                  <a:lnTo>
                    <a:pt x="3629025" y="762165"/>
                  </a:lnTo>
                  <a:close/>
                </a:path>
                <a:path w="4057650" h="3044825">
                  <a:moveTo>
                    <a:pt x="3629025" y="3441"/>
                  </a:moveTo>
                  <a:lnTo>
                    <a:pt x="3628567" y="2324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24"/>
                  </a:lnTo>
                  <a:lnTo>
                    <a:pt x="3619500" y="3441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55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55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41"/>
                  </a:lnTo>
                  <a:close/>
                </a:path>
                <a:path w="4057650" h="3044825">
                  <a:moveTo>
                    <a:pt x="3676650" y="3038310"/>
                  </a:moveTo>
                  <a:lnTo>
                    <a:pt x="3676192" y="3037192"/>
                  </a:lnTo>
                  <a:lnTo>
                    <a:pt x="3674326" y="3035325"/>
                  </a:lnTo>
                  <a:lnTo>
                    <a:pt x="3673208" y="3034855"/>
                  </a:lnTo>
                  <a:lnTo>
                    <a:pt x="3670579" y="3034855"/>
                  </a:lnTo>
                  <a:lnTo>
                    <a:pt x="3669461" y="3035325"/>
                  </a:lnTo>
                  <a:lnTo>
                    <a:pt x="3667595" y="3037192"/>
                  </a:lnTo>
                  <a:lnTo>
                    <a:pt x="3667125" y="3038310"/>
                  </a:lnTo>
                  <a:lnTo>
                    <a:pt x="3667125" y="3040938"/>
                  </a:lnTo>
                  <a:lnTo>
                    <a:pt x="3667595" y="3042056"/>
                  </a:lnTo>
                  <a:lnTo>
                    <a:pt x="3669461" y="3043923"/>
                  </a:lnTo>
                  <a:lnTo>
                    <a:pt x="3670579" y="3044380"/>
                  </a:lnTo>
                  <a:lnTo>
                    <a:pt x="3673208" y="3044380"/>
                  </a:lnTo>
                  <a:lnTo>
                    <a:pt x="3674326" y="3043923"/>
                  </a:lnTo>
                  <a:lnTo>
                    <a:pt x="3676192" y="3042056"/>
                  </a:lnTo>
                  <a:lnTo>
                    <a:pt x="3676650" y="3040938"/>
                  </a:lnTo>
                  <a:lnTo>
                    <a:pt x="3676650" y="3038310"/>
                  </a:lnTo>
                  <a:close/>
                </a:path>
                <a:path w="4057650" h="3044825">
                  <a:moveTo>
                    <a:pt x="3676650" y="2279599"/>
                  </a:moveTo>
                  <a:lnTo>
                    <a:pt x="3676192" y="2278469"/>
                  </a:lnTo>
                  <a:lnTo>
                    <a:pt x="3674326" y="2276614"/>
                  </a:lnTo>
                  <a:lnTo>
                    <a:pt x="3673208" y="2276144"/>
                  </a:lnTo>
                  <a:lnTo>
                    <a:pt x="3670579" y="2276144"/>
                  </a:lnTo>
                  <a:lnTo>
                    <a:pt x="3669461" y="2276614"/>
                  </a:lnTo>
                  <a:lnTo>
                    <a:pt x="3667595" y="2278469"/>
                  </a:lnTo>
                  <a:lnTo>
                    <a:pt x="3667125" y="2279599"/>
                  </a:lnTo>
                  <a:lnTo>
                    <a:pt x="3667125" y="2282228"/>
                  </a:lnTo>
                  <a:lnTo>
                    <a:pt x="3667595" y="2283345"/>
                  </a:lnTo>
                  <a:lnTo>
                    <a:pt x="3669461" y="2285200"/>
                  </a:lnTo>
                  <a:lnTo>
                    <a:pt x="3670579" y="2285669"/>
                  </a:lnTo>
                  <a:lnTo>
                    <a:pt x="3673208" y="2285669"/>
                  </a:lnTo>
                  <a:lnTo>
                    <a:pt x="3674326" y="2285200"/>
                  </a:lnTo>
                  <a:lnTo>
                    <a:pt x="3676192" y="2283345"/>
                  </a:lnTo>
                  <a:lnTo>
                    <a:pt x="3676650" y="2282228"/>
                  </a:lnTo>
                  <a:lnTo>
                    <a:pt x="3676650" y="2279599"/>
                  </a:lnTo>
                  <a:close/>
                </a:path>
                <a:path w="4057650" h="3044825">
                  <a:moveTo>
                    <a:pt x="3676650" y="1520875"/>
                  </a:moveTo>
                  <a:lnTo>
                    <a:pt x="3676192" y="1519758"/>
                  </a:lnTo>
                  <a:lnTo>
                    <a:pt x="3674326" y="1517891"/>
                  </a:lnTo>
                  <a:lnTo>
                    <a:pt x="3673208" y="1517434"/>
                  </a:lnTo>
                  <a:lnTo>
                    <a:pt x="3670579" y="1517434"/>
                  </a:lnTo>
                  <a:lnTo>
                    <a:pt x="3669461" y="1517891"/>
                  </a:lnTo>
                  <a:lnTo>
                    <a:pt x="3667595" y="1519758"/>
                  </a:lnTo>
                  <a:lnTo>
                    <a:pt x="3667125" y="1520875"/>
                  </a:lnTo>
                  <a:lnTo>
                    <a:pt x="3667125" y="1523504"/>
                  </a:lnTo>
                  <a:lnTo>
                    <a:pt x="3667595" y="1524635"/>
                  </a:lnTo>
                  <a:lnTo>
                    <a:pt x="3669461" y="1526489"/>
                  </a:lnTo>
                  <a:lnTo>
                    <a:pt x="3670579" y="1526959"/>
                  </a:lnTo>
                  <a:lnTo>
                    <a:pt x="3673208" y="1526959"/>
                  </a:lnTo>
                  <a:lnTo>
                    <a:pt x="3674326" y="1526489"/>
                  </a:lnTo>
                  <a:lnTo>
                    <a:pt x="3676192" y="1524635"/>
                  </a:lnTo>
                  <a:lnTo>
                    <a:pt x="3676650" y="1523504"/>
                  </a:lnTo>
                  <a:lnTo>
                    <a:pt x="3676650" y="1520875"/>
                  </a:lnTo>
                  <a:close/>
                </a:path>
                <a:path w="4057650" h="3044825">
                  <a:moveTo>
                    <a:pt x="3676650" y="762165"/>
                  </a:moveTo>
                  <a:lnTo>
                    <a:pt x="3676192" y="761034"/>
                  </a:lnTo>
                  <a:lnTo>
                    <a:pt x="3674326" y="759180"/>
                  </a:lnTo>
                  <a:lnTo>
                    <a:pt x="3673208" y="758710"/>
                  </a:lnTo>
                  <a:lnTo>
                    <a:pt x="3670579" y="758710"/>
                  </a:lnTo>
                  <a:lnTo>
                    <a:pt x="3669461" y="759180"/>
                  </a:lnTo>
                  <a:lnTo>
                    <a:pt x="3667595" y="761034"/>
                  </a:lnTo>
                  <a:lnTo>
                    <a:pt x="3667125" y="762165"/>
                  </a:lnTo>
                  <a:lnTo>
                    <a:pt x="3667125" y="764794"/>
                  </a:lnTo>
                  <a:lnTo>
                    <a:pt x="3667595" y="765911"/>
                  </a:lnTo>
                  <a:lnTo>
                    <a:pt x="3669461" y="767778"/>
                  </a:lnTo>
                  <a:lnTo>
                    <a:pt x="3670579" y="768235"/>
                  </a:lnTo>
                  <a:lnTo>
                    <a:pt x="3673208" y="768235"/>
                  </a:lnTo>
                  <a:lnTo>
                    <a:pt x="3674326" y="767778"/>
                  </a:lnTo>
                  <a:lnTo>
                    <a:pt x="3676192" y="765911"/>
                  </a:lnTo>
                  <a:lnTo>
                    <a:pt x="3676650" y="764794"/>
                  </a:lnTo>
                  <a:lnTo>
                    <a:pt x="3676650" y="762165"/>
                  </a:lnTo>
                  <a:close/>
                </a:path>
                <a:path w="4057650" h="3044825">
                  <a:moveTo>
                    <a:pt x="3676650" y="3441"/>
                  </a:moveTo>
                  <a:lnTo>
                    <a:pt x="3676192" y="2324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24"/>
                  </a:lnTo>
                  <a:lnTo>
                    <a:pt x="3667125" y="3441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55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55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41"/>
                  </a:lnTo>
                  <a:close/>
                </a:path>
                <a:path w="4057650" h="3044825">
                  <a:moveTo>
                    <a:pt x="3724275" y="3038310"/>
                  </a:moveTo>
                  <a:lnTo>
                    <a:pt x="3723817" y="3037192"/>
                  </a:lnTo>
                  <a:lnTo>
                    <a:pt x="3721951" y="3035325"/>
                  </a:lnTo>
                  <a:lnTo>
                    <a:pt x="3720833" y="3034855"/>
                  </a:lnTo>
                  <a:lnTo>
                    <a:pt x="3718204" y="3034855"/>
                  </a:lnTo>
                  <a:lnTo>
                    <a:pt x="3717086" y="3035325"/>
                  </a:lnTo>
                  <a:lnTo>
                    <a:pt x="3715220" y="3037192"/>
                  </a:lnTo>
                  <a:lnTo>
                    <a:pt x="3714750" y="3038310"/>
                  </a:lnTo>
                  <a:lnTo>
                    <a:pt x="3714750" y="3040938"/>
                  </a:lnTo>
                  <a:lnTo>
                    <a:pt x="3715220" y="3042056"/>
                  </a:lnTo>
                  <a:lnTo>
                    <a:pt x="3717086" y="3043923"/>
                  </a:lnTo>
                  <a:lnTo>
                    <a:pt x="3718204" y="3044380"/>
                  </a:lnTo>
                  <a:lnTo>
                    <a:pt x="3720833" y="3044380"/>
                  </a:lnTo>
                  <a:lnTo>
                    <a:pt x="3721951" y="3043923"/>
                  </a:lnTo>
                  <a:lnTo>
                    <a:pt x="3723817" y="3042056"/>
                  </a:lnTo>
                  <a:lnTo>
                    <a:pt x="3724275" y="3040938"/>
                  </a:lnTo>
                  <a:lnTo>
                    <a:pt x="3724275" y="3038310"/>
                  </a:lnTo>
                  <a:close/>
                </a:path>
                <a:path w="4057650" h="3044825">
                  <a:moveTo>
                    <a:pt x="3724275" y="2279599"/>
                  </a:moveTo>
                  <a:lnTo>
                    <a:pt x="3723817" y="2278469"/>
                  </a:lnTo>
                  <a:lnTo>
                    <a:pt x="3721951" y="2276614"/>
                  </a:lnTo>
                  <a:lnTo>
                    <a:pt x="3720833" y="2276144"/>
                  </a:lnTo>
                  <a:lnTo>
                    <a:pt x="3718204" y="2276144"/>
                  </a:lnTo>
                  <a:lnTo>
                    <a:pt x="3717086" y="2276614"/>
                  </a:lnTo>
                  <a:lnTo>
                    <a:pt x="3715220" y="2278469"/>
                  </a:lnTo>
                  <a:lnTo>
                    <a:pt x="3714750" y="2279599"/>
                  </a:lnTo>
                  <a:lnTo>
                    <a:pt x="3714750" y="2282228"/>
                  </a:lnTo>
                  <a:lnTo>
                    <a:pt x="3715220" y="2283345"/>
                  </a:lnTo>
                  <a:lnTo>
                    <a:pt x="3717086" y="2285200"/>
                  </a:lnTo>
                  <a:lnTo>
                    <a:pt x="3718204" y="2285669"/>
                  </a:lnTo>
                  <a:lnTo>
                    <a:pt x="3720833" y="2285669"/>
                  </a:lnTo>
                  <a:lnTo>
                    <a:pt x="3721951" y="2285200"/>
                  </a:lnTo>
                  <a:lnTo>
                    <a:pt x="3723817" y="2283345"/>
                  </a:lnTo>
                  <a:lnTo>
                    <a:pt x="3724275" y="2282228"/>
                  </a:lnTo>
                  <a:lnTo>
                    <a:pt x="3724275" y="2279599"/>
                  </a:lnTo>
                  <a:close/>
                </a:path>
                <a:path w="4057650" h="3044825">
                  <a:moveTo>
                    <a:pt x="3724275" y="1520875"/>
                  </a:moveTo>
                  <a:lnTo>
                    <a:pt x="3723817" y="1519758"/>
                  </a:lnTo>
                  <a:lnTo>
                    <a:pt x="3721951" y="1517891"/>
                  </a:lnTo>
                  <a:lnTo>
                    <a:pt x="3720833" y="1517434"/>
                  </a:lnTo>
                  <a:lnTo>
                    <a:pt x="3718204" y="1517434"/>
                  </a:lnTo>
                  <a:lnTo>
                    <a:pt x="3717086" y="1517891"/>
                  </a:lnTo>
                  <a:lnTo>
                    <a:pt x="3715220" y="1519758"/>
                  </a:lnTo>
                  <a:lnTo>
                    <a:pt x="3714750" y="1520875"/>
                  </a:lnTo>
                  <a:lnTo>
                    <a:pt x="3714750" y="1523504"/>
                  </a:lnTo>
                  <a:lnTo>
                    <a:pt x="3715220" y="1524635"/>
                  </a:lnTo>
                  <a:lnTo>
                    <a:pt x="3717086" y="1526489"/>
                  </a:lnTo>
                  <a:lnTo>
                    <a:pt x="3718204" y="1526959"/>
                  </a:lnTo>
                  <a:lnTo>
                    <a:pt x="3720833" y="1526959"/>
                  </a:lnTo>
                  <a:lnTo>
                    <a:pt x="3721951" y="1526489"/>
                  </a:lnTo>
                  <a:lnTo>
                    <a:pt x="3723817" y="1524635"/>
                  </a:lnTo>
                  <a:lnTo>
                    <a:pt x="3724275" y="1523504"/>
                  </a:lnTo>
                  <a:lnTo>
                    <a:pt x="3724275" y="1520875"/>
                  </a:lnTo>
                  <a:close/>
                </a:path>
                <a:path w="4057650" h="3044825">
                  <a:moveTo>
                    <a:pt x="3724275" y="762165"/>
                  </a:moveTo>
                  <a:lnTo>
                    <a:pt x="3723817" y="761034"/>
                  </a:lnTo>
                  <a:lnTo>
                    <a:pt x="3721951" y="759180"/>
                  </a:lnTo>
                  <a:lnTo>
                    <a:pt x="3720833" y="758710"/>
                  </a:lnTo>
                  <a:lnTo>
                    <a:pt x="3718204" y="758710"/>
                  </a:lnTo>
                  <a:lnTo>
                    <a:pt x="3717086" y="759180"/>
                  </a:lnTo>
                  <a:lnTo>
                    <a:pt x="3715220" y="761034"/>
                  </a:lnTo>
                  <a:lnTo>
                    <a:pt x="3714750" y="762165"/>
                  </a:lnTo>
                  <a:lnTo>
                    <a:pt x="3714750" y="764794"/>
                  </a:lnTo>
                  <a:lnTo>
                    <a:pt x="3715220" y="765911"/>
                  </a:lnTo>
                  <a:lnTo>
                    <a:pt x="3717086" y="767778"/>
                  </a:lnTo>
                  <a:lnTo>
                    <a:pt x="3718204" y="768235"/>
                  </a:lnTo>
                  <a:lnTo>
                    <a:pt x="3720833" y="768235"/>
                  </a:lnTo>
                  <a:lnTo>
                    <a:pt x="3721951" y="767778"/>
                  </a:lnTo>
                  <a:lnTo>
                    <a:pt x="3723817" y="765911"/>
                  </a:lnTo>
                  <a:lnTo>
                    <a:pt x="3724275" y="764794"/>
                  </a:lnTo>
                  <a:lnTo>
                    <a:pt x="3724275" y="762165"/>
                  </a:lnTo>
                  <a:close/>
                </a:path>
                <a:path w="4057650" h="3044825">
                  <a:moveTo>
                    <a:pt x="3724275" y="3441"/>
                  </a:moveTo>
                  <a:lnTo>
                    <a:pt x="3723817" y="2324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24"/>
                  </a:lnTo>
                  <a:lnTo>
                    <a:pt x="3714750" y="3441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55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55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41"/>
                  </a:lnTo>
                  <a:close/>
                </a:path>
                <a:path w="4057650" h="3044825">
                  <a:moveTo>
                    <a:pt x="3771900" y="3038310"/>
                  </a:moveTo>
                  <a:lnTo>
                    <a:pt x="3771442" y="3037192"/>
                  </a:lnTo>
                  <a:lnTo>
                    <a:pt x="3769576" y="3035325"/>
                  </a:lnTo>
                  <a:lnTo>
                    <a:pt x="3768458" y="3034855"/>
                  </a:lnTo>
                  <a:lnTo>
                    <a:pt x="3765829" y="3034855"/>
                  </a:lnTo>
                  <a:lnTo>
                    <a:pt x="3764711" y="3035325"/>
                  </a:lnTo>
                  <a:lnTo>
                    <a:pt x="3762845" y="3037192"/>
                  </a:lnTo>
                  <a:lnTo>
                    <a:pt x="3762375" y="3038310"/>
                  </a:lnTo>
                  <a:lnTo>
                    <a:pt x="3762375" y="3040938"/>
                  </a:lnTo>
                  <a:lnTo>
                    <a:pt x="3762845" y="3042056"/>
                  </a:lnTo>
                  <a:lnTo>
                    <a:pt x="3764711" y="3043923"/>
                  </a:lnTo>
                  <a:lnTo>
                    <a:pt x="3765829" y="3044380"/>
                  </a:lnTo>
                  <a:lnTo>
                    <a:pt x="3768458" y="3044380"/>
                  </a:lnTo>
                  <a:lnTo>
                    <a:pt x="3769576" y="3043923"/>
                  </a:lnTo>
                  <a:lnTo>
                    <a:pt x="3771442" y="3042056"/>
                  </a:lnTo>
                  <a:lnTo>
                    <a:pt x="3771900" y="3040938"/>
                  </a:lnTo>
                  <a:lnTo>
                    <a:pt x="3771900" y="3038310"/>
                  </a:lnTo>
                  <a:close/>
                </a:path>
                <a:path w="4057650" h="3044825">
                  <a:moveTo>
                    <a:pt x="3771900" y="2279599"/>
                  </a:moveTo>
                  <a:lnTo>
                    <a:pt x="3771442" y="2278469"/>
                  </a:lnTo>
                  <a:lnTo>
                    <a:pt x="3769576" y="2276614"/>
                  </a:lnTo>
                  <a:lnTo>
                    <a:pt x="3768458" y="2276144"/>
                  </a:lnTo>
                  <a:lnTo>
                    <a:pt x="3765829" y="2276144"/>
                  </a:lnTo>
                  <a:lnTo>
                    <a:pt x="3764711" y="2276614"/>
                  </a:lnTo>
                  <a:lnTo>
                    <a:pt x="3762845" y="2278469"/>
                  </a:lnTo>
                  <a:lnTo>
                    <a:pt x="3762375" y="2279599"/>
                  </a:lnTo>
                  <a:lnTo>
                    <a:pt x="3762375" y="2282228"/>
                  </a:lnTo>
                  <a:lnTo>
                    <a:pt x="3762845" y="2283345"/>
                  </a:lnTo>
                  <a:lnTo>
                    <a:pt x="3764711" y="2285200"/>
                  </a:lnTo>
                  <a:lnTo>
                    <a:pt x="3765829" y="2285669"/>
                  </a:lnTo>
                  <a:lnTo>
                    <a:pt x="3768458" y="2285669"/>
                  </a:lnTo>
                  <a:lnTo>
                    <a:pt x="3769576" y="2285200"/>
                  </a:lnTo>
                  <a:lnTo>
                    <a:pt x="3771442" y="2283345"/>
                  </a:lnTo>
                  <a:lnTo>
                    <a:pt x="3771900" y="2282228"/>
                  </a:lnTo>
                  <a:lnTo>
                    <a:pt x="3771900" y="2279599"/>
                  </a:lnTo>
                  <a:close/>
                </a:path>
                <a:path w="4057650" h="3044825">
                  <a:moveTo>
                    <a:pt x="3771900" y="1520875"/>
                  </a:moveTo>
                  <a:lnTo>
                    <a:pt x="3771442" y="1519758"/>
                  </a:lnTo>
                  <a:lnTo>
                    <a:pt x="3769576" y="1517891"/>
                  </a:lnTo>
                  <a:lnTo>
                    <a:pt x="3768458" y="1517434"/>
                  </a:lnTo>
                  <a:lnTo>
                    <a:pt x="3765829" y="1517434"/>
                  </a:lnTo>
                  <a:lnTo>
                    <a:pt x="3764711" y="1517891"/>
                  </a:lnTo>
                  <a:lnTo>
                    <a:pt x="3762845" y="1519758"/>
                  </a:lnTo>
                  <a:lnTo>
                    <a:pt x="3762375" y="1520875"/>
                  </a:lnTo>
                  <a:lnTo>
                    <a:pt x="3762375" y="1523504"/>
                  </a:lnTo>
                  <a:lnTo>
                    <a:pt x="3762845" y="1524635"/>
                  </a:lnTo>
                  <a:lnTo>
                    <a:pt x="3764711" y="1526489"/>
                  </a:lnTo>
                  <a:lnTo>
                    <a:pt x="3765829" y="1526959"/>
                  </a:lnTo>
                  <a:lnTo>
                    <a:pt x="3768458" y="1526959"/>
                  </a:lnTo>
                  <a:lnTo>
                    <a:pt x="3769576" y="1526489"/>
                  </a:lnTo>
                  <a:lnTo>
                    <a:pt x="3771442" y="1524635"/>
                  </a:lnTo>
                  <a:lnTo>
                    <a:pt x="3771900" y="1523504"/>
                  </a:lnTo>
                  <a:lnTo>
                    <a:pt x="3771900" y="1520875"/>
                  </a:lnTo>
                  <a:close/>
                </a:path>
                <a:path w="4057650" h="3044825">
                  <a:moveTo>
                    <a:pt x="3771900" y="762165"/>
                  </a:moveTo>
                  <a:lnTo>
                    <a:pt x="3771442" y="761034"/>
                  </a:lnTo>
                  <a:lnTo>
                    <a:pt x="3769576" y="759180"/>
                  </a:lnTo>
                  <a:lnTo>
                    <a:pt x="3768458" y="758710"/>
                  </a:lnTo>
                  <a:lnTo>
                    <a:pt x="3765829" y="758710"/>
                  </a:lnTo>
                  <a:lnTo>
                    <a:pt x="3764711" y="759180"/>
                  </a:lnTo>
                  <a:lnTo>
                    <a:pt x="3762845" y="761034"/>
                  </a:lnTo>
                  <a:lnTo>
                    <a:pt x="3762375" y="762165"/>
                  </a:lnTo>
                  <a:lnTo>
                    <a:pt x="3762375" y="764794"/>
                  </a:lnTo>
                  <a:lnTo>
                    <a:pt x="3762845" y="765911"/>
                  </a:lnTo>
                  <a:lnTo>
                    <a:pt x="3764711" y="767778"/>
                  </a:lnTo>
                  <a:lnTo>
                    <a:pt x="3765829" y="768235"/>
                  </a:lnTo>
                  <a:lnTo>
                    <a:pt x="3768458" y="768235"/>
                  </a:lnTo>
                  <a:lnTo>
                    <a:pt x="3769576" y="767778"/>
                  </a:lnTo>
                  <a:lnTo>
                    <a:pt x="3771442" y="765911"/>
                  </a:lnTo>
                  <a:lnTo>
                    <a:pt x="3771900" y="764794"/>
                  </a:lnTo>
                  <a:lnTo>
                    <a:pt x="3771900" y="762165"/>
                  </a:lnTo>
                  <a:close/>
                </a:path>
                <a:path w="4057650" h="3044825">
                  <a:moveTo>
                    <a:pt x="3771900" y="3441"/>
                  </a:moveTo>
                  <a:lnTo>
                    <a:pt x="3771442" y="2324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24"/>
                  </a:lnTo>
                  <a:lnTo>
                    <a:pt x="3762375" y="3441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55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55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41"/>
                  </a:lnTo>
                  <a:close/>
                </a:path>
                <a:path w="4057650" h="3044825">
                  <a:moveTo>
                    <a:pt x="3819525" y="3038310"/>
                  </a:moveTo>
                  <a:lnTo>
                    <a:pt x="3819067" y="3037192"/>
                  </a:lnTo>
                  <a:lnTo>
                    <a:pt x="3817201" y="3035325"/>
                  </a:lnTo>
                  <a:lnTo>
                    <a:pt x="3816083" y="3034855"/>
                  </a:lnTo>
                  <a:lnTo>
                    <a:pt x="3813454" y="3034855"/>
                  </a:lnTo>
                  <a:lnTo>
                    <a:pt x="3812336" y="3035325"/>
                  </a:lnTo>
                  <a:lnTo>
                    <a:pt x="3810470" y="3037192"/>
                  </a:lnTo>
                  <a:lnTo>
                    <a:pt x="3810000" y="3038310"/>
                  </a:lnTo>
                  <a:lnTo>
                    <a:pt x="3810000" y="3040938"/>
                  </a:lnTo>
                  <a:lnTo>
                    <a:pt x="3810470" y="3042056"/>
                  </a:lnTo>
                  <a:lnTo>
                    <a:pt x="3812336" y="3043923"/>
                  </a:lnTo>
                  <a:lnTo>
                    <a:pt x="3813454" y="3044380"/>
                  </a:lnTo>
                  <a:lnTo>
                    <a:pt x="3816083" y="3044380"/>
                  </a:lnTo>
                  <a:lnTo>
                    <a:pt x="3817201" y="3043923"/>
                  </a:lnTo>
                  <a:lnTo>
                    <a:pt x="3819067" y="3042056"/>
                  </a:lnTo>
                  <a:lnTo>
                    <a:pt x="3819525" y="3040938"/>
                  </a:lnTo>
                  <a:lnTo>
                    <a:pt x="3819525" y="3038310"/>
                  </a:lnTo>
                  <a:close/>
                </a:path>
                <a:path w="4057650" h="3044825">
                  <a:moveTo>
                    <a:pt x="3819525" y="2279599"/>
                  </a:moveTo>
                  <a:lnTo>
                    <a:pt x="3819067" y="2278469"/>
                  </a:lnTo>
                  <a:lnTo>
                    <a:pt x="3817201" y="2276614"/>
                  </a:lnTo>
                  <a:lnTo>
                    <a:pt x="3816083" y="2276144"/>
                  </a:lnTo>
                  <a:lnTo>
                    <a:pt x="3813454" y="2276144"/>
                  </a:lnTo>
                  <a:lnTo>
                    <a:pt x="3812336" y="2276614"/>
                  </a:lnTo>
                  <a:lnTo>
                    <a:pt x="3810470" y="2278469"/>
                  </a:lnTo>
                  <a:lnTo>
                    <a:pt x="3810000" y="2279599"/>
                  </a:lnTo>
                  <a:lnTo>
                    <a:pt x="3810000" y="2282228"/>
                  </a:lnTo>
                  <a:lnTo>
                    <a:pt x="3810470" y="2283345"/>
                  </a:lnTo>
                  <a:lnTo>
                    <a:pt x="3812336" y="2285200"/>
                  </a:lnTo>
                  <a:lnTo>
                    <a:pt x="3813454" y="2285669"/>
                  </a:lnTo>
                  <a:lnTo>
                    <a:pt x="3816083" y="2285669"/>
                  </a:lnTo>
                  <a:lnTo>
                    <a:pt x="3817201" y="2285200"/>
                  </a:lnTo>
                  <a:lnTo>
                    <a:pt x="3819067" y="2283345"/>
                  </a:lnTo>
                  <a:lnTo>
                    <a:pt x="3819525" y="2282228"/>
                  </a:lnTo>
                  <a:lnTo>
                    <a:pt x="3819525" y="2279599"/>
                  </a:lnTo>
                  <a:close/>
                </a:path>
                <a:path w="4057650" h="3044825">
                  <a:moveTo>
                    <a:pt x="3819525" y="1520875"/>
                  </a:moveTo>
                  <a:lnTo>
                    <a:pt x="3819067" y="1519758"/>
                  </a:lnTo>
                  <a:lnTo>
                    <a:pt x="3817201" y="1517891"/>
                  </a:lnTo>
                  <a:lnTo>
                    <a:pt x="3816083" y="1517434"/>
                  </a:lnTo>
                  <a:lnTo>
                    <a:pt x="3813454" y="1517434"/>
                  </a:lnTo>
                  <a:lnTo>
                    <a:pt x="3812336" y="1517891"/>
                  </a:lnTo>
                  <a:lnTo>
                    <a:pt x="3810470" y="1519758"/>
                  </a:lnTo>
                  <a:lnTo>
                    <a:pt x="3810000" y="1520875"/>
                  </a:lnTo>
                  <a:lnTo>
                    <a:pt x="3810000" y="1523504"/>
                  </a:lnTo>
                  <a:lnTo>
                    <a:pt x="3810470" y="1524635"/>
                  </a:lnTo>
                  <a:lnTo>
                    <a:pt x="3812336" y="1526489"/>
                  </a:lnTo>
                  <a:lnTo>
                    <a:pt x="3813454" y="1526959"/>
                  </a:lnTo>
                  <a:lnTo>
                    <a:pt x="3816083" y="1526959"/>
                  </a:lnTo>
                  <a:lnTo>
                    <a:pt x="3817201" y="1526489"/>
                  </a:lnTo>
                  <a:lnTo>
                    <a:pt x="3819067" y="1524635"/>
                  </a:lnTo>
                  <a:lnTo>
                    <a:pt x="3819525" y="1523504"/>
                  </a:lnTo>
                  <a:lnTo>
                    <a:pt x="3819525" y="1520875"/>
                  </a:lnTo>
                  <a:close/>
                </a:path>
                <a:path w="4057650" h="3044825">
                  <a:moveTo>
                    <a:pt x="3819525" y="762165"/>
                  </a:moveTo>
                  <a:lnTo>
                    <a:pt x="3819067" y="761034"/>
                  </a:lnTo>
                  <a:lnTo>
                    <a:pt x="3817201" y="759180"/>
                  </a:lnTo>
                  <a:lnTo>
                    <a:pt x="3816083" y="758710"/>
                  </a:lnTo>
                  <a:lnTo>
                    <a:pt x="3813454" y="758710"/>
                  </a:lnTo>
                  <a:lnTo>
                    <a:pt x="3812336" y="759180"/>
                  </a:lnTo>
                  <a:lnTo>
                    <a:pt x="3810470" y="761034"/>
                  </a:lnTo>
                  <a:lnTo>
                    <a:pt x="3810000" y="762165"/>
                  </a:lnTo>
                  <a:lnTo>
                    <a:pt x="3810000" y="764794"/>
                  </a:lnTo>
                  <a:lnTo>
                    <a:pt x="3810470" y="765911"/>
                  </a:lnTo>
                  <a:lnTo>
                    <a:pt x="3812336" y="767778"/>
                  </a:lnTo>
                  <a:lnTo>
                    <a:pt x="3813454" y="768235"/>
                  </a:lnTo>
                  <a:lnTo>
                    <a:pt x="3816083" y="768235"/>
                  </a:lnTo>
                  <a:lnTo>
                    <a:pt x="3817201" y="767778"/>
                  </a:lnTo>
                  <a:lnTo>
                    <a:pt x="3819067" y="765911"/>
                  </a:lnTo>
                  <a:lnTo>
                    <a:pt x="3819525" y="764794"/>
                  </a:lnTo>
                  <a:lnTo>
                    <a:pt x="3819525" y="762165"/>
                  </a:lnTo>
                  <a:close/>
                </a:path>
                <a:path w="4057650" h="3044825">
                  <a:moveTo>
                    <a:pt x="3819525" y="3441"/>
                  </a:moveTo>
                  <a:lnTo>
                    <a:pt x="3819067" y="2324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24"/>
                  </a:lnTo>
                  <a:lnTo>
                    <a:pt x="3810000" y="3441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55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55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41"/>
                  </a:lnTo>
                  <a:close/>
                </a:path>
                <a:path w="4057650" h="3044825">
                  <a:moveTo>
                    <a:pt x="3867150" y="3038310"/>
                  </a:moveTo>
                  <a:lnTo>
                    <a:pt x="3866692" y="3037192"/>
                  </a:lnTo>
                  <a:lnTo>
                    <a:pt x="3864826" y="3035325"/>
                  </a:lnTo>
                  <a:lnTo>
                    <a:pt x="3863708" y="3034855"/>
                  </a:lnTo>
                  <a:lnTo>
                    <a:pt x="3861079" y="3034855"/>
                  </a:lnTo>
                  <a:lnTo>
                    <a:pt x="3859949" y="3035325"/>
                  </a:lnTo>
                  <a:lnTo>
                    <a:pt x="3858095" y="3037192"/>
                  </a:lnTo>
                  <a:lnTo>
                    <a:pt x="3857625" y="3038310"/>
                  </a:lnTo>
                  <a:lnTo>
                    <a:pt x="3857625" y="3040938"/>
                  </a:lnTo>
                  <a:lnTo>
                    <a:pt x="3858095" y="3042056"/>
                  </a:lnTo>
                  <a:lnTo>
                    <a:pt x="3859949" y="3043923"/>
                  </a:lnTo>
                  <a:lnTo>
                    <a:pt x="3861079" y="3044380"/>
                  </a:lnTo>
                  <a:lnTo>
                    <a:pt x="3863708" y="3044380"/>
                  </a:lnTo>
                  <a:lnTo>
                    <a:pt x="3864826" y="3043923"/>
                  </a:lnTo>
                  <a:lnTo>
                    <a:pt x="3866692" y="3042056"/>
                  </a:lnTo>
                  <a:lnTo>
                    <a:pt x="3867150" y="3040938"/>
                  </a:lnTo>
                  <a:lnTo>
                    <a:pt x="3867150" y="3038310"/>
                  </a:lnTo>
                  <a:close/>
                </a:path>
                <a:path w="4057650" h="3044825">
                  <a:moveTo>
                    <a:pt x="3867150" y="2279599"/>
                  </a:moveTo>
                  <a:lnTo>
                    <a:pt x="3866692" y="2278469"/>
                  </a:lnTo>
                  <a:lnTo>
                    <a:pt x="3864826" y="2276614"/>
                  </a:lnTo>
                  <a:lnTo>
                    <a:pt x="3863708" y="2276144"/>
                  </a:lnTo>
                  <a:lnTo>
                    <a:pt x="3861079" y="2276144"/>
                  </a:lnTo>
                  <a:lnTo>
                    <a:pt x="3859949" y="2276614"/>
                  </a:lnTo>
                  <a:lnTo>
                    <a:pt x="3858095" y="2278469"/>
                  </a:lnTo>
                  <a:lnTo>
                    <a:pt x="3857625" y="2279599"/>
                  </a:lnTo>
                  <a:lnTo>
                    <a:pt x="3857625" y="2282228"/>
                  </a:lnTo>
                  <a:lnTo>
                    <a:pt x="3858095" y="2283345"/>
                  </a:lnTo>
                  <a:lnTo>
                    <a:pt x="3859949" y="2285200"/>
                  </a:lnTo>
                  <a:lnTo>
                    <a:pt x="3861079" y="2285669"/>
                  </a:lnTo>
                  <a:lnTo>
                    <a:pt x="3863708" y="2285669"/>
                  </a:lnTo>
                  <a:lnTo>
                    <a:pt x="3864826" y="2285200"/>
                  </a:lnTo>
                  <a:lnTo>
                    <a:pt x="3866692" y="2283345"/>
                  </a:lnTo>
                  <a:lnTo>
                    <a:pt x="3867150" y="2282228"/>
                  </a:lnTo>
                  <a:lnTo>
                    <a:pt x="3867150" y="2279599"/>
                  </a:lnTo>
                  <a:close/>
                </a:path>
                <a:path w="4057650" h="3044825">
                  <a:moveTo>
                    <a:pt x="3867150" y="1520875"/>
                  </a:moveTo>
                  <a:lnTo>
                    <a:pt x="3866692" y="1519758"/>
                  </a:lnTo>
                  <a:lnTo>
                    <a:pt x="3864826" y="1517891"/>
                  </a:lnTo>
                  <a:lnTo>
                    <a:pt x="3863708" y="1517434"/>
                  </a:lnTo>
                  <a:lnTo>
                    <a:pt x="3861079" y="1517434"/>
                  </a:lnTo>
                  <a:lnTo>
                    <a:pt x="3859949" y="1517891"/>
                  </a:lnTo>
                  <a:lnTo>
                    <a:pt x="3858095" y="1519758"/>
                  </a:lnTo>
                  <a:lnTo>
                    <a:pt x="3857625" y="1520875"/>
                  </a:lnTo>
                  <a:lnTo>
                    <a:pt x="3857625" y="1523504"/>
                  </a:lnTo>
                  <a:lnTo>
                    <a:pt x="3858095" y="1524635"/>
                  </a:lnTo>
                  <a:lnTo>
                    <a:pt x="3859949" y="1526489"/>
                  </a:lnTo>
                  <a:lnTo>
                    <a:pt x="3861079" y="1526959"/>
                  </a:lnTo>
                  <a:lnTo>
                    <a:pt x="3863708" y="1526959"/>
                  </a:lnTo>
                  <a:lnTo>
                    <a:pt x="3864826" y="1526489"/>
                  </a:lnTo>
                  <a:lnTo>
                    <a:pt x="3866692" y="1524635"/>
                  </a:lnTo>
                  <a:lnTo>
                    <a:pt x="3867150" y="1523504"/>
                  </a:lnTo>
                  <a:lnTo>
                    <a:pt x="3867150" y="1520875"/>
                  </a:lnTo>
                  <a:close/>
                </a:path>
                <a:path w="4057650" h="3044825">
                  <a:moveTo>
                    <a:pt x="3867150" y="762165"/>
                  </a:moveTo>
                  <a:lnTo>
                    <a:pt x="3866692" y="761034"/>
                  </a:lnTo>
                  <a:lnTo>
                    <a:pt x="3864826" y="759180"/>
                  </a:lnTo>
                  <a:lnTo>
                    <a:pt x="3863708" y="758710"/>
                  </a:lnTo>
                  <a:lnTo>
                    <a:pt x="3861079" y="758710"/>
                  </a:lnTo>
                  <a:lnTo>
                    <a:pt x="3859949" y="759180"/>
                  </a:lnTo>
                  <a:lnTo>
                    <a:pt x="3858095" y="761034"/>
                  </a:lnTo>
                  <a:lnTo>
                    <a:pt x="3857625" y="762165"/>
                  </a:lnTo>
                  <a:lnTo>
                    <a:pt x="3857625" y="764794"/>
                  </a:lnTo>
                  <a:lnTo>
                    <a:pt x="3858095" y="765911"/>
                  </a:lnTo>
                  <a:lnTo>
                    <a:pt x="3859949" y="767778"/>
                  </a:lnTo>
                  <a:lnTo>
                    <a:pt x="3861079" y="768235"/>
                  </a:lnTo>
                  <a:lnTo>
                    <a:pt x="3863708" y="768235"/>
                  </a:lnTo>
                  <a:lnTo>
                    <a:pt x="3864826" y="767778"/>
                  </a:lnTo>
                  <a:lnTo>
                    <a:pt x="3866692" y="765911"/>
                  </a:lnTo>
                  <a:lnTo>
                    <a:pt x="3867150" y="764794"/>
                  </a:lnTo>
                  <a:lnTo>
                    <a:pt x="3867150" y="762165"/>
                  </a:lnTo>
                  <a:close/>
                </a:path>
                <a:path w="4057650" h="3044825">
                  <a:moveTo>
                    <a:pt x="3867150" y="3441"/>
                  </a:moveTo>
                  <a:lnTo>
                    <a:pt x="3866692" y="2324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24"/>
                  </a:lnTo>
                  <a:lnTo>
                    <a:pt x="3857625" y="3441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55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55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41"/>
                  </a:lnTo>
                  <a:close/>
                </a:path>
                <a:path w="4057650" h="3044825">
                  <a:moveTo>
                    <a:pt x="3914775" y="3038310"/>
                  </a:moveTo>
                  <a:lnTo>
                    <a:pt x="3914317" y="3037192"/>
                  </a:lnTo>
                  <a:lnTo>
                    <a:pt x="3912451" y="3035325"/>
                  </a:lnTo>
                  <a:lnTo>
                    <a:pt x="3911333" y="3034855"/>
                  </a:lnTo>
                  <a:lnTo>
                    <a:pt x="3908704" y="3034855"/>
                  </a:lnTo>
                  <a:lnTo>
                    <a:pt x="3907574" y="3035325"/>
                  </a:lnTo>
                  <a:lnTo>
                    <a:pt x="3905720" y="3037192"/>
                  </a:lnTo>
                  <a:lnTo>
                    <a:pt x="3905250" y="3038310"/>
                  </a:lnTo>
                  <a:lnTo>
                    <a:pt x="3905250" y="3040938"/>
                  </a:lnTo>
                  <a:lnTo>
                    <a:pt x="3905720" y="3042056"/>
                  </a:lnTo>
                  <a:lnTo>
                    <a:pt x="3907574" y="3043923"/>
                  </a:lnTo>
                  <a:lnTo>
                    <a:pt x="3908704" y="3044380"/>
                  </a:lnTo>
                  <a:lnTo>
                    <a:pt x="3911333" y="3044380"/>
                  </a:lnTo>
                  <a:lnTo>
                    <a:pt x="3912451" y="3043923"/>
                  </a:lnTo>
                  <a:lnTo>
                    <a:pt x="3914317" y="3042056"/>
                  </a:lnTo>
                  <a:lnTo>
                    <a:pt x="3914775" y="3040938"/>
                  </a:lnTo>
                  <a:lnTo>
                    <a:pt x="3914775" y="3038310"/>
                  </a:lnTo>
                  <a:close/>
                </a:path>
                <a:path w="4057650" h="3044825">
                  <a:moveTo>
                    <a:pt x="3914775" y="2279599"/>
                  </a:moveTo>
                  <a:lnTo>
                    <a:pt x="3914317" y="2278469"/>
                  </a:lnTo>
                  <a:lnTo>
                    <a:pt x="3912451" y="2276614"/>
                  </a:lnTo>
                  <a:lnTo>
                    <a:pt x="3911333" y="2276144"/>
                  </a:lnTo>
                  <a:lnTo>
                    <a:pt x="3908704" y="2276144"/>
                  </a:lnTo>
                  <a:lnTo>
                    <a:pt x="3907574" y="2276614"/>
                  </a:lnTo>
                  <a:lnTo>
                    <a:pt x="3905720" y="2278469"/>
                  </a:lnTo>
                  <a:lnTo>
                    <a:pt x="3905250" y="2279599"/>
                  </a:lnTo>
                  <a:lnTo>
                    <a:pt x="3905250" y="2282228"/>
                  </a:lnTo>
                  <a:lnTo>
                    <a:pt x="3905720" y="2283345"/>
                  </a:lnTo>
                  <a:lnTo>
                    <a:pt x="3907574" y="2285200"/>
                  </a:lnTo>
                  <a:lnTo>
                    <a:pt x="3908704" y="2285669"/>
                  </a:lnTo>
                  <a:lnTo>
                    <a:pt x="3911333" y="2285669"/>
                  </a:lnTo>
                  <a:lnTo>
                    <a:pt x="3912451" y="2285200"/>
                  </a:lnTo>
                  <a:lnTo>
                    <a:pt x="3914317" y="2283345"/>
                  </a:lnTo>
                  <a:lnTo>
                    <a:pt x="3914775" y="2282228"/>
                  </a:lnTo>
                  <a:lnTo>
                    <a:pt x="3914775" y="2279599"/>
                  </a:lnTo>
                  <a:close/>
                </a:path>
                <a:path w="4057650" h="3044825">
                  <a:moveTo>
                    <a:pt x="3914775" y="1520875"/>
                  </a:moveTo>
                  <a:lnTo>
                    <a:pt x="3914317" y="1519758"/>
                  </a:lnTo>
                  <a:lnTo>
                    <a:pt x="3912451" y="1517891"/>
                  </a:lnTo>
                  <a:lnTo>
                    <a:pt x="3911333" y="1517434"/>
                  </a:lnTo>
                  <a:lnTo>
                    <a:pt x="3908704" y="1517434"/>
                  </a:lnTo>
                  <a:lnTo>
                    <a:pt x="3907574" y="1517891"/>
                  </a:lnTo>
                  <a:lnTo>
                    <a:pt x="3905720" y="1519758"/>
                  </a:lnTo>
                  <a:lnTo>
                    <a:pt x="3905250" y="1520875"/>
                  </a:lnTo>
                  <a:lnTo>
                    <a:pt x="3905250" y="1523504"/>
                  </a:lnTo>
                  <a:lnTo>
                    <a:pt x="3905720" y="1524635"/>
                  </a:lnTo>
                  <a:lnTo>
                    <a:pt x="3907574" y="1526489"/>
                  </a:lnTo>
                  <a:lnTo>
                    <a:pt x="3908704" y="1526959"/>
                  </a:lnTo>
                  <a:lnTo>
                    <a:pt x="3911333" y="1526959"/>
                  </a:lnTo>
                  <a:lnTo>
                    <a:pt x="3912451" y="1526489"/>
                  </a:lnTo>
                  <a:lnTo>
                    <a:pt x="3914317" y="1524635"/>
                  </a:lnTo>
                  <a:lnTo>
                    <a:pt x="3914775" y="1523504"/>
                  </a:lnTo>
                  <a:lnTo>
                    <a:pt x="3914775" y="1520875"/>
                  </a:lnTo>
                  <a:close/>
                </a:path>
                <a:path w="4057650" h="3044825">
                  <a:moveTo>
                    <a:pt x="3914775" y="762165"/>
                  </a:moveTo>
                  <a:lnTo>
                    <a:pt x="3914317" y="761034"/>
                  </a:lnTo>
                  <a:lnTo>
                    <a:pt x="3912451" y="759180"/>
                  </a:lnTo>
                  <a:lnTo>
                    <a:pt x="3911333" y="758710"/>
                  </a:lnTo>
                  <a:lnTo>
                    <a:pt x="3908704" y="758710"/>
                  </a:lnTo>
                  <a:lnTo>
                    <a:pt x="3907574" y="759180"/>
                  </a:lnTo>
                  <a:lnTo>
                    <a:pt x="3905720" y="761034"/>
                  </a:lnTo>
                  <a:lnTo>
                    <a:pt x="3905250" y="762165"/>
                  </a:lnTo>
                  <a:lnTo>
                    <a:pt x="3905250" y="764794"/>
                  </a:lnTo>
                  <a:lnTo>
                    <a:pt x="3905720" y="765911"/>
                  </a:lnTo>
                  <a:lnTo>
                    <a:pt x="3907574" y="767778"/>
                  </a:lnTo>
                  <a:lnTo>
                    <a:pt x="3908704" y="768235"/>
                  </a:lnTo>
                  <a:lnTo>
                    <a:pt x="3911333" y="768235"/>
                  </a:lnTo>
                  <a:lnTo>
                    <a:pt x="3912451" y="767778"/>
                  </a:lnTo>
                  <a:lnTo>
                    <a:pt x="3914317" y="765911"/>
                  </a:lnTo>
                  <a:lnTo>
                    <a:pt x="3914775" y="764794"/>
                  </a:lnTo>
                  <a:lnTo>
                    <a:pt x="3914775" y="762165"/>
                  </a:lnTo>
                  <a:close/>
                </a:path>
                <a:path w="4057650" h="3044825">
                  <a:moveTo>
                    <a:pt x="3914775" y="3441"/>
                  </a:moveTo>
                  <a:lnTo>
                    <a:pt x="3914317" y="2324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24"/>
                  </a:lnTo>
                  <a:lnTo>
                    <a:pt x="3905250" y="3441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55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55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41"/>
                  </a:lnTo>
                  <a:close/>
                </a:path>
                <a:path w="4057650" h="3044825">
                  <a:moveTo>
                    <a:pt x="3962400" y="3038310"/>
                  </a:moveTo>
                  <a:lnTo>
                    <a:pt x="3961942" y="3037192"/>
                  </a:lnTo>
                  <a:lnTo>
                    <a:pt x="3960076" y="3035325"/>
                  </a:lnTo>
                  <a:lnTo>
                    <a:pt x="3958958" y="3034855"/>
                  </a:lnTo>
                  <a:lnTo>
                    <a:pt x="3956329" y="3034855"/>
                  </a:lnTo>
                  <a:lnTo>
                    <a:pt x="3955211" y="3035325"/>
                  </a:lnTo>
                  <a:lnTo>
                    <a:pt x="3953345" y="3037192"/>
                  </a:lnTo>
                  <a:lnTo>
                    <a:pt x="3952875" y="3038310"/>
                  </a:lnTo>
                  <a:lnTo>
                    <a:pt x="3952875" y="3040938"/>
                  </a:lnTo>
                  <a:lnTo>
                    <a:pt x="3953345" y="3042056"/>
                  </a:lnTo>
                  <a:lnTo>
                    <a:pt x="3955211" y="3043923"/>
                  </a:lnTo>
                  <a:lnTo>
                    <a:pt x="3956329" y="3044380"/>
                  </a:lnTo>
                  <a:lnTo>
                    <a:pt x="3958958" y="3044380"/>
                  </a:lnTo>
                  <a:lnTo>
                    <a:pt x="3960076" y="3043923"/>
                  </a:lnTo>
                  <a:lnTo>
                    <a:pt x="3961942" y="3042056"/>
                  </a:lnTo>
                  <a:lnTo>
                    <a:pt x="3962400" y="3040938"/>
                  </a:lnTo>
                  <a:lnTo>
                    <a:pt x="3962400" y="3038310"/>
                  </a:lnTo>
                  <a:close/>
                </a:path>
                <a:path w="4057650" h="3044825">
                  <a:moveTo>
                    <a:pt x="3962400" y="2279599"/>
                  </a:moveTo>
                  <a:lnTo>
                    <a:pt x="3961942" y="2278469"/>
                  </a:lnTo>
                  <a:lnTo>
                    <a:pt x="3960076" y="2276614"/>
                  </a:lnTo>
                  <a:lnTo>
                    <a:pt x="3958958" y="2276144"/>
                  </a:lnTo>
                  <a:lnTo>
                    <a:pt x="3956329" y="2276144"/>
                  </a:lnTo>
                  <a:lnTo>
                    <a:pt x="3955211" y="2276614"/>
                  </a:lnTo>
                  <a:lnTo>
                    <a:pt x="3953345" y="2278469"/>
                  </a:lnTo>
                  <a:lnTo>
                    <a:pt x="3952875" y="2279599"/>
                  </a:lnTo>
                  <a:lnTo>
                    <a:pt x="3952875" y="2282228"/>
                  </a:lnTo>
                  <a:lnTo>
                    <a:pt x="3953345" y="2283345"/>
                  </a:lnTo>
                  <a:lnTo>
                    <a:pt x="3955211" y="2285200"/>
                  </a:lnTo>
                  <a:lnTo>
                    <a:pt x="3956329" y="2285669"/>
                  </a:lnTo>
                  <a:lnTo>
                    <a:pt x="3958958" y="2285669"/>
                  </a:lnTo>
                  <a:lnTo>
                    <a:pt x="3960076" y="2285200"/>
                  </a:lnTo>
                  <a:lnTo>
                    <a:pt x="3961942" y="2283345"/>
                  </a:lnTo>
                  <a:lnTo>
                    <a:pt x="3962400" y="2282228"/>
                  </a:lnTo>
                  <a:lnTo>
                    <a:pt x="3962400" y="2279599"/>
                  </a:lnTo>
                  <a:close/>
                </a:path>
                <a:path w="4057650" h="3044825">
                  <a:moveTo>
                    <a:pt x="3962400" y="1520875"/>
                  </a:moveTo>
                  <a:lnTo>
                    <a:pt x="3961942" y="1519758"/>
                  </a:lnTo>
                  <a:lnTo>
                    <a:pt x="3960076" y="1517891"/>
                  </a:lnTo>
                  <a:lnTo>
                    <a:pt x="3958958" y="1517434"/>
                  </a:lnTo>
                  <a:lnTo>
                    <a:pt x="3956329" y="1517434"/>
                  </a:lnTo>
                  <a:lnTo>
                    <a:pt x="3955211" y="1517891"/>
                  </a:lnTo>
                  <a:lnTo>
                    <a:pt x="3953345" y="1519758"/>
                  </a:lnTo>
                  <a:lnTo>
                    <a:pt x="3952875" y="1520875"/>
                  </a:lnTo>
                  <a:lnTo>
                    <a:pt x="3952875" y="1523504"/>
                  </a:lnTo>
                  <a:lnTo>
                    <a:pt x="3953345" y="1524635"/>
                  </a:lnTo>
                  <a:lnTo>
                    <a:pt x="3955211" y="1526489"/>
                  </a:lnTo>
                  <a:lnTo>
                    <a:pt x="3956329" y="1526959"/>
                  </a:lnTo>
                  <a:lnTo>
                    <a:pt x="3958958" y="1526959"/>
                  </a:lnTo>
                  <a:lnTo>
                    <a:pt x="3960076" y="1526489"/>
                  </a:lnTo>
                  <a:lnTo>
                    <a:pt x="3961942" y="1524635"/>
                  </a:lnTo>
                  <a:lnTo>
                    <a:pt x="3962400" y="1523504"/>
                  </a:lnTo>
                  <a:lnTo>
                    <a:pt x="3962400" y="1520875"/>
                  </a:lnTo>
                  <a:close/>
                </a:path>
                <a:path w="4057650" h="3044825">
                  <a:moveTo>
                    <a:pt x="3962400" y="762165"/>
                  </a:moveTo>
                  <a:lnTo>
                    <a:pt x="3961942" y="761034"/>
                  </a:lnTo>
                  <a:lnTo>
                    <a:pt x="3960076" y="759180"/>
                  </a:lnTo>
                  <a:lnTo>
                    <a:pt x="3958958" y="758710"/>
                  </a:lnTo>
                  <a:lnTo>
                    <a:pt x="3956329" y="758710"/>
                  </a:lnTo>
                  <a:lnTo>
                    <a:pt x="3955211" y="759180"/>
                  </a:lnTo>
                  <a:lnTo>
                    <a:pt x="3953345" y="761034"/>
                  </a:lnTo>
                  <a:lnTo>
                    <a:pt x="3952875" y="762165"/>
                  </a:lnTo>
                  <a:lnTo>
                    <a:pt x="3952875" y="764794"/>
                  </a:lnTo>
                  <a:lnTo>
                    <a:pt x="3953345" y="765911"/>
                  </a:lnTo>
                  <a:lnTo>
                    <a:pt x="3955211" y="767778"/>
                  </a:lnTo>
                  <a:lnTo>
                    <a:pt x="3956329" y="768235"/>
                  </a:lnTo>
                  <a:lnTo>
                    <a:pt x="3958958" y="768235"/>
                  </a:lnTo>
                  <a:lnTo>
                    <a:pt x="3960076" y="767778"/>
                  </a:lnTo>
                  <a:lnTo>
                    <a:pt x="3961942" y="765911"/>
                  </a:lnTo>
                  <a:lnTo>
                    <a:pt x="3962400" y="764794"/>
                  </a:lnTo>
                  <a:lnTo>
                    <a:pt x="3962400" y="762165"/>
                  </a:lnTo>
                  <a:close/>
                </a:path>
                <a:path w="4057650" h="3044825">
                  <a:moveTo>
                    <a:pt x="3962400" y="3441"/>
                  </a:moveTo>
                  <a:lnTo>
                    <a:pt x="3961942" y="2324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24"/>
                  </a:lnTo>
                  <a:lnTo>
                    <a:pt x="3952875" y="3441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55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55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41"/>
                  </a:lnTo>
                  <a:close/>
                </a:path>
                <a:path w="4057650" h="3044825">
                  <a:moveTo>
                    <a:pt x="4010025" y="3038310"/>
                  </a:moveTo>
                  <a:lnTo>
                    <a:pt x="4009567" y="3037192"/>
                  </a:lnTo>
                  <a:lnTo>
                    <a:pt x="4007701" y="3035325"/>
                  </a:lnTo>
                  <a:lnTo>
                    <a:pt x="4006583" y="3034855"/>
                  </a:lnTo>
                  <a:lnTo>
                    <a:pt x="4003954" y="3034855"/>
                  </a:lnTo>
                  <a:lnTo>
                    <a:pt x="4002836" y="3035325"/>
                  </a:lnTo>
                  <a:lnTo>
                    <a:pt x="4000970" y="3037192"/>
                  </a:lnTo>
                  <a:lnTo>
                    <a:pt x="4000500" y="3038310"/>
                  </a:lnTo>
                  <a:lnTo>
                    <a:pt x="4000500" y="3040938"/>
                  </a:lnTo>
                  <a:lnTo>
                    <a:pt x="4000970" y="3042056"/>
                  </a:lnTo>
                  <a:lnTo>
                    <a:pt x="4002836" y="3043923"/>
                  </a:lnTo>
                  <a:lnTo>
                    <a:pt x="4003954" y="3044380"/>
                  </a:lnTo>
                  <a:lnTo>
                    <a:pt x="4006583" y="3044380"/>
                  </a:lnTo>
                  <a:lnTo>
                    <a:pt x="4007701" y="3043923"/>
                  </a:lnTo>
                  <a:lnTo>
                    <a:pt x="4009567" y="3042056"/>
                  </a:lnTo>
                  <a:lnTo>
                    <a:pt x="4010025" y="3040938"/>
                  </a:lnTo>
                  <a:lnTo>
                    <a:pt x="4010025" y="3038310"/>
                  </a:lnTo>
                  <a:close/>
                </a:path>
                <a:path w="4057650" h="3044825">
                  <a:moveTo>
                    <a:pt x="4010025" y="2279599"/>
                  </a:moveTo>
                  <a:lnTo>
                    <a:pt x="4009567" y="2278469"/>
                  </a:lnTo>
                  <a:lnTo>
                    <a:pt x="4007701" y="2276614"/>
                  </a:lnTo>
                  <a:lnTo>
                    <a:pt x="4006583" y="2276144"/>
                  </a:lnTo>
                  <a:lnTo>
                    <a:pt x="4003954" y="2276144"/>
                  </a:lnTo>
                  <a:lnTo>
                    <a:pt x="4002836" y="2276614"/>
                  </a:lnTo>
                  <a:lnTo>
                    <a:pt x="4000970" y="2278469"/>
                  </a:lnTo>
                  <a:lnTo>
                    <a:pt x="4000500" y="2279599"/>
                  </a:lnTo>
                  <a:lnTo>
                    <a:pt x="4000500" y="2282228"/>
                  </a:lnTo>
                  <a:lnTo>
                    <a:pt x="4000970" y="2283345"/>
                  </a:lnTo>
                  <a:lnTo>
                    <a:pt x="4002836" y="2285200"/>
                  </a:lnTo>
                  <a:lnTo>
                    <a:pt x="4003954" y="2285669"/>
                  </a:lnTo>
                  <a:lnTo>
                    <a:pt x="4006583" y="2285669"/>
                  </a:lnTo>
                  <a:lnTo>
                    <a:pt x="4007701" y="2285200"/>
                  </a:lnTo>
                  <a:lnTo>
                    <a:pt x="4009567" y="2283345"/>
                  </a:lnTo>
                  <a:lnTo>
                    <a:pt x="4010025" y="2282228"/>
                  </a:lnTo>
                  <a:lnTo>
                    <a:pt x="4010025" y="2279599"/>
                  </a:lnTo>
                  <a:close/>
                </a:path>
                <a:path w="4057650" h="3044825">
                  <a:moveTo>
                    <a:pt x="4010025" y="1520875"/>
                  </a:moveTo>
                  <a:lnTo>
                    <a:pt x="4009567" y="1519758"/>
                  </a:lnTo>
                  <a:lnTo>
                    <a:pt x="4007701" y="1517891"/>
                  </a:lnTo>
                  <a:lnTo>
                    <a:pt x="4006583" y="1517434"/>
                  </a:lnTo>
                  <a:lnTo>
                    <a:pt x="4003954" y="1517434"/>
                  </a:lnTo>
                  <a:lnTo>
                    <a:pt x="4002836" y="1517891"/>
                  </a:lnTo>
                  <a:lnTo>
                    <a:pt x="4000970" y="1519758"/>
                  </a:lnTo>
                  <a:lnTo>
                    <a:pt x="4000500" y="1520875"/>
                  </a:lnTo>
                  <a:lnTo>
                    <a:pt x="4000500" y="1523504"/>
                  </a:lnTo>
                  <a:lnTo>
                    <a:pt x="4000970" y="1524635"/>
                  </a:lnTo>
                  <a:lnTo>
                    <a:pt x="4002836" y="1526489"/>
                  </a:lnTo>
                  <a:lnTo>
                    <a:pt x="4003954" y="1526959"/>
                  </a:lnTo>
                  <a:lnTo>
                    <a:pt x="4006583" y="1526959"/>
                  </a:lnTo>
                  <a:lnTo>
                    <a:pt x="4007701" y="1526489"/>
                  </a:lnTo>
                  <a:lnTo>
                    <a:pt x="4009567" y="1524635"/>
                  </a:lnTo>
                  <a:lnTo>
                    <a:pt x="4010025" y="1523504"/>
                  </a:lnTo>
                  <a:lnTo>
                    <a:pt x="4010025" y="1520875"/>
                  </a:lnTo>
                  <a:close/>
                </a:path>
                <a:path w="4057650" h="3044825">
                  <a:moveTo>
                    <a:pt x="4010025" y="762165"/>
                  </a:moveTo>
                  <a:lnTo>
                    <a:pt x="4009567" y="761034"/>
                  </a:lnTo>
                  <a:lnTo>
                    <a:pt x="4007701" y="759180"/>
                  </a:lnTo>
                  <a:lnTo>
                    <a:pt x="4006583" y="758710"/>
                  </a:lnTo>
                  <a:lnTo>
                    <a:pt x="4003954" y="758710"/>
                  </a:lnTo>
                  <a:lnTo>
                    <a:pt x="4002836" y="759180"/>
                  </a:lnTo>
                  <a:lnTo>
                    <a:pt x="4000970" y="761034"/>
                  </a:lnTo>
                  <a:lnTo>
                    <a:pt x="4000500" y="762165"/>
                  </a:lnTo>
                  <a:lnTo>
                    <a:pt x="4000500" y="764794"/>
                  </a:lnTo>
                  <a:lnTo>
                    <a:pt x="4000970" y="765911"/>
                  </a:lnTo>
                  <a:lnTo>
                    <a:pt x="4002836" y="767778"/>
                  </a:lnTo>
                  <a:lnTo>
                    <a:pt x="4003954" y="768235"/>
                  </a:lnTo>
                  <a:lnTo>
                    <a:pt x="4006583" y="768235"/>
                  </a:lnTo>
                  <a:lnTo>
                    <a:pt x="4007701" y="767778"/>
                  </a:lnTo>
                  <a:lnTo>
                    <a:pt x="4009567" y="765911"/>
                  </a:lnTo>
                  <a:lnTo>
                    <a:pt x="4010025" y="764794"/>
                  </a:lnTo>
                  <a:lnTo>
                    <a:pt x="4010025" y="762165"/>
                  </a:lnTo>
                  <a:close/>
                </a:path>
                <a:path w="4057650" h="3044825">
                  <a:moveTo>
                    <a:pt x="4010025" y="3441"/>
                  </a:moveTo>
                  <a:lnTo>
                    <a:pt x="4009567" y="2324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24"/>
                  </a:lnTo>
                  <a:lnTo>
                    <a:pt x="4000500" y="3441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55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55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41"/>
                  </a:lnTo>
                  <a:close/>
                </a:path>
                <a:path w="4057650" h="3044825">
                  <a:moveTo>
                    <a:pt x="4057650" y="3038310"/>
                  </a:moveTo>
                  <a:lnTo>
                    <a:pt x="4057192" y="3037192"/>
                  </a:lnTo>
                  <a:lnTo>
                    <a:pt x="4055326" y="3035325"/>
                  </a:lnTo>
                  <a:lnTo>
                    <a:pt x="4054208" y="3034855"/>
                  </a:lnTo>
                  <a:lnTo>
                    <a:pt x="4051579" y="3034855"/>
                  </a:lnTo>
                  <a:lnTo>
                    <a:pt x="4050461" y="3035325"/>
                  </a:lnTo>
                  <a:lnTo>
                    <a:pt x="4048595" y="3037192"/>
                  </a:lnTo>
                  <a:lnTo>
                    <a:pt x="4048125" y="3038310"/>
                  </a:lnTo>
                  <a:lnTo>
                    <a:pt x="4048125" y="3040938"/>
                  </a:lnTo>
                  <a:lnTo>
                    <a:pt x="4048595" y="3042056"/>
                  </a:lnTo>
                  <a:lnTo>
                    <a:pt x="4050461" y="3043923"/>
                  </a:lnTo>
                  <a:lnTo>
                    <a:pt x="4051579" y="3044380"/>
                  </a:lnTo>
                  <a:lnTo>
                    <a:pt x="4054208" y="3044380"/>
                  </a:lnTo>
                  <a:lnTo>
                    <a:pt x="4055326" y="3043923"/>
                  </a:lnTo>
                  <a:lnTo>
                    <a:pt x="4057192" y="3042056"/>
                  </a:lnTo>
                  <a:lnTo>
                    <a:pt x="4057650" y="3040938"/>
                  </a:lnTo>
                  <a:lnTo>
                    <a:pt x="4057650" y="3038310"/>
                  </a:lnTo>
                  <a:close/>
                </a:path>
                <a:path w="4057650" h="3044825">
                  <a:moveTo>
                    <a:pt x="4057650" y="2279599"/>
                  </a:moveTo>
                  <a:lnTo>
                    <a:pt x="4057192" y="2278469"/>
                  </a:lnTo>
                  <a:lnTo>
                    <a:pt x="4055326" y="2276614"/>
                  </a:lnTo>
                  <a:lnTo>
                    <a:pt x="4054208" y="2276144"/>
                  </a:lnTo>
                  <a:lnTo>
                    <a:pt x="4051579" y="2276144"/>
                  </a:lnTo>
                  <a:lnTo>
                    <a:pt x="4050461" y="2276614"/>
                  </a:lnTo>
                  <a:lnTo>
                    <a:pt x="4048595" y="2278469"/>
                  </a:lnTo>
                  <a:lnTo>
                    <a:pt x="4048125" y="2279599"/>
                  </a:lnTo>
                  <a:lnTo>
                    <a:pt x="4048125" y="2282228"/>
                  </a:lnTo>
                  <a:lnTo>
                    <a:pt x="4048595" y="2283345"/>
                  </a:lnTo>
                  <a:lnTo>
                    <a:pt x="4050461" y="2285200"/>
                  </a:lnTo>
                  <a:lnTo>
                    <a:pt x="4051579" y="2285669"/>
                  </a:lnTo>
                  <a:lnTo>
                    <a:pt x="4054208" y="2285669"/>
                  </a:lnTo>
                  <a:lnTo>
                    <a:pt x="4055326" y="2285200"/>
                  </a:lnTo>
                  <a:lnTo>
                    <a:pt x="4057192" y="2283345"/>
                  </a:lnTo>
                  <a:lnTo>
                    <a:pt x="4057650" y="2282228"/>
                  </a:lnTo>
                  <a:lnTo>
                    <a:pt x="4057650" y="2279599"/>
                  </a:lnTo>
                  <a:close/>
                </a:path>
                <a:path w="4057650" h="3044825">
                  <a:moveTo>
                    <a:pt x="4057650" y="1520875"/>
                  </a:moveTo>
                  <a:lnTo>
                    <a:pt x="4057192" y="1519758"/>
                  </a:lnTo>
                  <a:lnTo>
                    <a:pt x="4055326" y="1517891"/>
                  </a:lnTo>
                  <a:lnTo>
                    <a:pt x="4054208" y="1517434"/>
                  </a:lnTo>
                  <a:lnTo>
                    <a:pt x="4051579" y="1517434"/>
                  </a:lnTo>
                  <a:lnTo>
                    <a:pt x="4050461" y="1517891"/>
                  </a:lnTo>
                  <a:lnTo>
                    <a:pt x="4048595" y="1519758"/>
                  </a:lnTo>
                  <a:lnTo>
                    <a:pt x="4048125" y="1520875"/>
                  </a:lnTo>
                  <a:lnTo>
                    <a:pt x="4048125" y="1523504"/>
                  </a:lnTo>
                  <a:lnTo>
                    <a:pt x="4048595" y="1524635"/>
                  </a:lnTo>
                  <a:lnTo>
                    <a:pt x="4050461" y="1526489"/>
                  </a:lnTo>
                  <a:lnTo>
                    <a:pt x="4051579" y="1526959"/>
                  </a:lnTo>
                  <a:lnTo>
                    <a:pt x="4054208" y="1526959"/>
                  </a:lnTo>
                  <a:lnTo>
                    <a:pt x="4055326" y="1526489"/>
                  </a:lnTo>
                  <a:lnTo>
                    <a:pt x="4057192" y="1524635"/>
                  </a:lnTo>
                  <a:lnTo>
                    <a:pt x="4057650" y="1523504"/>
                  </a:lnTo>
                  <a:lnTo>
                    <a:pt x="4057650" y="1520875"/>
                  </a:lnTo>
                  <a:close/>
                </a:path>
                <a:path w="4057650" h="3044825">
                  <a:moveTo>
                    <a:pt x="4057650" y="762165"/>
                  </a:moveTo>
                  <a:lnTo>
                    <a:pt x="4057192" y="761034"/>
                  </a:lnTo>
                  <a:lnTo>
                    <a:pt x="4055326" y="759180"/>
                  </a:lnTo>
                  <a:lnTo>
                    <a:pt x="4054208" y="758710"/>
                  </a:lnTo>
                  <a:lnTo>
                    <a:pt x="4051579" y="758710"/>
                  </a:lnTo>
                  <a:lnTo>
                    <a:pt x="4050461" y="759180"/>
                  </a:lnTo>
                  <a:lnTo>
                    <a:pt x="4048595" y="761034"/>
                  </a:lnTo>
                  <a:lnTo>
                    <a:pt x="4048125" y="762165"/>
                  </a:lnTo>
                  <a:lnTo>
                    <a:pt x="4048125" y="764794"/>
                  </a:lnTo>
                  <a:lnTo>
                    <a:pt x="4048595" y="765911"/>
                  </a:lnTo>
                  <a:lnTo>
                    <a:pt x="4050461" y="767778"/>
                  </a:lnTo>
                  <a:lnTo>
                    <a:pt x="4051579" y="768235"/>
                  </a:lnTo>
                  <a:lnTo>
                    <a:pt x="4054208" y="768235"/>
                  </a:lnTo>
                  <a:lnTo>
                    <a:pt x="4055326" y="767778"/>
                  </a:lnTo>
                  <a:lnTo>
                    <a:pt x="4057192" y="765911"/>
                  </a:lnTo>
                  <a:lnTo>
                    <a:pt x="4057650" y="764794"/>
                  </a:lnTo>
                  <a:lnTo>
                    <a:pt x="4057650" y="762165"/>
                  </a:lnTo>
                  <a:close/>
                </a:path>
                <a:path w="4057650" h="3044825">
                  <a:moveTo>
                    <a:pt x="4057650" y="3441"/>
                  </a:moveTo>
                  <a:lnTo>
                    <a:pt x="4057192" y="2324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69"/>
                  </a:lnTo>
                  <a:lnTo>
                    <a:pt x="4048595" y="2324"/>
                  </a:lnTo>
                  <a:lnTo>
                    <a:pt x="4048125" y="3441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61" y="9055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55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41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902700" y="1085913"/>
            <a:ext cx="6508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85" dirty="0">
                <a:solidFill>
                  <a:srgbClr val="252423"/>
                </a:solidFill>
                <a:latin typeface="Tahoma"/>
                <a:cs typeface="Tahoma"/>
              </a:rPr>
              <a:t>Gender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91587" y="1423987"/>
            <a:ext cx="1238250" cy="247650"/>
          </a:xfrm>
          <a:prstGeom prst="rect">
            <a:avLst/>
          </a:prstGeom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058545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31449" y="1085913"/>
            <a:ext cx="638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60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20336" y="1423987"/>
            <a:ext cx="1933575" cy="247650"/>
          </a:xfrm>
          <a:prstGeom prst="rect">
            <a:avLst/>
          </a:prstGeom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75387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4835" y="6426298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1605" y="5667583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9990" y="4908868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9990" y="4150153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1500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9990" y="3391437"/>
            <a:ext cx="2724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2000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1570" y="6683375"/>
            <a:ext cx="47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ahoma"/>
                <a:cs typeface="Tahoma"/>
              </a:rPr>
              <a:t>Cluster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3845" y="4283149"/>
            <a:ext cx="177800" cy="9271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No</a:t>
            </a:r>
            <a:r>
              <a:rPr sz="12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44904" y="6537325"/>
            <a:ext cx="996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24214" y="6537325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B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6677" y="6537325"/>
            <a:ext cx="96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C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67206" y="6537325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29695" y="6537325"/>
            <a:ext cx="81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93526" y="6537325"/>
            <a:ext cx="1041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67180" y="6537325"/>
            <a:ext cx="106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H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04456" y="3247931"/>
            <a:ext cx="3697604" cy="3264535"/>
            <a:chOff x="1104456" y="3247931"/>
            <a:chExt cx="3697604" cy="3264535"/>
          </a:xfrm>
        </p:grpSpPr>
        <p:sp>
          <p:nvSpPr>
            <p:cNvPr id="34" name="object 34"/>
            <p:cNvSpPr/>
            <p:nvPr/>
          </p:nvSpPr>
          <p:spPr>
            <a:xfrm>
              <a:off x="1104456" y="3247931"/>
              <a:ext cx="46990" cy="3264535"/>
            </a:xfrm>
            <a:custGeom>
              <a:avLst/>
              <a:gdLst/>
              <a:ahLst/>
              <a:cxnLst/>
              <a:rect l="l" t="t" r="r" b="b"/>
              <a:pathLst>
                <a:path w="46990" h="3264534">
                  <a:moveTo>
                    <a:pt x="46434" y="3263992"/>
                  </a:moveTo>
                  <a:lnTo>
                    <a:pt x="0" y="3263992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3263992"/>
                  </a:lnTo>
                  <a:close/>
                </a:path>
              </a:pathLst>
            </a:custGeom>
            <a:solidFill>
              <a:srgbClr val="59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26033" y="6134084"/>
              <a:ext cx="46990" cy="378460"/>
            </a:xfrm>
            <a:custGeom>
              <a:avLst/>
              <a:gdLst/>
              <a:ahLst/>
              <a:cxnLst/>
              <a:rect l="l" t="t" r="r" b="b"/>
              <a:pathLst>
                <a:path w="46989" h="378459">
                  <a:moveTo>
                    <a:pt x="46434" y="377840"/>
                  </a:moveTo>
                  <a:lnTo>
                    <a:pt x="0" y="377840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377840"/>
                  </a:lnTo>
                  <a:close/>
                </a:path>
              </a:pathLst>
            </a:custGeom>
            <a:solidFill>
              <a:srgbClr val="B0F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47610" y="6234234"/>
              <a:ext cx="46990" cy="278130"/>
            </a:xfrm>
            <a:custGeom>
              <a:avLst/>
              <a:gdLst/>
              <a:ahLst/>
              <a:cxnLst/>
              <a:rect l="l" t="t" r="r" b="b"/>
              <a:pathLst>
                <a:path w="46989" h="278129">
                  <a:moveTo>
                    <a:pt x="46434" y="277689"/>
                  </a:moveTo>
                  <a:lnTo>
                    <a:pt x="0" y="277689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277689"/>
                  </a:lnTo>
                  <a:close/>
                </a:path>
              </a:pathLst>
            </a:custGeom>
            <a:solidFill>
              <a:srgbClr val="DFD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69187" y="6093113"/>
              <a:ext cx="46990" cy="419100"/>
            </a:xfrm>
            <a:custGeom>
              <a:avLst/>
              <a:gdLst/>
              <a:ahLst/>
              <a:cxnLst/>
              <a:rect l="l" t="t" r="r" b="b"/>
              <a:pathLst>
                <a:path w="46989" h="419100">
                  <a:moveTo>
                    <a:pt x="46434" y="418810"/>
                  </a:moveTo>
                  <a:lnTo>
                    <a:pt x="0" y="418810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418810"/>
                  </a:lnTo>
                  <a:close/>
                </a:path>
              </a:pathLst>
            </a:custGeom>
            <a:solidFill>
              <a:srgbClr val="D0BF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90764" y="6502399"/>
              <a:ext cx="46990" cy="9525"/>
            </a:xfrm>
            <a:custGeom>
              <a:avLst/>
              <a:gdLst/>
              <a:ahLst/>
              <a:cxnLst/>
              <a:rect l="l" t="t" r="r" b="b"/>
              <a:pathLst>
                <a:path w="46989" h="9525">
                  <a:moveTo>
                    <a:pt x="4643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9524"/>
                  </a:lnTo>
                  <a:close/>
                </a:path>
              </a:pathLst>
            </a:custGeom>
            <a:solidFill>
              <a:srgbClr val="FFA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712340" y="6123462"/>
              <a:ext cx="46990" cy="388620"/>
            </a:xfrm>
            <a:custGeom>
              <a:avLst/>
              <a:gdLst/>
              <a:ahLst/>
              <a:cxnLst/>
              <a:rect l="l" t="t" r="r" b="b"/>
              <a:pathLst>
                <a:path w="46989" h="388620">
                  <a:moveTo>
                    <a:pt x="46434" y="388462"/>
                  </a:moveTo>
                  <a:lnTo>
                    <a:pt x="0" y="388462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388462"/>
                  </a:lnTo>
                  <a:close/>
                </a:path>
              </a:pathLst>
            </a:custGeom>
            <a:solidFill>
              <a:srgbClr val="D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33917" y="6411774"/>
              <a:ext cx="46990" cy="100330"/>
            </a:xfrm>
            <a:custGeom>
              <a:avLst/>
              <a:gdLst/>
              <a:ahLst/>
              <a:cxnLst/>
              <a:rect l="l" t="t" r="r" b="b"/>
              <a:pathLst>
                <a:path w="46989" h="100329">
                  <a:moveTo>
                    <a:pt x="46434" y="100150"/>
                  </a:moveTo>
                  <a:lnTo>
                    <a:pt x="0" y="100150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100150"/>
                  </a:lnTo>
                  <a:close/>
                </a:path>
              </a:pathLst>
            </a:custGeom>
            <a:solidFill>
              <a:srgbClr val="6DA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55494" y="6401152"/>
              <a:ext cx="46990" cy="111125"/>
            </a:xfrm>
            <a:custGeom>
              <a:avLst/>
              <a:gdLst/>
              <a:ahLst/>
              <a:cxnLst/>
              <a:rect l="l" t="t" r="r" b="b"/>
              <a:pathLst>
                <a:path w="46989" h="111125">
                  <a:moveTo>
                    <a:pt x="46434" y="110772"/>
                  </a:moveTo>
                  <a:lnTo>
                    <a:pt x="0" y="110772"/>
                  </a:lnTo>
                  <a:lnTo>
                    <a:pt x="0" y="0"/>
                  </a:lnTo>
                  <a:lnTo>
                    <a:pt x="46434" y="0"/>
                  </a:lnTo>
                  <a:lnTo>
                    <a:pt x="46434" y="110772"/>
                  </a:lnTo>
                  <a:close/>
                </a:path>
              </a:pathLst>
            </a:custGeom>
            <a:solidFill>
              <a:srgbClr val="49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523739" y="5887837"/>
            <a:ext cx="2514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249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45316" y="5987987"/>
            <a:ext cx="2514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183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66892" y="5846866"/>
            <a:ext cx="2514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276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53511" y="6256152"/>
            <a:ext cx="111125" cy="443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Segoe UI"/>
                <a:cs typeface="Segoe UI"/>
              </a:rPr>
              <a:t>4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10046" y="5877215"/>
            <a:ext cx="2514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256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69276" y="6165527"/>
            <a:ext cx="1765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66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90853" y="6154905"/>
            <a:ext cx="1765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Segoe UI"/>
                <a:cs typeface="Segoe UI"/>
              </a:rPr>
              <a:t>73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67409" y="2717037"/>
            <a:ext cx="1847850" cy="95250"/>
            <a:chOff x="867409" y="2717037"/>
            <a:chExt cx="1847850" cy="95250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7409" y="2717037"/>
              <a:ext cx="95249" cy="9524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4585" y="2717037"/>
              <a:ext cx="95249" cy="9524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2234" y="2717037"/>
              <a:ext cx="95249" cy="9524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9885" y="2717037"/>
              <a:ext cx="95249" cy="9524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86584" y="2717037"/>
              <a:ext cx="95249" cy="9524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24709" y="2717037"/>
              <a:ext cx="95249" cy="9524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53309" y="2717037"/>
              <a:ext cx="95249" cy="9524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20010" y="2717037"/>
              <a:ext cx="95249" cy="9524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358774" y="2317781"/>
            <a:ext cx="4476750" cy="87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5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r>
              <a:rPr sz="16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100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6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r>
              <a:rPr sz="16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252423"/>
                </a:solidFill>
                <a:latin typeface="Tahoma"/>
                <a:cs typeface="Tahoma"/>
              </a:rPr>
              <a:t>Across</a:t>
            </a:r>
            <a:r>
              <a:rPr sz="16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70" dirty="0">
                <a:solidFill>
                  <a:srgbClr val="252423"/>
                </a:solidFill>
                <a:latin typeface="Tahoma"/>
                <a:cs typeface="Tahoma"/>
              </a:rPr>
              <a:t>Mental</a:t>
            </a:r>
            <a:r>
              <a:rPr sz="16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65" dirty="0">
                <a:solidFill>
                  <a:srgbClr val="252423"/>
                </a:solidFill>
                <a:latin typeface="Tahoma"/>
                <a:cs typeface="Tahoma"/>
              </a:rPr>
              <a:t>Health</a:t>
            </a:r>
            <a:r>
              <a:rPr sz="16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52423"/>
                </a:solidFill>
                <a:latin typeface="Tahoma"/>
                <a:cs typeface="Tahoma"/>
              </a:rPr>
              <a:t>Clusters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  <a:tabLst>
                <a:tab pos="624840" algn="l"/>
                <a:tab pos="880110" algn="l"/>
                <a:tab pos="1126490" algn="l"/>
                <a:tab pos="1378585" algn="l"/>
                <a:tab pos="1640839" algn="l"/>
                <a:tab pos="1878330" algn="l"/>
                <a:tab pos="2113280" algn="l"/>
                <a:tab pos="237363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Cluster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B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C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D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E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G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H</a:t>
            </a:r>
            <a:endParaRPr sz="10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0" dirty="0">
              <a:latin typeface="Segoe UI"/>
              <a:cs typeface="Segoe UI"/>
            </a:endParaRPr>
          </a:p>
          <a:p>
            <a:pPr marL="617855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latin typeface="Segoe UI"/>
                <a:cs typeface="Segoe UI"/>
              </a:rPr>
              <a:t>2151</a:t>
            </a:r>
            <a:endParaRPr sz="1100" dirty="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283199" y="2327306"/>
            <a:ext cx="2227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0" dirty="0">
                <a:solidFill>
                  <a:srgbClr val="252423"/>
                </a:solidFill>
                <a:latin typeface="Tahoma"/>
                <a:cs typeface="Tahoma"/>
              </a:rPr>
              <a:t>Anxiety</a:t>
            </a:r>
            <a:r>
              <a:rPr sz="16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423"/>
                </a:solidFill>
                <a:latin typeface="Tahoma"/>
                <a:cs typeface="Tahoma"/>
              </a:rPr>
              <a:t>Levels</a:t>
            </a:r>
            <a:r>
              <a:rPr sz="16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672300" y="2909525"/>
            <a:ext cx="1526540" cy="1402715"/>
            <a:chOff x="5672300" y="2909525"/>
            <a:chExt cx="1526540" cy="1402715"/>
          </a:xfrm>
        </p:grpSpPr>
        <p:sp>
          <p:nvSpPr>
            <p:cNvPr id="61" name="object 61"/>
            <p:cNvSpPr/>
            <p:nvPr/>
          </p:nvSpPr>
          <p:spPr>
            <a:xfrm>
              <a:off x="5813093" y="2926748"/>
              <a:ext cx="1385570" cy="1385570"/>
            </a:xfrm>
            <a:custGeom>
              <a:avLst/>
              <a:gdLst/>
              <a:ahLst/>
              <a:cxnLst/>
              <a:rect l="l" t="t" r="r" b="b"/>
              <a:pathLst>
                <a:path w="1385570" h="1385570">
                  <a:moveTo>
                    <a:pt x="688488" y="1385492"/>
                  </a:moveTo>
                  <a:lnTo>
                    <a:pt x="637845" y="1383345"/>
                  </a:lnTo>
                  <a:lnTo>
                    <a:pt x="587493" y="1377501"/>
                  </a:lnTo>
                  <a:lnTo>
                    <a:pt x="537695" y="1367990"/>
                  </a:lnTo>
                  <a:lnTo>
                    <a:pt x="488725" y="1354861"/>
                  </a:lnTo>
                  <a:lnTo>
                    <a:pt x="440856" y="1338189"/>
                  </a:lnTo>
                  <a:lnTo>
                    <a:pt x="394334" y="1318062"/>
                  </a:lnTo>
                  <a:lnTo>
                    <a:pt x="349400" y="1294583"/>
                  </a:lnTo>
                  <a:lnTo>
                    <a:pt x="306303" y="1267879"/>
                  </a:lnTo>
                  <a:lnTo>
                    <a:pt x="265283" y="1238102"/>
                  </a:lnTo>
                  <a:lnTo>
                    <a:pt x="226549" y="1205405"/>
                  </a:lnTo>
                  <a:lnTo>
                    <a:pt x="190303" y="1169955"/>
                  </a:lnTo>
                  <a:lnTo>
                    <a:pt x="156747" y="1131950"/>
                  </a:lnTo>
                  <a:lnTo>
                    <a:pt x="126067" y="1091601"/>
                  </a:lnTo>
                  <a:lnTo>
                    <a:pt x="98418" y="1049116"/>
                  </a:lnTo>
                  <a:lnTo>
                    <a:pt x="73946" y="1004714"/>
                  </a:lnTo>
                  <a:lnTo>
                    <a:pt x="52787" y="958642"/>
                  </a:lnTo>
                  <a:lnTo>
                    <a:pt x="35057" y="911155"/>
                  </a:lnTo>
                  <a:lnTo>
                    <a:pt x="20847" y="862498"/>
                  </a:lnTo>
                  <a:lnTo>
                    <a:pt x="10231" y="812923"/>
                  </a:lnTo>
                  <a:lnTo>
                    <a:pt x="3269" y="762704"/>
                  </a:lnTo>
                  <a:lnTo>
                    <a:pt x="0" y="712121"/>
                  </a:lnTo>
                  <a:lnTo>
                    <a:pt x="276992" y="704373"/>
                  </a:lnTo>
                  <a:lnTo>
                    <a:pt x="277399" y="714509"/>
                  </a:lnTo>
                  <a:lnTo>
                    <a:pt x="278053" y="724625"/>
                  </a:lnTo>
                  <a:lnTo>
                    <a:pt x="283131" y="764854"/>
                  </a:lnTo>
                  <a:lnTo>
                    <a:pt x="292104" y="804397"/>
                  </a:lnTo>
                  <a:lnTo>
                    <a:pt x="304888" y="842878"/>
                  </a:lnTo>
                  <a:lnTo>
                    <a:pt x="321360" y="879929"/>
                  </a:lnTo>
                  <a:lnTo>
                    <a:pt x="341364" y="915200"/>
                  </a:lnTo>
                  <a:lnTo>
                    <a:pt x="364709" y="948353"/>
                  </a:lnTo>
                  <a:lnTo>
                    <a:pt x="391174" y="979074"/>
                  </a:lnTo>
                  <a:lnTo>
                    <a:pt x="420506" y="1007070"/>
                  </a:lnTo>
                  <a:lnTo>
                    <a:pt x="452427" y="1032075"/>
                  </a:lnTo>
                  <a:lnTo>
                    <a:pt x="486632" y="1053850"/>
                  </a:lnTo>
                  <a:lnTo>
                    <a:pt x="522796" y="1072189"/>
                  </a:lnTo>
                  <a:lnTo>
                    <a:pt x="560575" y="1086917"/>
                  </a:lnTo>
                  <a:lnTo>
                    <a:pt x="599609" y="1097894"/>
                  </a:lnTo>
                  <a:lnTo>
                    <a:pt x="639527" y="1105016"/>
                  </a:lnTo>
                  <a:lnTo>
                    <a:pt x="679949" y="1108214"/>
                  </a:lnTo>
                  <a:lnTo>
                    <a:pt x="690085" y="1108395"/>
                  </a:lnTo>
                  <a:lnTo>
                    <a:pt x="700229" y="1108330"/>
                  </a:lnTo>
                  <a:lnTo>
                    <a:pt x="740685" y="1105598"/>
                  </a:lnTo>
                  <a:lnTo>
                    <a:pt x="780682" y="1098936"/>
                  </a:lnTo>
                  <a:lnTo>
                    <a:pt x="819840" y="1088409"/>
                  </a:lnTo>
                  <a:lnTo>
                    <a:pt x="857786" y="1074117"/>
                  </a:lnTo>
                  <a:lnTo>
                    <a:pt x="894158" y="1056195"/>
                  </a:lnTo>
                  <a:lnTo>
                    <a:pt x="928612" y="1034815"/>
                  </a:lnTo>
                  <a:lnTo>
                    <a:pt x="960818" y="1010179"/>
                  </a:lnTo>
                  <a:lnTo>
                    <a:pt x="990471" y="982523"/>
                  </a:lnTo>
                  <a:lnTo>
                    <a:pt x="1017287" y="952109"/>
                  </a:lnTo>
                  <a:lnTo>
                    <a:pt x="1041013" y="919226"/>
                  </a:lnTo>
                  <a:lnTo>
                    <a:pt x="1061421" y="884188"/>
                  </a:lnTo>
                  <a:lnTo>
                    <a:pt x="1078319" y="847329"/>
                  </a:lnTo>
                  <a:lnTo>
                    <a:pt x="1091545" y="808998"/>
                  </a:lnTo>
                  <a:lnTo>
                    <a:pt x="1100973" y="769561"/>
                  </a:lnTo>
                  <a:lnTo>
                    <a:pt x="1106513" y="729393"/>
                  </a:lnTo>
                  <a:lnTo>
                    <a:pt x="1108113" y="688877"/>
                  </a:lnTo>
                  <a:lnTo>
                    <a:pt x="1107895" y="678735"/>
                  </a:lnTo>
                  <a:lnTo>
                    <a:pt x="1104553" y="638325"/>
                  </a:lnTo>
                  <a:lnTo>
                    <a:pt x="1097289" y="598433"/>
                  </a:lnTo>
                  <a:lnTo>
                    <a:pt x="1086173" y="559438"/>
                  </a:lnTo>
                  <a:lnTo>
                    <a:pt x="1071310" y="521712"/>
                  </a:lnTo>
                  <a:lnTo>
                    <a:pt x="1052841" y="485614"/>
                  </a:lnTo>
                  <a:lnTo>
                    <a:pt x="1030944" y="451487"/>
                  </a:lnTo>
                  <a:lnTo>
                    <a:pt x="1005825" y="419656"/>
                  </a:lnTo>
                  <a:lnTo>
                    <a:pt x="977724" y="390424"/>
                  </a:lnTo>
                  <a:lnTo>
                    <a:pt x="946909" y="364069"/>
                  </a:lnTo>
                  <a:lnTo>
                    <a:pt x="913673" y="340842"/>
                  </a:lnTo>
                  <a:lnTo>
                    <a:pt x="878331" y="320964"/>
                  </a:lnTo>
                  <a:lnTo>
                    <a:pt x="841221" y="304625"/>
                  </a:lnTo>
                  <a:lnTo>
                    <a:pt x="802695" y="291979"/>
                  </a:lnTo>
                  <a:lnTo>
                    <a:pt x="763120" y="283147"/>
                  </a:lnTo>
                  <a:lnTo>
                    <a:pt x="722873" y="278213"/>
                  </a:lnTo>
                  <a:lnTo>
                    <a:pt x="692480" y="277100"/>
                  </a:lnTo>
                  <a:lnTo>
                    <a:pt x="692480" y="0"/>
                  </a:lnTo>
                  <a:lnTo>
                    <a:pt x="743135" y="1854"/>
                  </a:lnTo>
                  <a:lnTo>
                    <a:pt x="793529" y="7408"/>
                  </a:lnTo>
                  <a:lnTo>
                    <a:pt x="843382" y="16634"/>
                  </a:lnTo>
                  <a:lnTo>
                    <a:pt x="892417" y="29479"/>
                  </a:lnTo>
                  <a:lnTo>
                    <a:pt x="940381" y="45874"/>
                  </a:lnTo>
                  <a:lnTo>
                    <a:pt x="987027" y="65736"/>
                  </a:lnTo>
                  <a:lnTo>
                    <a:pt x="1032096" y="88958"/>
                  </a:lnTo>
                  <a:lnTo>
                    <a:pt x="1075337" y="115407"/>
                  </a:lnTo>
                  <a:lnTo>
                    <a:pt x="1116528" y="144948"/>
                  </a:lnTo>
                  <a:lnTo>
                    <a:pt x="1155457" y="177428"/>
                  </a:lnTo>
                  <a:lnTo>
                    <a:pt x="1191906" y="212668"/>
                  </a:lnTo>
                  <a:lnTo>
                    <a:pt x="1225673" y="250472"/>
                  </a:lnTo>
                  <a:lnTo>
                    <a:pt x="1256586" y="290644"/>
                  </a:lnTo>
                  <a:lnTo>
                    <a:pt x="1284484" y="332977"/>
                  </a:lnTo>
                  <a:lnTo>
                    <a:pt x="1309211" y="377238"/>
                  </a:lnTo>
                  <a:lnTo>
                    <a:pt x="1330631" y="423179"/>
                  </a:lnTo>
                  <a:lnTo>
                    <a:pt x="1348634" y="470563"/>
                  </a:lnTo>
                  <a:lnTo>
                    <a:pt x="1363127" y="519146"/>
                  </a:lnTo>
                  <a:lnTo>
                    <a:pt x="1374028" y="568660"/>
                  </a:lnTo>
                  <a:lnTo>
                    <a:pt x="1381277" y="618828"/>
                  </a:lnTo>
                  <a:lnTo>
                    <a:pt x="1384838" y="669391"/>
                  </a:lnTo>
                  <a:lnTo>
                    <a:pt x="1385202" y="686294"/>
                  </a:lnTo>
                  <a:lnTo>
                    <a:pt x="1385154" y="703200"/>
                  </a:lnTo>
                  <a:lnTo>
                    <a:pt x="1382535" y="753822"/>
                  </a:lnTo>
                  <a:lnTo>
                    <a:pt x="1376222" y="804116"/>
                  </a:lnTo>
                  <a:lnTo>
                    <a:pt x="1366247" y="853824"/>
                  </a:lnTo>
                  <a:lnTo>
                    <a:pt x="1352662" y="902669"/>
                  </a:lnTo>
                  <a:lnTo>
                    <a:pt x="1335545" y="950381"/>
                  </a:lnTo>
                  <a:lnTo>
                    <a:pt x="1314985" y="996713"/>
                  </a:lnTo>
                  <a:lnTo>
                    <a:pt x="1291088" y="1041427"/>
                  </a:lnTo>
                  <a:lnTo>
                    <a:pt x="1263984" y="1084273"/>
                  </a:lnTo>
                  <a:lnTo>
                    <a:pt x="1233825" y="1125014"/>
                  </a:lnTo>
                  <a:lnTo>
                    <a:pt x="1200768" y="1163441"/>
                  </a:lnTo>
                  <a:lnTo>
                    <a:pt x="1164983" y="1199354"/>
                  </a:lnTo>
                  <a:lnTo>
                    <a:pt x="1126667" y="1232555"/>
                  </a:lnTo>
                  <a:lnTo>
                    <a:pt x="1086033" y="1262858"/>
                  </a:lnTo>
                  <a:lnTo>
                    <a:pt x="1043292" y="1290109"/>
                  </a:lnTo>
                  <a:lnTo>
                    <a:pt x="998665" y="1314166"/>
                  </a:lnTo>
                  <a:lnTo>
                    <a:pt x="952397" y="1334895"/>
                  </a:lnTo>
                  <a:lnTo>
                    <a:pt x="904746" y="1352181"/>
                  </a:lnTo>
                  <a:lnTo>
                    <a:pt x="855959" y="1365937"/>
                  </a:lnTo>
                  <a:lnTo>
                    <a:pt x="806288" y="1376091"/>
                  </a:lnTo>
                  <a:lnTo>
                    <a:pt x="756006" y="1382584"/>
                  </a:lnTo>
                  <a:lnTo>
                    <a:pt x="705394" y="1385382"/>
                  </a:lnTo>
                  <a:lnTo>
                    <a:pt x="688488" y="1385492"/>
                  </a:lnTo>
                  <a:close/>
                </a:path>
              </a:pathLst>
            </a:custGeom>
            <a:solidFill>
              <a:srgbClr val="59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812822" y="3098386"/>
              <a:ext cx="419100" cy="541020"/>
            </a:xfrm>
            <a:custGeom>
              <a:avLst/>
              <a:gdLst/>
              <a:ahLst/>
              <a:cxnLst/>
              <a:rect l="l" t="t" r="r" b="b"/>
              <a:pathLst>
                <a:path w="419100" h="541020">
                  <a:moveTo>
                    <a:pt x="271" y="540482"/>
                  </a:moveTo>
                  <a:lnTo>
                    <a:pt x="0" y="521440"/>
                  </a:lnTo>
                  <a:lnTo>
                    <a:pt x="252" y="502411"/>
                  </a:lnTo>
                  <a:lnTo>
                    <a:pt x="1027" y="483397"/>
                  </a:lnTo>
                  <a:lnTo>
                    <a:pt x="6483" y="426553"/>
                  </a:lnTo>
                  <a:lnTo>
                    <a:pt x="16603" y="370352"/>
                  </a:lnTo>
                  <a:lnTo>
                    <a:pt x="31314" y="315189"/>
                  </a:lnTo>
                  <a:lnTo>
                    <a:pt x="50515" y="261424"/>
                  </a:lnTo>
                  <a:lnTo>
                    <a:pt x="74086" y="209411"/>
                  </a:lnTo>
                  <a:lnTo>
                    <a:pt x="101860" y="159515"/>
                  </a:lnTo>
                  <a:lnTo>
                    <a:pt x="133642" y="112089"/>
                  </a:lnTo>
                  <a:lnTo>
                    <a:pt x="169220" y="67439"/>
                  </a:lnTo>
                  <a:lnTo>
                    <a:pt x="208364" y="25861"/>
                  </a:lnTo>
                  <a:lnTo>
                    <a:pt x="236303" y="0"/>
                  </a:lnTo>
                  <a:lnTo>
                    <a:pt x="418882" y="208445"/>
                  </a:lnTo>
                  <a:lnTo>
                    <a:pt x="402091" y="223984"/>
                  </a:lnTo>
                  <a:lnTo>
                    <a:pt x="386228" y="240372"/>
                  </a:lnTo>
                  <a:lnTo>
                    <a:pt x="357286" y="275698"/>
                  </a:lnTo>
                  <a:lnTo>
                    <a:pt x="332380" y="313978"/>
                  </a:lnTo>
                  <a:lnTo>
                    <a:pt x="311839" y="354766"/>
                  </a:lnTo>
                  <a:lnTo>
                    <a:pt x="295881" y="397556"/>
                  </a:lnTo>
                  <a:lnTo>
                    <a:pt x="284730" y="441842"/>
                  </a:lnTo>
                  <a:lnTo>
                    <a:pt x="278488" y="487083"/>
                  </a:lnTo>
                  <a:lnTo>
                    <a:pt x="277249" y="509857"/>
                  </a:lnTo>
                  <a:lnTo>
                    <a:pt x="277263" y="532735"/>
                  </a:lnTo>
                  <a:lnTo>
                    <a:pt x="271" y="540482"/>
                  </a:lnTo>
                  <a:close/>
                </a:path>
              </a:pathLst>
            </a:custGeom>
            <a:solidFill>
              <a:srgbClr val="D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049125" y="2935604"/>
              <a:ext cx="390525" cy="371475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182579" y="371227"/>
                  </a:moveTo>
                  <a:lnTo>
                    <a:pt x="0" y="162782"/>
                  </a:lnTo>
                  <a:lnTo>
                    <a:pt x="37600" y="132083"/>
                  </a:lnTo>
                  <a:lnTo>
                    <a:pt x="77060" y="104227"/>
                  </a:lnTo>
                  <a:lnTo>
                    <a:pt x="118381" y="79213"/>
                  </a:lnTo>
                  <a:lnTo>
                    <a:pt x="161562" y="57041"/>
                  </a:lnTo>
                  <a:lnTo>
                    <a:pt x="206174" y="37912"/>
                  </a:lnTo>
                  <a:lnTo>
                    <a:pt x="251791" y="22030"/>
                  </a:lnTo>
                  <a:lnTo>
                    <a:pt x="298410" y="9392"/>
                  </a:lnTo>
                  <a:lnTo>
                    <a:pt x="346033" y="0"/>
                  </a:lnTo>
                  <a:lnTo>
                    <a:pt x="390199" y="273558"/>
                  </a:lnTo>
                  <a:lnTo>
                    <a:pt x="361626" y="279193"/>
                  </a:lnTo>
                  <a:lnTo>
                    <a:pt x="333654" y="286776"/>
                  </a:lnTo>
                  <a:lnTo>
                    <a:pt x="279516" y="307783"/>
                  </a:lnTo>
                  <a:lnTo>
                    <a:pt x="228815" y="336094"/>
                  </a:lnTo>
                  <a:lnTo>
                    <a:pt x="205139" y="352808"/>
                  </a:lnTo>
                  <a:lnTo>
                    <a:pt x="182579" y="371227"/>
                  </a:lnTo>
                  <a:close/>
                </a:path>
              </a:pathLst>
            </a:custGeom>
            <a:solidFill>
              <a:srgbClr val="DFD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95159" y="2926748"/>
              <a:ext cx="110489" cy="282575"/>
            </a:xfrm>
            <a:custGeom>
              <a:avLst/>
              <a:gdLst/>
              <a:ahLst/>
              <a:cxnLst/>
              <a:rect l="l" t="t" r="r" b="b"/>
              <a:pathLst>
                <a:path w="110490" h="282575">
                  <a:moveTo>
                    <a:pt x="44166" y="282414"/>
                  </a:moveTo>
                  <a:lnTo>
                    <a:pt x="0" y="8855"/>
                  </a:lnTo>
                  <a:lnTo>
                    <a:pt x="27470" y="4981"/>
                  </a:lnTo>
                  <a:lnTo>
                    <a:pt x="55029" y="2214"/>
                  </a:lnTo>
                  <a:lnTo>
                    <a:pt x="82678" y="553"/>
                  </a:lnTo>
                  <a:lnTo>
                    <a:pt x="110415" y="0"/>
                  </a:lnTo>
                  <a:lnTo>
                    <a:pt x="110415" y="277100"/>
                  </a:lnTo>
                  <a:lnTo>
                    <a:pt x="93772" y="277432"/>
                  </a:lnTo>
                  <a:lnTo>
                    <a:pt x="77184" y="278429"/>
                  </a:lnTo>
                  <a:lnTo>
                    <a:pt x="60648" y="280089"/>
                  </a:lnTo>
                  <a:lnTo>
                    <a:pt x="44166" y="282414"/>
                  </a:lnTo>
                  <a:close/>
                </a:path>
              </a:pathLst>
            </a:custGeom>
            <a:solidFill>
              <a:srgbClr val="B0F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677063" y="2914288"/>
              <a:ext cx="1501775" cy="1249045"/>
            </a:xfrm>
            <a:custGeom>
              <a:avLst/>
              <a:gdLst/>
              <a:ahLst/>
              <a:cxnLst/>
              <a:rect l="l" t="t" r="r" b="b"/>
              <a:pathLst>
                <a:path w="1501775" h="1249045">
                  <a:moveTo>
                    <a:pt x="1337578" y="1200237"/>
                  </a:moveTo>
                  <a:lnTo>
                    <a:pt x="1387243" y="1248533"/>
                  </a:lnTo>
                  <a:lnTo>
                    <a:pt x="1501543" y="1248533"/>
                  </a:lnTo>
                </a:path>
                <a:path w="1501775" h="1249045">
                  <a:moveTo>
                    <a:pt x="177785" y="421035"/>
                  </a:moveTo>
                  <a:lnTo>
                    <a:pt x="114299" y="393311"/>
                  </a:lnTo>
                  <a:lnTo>
                    <a:pt x="0" y="393311"/>
                  </a:lnTo>
                </a:path>
                <a:path w="1501775" h="1249045">
                  <a:moveTo>
                    <a:pt x="526252" y="62685"/>
                  </a:moveTo>
                  <a:lnTo>
                    <a:pt x="496763" y="0"/>
                  </a:lnTo>
                  <a:lnTo>
                    <a:pt x="382463" y="0"/>
                  </a:lnTo>
                </a:path>
              </a:pathLst>
            </a:custGeom>
            <a:ln w="9524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204006" y="4077177"/>
            <a:ext cx="4311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74.55%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385459" y="3221956"/>
            <a:ext cx="2667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14%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740389" y="2828644"/>
            <a:ext cx="294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8.9%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725409" y="3297301"/>
            <a:ext cx="95250" cy="581025"/>
            <a:chOff x="7725409" y="3297301"/>
            <a:chExt cx="95250" cy="581025"/>
          </a:xfrm>
        </p:grpSpPr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5409" y="3297301"/>
              <a:ext cx="95249" cy="9524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25409" y="3535426"/>
              <a:ext cx="95249" cy="9524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5409" y="3783076"/>
              <a:ext cx="95249" cy="95249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7702550" y="3003543"/>
            <a:ext cx="941069" cy="9112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Anxiety_Level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Normal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ts val="1950"/>
              </a:lnSpc>
              <a:spcBef>
                <a:spcPts val="2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Severe/Extre… Moderate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4" name="object 7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25409" y="4021201"/>
            <a:ext cx="95249" cy="95249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7827565" y="3975131"/>
            <a:ext cx="276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Mild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283199" y="4613306"/>
            <a:ext cx="25387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60" dirty="0">
                <a:solidFill>
                  <a:srgbClr val="252423"/>
                </a:solidFill>
                <a:latin typeface="Tahoma"/>
                <a:cs typeface="Tahoma"/>
              </a:rPr>
              <a:t>Depression</a:t>
            </a:r>
            <a:r>
              <a:rPr sz="16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423"/>
                </a:solidFill>
                <a:latin typeface="Tahoma"/>
                <a:cs typeface="Tahoma"/>
              </a:rPr>
              <a:t>Levels</a:t>
            </a:r>
            <a:r>
              <a:rPr sz="16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718443" y="5123916"/>
            <a:ext cx="1480185" cy="1474470"/>
            <a:chOff x="5718443" y="5123916"/>
            <a:chExt cx="1480185" cy="1474470"/>
          </a:xfrm>
        </p:grpSpPr>
        <p:sp>
          <p:nvSpPr>
            <p:cNvPr id="78" name="object 78"/>
            <p:cNvSpPr/>
            <p:nvPr/>
          </p:nvSpPr>
          <p:spPr>
            <a:xfrm>
              <a:off x="5812848" y="5212747"/>
              <a:ext cx="1385570" cy="1385570"/>
            </a:xfrm>
            <a:custGeom>
              <a:avLst/>
              <a:gdLst/>
              <a:ahLst/>
              <a:cxnLst/>
              <a:rect l="l" t="t" r="r" b="b"/>
              <a:pathLst>
                <a:path w="1385570" h="1385570">
                  <a:moveTo>
                    <a:pt x="696692" y="1385492"/>
                  </a:moveTo>
                  <a:lnTo>
                    <a:pt x="643315" y="1383739"/>
                  </a:lnTo>
                  <a:lnTo>
                    <a:pt x="590231" y="1377879"/>
                  </a:lnTo>
                  <a:lnTo>
                    <a:pt x="537757" y="1367947"/>
                  </a:lnTo>
                  <a:lnTo>
                    <a:pt x="486204" y="1354003"/>
                  </a:lnTo>
                  <a:lnTo>
                    <a:pt x="435878" y="1336128"/>
                  </a:lnTo>
                  <a:lnTo>
                    <a:pt x="387078" y="1314430"/>
                  </a:lnTo>
                  <a:lnTo>
                    <a:pt x="340096" y="1289037"/>
                  </a:lnTo>
                  <a:lnTo>
                    <a:pt x="295209" y="1260100"/>
                  </a:lnTo>
                  <a:lnTo>
                    <a:pt x="252684" y="1227792"/>
                  </a:lnTo>
                  <a:lnTo>
                    <a:pt x="212775" y="1192303"/>
                  </a:lnTo>
                  <a:lnTo>
                    <a:pt x="175718" y="1153846"/>
                  </a:lnTo>
                  <a:lnTo>
                    <a:pt x="141734" y="1112648"/>
                  </a:lnTo>
                  <a:lnTo>
                    <a:pt x="111024" y="1068954"/>
                  </a:lnTo>
                  <a:lnTo>
                    <a:pt x="83772" y="1023025"/>
                  </a:lnTo>
                  <a:lnTo>
                    <a:pt x="60139" y="975133"/>
                  </a:lnTo>
                  <a:lnTo>
                    <a:pt x="40266" y="925562"/>
                  </a:lnTo>
                  <a:lnTo>
                    <a:pt x="24270" y="874608"/>
                  </a:lnTo>
                  <a:lnTo>
                    <a:pt x="12247" y="822573"/>
                  </a:lnTo>
                  <a:lnTo>
                    <a:pt x="4268" y="769767"/>
                  </a:lnTo>
                  <a:lnTo>
                    <a:pt x="381" y="716502"/>
                  </a:lnTo>
                  <a:lnTo>
                    <a:pt x="0" y="698700"/>
                  </a:lnTo>
                  <a:lnTo>
                    <a:pt x="75" y="680895"/>
                  </a:lnTo>
                  <a:lnTo>
                    <a:pt x="3047" y="627572"/>
                  </a:lnTo>
                  <a:lnTo>
                    <a:pt x="10118" y="574636"/>
                  </a:lnTo>
                  <a:lnTo>
                    <a:pt x="17089" y="539716"/>
                  </a:lnTo>
                  <a:lnTo>
                    <a:pt x="287344" y="600930"/>
                  </a:lnTo>
                  <a:lnTo>
                    <a:pt x="285117" y="611383"/>
                  </a:lnTo>
                  <a:lnTo>
                    <a:pt x="283161" y="621882"/>
                  </a:lnTo>
                  <a:lnTo>
                    <a:pt x="278050" y="664292"/>
                  </a:lnTo>
                  <a:lnTo>
                    <a:pt x="277090" y="696324"/>
                  </a:lnTo>
                  <a:lnTo>
                    <a:pt x="277319" y="707002"/>
                  </a:lnTo>
                  <a:lnTo>
                    <a:pt x="280975" y="749562"/>
                  </a:lnTo>
                  <a:lnTo>
                    <a:pt x="288980" y="791521"/>
                  </a:lnTo>
                  <a:lnTo>
                    <a:pt x="301249" y="832438"/>
                  </a:lnTo>
                  <a:lnTo>
                    <a:pt x="317653" y="871879"/>
                  </a:lnTo>
                  <a:lnTo>
                    <a:pt x="338019" y="909428"/>
                  </a:lnTo>
                  <a:lnTo>
                    <a:pt x="362130" y="944689"/>
                  </a:lnTo>
                  <a:lnTo>
                    <a:pt x="389734" y="977289"/>
                  </a:lnTo>
                  <a:lnTo>
                    <a:pt x="420537" y="1006884"/>
                  </a:lnTo>
                  <a:lnTo>
                    <a:pt x="454215" y="1033161"/>
                  </a:lnTo>
                  <a:lnTo>
                    <a:pt x="490413" y="1055843"/>
                  </a:lnTo>
                  <a:lnTo>
                    <a:pt x="528747" y="1074690"/>
                  </a:lnTo>
                  <a:lnTo>
                    <a:pt x="568812" y="1089502"/>
                  </a:lnTo>
                  <a:lnTo>
                    <a:pt x="610187" y="1100125"/>
                  </a:lnTo>
                  <a:lnTo>
                    <a:pt x="652434" y="1106445"/>
                  </a:lnTo>
                  <a:lnTo>
                    <a:pt x="695105" y="1108396"/>
                  </a:lnTo>
                  <a:lnTo>
                    <a:pt x="705784" y="1108197"/>
                  </a:lnTo>
                  <a:lnTo>
                    <a:pt x="748354" y="1104663"/>
                  </a:lnTo>
                  <a:lnTo>
                    <a:pt x="790336" y="1096779"/>
                  </a:lnTo>
                  <a:lnTo>
                    <a:pt x="831288" y="1084627"/>
                  </a:lnTo>
                  <a:lnTo>
                    <a:pt x="870776" y="1068336"/>
                  </a:lnTo>
                  <a:lnTo>
                    <a:pt x="908384" y="1048079"/>
                  </a:lnTo>
                  <a:lnTo>
                    <a:pt x="943714" y="1024068"/>
                  </a:lnTo>
                  <a:lnTo>
                    <a:pt x="976393" y="996559"/>
                  </a:lnTo>
                  <a:lnTo>
                    <a:pt x="1006076" y="965841"/>
                  </a:lnTo>
                  <a:lnTo>
                    <a:pt x="1032449" y="932238"/>
                  </a:lnTo>
                  <a:lnTo>
                    <a:pt x="1055235" y="896106"/>
                  </a:lnTo>
                  <a:lnTo>
                    <a:pt x="1074192" y="857826"/>
                  </a:lnTo>
                  <a:lnTo>
                    <a:pt x="1089119" y="817803"/>
                  </a:lnTo>
                  <a:lnTo>
                    <a:pt x="1099861" y="776459"/>
                  </a:lnTo>
                  <a:lnTo>
                    <a:pt x="1106302" y="734231"/>
                  </a:lnTo>
                  <a:lnTo>
                    <a:pt x="1108375" y="691565"/>
                  </a:lnTo>
                  <a:lnTo>
                    <a:pt x="1108207" y="680879"/>
                  </a:lnTo>
                  <a:lnTo>
                    <a:pt x="1104795" y="638299"/>
                  </a:lnTo>
                  <a:lnTo>
                    <a:pt x="1097030" y="596294"/>
                  </a:lnTo>
                  <a:lnTo>
                    <a:pt x="1084995" y="555308"/>
                  </a:lnTo>
                  <a:lnTo>
                    <a:pt x="1068817" y="515774"/>
                  </a:lnTo>
                  <a:lnTo>
                    <a:pt x="1048667" y="478108"/>
                  </a:lnTo>
                  <a:lnTo>
                    <a:pt x="1024758" y="442710"/>
                  </a:lnTo>
                  <a:lnTo>
                    <a:pt x="997342" y="409953"/>
                  </a:lnTo>
                  <a:lnTo>
                    <a:pt x="966708" y="380182"/>
                  </a:lnTo>
                  <a:lnTo>
                    <a:pt x="933181" y="353713"/>
                  </a:lnTo>
                  <a:lnTo>
                    <a:pt x="897114" y="330824"/>
                  </a:lnTo>
                  <a:lnTo>
                    <a:pt x="858889" y="311758"/>
                  </a:lnTo>
                  <a:lnTo>
                    <a:pt x="818908" y="296716"/>
                  </a:lnTo>
                  <a:lnTo>
                    <a:pt x="777595" y="285857"/>
                  </a:lnTo>
                  <a:lnTo>
                    <a:pt x="735386" y="279295"/>
                  </a:lnTo>
                  <a:lnTo>
                    <a:pt x="692726" y="277100"/>
                  </a:lnTo>
                  <a:lnTo>
                    <a:pt x="692726" y="0"/>
                  </a:lnTo>
                  <a:lnTo>
                    <a:pt x="746092" y="2058"/>
                  </a:lnTo>
                  <a:lnTo>
                    <a:pt x="799141" y="8222"/>
                  </a:lnTo>
                  <a:lnTo>
                    <a:pt x="851558" y="18453"/>
                  </a:lnTo>
                  <a:lnTo>
                    <a:pt x="903030" y="32693"/>
                  </a:lnTo>
                  <a:lnTo>
                    <a:pt x="953253" y="50855"/>
                  </a:lnTo>
                  <a:lnTo>
                    <a:pt x="1001927" y="72832"/>
                  </a:lnTo>
                  <a:lnTo>
                    <a:pt x="1048764" y="98494"/>
                  </a:lnTo>
                  <a:lnTo>
                    <a:pt x="1093485" y="127687"/>
                  </a:lnTo>
                  <a:lnTo>
                    <a:pt x="1135823" y="160239"/>
                  </a:lnTo>
                  <a:lnTo>
                    <a:pt x="1175529" y="195955"/>
                  </a:lnTo>
                  <a:lnTo>
                    <a:pt x="1212365" y="234624"/>
                  </a:lnTo>
                  <a:lnTo>
                    <a:pt x="1246113" y="276016"/>
                  </a:lnTo>
                  <a:lnTo>
                    <a:pt x="1276571" y="319885"/>
                  </a:lnTo>
                  <a:lnTo>
                    <a:pt x="1303560" y="365969"/>
                  </a:lnTo>
                  <a:lnTo>
                    <a:pt x="1326919" y="413996"/>
                  </a:lnTo>
                  <a:lnTo>
                    <a:pt x="1346508" y="463680"/>
                  </a:lnTo>
                  <a:lnTo>
                    <a:pt x="1362212" y="514725"/>
                  </a:lnTo>
                  <a:lnTo>
                    <a:pt x="1373937" y="566827"/>
                  </a:lnTo>
                  <a:lnTo>
                    <a:pt x="1381613" y="619679"/>
                  </a:lnTo>
                  <a:lnTo>
                    <a:pt x="1385195" y="672964"/>
                  </a:lnTo>
                  <a:lnTo>
                    <a:pt x="1385475" y="690768"/>
                  </a:lnTo>
                  <a:lnTo>
                    <a:pt x="1385297" y="708573"/>
                  </a:lnTo>
                  <a:lnTo>
                    <a:pt x="1382020" y="761878"/>
                  </a:lnTo>
                  <a:lnTo>
                    <a:pt x="1374646" y="814773"/>
                  </a:lnTo>
                  <a:lnTo>
                    <a:pt x="1363220" y="866942"/>
                  </a:lnTo>
                  <a:lnTo>
                    <a:pt x="1347809" y="918076"/>
                  </a:lnTo>
                  <a:lnTo>
                    <a:pt x="1328504" y="967871"/>
                  </a:lnTo>
                  <a:lnTo>
                    <a:pt x="1305421" y="1016030"/>
                  </a:lnTo>
                  <a:lnTo>
                    <a:pt x="1278696" y="1062269"/>
                  </a:lnTo>
                  <a:lnTo>
                    <a:pt x="1248489" y="1106311"/>
                  </a:lnTo>
                  <a:lnTo>
                    <a:pt x="1214979" y="1147895"/>
                  </a:lnTo>
                  <a:lnTo>
                    <a:pt x="1178365" y="1186775"/>
                  </a:lnTo>
                  <a:lnTo>
                    <a:pt x="1138865" y="1222718"/>
                  </a:lnTo>
                  <a:lnTo>
                    <a:pt x="1096713" y="1255512"/>
                  </a:lnTo>
                  <a:lnTo>
                    <a:pt x="1052160" y="1284960"/>
                  </a:lnTo>
                  <a:lnTo>
                    <a:pt x="1005471" y="1310890"/>
                  </a:lnTo>
                  <a:lnTo>
                    <a:pt x="956924" y="1333145"/>
                  </a:lnTo>
                  <a:lnTo>
                    <a:pt x="906806" y="1351595"/>
                  </a:lnTo>
                  <a:lnTo>
                    <a:pt x="855415" y="1366129"/>
                  </a:lnTo>
                  <a:lnTo>
                    <a:pt x="803058" y="1376660"/>
                  </a:lnTo>
                  <a:lnTo>
                    <a:pt x="750045" y="1383128"/>
                  </a:lnTo>
                  <a:lnTo>
                    <a:pt x="714495" y="1385161"/>
                  </a:lnTo>
                  <a:lnTo>
                    <a:pt x="696692" y="1385492"/>
                  </a:lnTo>
                  <a:close/>
                </a:path>
              </a:pathLst>
            </a:custGeom>
            <a:solidFill>
              <a:srgbClr val="59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829937" y="5380880"/>
              <a:ext cx="404495" cy="433070"/>
            </a:xfrm>
            <a:custGeom>
              <a:avLst/>
              <a:gdLst/>
              <a:ahLst/>
              <a:cxnLst/>
              <a:rect l="l" t="t" r="r" b="b"/>
              <a:pathLst>
                <a:path w="404495" h="433070">
                  <a:moveTo>
                    <a:pt x="270254" y="432797"/>
                  </a:moveTo>
                  <a:lnTo>
                    <a:pt x="0" y="371583"/>
                  </a:lnTo>
                  <a:lnTo>
                    <a:pt x="6623" y="344816"/>
                  </a:lnTo>
                  <a:lnTo>
                    <a:pt x="14294" y="318375"/>
                  </a:lnTo>
                  <a:lnTo>
                    <a:pt x="32779" y="266472"/>
                  </a:lnTo>
                  <a:lnTo>
                    <a:pt x="55324" y="216200"/>
                  </a:lnTo>
                  <a:lnTo>
                    <a:pt x="81798" y="167882"/>
                  </a:lnTo>
                  <a:lnTo>
                    <a:pt x="112022" y="121817"/>
                  </a:lnTo>
                  <a:lnTo>
                    <a:pt x="145817" y="78304"/>
                  </a:lnTo>
                  <a:lnTo>
                    <a:pt x="182959" y="37609"/>
                  </a:lnTo>
                  <a:lnTo>
                    <a:pt x="223221" y="0"/>
                  </a:lnTo>
                  <a:lnTo>
                    <a:pt x="404187" y="209847"/>
                  </a:lnTo>
                  <a:lnTo>
                    <a:pt x="379943" y="232477"/>
                  </a:lnTo>
                  <a:lnTo>
                    <a:pt x="357719" y="256808"/>
                  </a:lnTo>
                  <a:lnTo>
                    <a:pt x="319333" y="310577"/>
                  </a:lnTo>
                  <a:lnTo>
                    <a:pt x="289891" y="369718"/>
                  </a:lnTo>
                  <a:lnTo>
                    <a:pt x="278847" y="400766"/>
                  </a:lnTo>
                  <a:lnTo>
                    <a:pt x="270254" y="432797"/>
                  </a:lnTo>
                  <a:close/>
                </a:path>
              </a:pathLst>
            </a:custGeom>
            <a:solidFill>
              <a:srgbClr val="DFD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53159" y="5248366"/>
              <a:ext cx="321310" cy="342900"/>
            </a:xfrm>
            <a:custGeom>
              <a:avLst/>
              <a:gdLst/>
              <a:ahLst/>
              <a:cxnLst/>
              <a:rect l="l" t="t" r="r" b="b"/>
              <a:pathLst>
                <a:path w="321310" h="342900">
                  <a:moveTo>
                    <a:pt x="180966" y="342361"/>
                  </a:moveTo>
                  <a:lnTo>
                    <a:pt x="0" y="132513"/>
                  </a:lnTo>
                  <a:lnTo>
                    <a:pt x="42445" y="98651"/>
                  </a:lnTo>
                  <a:lnTo>
                    <a:pt x="86982" y="68469"/>
                  </a:lnTo>
                  <a:lnTo>
                    <a:pt x="133610" y="41966"/>
                  </a:lnTo>
                  <a:lnTo>
                    <a:pt x="182329" y="19143"/>
                  </a:lnTo>
                  <a:lnTo>
                    <a:pt x="233140" y="0"/>
                  </a:lnTo>
                  <a:lnTo>
                    <a:pt x="320850" y="262853"/>
                  </a:lnTo>
                  <a:lnTo>
                    <a:pt x="282938" y="277555"/>
                  </a:lnTo>
                  <a:lnTo>
                    <a:pt x="246986" y="295708"/>
                  </a:lnTo>
                  <a:lnTo>
                    <a:pt x="212996" y="317309"/>
                  </a:lnTo>
                  <a:lnTo>
                    <a:pt x="180966" y="342361"/>
                  </a:lnTo>
                  <a:close/>
                </a:path>
              </a:pathLst>
            </a:custGeom>
            <a:solidFill>
              <a:srgbClr val="B0F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86299" y="5212747"/>
              <a:ext cx="219710" cy="299085"/>
            </a:xfrm>
            <a:custGeom>
              <a:avLst/>
              <a:gdLst/>
              <a:ahLst/>
              <a:cxnLst/>
              <a:rect l="l" t="t" r="r" b="b"/>
              <a:pathLst>
                <a:path w="219709" h="299085">
                  <a:moveTo>
                    <a:pt x="87709" y="298472"/>
                  </a:moveTo>
                  <a:lnTo>
                    <a:pt x="0" y="35618"/>
                  </a:lnTo>
                  <a:lnTo>
                    <a:pt x="53733" y="20035"/>
                  </a:lnTo>
                  <a:lnTo>
                    <a:pt x="108190" y="8904"/>
                  </a:lnTo>
                  <a:lnTo>
                    <a:pt x="163371" y="2226"/>
                  </a:lnTo>
                  <a:lnTo>
                    <a:pt x="219274" y="0"/>
                  </a:lnTo>
                  <a:lnTo>
                    <a:pt x="219274" y="277100"/>
                  </a:lnTo>
                  <a:lnTo>
                    <a:pt x="185732" y="278436"/>
                  </a:lnTo>
                  <a:lnTo>
                    <a:pt x="152624" y="282443"/>
                  </a:lnTo>
                  <a:lnTo>
                    <a:pt x="119950" y="289122"/>
                  </a:lnTo>
                  <a:lnTo>
                    <a:pt x="87709" y="298472"/>
                  </a:lnTo>
                  <a:close/>
                </a:path>
              </a:pathLst>
            </a:custGeom>
            <a:solidFill>
              <a:srgbClr val="D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23206" y="5128678"/>
              <a:ext cx="1383665" cy="1386205"/>
            </a:xfrm>
            <a:custGeom>
              <a:avLst/>
              <a:gdLst/>
              <a:ahLst/>
              <a:cxnLst/>
              <a:rect l="l" t="t" r="r" b="b"/>
              <a:pathLst>
                <a:path w="1383665" h="1386204">
                  <a:moveTo>
                    <a:pt x="1225548" y="1331610"/>
                  </a:moveTo>
                  <a:lnTo>
                    <a:pt x="1268785" y="1385735"/>
                  </a:lnTo>
                  <a:lnTo>
                    <a:pt x="1383085" y="1385735"/>
                  </a:lnTo>
                </a:path>
                <a:path w="1383665" h="1386204">
                  <a:moveTo>
                    <a:pt x="173683" y="411166"/>
                  </a:moveTo>
                  <a:lnTo>
                    <a:pt x="114299" y="375492"/>
                  </a:lnTo>
                  <a:lnTo>
                    <a:pt x="0" y="375492"/>
                  </a:lnTo>
                </a:path>
                <a:path w="1383665" h="1386204">
                  <a:moveTo>
                    <a:pt x="431491" y="159499"/>
                  </a:moveTo>
                  <a:lnTo>
                    <a:pt x="397260" y="99272"/>
                  </a:lnTo>
                  <a:lnTo>
                    <a:pt x="282960" y="99272"/>
                  </a:lnTo>
                </a:path>
                <a:path w="1383665" h="1386204">
                  <a:moveTo>
                    <a:pt x="725257" y="69050"/>
                  </a:moveTo>
                  <a:lnTo>
                    <a:pt x="719685" y="0"/>
                  </a:lnTo>
                  <a:lnTo>
                    <a:pt x="605385" y="0"/>
                  </a:lnTo>
                </a:path>
              </a:pathLst>
            </a:custGeom>
            <a:ln w="9524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7131691" y="6435040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78.55%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307628" y="5424796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10.13%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688418" y="5049303"/>
            <a:ext cx="6407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15" baseline="-49382" dirty="0">
                <a:solidFill>
                  <a:srgbClr val="605D5C"/>
                </a:solidFill>
                <a:latin typeface="Segoe UI"/>
                <a:cs typeface="Segoe UI"/>
              </a:rPr>
              <a:t>6.2%</a:t>
            </a:r>
            <a:r>
              <a:rPr sz="1350" spc="-112" baseline="-49382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5.13%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7725409" y="5583301"/>
            <a:ext cx="95250" cy="819150"/>
            <a:chOff x="7725409" y="5583301"/>
            <a:chExt cx="95250" cy="819150"/>
          </a:xfrm>
        </p:grpSpPr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5409" y="5583301"/>
              <a:ext cx="95249" cy="9524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5409" y="5821426"/>
              <a:ext cx="95249" cy="9524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5409" y="6069076"/>
              <a:ext cx="95249" cy="9524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25409" y="6307201"/>
              <a:ext cx="95249" cy="95249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7702550" y="5289543"/>
            <a:ext cx="989965" cy="11493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Depression_Le…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Normal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6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Moderate</a:t>
            </a:r>
            <a:endParaRPr sz="1000">
              <a:latin typeface="Segoe UI"/>
              <a:cs typeface="Segoe UI"/>
            </a:endParaRPr>
          </a:p>
          <a:p>
            <a:pPr marL="137160" marR="53340">
              <a:lnSpc>
                <a:spcPct val="156300"/>
              </a:lnSpc>
              <a:spcBef>
                <a:spcPts val="75"/>
              </a:spcBef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Mild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Severe/Extre…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836025" y="2327306"/>
            <a:ext cx="21475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0" dirty="0">
                <a:solidFill>
                  <a:srgbClr val="252423"/>
                </a:solidFill>
                <a:latin typeface="Tahoma"/>
                <a:cs typeface="Tahoma"/>
              </a:rPr>
              <a:t>Stress</a:t>
            </a:r>
            <a:r>
              <a:rPr sz="16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423"/>
                </a:solidFill>
                <a:latin typeface="Tahoma"/>
                <a:cs typeface="Tahoma"/>
              </a:rPr>
              <a:t>Levels</a:t>
            </a:r>
            <a:r>
              <a:rPr sz="16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9369935" y="2831301"/>
            <a:ext cx="1377315" cy="1527175"/>
            <a:chOff x="9369935" y="2831301"/>
            <a:chExt cx="1377315" cy="1527175"/>
          </a:xfrm>
        </p:grpSpPr>
        <p:sp>
          <p:nvSpPr>
            <p:cNvPr id="94" name="object 94"/>
            <p:cNvSpPr/>
            <p:nvPr/>
          </p:nvSpPr>
          <p:spPr>
            <a:xfrm>
              <a:off x="9369935" y="2921475"/>
              <a:ext cx="1377315" cy="1377315"/>
            </a:xfrm>
            <a:custGeom>
              <a:avLst/>
              <a:gdLst/>
              <a:ahLst/>
              <a:cxnLst/>
              <a:rect l="l" t="t" r="r" b="b"/>
              <a:pathLst>
                <a:path w="1377315" h="1377314">
                  <a:moveTo>
                    <a:pt x="699895" y="1376903"/>
                  </a:moveTo>
                  <a:lnTo>
                    <a:pt x="658923" y="1376364"/>
                  </a:lnTo>
                  <a:lnTo>
                    <a:pt x="618055" y="1373388"/>
                  </a:lnTo>
                  <a:lnTo>
                    <a:pt x="577436" y="1367987"/>
                  </a:lnTo>
                  <a:lnTo>
                    <a:pt x="537211" y="1360179"/>
                  </a:lnTo>
                  <a:lnTo>
                    <a:pt x="497522" y="1349991"/>
                  </a:lnTo>
                  <a:lnTo>
                    <a:pt x="458509" y="1337461"/>
                  </a:lnTo>
                  <a:lnTo>
                    <a:pt x="420311" y="1322632"/>
                  </a:lnTo>
                  <a:lnTo>
                    <a:pt x="383062" y="1305557"/>
                  </a:lnTo>
                  <a:lnTo>
                    <a:pt x="346895" y="1286296"/>
                  </a:lnTo>
                  <a:lnTo>
                    <a:pt x="311938" y="1264918"/>
                  </a:lnTo>
                  <a:lnTo>
                    <a:pt x="278314" y="1241498"/>
                  </a:lnTo>
                  <a:lnTo>
                    <a:pt x="246144" y="1216120"/>
                  </a:lnTo>
                  <a:lnTo>
                    <a:pt x="215540" y="1188872"/>
                  </a:lnTo>
                  <a:lnTo>
                    <a:pt x="186611" y="1159852"/>
                  </a:lnTo>
                  <a:lnTo>
                    <a:pt x="159459" y="1129163"/>
                  </a:lnTo>
                  <a:lnTo>
                    <a:pt x="134182" y="1096913"/>
                  </a:lnTo>
                  <a:lnTo>
                    <a:pt x="110867" y="1063216"/>
                  </a:lnTo>
                  <a:lnTo>
                    <a:pt x="89599" y="1028192"/>
                  </a:lnTo>
                  <a:lnTo>
                    <a:pt x="70452" y="991965"/>
                  </a:lnTo>
                  <a:lnTo>
                    <a:pt x="53493" y="954663"/>
                  </a:lnTo>
                  <a:lnTo>
                    <a:pt x="38784" y="916418"/>
                  </a:lnTo>
                  <a:lnTo>
                    <a:pt x="26376" y="877366"/>
                  </a:lnTo>
                  <a:lnTo>
                    <a:pt x="16313" y="837645"/>
                  </a:lnTo>
                  <a:lnTo>
                    <a:pt x="8631" y="797396"/>
                  </a:lnTo>
                  <a:lnTo>
                    <a:pt x="3357" y="756761"/>
                  </a:lnTo>
                  <a:lnTo>
                    <a:pt x="510" y="715884"/>
                  </a:lnTo>
                  <a:lnTo>
                    <a:pt x="0" y="695400"/>
                  </a:lnTo>
                  <a:lnTo>
                    <a:pt x="99" y="674910"/>
                  </a:lnTo>
                  <a:lnTo>
                    <a:pt x="2126" y="633984"/>
                  </a:lnTo>
                  <a:lnTo>
                    <a:pt x="6585" y="593252"/>
                  </a:lnTo>
                  <a:lnTo>
                    <a:pt x="13458" y="552856"/>
                  </a:lnTo>
                  <a:lnTo>
                    <a:pt x="22723" y="512942"/>
                  </a:lnTo>
                  <a:lnTo>
                    <a:pt x="34346" y="473649"/>
                  </a:lnTo>
                  <a:lnTo>
                    <a:pt x="48285" y="435117"/>
                  </a:lnTo>
                  <a:lnTo>
                    <a:pt x="64492" y="397482"/>
                  </a:lnTo>
                  <a:lnTo>
                    <a:pt x="82909" y="360879"/>
                  </a:lnTo>
                  <a:lnTo>
                    <a:pt x="103472" y="325435"/>
                  </a:lnTo>
                  <a:lnTo>
                    <a:pt x="126106" y="291278"/>
                  </a:lnTo>
                  <a:lnTo>
                    <a:pt x="150732" y="258528"/>
                  </a:lnTo>
                  <a:lnTo>
                    <a:pt x="177262" y="227300"/>
                  </a:lnTo>
                  <a:lnTo>
                    <a:pt x="205604" y="197706"/>
                  </a:lnTo>
                  <a:lnTo>
                    <a:pt x="235655" y="169851"/>
                  </a:lnTo>
                  <a:lnTo>
                    <a:pt x="267311" y="143833"/>
                  </a:lnTo>
                  <a:lnTo>
                    <a:pt x="300458" y="119744"/>
                  </a:lnTo>
                  <a:lnTo>
                    <a:pt x="317554" y="108449"/>
                  </a:lnTo>
                  <a:lnTo>
                    <a:pt x="465918" y="340469"/>
                  </a:lnTo>
                  <a:lnTo>
                    <a:pt x="459011" y="344886"/>
                  </a:lnTo>
                  <a:lnTo>
                    <a:pt x="452241" y="349504"/>
                  </a:lnTo>
                  <a:lnTo>
                    <a:pt x="419825" y="374569"/>
                  </a:lnTo>
                  <a:lnTo>
                    <a:pt x="384443" y="408696"/>
                  </a:lnTo>
                  <a:lnTo>
                    <a:pt x="353363" y="446784"/>
                  </a:lnTo>
                  <a:lnTo>
                    <a:pt x="327028" y="488294"/>
                  </a:lnTo>
                  <a:lnTo>
                    <a:pt x="305808" y="532637"/>
                  </a:lnTo>
                  <a:lnTo>
                    <a:pt x="290005" y="579187"/>
                  </a:lnTo>
                  <a:lnTo>
                    <a:pt x="279843" y="627284"/>
                  </a:lnTo>
                  <a:lnTo>
                    <a:pt x="275465" y="676248"/>
                  </a:lnTo>
                  <a:lnTo>
                    <a:pt x="275303" y="684441"/>
                  </a:lnTo>
                  <a:lnTo>
                    <a:pt x="275468" y="700838"/>
                  </a:lnTo>
                  <a:lnTo>
                    <a:pt x="279856" y="749801"/>
                  </a:lnTo>
                  <a:lnTo>
                    <a:pt x="290029" y="797896"/>
                  </a:lnTo>
                  <a:lnTo>
                    <a:pt x="305842" y="844442"/>
                  </a:lnTo>
                  <a:lnTo>
                    <a:pt x="327070" y="888781"/>
                  </a:lnTo>
                  <a:lnTo>
                    <a:pt x="353415" y="930285"/>
                  </a:lnTo>
                  <a:lnTo>
                    <a:pt x="384503" y="968366"/>
                  </a:lnTo>
                  <a:lnTo>
                    <a:pt x="419893" y="1002486"/>
                  </a:lnTo>
                  <a:lnTo>
                    <a:pt x="459085" y="1032161"/>
                  </a:lnTo>
                  <a:lnTo>
                    <a:pt x="501524" y="1056971"/>
                  </a:lnTo>
                  <a:lnTo>
                    <a:pt x="546609" y="1076565"/>
                  </a:lnTo>
                  <a:lnTo>
                    <a:pt x="593702" y="1090666"/>
                  </a:lnTo>
                  <a:lnTo>
                    <a:pt x="642136" y="1099074"/>
                  </a:lnTo>
                  <a:lnTo>
                    <a:pt x="691227" y="1101670"/>
                  </a:lnTo>
                  <a:lnTo>
                    <a:pt x="699421" y="1101534"/>
                  </a:lnTo>
                  <a:lnTo>
                    <a:pt x="740278" y="1098418"/>
                  </a:lnTo>
                  <a:lnTo>
                    <a:pt x="788596" y="1089363"/>
                  </a:lnTo>
                  <a:lnTo>
                    <a:pt x="835496" y="1074633"/>
                  </a:lnTo>
                  <a:lnTo>
                    <a:pt x="880315" y="1054438"/>
                  </a:lnTo>
                  <a:lnTo>
                    <a:pt x="922419" y="1029062"/>
                  </a:lnTo>
                  <a:lnTo>
                    <a:pt x="961210" y="998866"/>
                  </a:lnTo>
                  <a:lnTo>
                    <a:pt x="996141" y="964276"/>
                  </a:lnTo>
                  <a:lnTo>
                    <a:pt x="1026717" y="925783"/>
                  </a:lnTo>
                  <a:lnTo>
                    <a:pt x="1052504" y="883930"/>
                  </a:lnTo>
                  <a:lnTo>
                    <a:pt x="1073138" y="839312"/>
                  </a:lnTo>
                  <a:lnTo>
                    <a:pt x="1088327" y="792558"/>
                  </a:lnTo>
                  <a:lnTo>
                    <a:pt x="1097855" y="744331"/>
                  </a:lnTo>
                  <a:lnTo>
                    <a:pt x="1101589" y="695314"/>
                  </a:lnTo>
                  <a:lnTo>
                    <a:pt x="1101643" y="687119"/>
                  </a:lnTo>
                  <a:lnTo>
                    <a:pt x="1101263" y="670726"/>
                  </a:lnTo>
                  <a:lnTo>
                    <a:pt x="1096230" y="621825"/>
                  </a:lnTo>
                  <a:lnTo>
                    <a:pt x="1085426" y="573868"/>
                  </a:lnTo>
                  <a:lnTo>
                    <a:pt x="1069002" y="527534"/>
                  </a:lnTo>
                  <a:lnTo>
                    <a:pt x="1047191" y="483478"/>
                  </a:lnTo>
                  <a:lnTo>
                    <a:pt x="1020303" y="442325"/>
                  </a:lnTo>
                  <a:lnTo>
                    <a:pt x="988717" y="404656"/>
                  </a:lnTo>
                  <a:lnTo>
                    <a:pt x="952881" y="371005"/>
                  </a:lnTo>
                  <a:lnTo>
                    <a:pt x="913302" y="341849"/>
                  </a:lnTo>
                  <a:lnTo>
                    <a:pt x="870540" y="317599"/>
                  </a:lnTo>
                  <a:lnTo>
                    <a:pt x="825201" y="298600"/>
                  </a:lnTo>
                  <a:lnTo>
                    <a:pt x="777927" y="285119"/>
                  </a:lnTo>
                  <a:lnTo>
                    <a:pt x="729386" y="277349"/>
                  </a:lnTo>
                  <a:lnTo>
                    <a:pt x="696663" y="275399"/>
                  </a:lnTo>
                  <a:lnTo>
                    <a:pt x="688464" y="275399"/>
                  </a:lnTo>
                  <a:lnTo>
                    <a:pt x="688464" y="0"/>
                  </a:lnTo>
                  <a:lnTo>
                    <a:pt x="729422" y="1219"/>
                  </a:lnTo>
                  <a:lnTo>
                    <a:pt x="770235" y="4873"/>
                  </a:lnTo>
                  <a:lnTo>
                    <a:pt x="810758" y="10948"/>
                  </a:lnTo>
                  <a:lnTo>
                    <a:pt x="850848" y="19423"/>
                  </a:lnTo>
                  <a:lnTo>
                    <a:pt x="890362" y="30267"/>
                  </a:lnTo>
                  <a:lnTo>
                    <a:pt x="929162" y="43444"/>
                  </a:lnTo>
                  <a:lnTo>
                    <a:pt x="967109" y="58905"/>
                  </a:lnTo>
                  <a:lnTo>
                    <a:pt x="1004069" y="76596"/>
                  </a:lnTo>
                  <a:lnTo>
                    <a:pt x="1039911" y="96455"/>
                  </a:lnTo>
                  <a:lnTo>
                    <a:pt x="1074509" y="118410"/>
                  </a:lnTo>
                  <a:lnTo>
                    <a:pt x="1107739" y="142385"/>
                  </a:lnTo>
                  <a:lnTo>
                    <a:pt x="1139484" y="168294"/>
                  </a:lnTo>
                  <a:lnTo>
                    <a:pt x="1169631" y="196046"/>
                  </a:lnTo>
                  <a:lnTo>
                    <a:pt x="1198074" y="225542"/>
                  </a:lnTo>
                  <a:lnTo>
                    <a:pt x="1224712" y="256678"/>
                  </a:lnTo>
                  <a:lnTo>
                    <a:pt x="1249451" y="289343"/>
                  </a:lnTo>
                  <a:lnTo>
                    <a:pt x="1272202" y="323422"/>
                  </a:lnTo>
                  <a:lnTo>
                    <a:pt x="1292886" y="358795"/>
                  </a:lnTo>
                  <a:lnTo>
                    <a:pt x="1311430" y="395335"/>
                  </a:lnTo>
                  <a:lnTo>
                    <a:pt x="1327766" y="432913"/>
                  </a:lnTo>
                  <a:lnTo>
                    <a:pt x="1341838" y="471397"/>
                  </a:lnTo>
                  <a:lnTo>
                    <a:pt x="1353596" y="510649"/>
                  </a:lnTo>
                  <a:lnTo>
                    <a:pt x="1362998" y="550532"/>
                  </a:lnTo>
                  <a:lnTo>
                    <a:pt x="1370011" y="590903"/>
                  </a:lnTo>
                  <a:lnTo>
                    <a:pt x="1374610" y="631621"/>
                  </a:lnTo>
                  <a:lnTo>
                    <a:pt x="1376778" y="672539"/>
                  </a:lnTo>
                  <a:lnTo>
                    <a:pt x="1376949" y="693029"/>
                  </a:lnTo>
                  <a:lnTo>
                    <a:pt x="1376509" y="713514"/>
                  </a:lnTo>
                  <a:lnTo>
                    <a:pt x="1373802" y="754400"/>
                  </a:lnTo>
                  <a:lnTo>
                    <a:pt x="1368668" y="795053"/>
                  </a:lnTo>
                  <a:lnTo>
                    <a:pt x="1361125" y="835329"/>
                  </a:lnTo>
                  <a:lnTo>
                    <a:pt x="1351199" y="875085"/>
                  </a:lnTo>
                  <a:lnTo>
                    <a:pt x="1338925" y="914179"/>
                  </a:lnTo>
                  <a:lnTo>
                    <a:pt x="1324348" y="952474"/>
                  </a:lnTo>
                  <a:lnTo>
                    <a:pt x="1307518" y="989835"/>
                  </a:lnTo>
                  <a:lnTo>
                    <a:pt x="1288496" y="1026128"/>
                  </a:lnTo>
                  <a:lnTo>
                    <a:pt x="1267348" y="1061224"/>
                  </a:lnTo>
                  <a:lnTo>
                    <a:pt x="1244150" y="1095001"/>
                  </a:lnTo>
                  <a:lnTo>
                    <a:pt x="1218984" y="1127338"/>
                  </a:lnTo>
                  <a:lnTo>
                    <a:pt x="1191938" y="1158121"/>
                  </a:lnTo>
                  <a:lnTo>
                    <a:pt x="1163109" y="1187240"/>
                  </a:lnTo>
                  <a:lnTo>
                    <a:pt x="1132600" y="1214593"/>
                  </a:lnTo>
                  <a:lnTo>
                    <a:pt x="1100516" y="1240082"/>
                  </a:lnTo>
                  <a:lnTo>
                    <a:pt x="1066974" y="1263617"/>
                  </a:lnTo>
                  <a:lnTo>
                    <a:pt x="1032091" y="1285116"/>
                  </a:lnTo>
                  <a:lnTo>
                    <a:pt x="995990" y="1304501"/>
                  </a:lnTo>
                  <a:lnTo>
                    <a:pt x="958800" y="1321704"/>
                  </a:lnTo>
                  <a:lnTo>
                    <a:pt x="920653" y="1336665"/>
                  </a:lnTo>
                  <a:lnTo>
                    <a:pt x="881684" y="1349330"/>
                  </a:lnTo>
                  <a:lnTo>
                    <a:pt x="842030" y="1359654"/>
                  </a:lnTo>
                  <a:lnTo>
                    <a:pt x="801832" y="1367600"/>
                  </a:lnTo>
                  <a:lnTo>
                    <a:pt x="761232" y="1373142"/>
                  </a:lnTo>
                  <a:lnTo>
                    <a:pt x="720375" y="1376258"/>
                  </a:lnTo>
                  <a:lnTo>
                    <a:pt x="699895" y="1376903"/>
                  </a:lnTo>
                  <a:close/>
                </a:path>
              </a:pathLst>
            </a:custGeom>
            <a:solidFill>
              <a:srgbClr val="59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687490" y="2963452"/>
              <a:ext cx="229235" cy="299085"/>
            </a:xfrm>
            <a:custGeom>
              <a:avLst/>
              <a:gdLst/>
              <a:ahLst/>
              <a:cxnLst/>
              <a:rect l="l" t="t" r="r" b="b"/>
              <a:pathLst>
                <a:path w="229234" h="299085">
                  <a:moveTo>
                    <a:pt x="148363" y="298492"/>
                  </a:moveTo>
                  <a:lnTo>
                    <a:pt x="0" y="66472"/>
                  </a:lnTo>
                  <a:lnTo>
                    <a:pt x="32181" y="47102"/>
                  </a:lnTo>
                  <a:lnTo>
                    <a:pt x="65272" y="29566"/>
                  </a:lnTo>
                  <a:lnTo>
                    <a:pt x="99272" y="13865"/>
                  </a:lnTo>
                  <a:lnTo>
                    <a:pt x="134181" y="0"/>
                  </a:lnTo>
                  <a:lnTo>
                    <a:pt x="228872" y="258608"/>
                  </a:lnTo>
                  <a:lnTo>
                    <a:pt x="207927" y="266928"/>
                  </a:lnTo>
                  <a:lnTo>
                    <a:pt x="187527" y="276348"/>
                  </a:lnTo>
                  <a:lnTo>
                    <a:pt x="167673" y="286870"/>
                  </a:lnTo>
                  <a:lnTo>
                    <a:pt x="148363" y="298492"/>
                  </a:lnTo>
                  <a:close/>
                </a:path>
              </a:pathLst>
            </a:custGeom>
            <a:solidFill>
              <a:srgbClr val="B0FF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821671" y="2930705"/>
              <a:ext cx="169545" cy="291465"/>
            </a:xfrm>
            <a:custGeom>
              <a:avLst/>
              <a:gdLst/>
              <a:ahLst/>
              <a:cxnLst/>
              <a:rect l="l" t="t" r="r" b="b"/>
              <a:pathLst>
                <a:path w="169545" h="291464">
                  <a:moveTo>
                    <a:pt x="94691" y="291355"/>
                  </a:moveTo>
                  <a:lnTo>
                    <a:pt x="0" y="32747"/>
                  </a:lnTo>
                  <a:lnTo>
                    <a:pt x="30516" y="22372"/>
                  </a:lnTo>
                  <a:lnTo>
                    <a:pt x="61416" y="13456"/>
                  </a:lnTo>
                  <a:lnTo>
                    <a:pt x="92701" y="5999"/>
                  </a:lnTo>
                  <a:lnTo>
                    <a:pt x="124369" y="0"/>
                  </a:lnTo>
                  <a:lnTo>
                    <a:pt x="169313" y="271707"/>
                  </a:lnTo>
                  <a:lnTo>
                    <a:pt x="150311" y="275307"/>
                  </a:lnTo>
                  <a:lnTo>
                    <a:pt x="131541" y="279781"/>
                  </a:lnTo>
                  <a:lnTo>
                    <a:pt x="113001" y="285131"/>
                  </a:lnTo>
                  <a:lnTo>
                    <a:pt x="94691" y="291355"/>
                  </a:lnTo>
                  <a:close/>
                </a:path>
              </a:pathLst>
            </a:custGeom>
            <a:solidFill>
              <a:srgbClr val="D0BF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9946041" y="2921475"/>
              <a:ext cx="112395" cy="281305"/>
            </a:xfrm>
            <a:custGeom>
              <a:avLst/>
              <a:gdLst/>
              <a:ahLst/>
              <a:cxnLst/>
              <a:rect l="l" t="t" r="r" b="b"/>
              <a:pathLst>
                <a:path w="112395" h="281305">
                  <a:moveTo>
                    <a:pt x="44943" y="280937"/>
                  </a:moveTo>
                  <a:lnTo>
                    <a:pt x="0" y="9229"/>
                  </a:lnTo>
                  <a:lnTo>
                    <a:pt x="27947" y="5191"/>
                  </a:lnTo>
                  <a:lnTo>
                    <a:pt x="55989" y="2307"/>
                  </a:lnTo>
                  <a:lnTo>
                    <a:pt x="84126" y="576"/>
                  </a:lnTo>
                  <a:lnTo>
                    <a:pt x="112358" y="0"/>
                  </a:lnTo>
                  <a:lnTo>
                    <a:pt x="112358" y="275399"/>
                  </a:lnTo>
                  <a:lnTo>
                    <a:pt x="95419" y="275745"/>
                  </a:lnTo>
                  <a:lnTo>
                    <a:pt x="78536" y="276784"/>
                  </a:lnTo>
                  <a:lnTo>
                    <a:pt x="61711" y="278514"/>
                  </a:lnTo>
                  <a:lnTo>
                    <a:pt x="44943" y="280937"/>
                  </a:lnTo>
                  <a:close/>
                </a:path>
              </a:pathLst>
            </a:custGeom>
            <a:solidFill>
              <a:srgbClr val="D638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9600264" y="2836063"/>
              <a:ext cx="789940" cy="1517650"/>
            </a:xfrm>
            <a:custGeom>
              <a:avLst/>
              <a:gdLst/>
              <a:ahLst/>
              <a:cxnLst/>
              <a:rect l="l" t="t" r="r" b="b"/>
              <a:pathLst>
                <a:path w="789940" h="1517650">
                  <a:moveTo>
                    <a:pt x="656185" y="1451262"/>
                  </a:moveTo>
                  <a:lnTo>
                    <a:pt x="675507" y="1517345"/>
                  </a:lnTo>
                  <a:lnTo>
                    <a:pt x="789807" y="1517345"/>
                  </a:lnTo>
                </a:path>
                <a:path w="789940" h="1517650">
                  <a:moveTo>
                    <a:pt x="144863" y="141543"/>
                  </a:moveTo>
                  <a:lnTo>
                    <a:pt x="114299" y="79848"/>
                  </a:lnTo>
                  <a:lnTo>
                    <a:pt x="0" y="79848"/>
                  </a:lnTo>
                </a:path>
                <a:path w="789940" h="1517650">
                  <a:moveTo>
                    <a:pt x="429222" y="68792"/>
                  </a:moveTo>
                  <a:lnTo>
                    <a:pt x="426401" y="0"/>
                  </a:lnTo>
                  <a:lnTo>
                    <a:pt x="312101" y="0"/>
                  </a:lnTo>
                </a:path>
              </a:pathLst>
            </a:custGeom>
            <a:ln w="9524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10415471" y="4274034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90.95%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9246301" y="2836536"/>
            <a:ext cx="328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3.47%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9558402" y="2756688"/>
            <a:ext cx="328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2.61%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1278234" y="3287776"/>
            <a:ext cx="95250" cy="819150"/>
            <a:chOff x="11278234" y="3287776"/>
            <a:chExt cx="95250" cy="819150"/>
          </a:xfrm>
        </p:grpSpPr>
        <p:pic>
          <p:nvPicPr>
            <p:cNvPr id="103" name="object 10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78234" y="3287776"/>
              <a:ext cx="95249" cy="95249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78234" y="3525901"/>
              <a:ext cx="95249" cy="95249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78234" y="3773551"/>
              <a:ext cx="95249" cy="95249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78234" y="4011676"/>
              <a:ext cx="95249" cy="95249"/>
            </a:xfrm>
            <a:prstGeom prst="rect">
              <a:avLst/>
            </a:prstGeom>
          </p:spPr>
        </p:pic>
      </p:grpSp>
      <p:sp>
        <p:nvSpPr>
          <p:cNvPr id="107" name="object 107"/>
          <p:cNvSpPr txBox="1"/>
          <p:nvPr/>
        </p:nvSpPr>
        <p:spPr>
          <a:xfrm>
            <a:off x="11255374" y="2994018"/>
            <a:ext cx="941069" cy="11493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200660" algn="ctr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Stress_Level</a:t>
            </a:r>
            <a:endParaRPr sz="1000">
              <a:latin typeface="Segoe UI"/>
              <a:cs typeface="Segoe UI"/>
            </a:endParaRPr>
          </a:p>
          <a:p>
            <a:pPr marR="238760" algn="ctr">
              <a:lnSpc>
                <a:spcPct val="100000"/>
              </a:lnSpc>
              <a:spcBef>
                <a:spcPts val="3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Normal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675"/>
              </a:spcBef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Mild</a:t>
            </a:r>
            <a:endParaRPr sz="1000">
              <a:latin typeface="Segoe UI"/>
              <a:cs typeface="Segoe UI"/>
            </a:endParaRPr>
          </a:p>
          <a:p>
            <a:pPr marL="137160" marR="5080">
              <a:lnSpc>
                <a:spcPct val="156200"/>
              </a:lnSpc>
              <a:spcBef>
                <a:spcPts val="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Moderate Severe/Extre…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893175" y="4594256"/>
            <a:ext cx="2507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0" dirty="0">
                <a:solidFill>
                  <a:srgbClr val="252423"/>
                </a:solidFill>
                <a:latin typeface="Tahoma"/>
                <a:cs typeface="Tahoma"/>
              </a:rPr>
              <a:t>Resillience</a:t>
            </a:r>
            <a:r>
              <a:rPr sz="16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252423"/>
                </a:solidFill>
                <a:latin typeface="Tahoma"/>
                <a:cs typeface="Tahoma"/>
              </a:rPr>
              <a:t>Levels</a:t>
            </a:r>
            <a:r>
              <a:rPr sz="16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9273553" y="5102472"/>
            <a:ext cx="1644650" cy="1477010"/>
            <a:chOff x="9273553" y="5102472"/>
            <a:chExt cx="1644650" cy="1477010"/>
          </a:xfrm>
        </p:grpSpPr>
        <p:sp>
          <p:nvSpPr>
            <p:cNvPr id="110" name="object 110"/>
            <p:cNvSpPr/>
            <p:nvPr/>
          </p:nvSpPr>
          <p:spPr>
            <a:xfrm>
              <a:off x="9530840" y="5193697"/>
              <a:ext cx="1277620" cy="1385570"/>
            </a:xfrm>
            <a:custGeom>
              <a:avLst/>
              <a:gdLst/>
              <a:ahLst/>
              <a:cxnLst/>
              <a:rect l="l" t="t" r="r" b="b"/>
              <a:pathLst>
                <a:path w="1277620" h="1385570">
                  <a:moveTo>
                    <a:pt x="584312" y="1385503"/>
                  </a:moveTo>
                  <a:lnTo>
                    <a:pt x="539463" y="1384024"/>
                  </a:lnTo>
                  <a:lnTo>
                    <a:pt x="494804" y="1379644"/>
                  </a:lnTo>
                  <a:lnTo>
                    <a:pt x="450522" y="1372383"/>
                  </a:lnTo>
                  <a:lnTo>
                    <a:pt x="406803" y="1362269"/>
                  </a:lnTo>
                  <a:lnTo>
                    <a:pt x="363831" y="1349347"/>
                  </a:lnTo>
                  <a:lnTo>
                    <a:pt x="321785" y="1333669"/>
                  </a:lnTo>
                  <a:lnTo>
                    <a:pt x="280842" y="1315303"/>
                  </a:lnTo>
                  <a:lnTo>
                    <a:pt x="241175" y="1294324"/>
                  </a:lnTo>
                  <a:lnTo>
                    <a:pt x="202949" y="1270821"/>
                  </a:lnTo>
                  <a:lnTo>
                    <a:pt x="166325" y="1244892"/>
                  </a:lnTo>
                  <a:lnTo>
                    <a:pt x="131456" y="1216647"/>
                  </a:lnTo>
                  <a:lnTo>
                    <a:pt x="98489" y="1186204"/>
                  </a:lnTo>
                  <a:lnTo>
                    <a:pt x="67562" y="1153690"/>
                  </a:lnTo>
                  <a:lnTo>
                    <a:pt x="38805" y="1119242"/>
                  </a:lnTo>
                  <a:lnTo>
                    <a:pt x="12339" y="1083004"/>
                  </a:lnTo>
                  <a:lnTo>
                    <a:pt x="0" y="1064262"/>
                  </a:lnTo>
                  <a:lnTo>
                    <a:pt x="233883" y="915658"/>
                  </a:lnTo>
                  <a:lnTo>
                    <a:pt x="241287" y="926903"/>
                  </a:lnTo>
                  <a:lnTo>
                    <a:pt x="249050" y="937903"/>
                  </a:lnTo>
                  <a:lnTo>
                    <a:pt x="274421" y="969314"/>
                  </a:lnTo>
                  <a:lnTo>
                    <a:pt x="302719" y="998116"/>
                  </a:lnTo>
                  <a:lnTo>
                    <a:pt x="333678" y="1024036"/>
                  </a:lnTo>
                  <a:lnTo>
                    <a:pt x="367006" y="1046830"/>
                  </a:lnTo>
                  <a:lnTo>
                    <a:pt x="402389" y="1066282"/>
                  </a:lnTo>
                  <a:lnTo>
                    <a:pt x="439492" y="1082210"/>
                  </a:lnTo>
                  <a:lnTo>
                    <a:pt x="477965" y="1094462"/>
                  </a:lnTo>
                  <a:lnTo>
                    <a:pt x="517446" y="1102924"/>
                  </a:lnTo>
                  <a:lnTo>
                    <a:pt x="557561" y="1107515"/>
                  </a:lnTo>
                  <a:lnTo>
                    <a:pt x="584471" y="1108402"/>
                  </a:lnTo>
                  <a:lnTo>
                    <a:pt x="597933" y="1108192"/>
                  </a:lnTo>
                  <a:lnTo>
                    <a:pt x="638179" y="1104949"/>
                  </a:lnTo>
                  <a:lnTo>
                    <a:pt x="677922" y="1097815"/>
                  </a:lnTo>
                  <a:lnTo>
                    <a:pt x="716784" y="1086860"/>
                  </a:lnTo>
                  <a:lnTo>
                    <a:pt x="754400" y="1072186"/>
                  </a:lnTo>
                  <a:lnTo>
                    <a:pt x="790415" y="1053931"/>
                  </a:lnTo>
                  <a:lnTo>
                    <a:pt x="824489" y="1032267"/>
                  </a:lnTo>
                  <a:lnTo>
                    <a:pt x="856300" y="1007400"/>
                  </a:lnTo>
                  <a:lnTo>
                    <a:pt x="885548" y="979563"/>
                  </a:lnTo>
                  <a:lnTo>
                    <a:pt x="911957" y="949021"/>
                  </a:lnTo>
                  <a:lnTo>
                    <a:pt x="935278" y="916059"/>
                  </a:lnTo>
                  <a:lnTo>
                    <a:pt x="955291" y="880991"/>
                  </a:lnTo>
                  <a:lnTo>
                    <a:pt x="971807" y="844146"/>
                  </a:lnTo>
                  <a:lnTo>
                    <a:pt x="984670" y="805872"/>
                  </a:lnTo>
                  <a:lnTo>
                    <a:pt x="993759" y="766531"/>
                  </a:lnTo>
                  <a:lnTo>
                    <a:pt x="998988" y="726494"/>
                  </a:lnTo>
                  <a:lnTo>
                    <a:pt x="1000307" y="686138"/>
                  </a:lnTo>
                  <a:lnTo>
                    <a:pt x="999875" y="672681"/>
                  </a:lnTo>
                  <a:lnTo>
                    <a:pt x="995969" y="632494"/>
                  </a:lnTo>
                  <a:lnTo>
                    <a:pt x="988182" y="592874"/>
                  </a:lnTo>
                  <a:lnTo>
                    <a:pt x="976587" y="554198"/>
                  </a:lnTo>
                  <a:lnTo>
                    <a:pt x="961295" y="516828"/>
                  </a:lnTo>
                  <a:lnTo>
                    <a:pt x="942448" y="481119"/>
                  </a:lnTo>
                  <a:lnTo>
                    <a:pt x="920226" y="447407"/>
                  </a:lnTo>
                  <a:lnTo>
                    <a:pt x="894838" y="416010"/>
                  </a:lnTo>
                  <a:lnTo>
                    <a:pt x="866523" y="387225"/>
                  </a:lnTo>
                  <a:lnTo>
                    <a:pt x="835549" y="361323"/>
                  </a:lnTo>
                  <a:lnTo>
                    <a:pt x="802208" y="338548"/>
                  </a:lnTo>
                  <a:lnTo>
                    <a:pt x="766814" y="319116"/>
                  </a:lnTo>
                  <a:lnTo>
                    <a:pt x="729702" y="303210"/>
                  </a:lnTo>
                  <a:lnTo>
                    <a:pt x="691222" y="290979"/>
                  </a:lnTo>
                  <a:lnTo>
                    <a:pt x="651736" y="282540"/>
                  </a:lnTo>
                  <a:lnTo>
                    <a:pt x="611618" y="277972"/>
                  </a:lnTo>
                  <a:lnTo>
                    <a:pt x="584709" y="277100"/>
                  </a:lnTo>
                  <a:lnTo>
                    <a:pt x="584709" y="0"/>
                  </a:lnTo>
                  <a:lnTo>
                    <a:pt x="629558" y="1453"/>
                  </a:lnTo>
                  <a:lnTo>
                    <a:pt x="674220" y="5807"/>
                  </a:lnTo>
                  <a:lnTo>
                    <a:pt x="718506" y="13043"/>
                  </a:lnTo>
                  <a:lnTo>
                    <a:pt x="762231" y="23131"/>
                  </a:lnTo>
                  <a:lnTo>
                    <a:pt x="805211" y="36029"/>
                  </a:lnTo>
                  <a:lnTo>
                    <a:pt x="847265" y="51683"/>
                  </a:lnTo>
                  <a:lnTo>
                    <a:pt x="888218" y="70026"/>
                  </a:lnTo>
                  <a:lnTo>
                    <a:pt x="927898" y="90982"/>
                  </a:lnTo>
                  <a:lnTo>
                    <a:pt x="966137" y="114463"/>
                  </a:lnTo>
                  <a:lnTo>
                    <a:pt x="1002776" y="140371"/>
                  </a:lnTo>
                  <a:lnTo>
                    <a:pt x="1037661" y="168596"/>
                  </a:lnTo>
                  <a:lnTo>
                    <a:pt x="1070646" y="199020"/>
                  </a:lnTo>
                  <a:lnTo>
                    <a:pt x="1101591" y="231517"/>
                  </a:lnTo>
                  <a:lnTo>
                    <a:pt x="1130368" y="265948"/>
                  </a:lnTo>
                  <a:lnTo>
                    <a:pt x="1156855" y="302170"/>
                  </a:lnTo>
                  <a:lnTo>
                    <a:pt x="1180941" y="340031"/>
                  </a:lnTo>
                  <a:lnTo>
                    <a:pt x="1202526" y="379372"/>
                  </a:lnTo>
                  <a:lnTo>
                    <a:pt x="1221519" y="420028"/>
                  </a:lnTo>
                  <a:lnTo>
                    <a:pt x="1237839" y="461829"/>
                  </a:lnTo>
                  <a:lnTo>
                    <a:pt x="1251419" y="504598"/>
                  </a:lnTo>
                  <a:lnTo>
                    <a:pt x="1262202" y="548157"/>
                  </a:lnTo>
                  <a:lnTo>
                    <a:pt x="1270142" y="592322"/>
                  </a:lnTo>
                  <a:lnTo>
                    <a:pt x="1275206" y="636909"/>
                  </a:lnTo>
                  <a:lnTo>
                    <a:pt x="1277373" y="681730"/>
                  </a:lnTo>
                  <a:lnTo>
                    <a:pt x="1277366" y="704169"/>
                  </a:lnTo>
                  <a:lnTo>
                    <a:pt x="1275174" y="748989"/>
                  </a:lnTo>
                  <a:lnTo>
                    <a:pt x="1270084" y="793573"/>
                  </a:lnTo>
                  <a:lnTo>
                    <a:pt x="1262119" y="837734"/>
                  </a:lnTo>
                  <a:lnTo>
                    <a:pt x="1251312" y="881286"/>
                  </a:lnTo>
                  <a:lnTo>
                    <a:pt x="1237707" y="924048"/>
                  </a:lnTo>
                  <a:lnTo>
                    <a:pt x="1221362" y="965839"/>
                  </a:lnTo>
                  <a:lnTo>
                    <a:pt x="1202347" y="1006484"/>
                  </a:lnTo>
                  <a:lnTo>
                    <a:pt x="1180740" y="1045812"/>
                  </a:lnTo>
                  <a:lnTo>
                    <a:pt x="1156631" y="1083660"/>
                  </a:lnTo>
                  <a:lnTo>
                    <a:pt x="1130123" y="1119867"/>
                  </a:lnTo>
                  <a:lnTo>
                    <a:pt x="1101327" y="1154282"/>
                  </a:lnTo>
                  <a:lnTo>
                    <a:pt x="1070363" y="1186760"/>
                  </a:lnTo>
                  <a:lnTo>
                    <a:pt x="1037361" y="1217166"/>
                  </a:lnTo>
                  <a:lnTo>
                    <a:pt x="1002460" y="1245371"/>
                  </a:lnTo>
                  <a:lnTo>
                    <a:pt x="965806" y="1271258"/>
                  </a:lnTo>
                  <a:lnTo>
                    <a:pt x="927553" y="1294717"/>
                  </a:lnTo>
                  <a:lnTo>
                    <a:pt x="887862" y="1315650"/>
                  </a:lnTo>
                  <a:lnTo>
                    <a:pt x="846898" y="1333970"/>
                  </a:lnTo>
                  <a:lnTo>
                    <a:pt x="804835" y="1349599"/>
                  </a:lnTo>
                  <a:lnTo>
                    <a:pt x="761848" y="1362473"/>
                  </a:lnTo>
                  <a:lnTo>
                    <a:pt x="718117" y="1372536"/>
                  </a:lnTo>
                  <a:lnTo>
                    <a:pt x="673827" y="1379747"/>
                  </a:lnTo>
                  <a:lnTo>
                    <a:pt x="629163" y="1384075"/>
                  </a:lnTo>
                  <a:lnTo>
                    <a:pt x="606749" y="1385152"/>
                  </a:lnTo>
                  <a:lnTo>
                    <a:pt x="584312" y="1385503"/>
                  </a:lnTo>
                  <a:close/>
                </a:path>
              </a:pathLst>
            </a:custGeom>
            <a:solidFill>
              <a:srgbClr val="49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422816" y="5440645"/>
              <a:ext cx="374650" cy="817880"/>
            </a:xfrm>
            <a:custGeom>
              <a:avLst/>
              <a:gdLst/>
              <a:ahLst/>
              <a:cxnLst/>
              <a:rect l="l" t="t" r="r" b="b"/>
              <a:pathLst>
                <a:path w="374650" h="817879">
                  <a:moveTo>
                    <a:pt x="108024" y="817314"/>
                  </a:moveTo>
                  <a:lnTo>
                    <a:pt x="87034" y="782009"/>
                  </a:lnTo>
                  <a:lnTo>
                    <a:pt x="68172" y="745517"/>
                  </a:lnTo>
                  <a:lnTo>
                    <a:pt x="51505" y="707971"/>
                  </a:lnTo>
                  <a:lnTo>
                    <a:pt x="37095" y="669509"/>
                  </a:lnTo>
                  <a:lnTo>
                    <a:pt x="24990" y="630260"/>
                  </a:lnTo>
                  <a:lnTo>
                    <a:pt x="15231" y="590357"/>
                  </a:lnTo>
                  <a:lnTo>
                    <a:pt x="7854" y="549946"/>
                  </a:lnTo>
                  <a:lnTo>
                    <a:pt x="2886" y="509174"/>
                  </a:lnTo>
                  <a:lnTo>
                    <a:pt x="343" y="468180"/>
                  </a:lnTo>
                  <a:lnTo>
                    <a:pt x="0" y="440791"/>
                  </a:lnTo>
                  <a:lnTo>
                    <a:pt x="234" y="427101"/>
                  </a:lnTo>
                  <a:lnTo>
                    <a:pt x="2560" y="386089"/>
                  </a:lnTo>
                  <a:lnTo>
                    <a:pt x="7312" y="345291"/>
                  </a:lnTo>
                  <a:lnTo>
                    <a:pt x="14473" y="304847"/>
                  </a:lnTo>
                  <a:lnTo>
                    <a:pt x="24020" y="264893"/>
                  </a:lnTo>
                  <a:lnTo>
                    <a:pt x="35919" y="225576"/>
                  </a:lnTo>
                  <a:lnTo>
                    <a:pt x="50125" y="187037"/>
                  </a:lnTo>
                  <a:lnTo>
                    <a:pt x="66590" y="149408"/>
                  </a:lnTo>
                  <a:lnTo>
                    <a:pt x="85259" y="112817"/>
                  </a:lnTo>
                  <a:lnTo>
                    <a:pt x="106063" y="77396"/>
                  </a:lnTo>
                  <a:lnTo>
                    <a:pt x="128928" y="43276"/>
                  </a:lnTo>
                  <a:lnTo>
                    <a:pt x="153774" y="10570"/>
                  </a:lnTo>
                  <a:lnTo>
                    <a:pt x="162484" y="0"/>
                  </a:lnTo>
                  <a:lnTo>
                    <a:pt x="374584" y="178321"/>
                  </a:lnTo>
                  <a:lnTo>
                    <a:pt x="364251" y="191114"/>
                  </a:lnTo>
                  <a:lnTo>
                    <a:pt x="354448" y="204285"/>
                  </a:lnTo>
                  <a:lnTo>
                    <a:pt x="328241" y="246022"/>
                  </a:lnTo>
                  <a:lnTo>
                    <a:pt x="307168" y="290544"/>
                  </a:lnTo>
                  <a:lnTo>
                    <a:pt x="291508" y="337245"/>
                  </a:lnTo>
                  <a:lnTo>
                    <a:pt x="281478" y="385496"/>
                  </a:lnTo>
                  <a:lnTo>
                    <a:pt x="277232" y="434595"/>
                  </a:lnTo>
                  <a:lnTo>
                    <a:pt x="277113" y="451014"/>
                  </a:lnTo>
                  <a:lnTo>
                    <a:pt x="277644" y="467424"/>
                  </a:lnTo>
                  <a:lnTo>
                    <a:pt x="283120" y="516401"/>
                  </a:lnTo>
                  <a:lnTo>
                    <a:pt x="294355" y="564386"/>
                  </a:lnTo>
                  <a:lnTo>
                    <a:pt x="311182" y="610680"/>
                  </a:lnTo>
                  <a:lnTo>
                    <a:pt x="333364" y="654659"/>
                  </a:lnTo>
                  <a:lnTo>
                    <a:pt x="341908" y="668710"/>
                  </a:lnTo>
                  <a:lnTo>
                    <a:pt x="108024" y="817314"/>
                  </a:lnTo>
                  <a:close/>
                </a:path>
              </a:pathLst>
            </a:custGeom>
            <a:solidFill>
              <a:srgbClr val="00A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585300" y="5194162"/>
              <a:ext cx="515620" cy="424815"/>
            </a:xfrm>
            <a:custGeom>
              <a:avLst/>
              <a:gdLst/>
              <a:ahLst/>
              <a:cxnLst/>
              <a:rect l="l" t="t" r="r" b="b"/>
              <a:pathLst>
                <a:path w="515620" h="424814">
                  <a:moveTo>
                    <a:pt x="212099" y="424804"/>
                  </a:moveTo>
                  <a:lnTo>
                    <a:pt x="0" y="246482"/>
                  </a:lnTo>
                  <a:lnTo>
                    <a:pt x="24008" y="219388"/>
                  </a:lnTo>
                  <a:lnTo>
                    <a:pt x="49328" y="193653"/>
                  </a:lnTo>
                  <a:lnTo>
                    <a:pt x="103906" y="146267"/>
                  </a:lnTo>
                  <a:lnTo>
                    <a:pt x="163112" y="104808"/>
                  </a:lnTo>
                  <a:lnTo>
                    <a:pt x="226326" y="69762"/>
                  </a:lnTo>
                  <a:lnTo>
                    <a:pt x="292839" y="41474"/>
                  </a:lnTo>
                  <a:lnTo>
                    <a:pt x="361944" y="20290"/>
                  </a:lnTo>
                  <a:lnTo>
                    <a:pt x="432876" y="6402"/>
                  </a:lnTo>
                  <a:lnTo>
                    <a:pt x="504870" y="0"/>
                  </a:lnTo>
                  <a:lnTo>
                    <a:pt x="515021" y="276914"/>
                  </a:lnTo>
                  <a:lnTo>
                    <a:pt x="493343" y="278273"/>
                  </a:lnTo>
                  <a:lnTo>
                    <a:pt x="471825" y="280755"/>
                  </a:lnTo>
                  <a:lnTo>
                    <a:pt x="429266" y="289089"/>
                  </a:lnTo>
                  <a:lnTo>
                    <a:pt x="387803" y="301799"/>
                  </a:lnTo>
                  <a:lnTo>
                    <a:pt x="347895" y="318772"/>
                  </a:lnTo>
                  <a:lnTo>
                    <a:pt x="309967" y="339800"/>
                  </a:lnTo>
                  <a:lnTo>
                    <a:pt x="274443" y="364675"/>
                  </a:lnTo>
                  <a:lnTo>
                    <a:pt x="241696" y="393107"/>
                  </a:lnTo>
                  <a:lnTo>
                    <a:pt x="226504" y="408547"/>
                  </a:lnTo>
                  <a:lnTo>
                    <a:pt x="212099" y="424804"/>
                  </a:lnTo>
                  <a:close/>
                </a:path>
              </a:pathLst>
            </a:custGeom>
            <a:solidFill>
              <a:srgbClr val="C3B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0090171" y="5193697"/>
              <a:ext cx="25400" cy="277495"/>
            </a:xfrm>
            <a:custGeom>
              <a:avLst/>
              <a:gdLst/>
              <a:ahLst/>
              <a:cxnLst/>
              <a:rect l="l" t="t" r="r" b="b"/>
              <a:pathLst>
                <a:path w="25400" h="277495">
                  <a:moveTo>
                    <a:pt x="10151" y="277379"/>
                  </a:moveTo>
                  <a:lnTo>
                    <a:pt x="0" y="465"/>
                  </a:lnTo>
                  <a:lnTo>
                    <a:pt x="16916" y="0"/>
                  </a:lnTo>
                  <a:lnTo>
                    <a:pt x="25378" y="0"/>
                  </a:lnTo>
                  <a:lnTo>
                    <a:pt x="25378" y="277100"/>
                  </a:lnTo>
                  <a:lnTo>
                    <a:pt x="10151" y="277379"/>
                  </a:lnTo>
                  <a:close/>
                </a:path>
              </a:pathLst>
            </a:custGeom>
            <a:solidFill>
              <a:srgbClr val="F5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278315" y="5107234"/>
              <a:ext cx="1635125" cy="1155065"/>
            </a:xfrm>
            <a:custGeom>
              <a:avLst/>
              <a:gdLst/>
              <a:ahLst/>
              <a:cxnLst/>
              <a:rect l="l" t="t" r="r" b="b"/>
              <a:pathLst>
                <a:path w="1635125" h="1155064">
                  <a:moveTo>
                    <a:pt x="1459565" y="1121125"/>
                  </a:moveTo>
                  <a:lnTo>
                    <a:pt x="1520281" y="1154483"/>
                  </a:lnTo>
                  <a:lnTo>
                    <a:pt x="1634581" y="1154483"/>
                  </a:lnTo>
                </a:path>
                <a:path w="1635125" h="1155064">
                  <a:moveTo>
                    <a:pt x="178560" y="513979"/>
                  </a:moveTo>
                  <a:lnTo>
                    <a:pt x="114299" y="488103"/>
                  </a:lnTo>
                  <a:lnTo>
                    <a:pt x="0" y="488103"/>
                  </a:lnTo>
                </a:path>
                <a:path w="1635125" h="1155064">
                  <a:moveTo>
                    <a:pt x="525713" y="141127"/>
                  </a:moveTo>
                  <a:lnTo>
                    <a:pt x="495321" y="78875"/>
                  </a:lnTo>
                  <a:lnTo>
                    <a:pt x="381021" y="78875"/>
                  </a:lnTo>
                </a:path>
                <a:path w="1635125" h="1155064">
                  <a:moveTo>
                    <a:pt x="824225" y="69263"/>
                  </a:moveTo>
                  <a:lnTo>
                    <a:pt x="822956" y="0"/>
                  </a:lnTo>
                  <a:lnTo>
                    <a:pt x="708656" y="0"/>
                  </a:lnTo>
                </a:path>
              </a:pathLst>
            </a:custGeom>
            <a:ln w="9524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10938295" y="6182343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65.99%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934026" y="5515962"/>
            <a:ext cx="3194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20.1…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9218359" y="5106735"/>
            <a:ext cx="768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13.29%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37037" dirty="0">
                <a:solidFill>
                  <a:srgbClr val="605D5C"/>
                </a:solidFill>
                <a:latin typeface="Segoe UI"/>
                <a:cs typeface="Segoe UI"/>
              </a:rPr>
              <a:t>0.58%</a:t>
            </a:r>
            <a:endParaRPr sz="1350" baseline="37037">
              <a:latin typeface="Segoe UI"/>
              <a:cs typeface="Segoe UI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11335384" y="5564251"/>
            <a:ext cx="95250" cy="819150"/>
            <a:chOff x="11335384" y="5564251"/>
            <a:chExt cx="95250" cy="819150"/>
          </a:xfrm>
        </p:grpSpPr>
        <p:pic>
          <p:nvPicPr>
            <p:cNvPr id="119" name="object 1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35384" y="5564251"/>
              <a:ext cx="95249" cy="9524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335384" y="5802376"/>
              <a:ext cx="95249" cy="9524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35384" y="6050026"/>
              <a:ext cx="95249" cy="95249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35384" y="6288151"/>
              <a:ext cx="95249" cy="95249"/>
            </a:xfrm>
            <a:prstGeom prst="rect">
              <a:avLst/>
            </a:prstGeom>
          </p:spPr>
        </p:pic>
      </p:grpSp>
      <p:sp>
        <p:nvSpPr>
          <p:cNvPr id="123" name="object 123"/>
          <p:cNvSpPr txBox="1"/>
          <p:nvPr/>
        </p:nvSpPr>
        <p:spPr>
          <a:xfrm>
            <a:off x="11312524" y="5270493"/>
            <a:ext cx="971550" cy="11493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BRS_Level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Balanced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wel…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6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endParaRPr sz="1000">
              <a:latin typeface="Segoe UI"/>
              <a:cs typeface="Segoe UI"/>
            </a:endParaRPr>
          </a:p>
          <a:p>
            <a:pPr marL="137160" marR="558165">
              <a:lnSpc>
                <a:spcPct val="156300"/>
              </a:lnSpc>
              <a:spcBef>
                <a:spcPts val="75"/>
              </a:spcBef>
            </a:pP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Low </a:t>
            </a: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High</a:t>
            </a:r>
            <a:endParaRPr sz="1000">
              <a:latin typeface="Segoe UI"/>
              <a:cs typeface="Segoe U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57199" y="1085850"/>
            <a:ext cx="4324350" cy="990600"/>
            <a:chOff x="457199" y="1085850"/>
            <a:chExt cx="4324350" cy="990600"/>
          </a:xfrm>
        </p:grpSpPr>
        <p:sp>
          <p:nvSpPr>
            <p:cNvPr id="125" name="object 125"/>
            <p:cNvSpPr/>
            <p:nvPr/>
          </p:nvSpPr>
          <p:spPr>
            <a:xfrm>
              <a:off x="466724" y="1247774"/>
              <a:ext cx="1285875" cy="666750"/>
            </a:xfrm>
            <a:custGeom>
              <a:avLst/>
              <a:gdLst/>
              <a:ahLst/>
              <a:cxnLst/>
              <a:rect l="l" t="t" r="r" b="b"/>
              <a:pathLst>
                <a:path w="1285875" h="66675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47774" y="0"/>
                  </a:lnTo>
                  <a:lnTo>
                    <a:pt x="1282600" y="24110"/>
                  </a:lnTo>
                  <a:lnTo>
                    <a:pt x="1285874" y="628649"/>
                  </a:lnTo>
                  <a:lnTo>
                    <a:pt x="1282600" y="642639"/>
                  </a:lnTo>
                  <a:lnTo>
                    <a:pt x="1273968" y="654843"/>
                  </a:lnTo>
                  <a:lnTo>
                    <a:pt x="1261764" y="663475"/>
                  </a:lnTo>
                  <a:lnTo>
                    <a:pt x="1247774" y="666749"/>
                  </a:lnTo>
                  <a:lnTo>
                    <a:pt x="38099" y="666749"/>
                  </a:lnTo>
                  <a:lnTo>
                    <a:pt x="24110" y="663475"/>
                  </a:lnTo>
                  <a:lnTo>
                    <a:pt x="11906" y="654843"/>
                  </a:lnTo>
                  <a:lnTo>
                    <a:pt x="3274" y="642639"/>
                  </a:lnTo>
                  <a:lnTo>
                    <a:pt x="0" y="62864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68954" y="1247774"/>
              <a:ext cx="1255395" cy="28575"/>
            </a:xfrm>
            <a:custGeom>
              <a:avLst/>
              <a:gdLst/>
              <a:ahLst/>
              <a:cxnLst/>
              <a:rect l="l" t="t" r="r" b="b"/>
              <a:pathLst>
                <a:path w="1255395" h="28575">
                  <a:moveTo>
                    <a:pt x="0" y="28574"/>
                  </a:moveTo>
                  <a:lnTo>
                    <a:pt x="1255070" y="28574"/>
                  </a:lnTo>
                  <a:lnTo>
                    <a:pt x="1255070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00A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724024" y="1085850"/>
              <a:ext cx="1571625" cy="990600"/>
            </a:xfrm>
            <a:custGeom>
              <a:avLst/>
              <a:gdLst/>
              <a:ahLst/>
              <a:cxnLst/>
              <a:rect l="l" t="t" r="r" b="b"/>
              <a:pathLst>
                <a:path w="1571625" h="990600">
                  <a:moveTo>
                    <a:pt x="1571624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1571624" y="0"/>
                  </a:lnTo>
                  <a:lnTo>
                    <a:pt x="1571624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885949" y="1247774"/>
              <a:ext cx="1247775" cy="666750"/>
            </a:xfrm>
            <a:custGeom>
              <a:avLst/>
              <a:gdLst/>
              <a:ahLst/>
              <a:cxnLst/>
              <a:rect l="l" t="t" r="r" b="b"/>
              <a:pathLst>
                <a:path w="1247775" h="66675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09674" y="0"/>
                  </a:lnTo>
                  <a:lnTo>
                    <a:pt x="1244500" y="24110"/>
                  </a:lnTo>
                  <a:lnTo>
                    <a:pt x="1247774" y="628649"/>
                  </a:lnTo>
                  <a:lnTo>
                    <a:pt x="1244500" y="642639"/>
                  </a:lnTo>
                  <a:lnTo>
                    <a:pt x="1235868" y="654843"/>
                  </a:lnTo>
                  <a:lnTo>
                    <a:pt x="1223664" y="663475"/>
                  </a:lnTo>
                  <a:lnTo>
                    <a:pt x="1209674" y="666749"/>
                  </a:lnTo>
                  <a:lnTo>
                    <a:pt x="38099" y="666749"/>
                  </a:lnTo>
                  <a:lnTo>
                    <a:pt x="24110" y="663475"/>
                  </a:lnTo>
                  <a:lnTo>
                    <a:pt x="11906" y="654843"/>
                  </a:lnTo>
                  <a:lnTo>
                    <a:pt x="3274" y="642639"/>
                  </a:lnTo>
                  <a:lnTo>
                    <a:pt x="0" y="62864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888179" y="1247774"/>
              <a:ext cx="1217295" cy="28575"/>
            </a:xfrm>
            <a:custGeom>
              <a:avLst/>
              <a:gdLst/>
              <a:ahLst/>
              <a:cxnLst/>
              <a:rect l="l" t="t" r="r" b="b"/>
              <a:pathLst>
                <a:path w="1217295" h="28575">
                  <a:moveTo>
                    <a:pt x="0" y="28574"/>
                  </a:moveTo>
                  <a:lnTo>
                    <a:pt x="1216970" y="28574"/>
                  </a:lnTo>
                  <a:lnTo>
                    <a:pt x="1216970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BA1D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105149" y="1085850"/>
              <a:ext cx="1676400" cy="990600"/>
            </a:xfrm>
            <a:custGeom>
              <a:avLst/>
              <a:gdLst/>
              <a:ahLst/>
              <a:cxnLst/>
              <a:rect l="l" t="t" r="r" b="b"/>
              <a:pathLst>
                <a:path w="1676400" h="990600">
                  <a:moveTo>
                    <a:pt x="1676399" y="990599"/>
                  </a:moveTo>
                  <a:lnTo>
                    <a:pt x="0" y="990599"/>
                  </a:lnTo>
                  <a:lnTo>
                    <a:pt x="0" y="0"/>
                  </a:lnTo>
                  <a:lnTo>
                    <a:pt x="1676399" y="0"/>
                  </a:lnTo>
                  <a:lnTo>
                    <a:pt x="1676399" y="99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267074" y="1247774"/>
              <a:ext cx="1352550" cy="666750"/>
            </a:xfrm>
            <a:custGeom>
              <a:avLst/>
              <a:gdLst/>
              <a:ahLst/>
              <a:cxnLst/>
              <a:rect l="l" t="t" r="r" b="b"/>
              <a:pathLst>
                <a:path w="1352550" h="66675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314449" y="0"/>
                  </a:lnTo>
                  <a:lnTo>
                    <a:pt x="1349275" y="24110"/>
                  </a:lnTo>
                  <a:lnTo>
                    <a:pt x="1352549" y="628649"/>
                  </a:lnTo>
                  <a:lnTo>
                    <a:pt x="1349275" y="642639"/>
                  </a:lnTo>
                  <a:lnTo>
                    <a:pt x="1340643" y="654843"/>
                  </a:lnTo>
                  <a:lnTo>
                    <a:pt x="1328439" y="663475"/>
                  </a:lnTo>
                  <a:lnTo>
                    <a:pt x="1314449" y="666749"/>
                  </a:lnTo>
                  <a:lnTo>
                    <a:pt x="38099" y="666749"/>
                  </a:lnTo>
                  <a:lnTo>
                    <a:pt x="24110" y="663475"/>
                  </a:lnTo>
                  <a:lnTo>
                    <a:pt x="11906" y="654843"/>
                  </a:lnTo>
                  <a:lnTo>
                    <a:pt x="3274" y="642639"/>
                  </a:lnTo>
                  <a:lnTo>
                    <a:pt x="0" y="62864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577849" y="1171842"/>
            <a:ext cx="3675379" cy="7575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431290" algn="l"/>
                <a:tab pos="2812415" algn="l"/>
              </a:tabLst>
            </a:pPr>
            <a:r>
              <a:rPr sz="26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3258</a:t>
            </a:r>
            <a:r>
              <a:rPr sz="2600" dirty="0">
                <a:solidFill>
                  <a:srgbClr val="252423"/>
                </a:solidFill>
                <a:latin typeface="Segoe UI Semibold"/>
                <a:cs typeface="Segoe UI Semibold"/>
              </a:rPr>
              <a:t>	</a:t>
            </a:r>
            <a:r>
              <a:rPr sz="26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10.32</a:t>
            </a:r>
            <a:r>
              <a:rPr sz="2600" dirty="0">
                <a:solidFill>
                  <a:srgbClr val="252423"/>
                </a:solidFill>
                <a:latin typeface="Segoe UI Semibold"/>
                <a:cs typeface="Segoe UI Semibold"/>
              </a:rPr>
              <a:t>	</a:t>
            </a:r>
            <a:r>
              <a:rPr lang="en-IN" sz="26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1.02</a:t>
            </a:r>
            <a:endParaRPr sz="260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  <a:tabLst>
                <a:tab pos="1431290" algn="l"/>
                <a:tab pos="2812415" algn="l"/>
              </a:tabLst>
            </a:pPr>
            <a:r>
              <a:rPr sz="1200" spc="-20" dirty="0">
                <a:solidFill>
                  <a:srgbClr val="605D5C"/>
                </a:solidFill>
                <a:latin typeface="Segoe UI"/>
                <a:cs typeface="Segoe UI"/>
              </a:rPr>
              <a:t>Total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	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GHQ</a:t>
            </a: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	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BRS</a:t>
            </a:r>
            <a:endParaRPr sz="1200" dirty="0">
              <a:latin typeface="Segoe UI"/>
              <a:cs typeface="Segoe UI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3269303" y="1085850"/>
            <a:ext cx="3141345" cy="1038225"/>
            <a:chOff x="3269303" y="1085850"/>
            <a:chExt cx="3141345" cy="1038225"/>
          </a:xfrm>
        </p:grpSpPr>
        <p:sp>
          <p:nvSpPr>
            <p:cNvPr id="134" name="object 134"/>
            <p:cNvSpPr/>
            <p:nvPr/>
          </p:nvSpPr>
          <p:spPr>
            <a:xfrm>
              <a:off x="3269303" y="1247774"/>
              <a:ext cx="1322070" cy="28575"/>
            </a:xfrm>
            <a:custGeom>
              <a:avLst/>
              <a:gdLst/>
              <a:ahLst/>
              <a:cxnLst/>
              <a:rect l="l" t="t" r="r" b="b"/>
              <a:pathLst>
                <a:path w="1322070" h="28575">
                  <a:moveTo>
                    <a:pt x="0" y="28574"/>
                  </a:moveTo>
                  <a:lnTo>
                    <a:pt x="1321745" y="28574"/>
                  </a:lnTo>
                  <a:lnTo>
                    <a:pt x="1321745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0DBE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591049" y="1085850"/>
              <a:ext cx="1819275" cy="1038225"/>
            </a:xfrm>
            <a:custGeom>
              <a:avLst/>
              <a:gdLst/>
              <a:ahLst/>
              <a:cxnLst/>
              <a:rect l="l" t="t" r="r" b="b"/>
              <a:pathLst>
                <a:path w="1819275" h="1038225">
                  <a:moveTo>
                    <a:pt x="1819274" y="1038224"/>
                  </a:moveTo>
                  <a:lnTo>
                    <a:pt x="0" y="1038224"/>
                  </a:lnTo>
                  <a:lnTo>
                    <a:pt x="0" y="0"/>
                  </a:lnTo>
                  <a:lnTo>
                    <a:pt x="1819274" y="0"/>
                  </a:lnTo>
                  <a:lnTo>
                    <a:pt x="1819274" y="10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752974" y="1247774"/>
              <a:ext cx="1495425" cy="714375"/>
            </a:xfrm>
            <a:custGeom>
              <a:avLst/>
              <a:gdLst/>
              <a:ahLst/>
              <a:cxnLst/>
              <a:rect l="l" t="t" r="r" b="b"/>
              <a:pathLst>
                <a:path w="1495425" h="71437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457324" y="0"/>
                  </a:lnTo>
                  <a:lnTo>
                    <a:pt x="1492150" y="24110"/>
                  </a:lnTo>
                  <a:lnTo>
                    <a:pt x="1495424" y="676274"/>
                  </a:lnTo>
                  <a:lnTo>
                    <a:pt x="1492150" y="690264"/>
                  </a:lnTo>
                  <a:lnTo>
                    <a:pt x="1483518" y="702468"/>
                  </a:lnTo>
                  <a:lnTo>
                    <a:pt x="1471314" y="711100"/>
                  </a:lnTo>
                  <a:lnTo>
                    <a:pt x="1457324" y="714374"/>
                  </a:lnTo>
                  <a:lnTo>
                    <a:pt x="38099" y="714374"/>
                  </a:lnTo>
                  <a:lnTo>
                    <a:pt x="24110" y="711100"/>
                  </a:lnTo>
                  <a:lnTo>
                    <a:pt x="11906" y="702468"/>
                  </a:lnTo>
                  <a:lnTo>
                    <a:pt x="3274" y="690264"/>
                  </a:lnTo>
                  <a:lnTo>
                    <a:pt x="0" y="67627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4752975" y="1190892"/>
            <a:ext cx="1495425" cy="75755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919"/>
              </a:spcBef>
            </a:pPr>
            <a:r>
              <a:rPr sz="26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609</a:t>
            </a:r>
            <a:endParaRPr sz="2600" dirty="0">
              <a:latin typeface="Segoe UI Semibold"/>
              <a:cs typeface="Segoe UI Semibold"/>
            </a:endParaRPr>
          </a:p>
          <a:p>
            <a:pPr marL="123189">
              <a:lnSpc>
                <a:spcPct val="100000"/>
              </a:lnSpc>
              <a:spcBef>
                <a:spcPts val="380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High Risk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endParaRPr sz="1200" dirty="0">
              <a:latin typeface="Segoe UI"/>
              <a:cs typeface="Segoe UI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4755203" y="1247774"/>
            <a:ext cx="1490980" cy="28575"/>
          </a:xfrm>
          <a:custGeom>
            <a:avLst/>
            <a:gdLst/>
            <a:ahLst/>
            <a:cxnLst/>
            <a:rect l="l" t="t" r="r" b="b"/>
            <a:pathLst>
              <a:path w="1490979" h="28575">
                <a:moveTo>
                  <a:pt x="1490966" y="28574"/>
                </a:moveTo>
                <a:lnTo>
                  <a:pt x="0" y="28574"/>
                </a:lnTo>
                <a:lnTo>
                  <a:pt x="1044" y="24110"/>
                </a:lnTo>
                <a:lnTo>
                  <a:pt x="9676" y="11906"/>
                </a:lnTo>
                <a:lnTo>
                  <a:pt x="21880" y="3274"/>
                </a:lnTo>
                <a:lnTo>
                  <a:pt x="35870" y="0"/>
                </a:lnTo>
                <a:lnTo>
                  <a:pt x="1455095" y="0"/>
                </a:lnTo>
                <a:lnTo>
                  <a:pt x="1469085" y="3274"/>
                </a:lnTo>
                <a:lnTo>
                  <a:pt x="1481289" y="11906"/>
                </a:lnTo>
                <a:lnTo>
                  <a:pt x="1489921" y="24110"/>
                </a:lnTo>
                <a:lnTo>
                  <a:pt x="1490966" y="28574"/>
                </a:lnTo>
                <a:close/>
              </a:path>
            </a:pathLst>
          </a:custGeom>
          <a:solidFill>
            <a:srgbClr val="F5212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2425" y="800099"/>
            <a:ext cx="1285875" cy="676275"/>
            <a:chOff x="352425" y="800099"/>
            <a:chExt cx="1285875" cy="676275"/>
          </a:xfrm>
        </p:grpSpPr>
        <p:sp>
          <p:nvSpPr>
            <p:cNvPr id="5" name="object 5"/>
            <p:cNvSpPr/>
            <p:nvPr/>
          </p:nvSpPr>
          <p:spPr>
            <a:xfrm>
              <a:off x="361950" y="809624"/>
              <a:ext cx="1266825" cy="657225"/>
            </a:xfrm>
            <a:custGeom>
              <a:avLst/>
              <a:gdLst/>
              <a:ahLst/>
              <a:cxnLst/>
              <a:rect l="l" t="t" r="r" b="b"/>
              <a:pathLst>
                <a:path w="1266825" h="657225">
                  <a:moveTo>
                    <a:pt x="1228724" y="657224"/>
                  </a:moveTo>
                  <a:lnTo>
                    <a:pt x="38099" y="657224"/>
                  </a:lnTo>
                  <a:lnTo>
                    <a:pt x="3274" y="633114"/>
                  </a:lnTo>
                  <a:lnTo>
                    <a:pt x="0" y="619124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1228724" y="0"/>
                  </a:lnTo>
                  <a:lnTo>
                    <a:pt x="1242714" y="3274"/>
                  </a:lnTo>
                  <a:lnTo>
                    <a:pt x="1254918" y="11906"/>
                  </a:lnTo>
                  <a:lnTo>
                    <a:pt x="1263550" y="24110"/>
                  </a:lnTo>
                  <a:lnTo>
                    <a:pt x="1266824" y="38099"/>
                  </a:lnTo>
                  <a:lnTo>
                    <a:pt x="1266824" y="619124"/>
                  </a:lnTo>
                  <a:lnTo>
                    <a:pt x="1263550" y="633114"/>
                  </a:lnTo>
                  <a:lnTo>
                    <a:pt x="1254918" y="645318"/>
                  </a:lnTo>
                  <a:lnTo>
                    <a:pt x="1242714" y="653950"/>
                  </a:lnTo>
                  <a:lnTo>
                    <a:pt x="1228724" y="657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809624"/>
              <a:ext cx="1266825" cy="657225"/>
            </a:xfrm>
            <a:custGeom>
              <a:avLst/>
              <a:gdLst/>
              <a:ahLst/>
              <a:cxnLst/>
              <a:rect l="l" t="t" r="r" b="b"/>
              <a:pathLst>
                <a:path w="1266825" h="6572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28724" y="0"/>
                  </a:lnTo>
                  <a:lnTo>
                    <a:pt x="1263550" y="24110"/>
                  </a:lnTo>
                  <a:lnTo>
                    <a:pt x="1266824" y="619124"/>
                  </a:lnTo>
                  <a:lnTo>
                    <a:pt x="1263550" y="633114"/>
                  </a:lnTo>
                  <a:lnTo>
                    <a:pt x="1254918" y="645318"/>
                  </a:lnTo>
                  <a:lnTo>
                    <a:pt x="1242714" y="653950"/>
                  </a:lnTo>
                  <a:lnTo>
                    <a:pt x="1228724" y="657224"/>
                  </a:lnTo>
                  <a:lnTo>
                    <a:pt x="38099" y="657224"/>
                  </a:lnTo>
                  <a:lnTo>
                    <a:pt x="24110" y="653950"/>
                  </a:lnTo>
                  <a:lnTo>
                    <a:pt x="11906" y="645318"/>
                  </a:lnTo>
                  <a:lnTo>
                    <a:pt x="3274" y="633114"/>
                  </a:lnTo>
                  <a:lnTo>
                    <a:pt x="0" y="61912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1475" y="819149"/>
              <a:ext cx="1247775" cy="638175"/>
            </a:xfrm>
            <a:custGeom>
              <a:avLst/>
              <a:gdLst/>
              <a:ahLst/>
              <a:cxnLst/>
              <a:rect l="l" t="t" r="r" b="b"/>
              <a:pathLst>
                <a:path w="1247775" h="638175">
                  <a:moveTo>
                    <a:pt x="1219199" y="638174"/>
                  </a:moveTo>
                  <a:lnTo>
                    <a:pt x="28574" y="638174"/>
                  </a:lnTo>
                  <a:lnTo>
                    <a:pt x="18082" y="635719"/>
                  </a:lnTo>
                  <a:lnTo>
                    <a:pt x="8929" y="629245"/>
                  </a:lnTo>
                  <a:lnTo>
                    <a:pt x="2455" y="620092"/>
                  </a:lnTo>
                  <a:lnTo>
                    <a:pt x="0" y="6095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219199" y="0"/>
                  </a:lnTo>
                  <a:lnTo>
                    <a:pt x="1229692" y="2455"/>
                  </a:lnTo>
                  <a:lnTo>
                    <a:pt x="1238845" y="8929"/>
                  </a:lnTo>
                  <a:lnTo>
                    <a:pt x="1245319" y="18082"/>
                  </a:lnTo>
                  <a:lnTo>
                    <a:pt x="1247774" y="28574"/>
                  </a:lnTo>
                  <a:lnTo>
                    <a:pt x="1247774" y="609599"/>
                  </a:lnTo>
                  <a:lnTo>
                    <a:pt x="1245319" y="620092"/>
                  </a:lnTo>
                  <a:lnTo>
                    <a:pt x="1238845" y="629245"/>
                  </a:lnTo>
                  <a:lnTo>
                    <a:pt x="1229692" y="635719"/>
                  </a:lnTo>
                  <a:lnTo>
                    <a:pt x="1219199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4975" y="1228788"/>
            <a:ext cx="911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605D5C"/>
                </a:solidFill>
                <a:latin typeface="Segoe UI"/>
                <a:cs typeface="Segoe UI"/>
              </a:rPr>
              <a:t>Total</a:t>
            </a:r>
            <a:r>
              <a:rPr sz="11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Branches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975" y="876363"/>
            <a:ext cx="268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12</a:t>
            </a:r>
            <a:endParaRPr sz="20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4179" y="809624"/>
            <a:ext cx="950594" cy="28575"/>
          </a:xfrm>
          <a:custGeom>
            <a:avLst/>
            <a:gdLst/>
            <a:ahLst/>
            <a:cxnLst/>
            <a:rect l="l" t="t" r="r" b="b"/>
            <a:pathLst>
              <a:path w="950594" h="28575">
                <a:moveTo>
                  <a:pt x="0" y="28574"/>
                </a:moveTo>
                <a:lnTo>
                  <a:pt x="950270" y="28574"/>
                </a:lnTo>
                <a:lnTo>
                  <a:pt x="950270" y="0"/>
                </a:lnTo>
                <a:lnTo>
                  <a:pt x="0" y="0"/>
                </a:lnTo>
                <a:lnTo>
                  <a:pt x="0" y="28574"/>
                </a:lnTo>
                <a:close/>
              </a:path>
            </a:pathLst>
          </a:custGeom>
          <a:solidFill>
            <a:srgbClr val="6DA6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8299" y="1533588"/>
            <a:ext cx="14008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Branch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81175" y="1906587"/>
            <a:ext cx="9525" cy="2438400"/>
          </a:xfrm>
          <a:custGeom>
            <a:avLst/>
            <a:gdLst/>
            <a:ahLst/>
            <a:cxnLst/>
            <a:rect l="l" t="t" r="r" b="b"/>
            <a:pathLst>
              <a:path w="9525" h="243840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43840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43840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43840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43840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43840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43840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43840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43840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43840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43840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43840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43840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43840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43840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43840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43840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43840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43840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43840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43840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43840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43840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43840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43840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43840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43840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43840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43840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43840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43840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43840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438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438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438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438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438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438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438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438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438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438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43840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438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438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438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438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438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438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438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438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438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42430" y="4356099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05074" y="1906587"/>
            <a:ext cx="9525" cy="2438400"/>
          </a:xfrm>
          <a:custGeom>
            <a:avLst/>
            <a:gdLst/>
            <a:ahLst/>
            <a:cxnLst/>
            <a:rect l="l" t="t" r="r" b="b"/>
            <a:pathLst>
              <a:path w="9525" h="243840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43840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43840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43840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43840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43840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43840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43840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43840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43840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43840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43840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43840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43840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43840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43840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43840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43840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43840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43840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43840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43840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43840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43840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43840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43840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43840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43840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43840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43840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43840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43840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438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438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438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438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438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438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438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438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438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438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43840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438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438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438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438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438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438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438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438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438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04715" y="43560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28962" y="1906587"/>
            <a:ext cx="733425" cy="2438400"/>
          </a:xfrm>
          <a:custGeom>
            <a:avLst/>
            <a:gdLst/>
            <a:ahLst/>
            <a:cxnLst/>
            <a:rect l="l" t="t" r="r" b="b"/>
            <a:pathLst>
              <a:path w="733425" h="2438400">
                <a:moveTo>
                  <a:pt x="9525" y="2432329"/>
                </a:moveTo>
                <a:lnTo>
                  <a:pt x="9067" y="2431211"/>
                </a:lnTo>
                <a:lnTo>
                  <a:pt x="7200" y="2429345"/>
                </a:lnTo>
                <a:lnTo>
                  <a:pt x="6083" y="2428875"/>
                </a:lnTo>
                <a:lnTo>
                  <a:pt x="3454" y="2428875"/>
                </a:lnTo>
                <a:lnTo>
                  <a:pt x="2336" y="2429345"/>
                </a:lnTo>
                <a:lnTo>
                  <a:pt x="469" y="2431211"/>
                </a:lnTo>
                <a:lnTo>
                  <a:pt x="0" y="2432329"/>
                </a:lnTo>
                <a:lnTo>
                  <a:pt x="0" y="2434958"/>
                </a:lnTo>
                <a:lnTo>
                  <a:pt x="469" y="2436076"/>
                </a:lnTo>
                <a:lnTo>
                  <a:pt x="2336" y="2437942"/>
                </a:lnTo>
                <a:lnTo>
                  <a:pt x="3454" y="2438400"/>
                </a:lnTo>
                <a:lnTo>
                  <a:pt x="6083" y="2438400"/>
                </a:lnTo>
                <a:lnTo>
                  <a:pt x="7200" y="2437942"/>
                </a:lnTo>
                <a:lnTo>
                  <a:pt x="9067" y="2436076"/>
                </a:lnTo>
                <a:lnTo>
                  <a:pt x="9525" y="2434958"/>
                </a:lnTo>
                <a:lnTo>
                  <a:pt x="9525" y="2432329"/>
                </a:lnTo>
                <a:close/>
              </a:path>
              <a:path w="733425" h="2438400">
                <a:moveTo>
                  <a:pt x="9525" y="2384704"/>
                </a:moveTo>
                <a:lnTo>
                  <a:pt x="9067" y="2383586"/>
                </a:lnTo>
                <a:lnTo>
                  <a:pt x="7200" y="2381720"/>
                </a:lnTo>
                <a:lnTo>
                  <a:pt x="6083" y="2381250"/>
                </a:lnTo>
                <a:lnTo>
                  <a:pt x="3454" y="2381250"/>
                </a:lnTo>
                <a:lnTo>
                  <a:pt x="2336" y="2381720"/>
                </a:lnTo>
                <a:lnTo>
                  <a:pt x="469" y="2383586"/>
                </a:lnTo>
                <a:lnTo>
                  <a:pt x="0" y="2384704"/>
                </a:lnTo>
                <a:lnTo>
                  <a:pt x="0" y="2387333"/>
                </a:lnTo>
                <a:lnTo>
                  <a:pt x="469" y="2388451"/>
                </a:lnTo>
                <a:lnTo>
                  <a:pt x="2336" y="2390317"/>
                </a:lnTo>
                <a:lnTo>
                  <a:pt x="3454" y="2390775"/>
                </a:lnTo>
                <a:lnTo>
                  <a:pt x="6083" y="2390775"/>
                </a:lnTo>
                <a:lnTo>
                  <a:pt x="7200" y="2390317"/>
                </a:lnTo>
                <a:lnTo>
                  <a:pt x="9067" y="2388451"/>
                </a:lnTo>
                <a:lnTo>
                  <a:pt x="9525" y="2387333"/>
                </a:lnTo>
                <a:lnTo>
                  <a:pt x="9525" y="2384704"/>
                </a:lnTo>
                <a:close/>
              </a:path>
              <a:path w="733425" h="2438400">
                <a:moveTo>
                  <a:pt x="9525" y="2337079"/>
                </a:moveTo>
                <a:lnTo>
                  <a:pt x="9067" y="2335961"/>
                </a:lnTo>
                <a:lnTo>
                  <a:pt x="7200" y="2334095"/>
                </a:lnTo>
                <a:lnTo>
                  <a:pt x="6083" y="2333625"/>
                </a:lnTo>
                <a:lnTo>
                  <a:pt x="3454" y="2333625"/>
                </a:lnTo>
                <a:lnTo>
                  <a:pt x="2336" y="2334095"/>
                </a:lnTo>
                <a:lnTo>
                  <a:pt x="469" y="2335961"/>
                </a:lnTo>
                <a:lnTo>
                  <a:pt x="0" y="2337079"/>
                </a:lnTo>
                <a:lnTo>
                  <a:pt x="0" y="2339708"/>
                </a:lnTo>
                <a:lnTo>
                  <a:pt x="469" y="2340826"/>
                </a:lnTo>
                <a:lnTo>
                  <a:pt x="2336" y="2342692"/>
                </a:lnTo>
                <a:lnTo>
                  <a:pt x="3454" y="2343150"/>
                </a:lnTo>
                <a:lnTo>
                  <a:pt x="6083" y="2343150"/>
                </a:lnTo>
                <a:lnTo>
                  <a:pt x="7200" y="2342692"/>
                </a:lnTo>
                <a:lnTo>
                  <a:pt x="9067" y="2340826"/>
                </a:lnTo>
                <a:lnTo>
                  <a:pt x="9525" y="2339708"/>
                </a:lnTo>
                <a:lnTo>
                  <a:pt x="9525" y="2337079"/>
                </a:lnTo>
                <a:close/>
              </a:path>
              <a:path w="733425" h="2438400">
                <a:moveTo>
                  <a:pt x="9525" y="2289454"/>
                </a:moveTo>
                <a:lnTo>
                  <a:pt x="9067" y="2288336"/>
                </a:lnTo>
                <a:lnTo>
                  <a:pt x="7200" y="2286470"/>
                </a:lnTo>
                <a:lnTo>
                  <a:pt x="6083" y="2286000"/>
                </a:lnTo>
                <a:lnTo>
                  <a:pt x="3454" y="2286000"/>
                </a:lnTo>
                <a:lnTo>
                  <a:pt x="2336" y="2286470"/>
                </a:lnTo>
                <a:lnTo>
                  <a:pt x="469" y="2288336"/>
                </a:lnTo>
                <a:lnTo>
                  <a:pt x="0" y="2289454"/>
                </a:lnTo>
                <a:lnTo>
                  <a:pt x="0" y="2292083"/>
                </a:lnTo>
                <a:lnTo>
                  <a:pt x="469" y="2293201"/>
                </a:lnTo>
                <a:lnTo>
                  <a:pt x="2336" y="2295067"/>
                </a:lnTo>
                <a:lnTo>
                  <a:pt x="3454" y="2295525"/>
                </a:lnTo>
                <a:lnTo>
                  <a:pt x="6083" y="2295525"/>
                </a:lnTo>
                <a:lnTo>
                  <a:pt x="7200" y="2295067"/>
                </a:lnTo>
                <a:lnTo>
                  <a:pt x="9067" y="2293201"/>
                </a:lnTo>
                <a:lnTo>
                  <a:pt x="9525" y="2292083"/>
                </a:lnTo>
                <a:lnTo>
                  <a:pt x="9525" y="2289454"/>
                </a:lnTo>
                <a:close/>
              </a:path>
              <a:path w="733425" h="2438400">
                <a:moveTo>
                  <a:pt x="9525" y="2241829"/>
                </a:moveTo>
                <a:lnTo>
                  <a:pt x="9067" y="2240711"/>
                </a:lnTo>
                <a:lnTo>
                  <a:pt x="7200" y="2238845"/>
                </a:lnTo>
                <a:lnTo>
                  <a:pt x="6083" y="2238375"/>
                </a:lnTo>
                <a:lnTo>
                  <a:pt x="3454" y="2238375"/>
                </a:lnTo>
                <a:lnTo>
                  <a:pt x="2336" y="2238845"/>
                </a:lnTo>
                <a:lnTo>
                  <a:pt x="469" y="2240711"/>
                </a:lnTo>
                <a:lnTo>
                  <a:pt x="0" y="2241829"/>
                </a:lnTo>
                <a:lnTo>
                  <a:pt x="0" y="2244458"/>
                </a:lnTo>
                <a:lnTo>
                  <a:pt x="469" y="2245576"/>
                </a:lnTo>
                <a:lnTo>
                  <a:pt x="2336" y="2247442"/>
                </a:lnTo>
                <a:lnTo>
                  <a:pt x="3454" y="2247900"/>
                </a:lnTo>
                <a:lnTo>
                  <a:pt x="6083" y="2247900"/>
                </a:lnTo>
                <a:lnTo>
                  <a:pt x="7200" y="2247442"/>
                </a:lnTo>
                <a:lnTo>
                  <a:pt x="9067" y="2245576"/>
                </a:lnTo>
                <a:lnTo>
                  <a:pt x="9525" y="2244458"/>
                </a:lnTo>
                <a:lnTo>
                  <a:pt x="9525" y="2241829"/>
                </a:lnTo>
                <a:close/>
              </a:path>
              <a:path w="733425" h="2438400">
                <a:moveTo>
                  <a:pt x="9525" y="2194204"/>
                </a:moveTo>
                <a:lnTo>
                  <a:pt x="9067" y="2193086"/>
                </a:lnTo>
                <a:lnTo>
                  <a:pt x="7200" y="2191220"/>
                </a:lnTo>
                <a:lnTo>
                  <a:pt x="6083" y="2190750"/>
                </a:lnTo>
                <a:lnTo>
                  <a:pt x="3454" y="2190750"/>
                </a:lnTo>
                <a:lnTo>
                  <a:pt x="2336" y="2191220"/>
                </a:lnTo>
                <a:lnTo>
                  <a:pt x="469" y="2193086"/>
                </a:lnTo>
                <a:lnTo>
                  <a:pt x="0" y="2194204"/>
                </a:lnTo>
                <a:lnTo>
                  <a:pt x="0" y="2196833"/>
                </a:lnTo>
                <a:lnTo>
                  <a:pt x="469" y="2197951"/>
                </a:lnTo>
                <a:lnTo>
                  <a:pt x="2336" y="2199817"/>
                </a:lnTo>
                <a:lnTo>
                  <a:pt x="3454" y="2200275"/>
                </a:lnTo>
                <a:lnTo>
                  <a:pt x="6083" y="2200275"/>
                </a:lnTo>
                <a:lnTo>
                  <a:pt x="7200" y="2199817"/>
                </a:lnTo>
                <a:lnTo>
                  <a:pt x="9067" y="2197951"/>
                </a:lnTo>
                <a:lnTo>
                  <a:pt x="9525" y="2196833"/>
                </a:lnTo>
                <a:lnTo>
                  <a:pt x="9525" y="2194204"/>
                </a:lnTo>
                <a:close/>
              </a:path>
              <a:path w="733425" h="2438400">
                <a:moveTo>
                  <a:pt x="9525" y="2146579"/>
                </a:moveTo>
                <a:lnTo>
                  <a:pt x="9067" y="2145461"/>
                </a:lnTo>
                <a:lnTo>
                  <a:pt x="7200" y="2143595"/>
                </a:lnTo>
                <a:lnTo>
                  <a:pt x="6083" y="2143125"/>
                </a:lnTo>
                <a:lnTo>
                  <a:pt x="3454" y="2143125"/>
                </a:lnTo>
                <a:lnTo>
                  <a:pt x="2336" y="2143595"/>
                </a:lnTo>
                <a:lnTo>
                  <a:pt x="469" y="2145461"/>
                </a:lnTo>
                <a:lnTo>
                  <a:pt x="0" y="2146579"/>
                </a:lnTo>
                <a:lnTo>
                  <a:pt x="0" y="2149208"/>
                </a:lnTo>
                <a:lnTo>
                  <a:pt x="469" y="2150326"/>
                </a:lnTo>
                <a:lnTo>
                  <a:pt x="2336" y="2152192"/>
                </a:lnTo>
                <a:lnTo>
                  <a:pt x="3454" y="2152650"/>
                </a:lnTo>
                <a:lnTo>
                  <a:pt x="6083" y="2152650"/>
                </a:lnTo>
                <a:lnTo>
                  <a:pt x="7200" y="2152192"/>
                </a:lnTo>
                <a:lnTo>
                  <a:pt x="9067" y="2150326"/>
                </a:lnTo>
                <a:lnTo>
                  <a:pt x="9525" y="2149208"/>
                </a:lnTo>
                <a:lnTo>
                  <a:pt x="9525" y="2146579"/>
                </a:lnTo>
                <a:close/>
              </a:path>
              <a:path w="733425" h="2438400">
                <a:moveTo>
                  <a:pt x="9525" y="2098954"/>
                </a:moveTo>
                <a:lnTo>
                  <a:pt x="9067" y="2097836"/>
                </a:lnTo>
                <a:lnTo>
                  <a:pt x="7200" y="2095969"/>
                </a:lnTo>
                <a:lnTo>
                  <a:pt x="6083" y="2095500"/>
                </a:lnTo>
                <a:lnTo>
                  <a:pt x="3454" y="2095500"/>
                </a:lnTo>
                <a:lnTo>
                  <a:pt x="2336" y="2095969"/>
                </a:lnTo>
                <a:lnTo>
                  <a:pt x="469" y="2097836"/>
                </a:lnTo>
                <a:lnTo>
                  <a:pt x="0" y="2098954"/>
                </a:lnTo>
                <a:lnTo>
                  <a:pt x="0" y="2101583"/>
                </a:lnTo>
                <a:lnTo>
                  <a:pt x="469" y="2102700"/>
                </a:lnTo>
                <a:lnTo>
                  <a:pt x="2336" y="2104567"/>
                </a:lnTo>
                <a:lnTo>
                  <a:pt x="3454" y="2105025"/>
                </a:lnTo>
                <a:lnTo>
                  <a:pt x="6083" y="2105025"/>
                </a:lnTo>
                <a:lnTo>
                  <a:pt x="7200" y="2104567"/>
                </a:lnTo>
                <a:lnTo>
                  <a:pt x="9067" y="2102700"/>
                </a:lnTo>
                <a:lnTo>
                  <a:pt x="9525" y="2101583"/>
                </a:lnTo>
                <a:lnTo>
                  <a:pt x="9525" y="2098954"/>
                </a:lnTo>
                <a:close/>
              </a:path>
              <a:path w="733425" h="2438400">
                <a:moveTo>
                  <a:pt x="9525" y="2051329"/>
                </a:moveTo>
                <a:lnTo>
                  <a:pt x="9067" y="2050211"/>
                </a:lnTo>
                <a:lnTo>
                  <a:pt x="7200" y="2048344"/>
                </a:lnTo>
                <a:lnTo>
                  <a:pt x="6083" y="2047875"/>
                </a:lnTo>
                <a:lnTo>
                  <a:pt x="3454" y="2047875"/>
                </a:lnTo>
                <a:lnTo>
                  <a:pt x="2336" y="2048344"/>
                </a:lnTo>
                <a:lnTo>
                  <a:pt x="469" y="2050211"/>
                </a:lnTo>
                <a:lnTo>
                  <a:pt x="0" y="2051329"/>
                </a:lnTo>
                <a:lnTo>
                  <a:pt x="0" y="2053958"/>
                </a:lnTo>
                <a:lnTo>
                  <a:pt x="469" y="2055075"/>
                </a:lnTo>
                <a:lnTo>
                  <a:pt x="2336" y="2056942"/>
                </a:lnTo>
                <a:lnTo>
                  <a:pt x="3454" y="2057400"/>
                </a:lnTo>
                <a:lnTo>
                  <a:pt x="6083" y="2057400"/>
                </a:lnTo>
                <a:lnTo>
                  <a:pt x="7200" y="2056942"/>
                </a:lnTo>
                <a:lnTo>
                  <a:pt x="9067" y="2055075"/>
                </a:lnTo>
                <a:lnTo>
                  <a:pt x="9525" y="2053958"/>
                </a:lnTo>
                <a:lnTo>
                  <a:pt x="9525" y="2051329"/>
                </a:lnTo>
                <a:close/>
              </a:path>
              <a:path w="733425" h="2438400">
                <a:moveTo>
                  <a:pt x="9525" y="2003704"/>
                </a:moveTo>
                <a:lnTo>
                  <a:pt x="9067" y="2002586"/>
                </a:lnTo>
                <a:lnTo>
                  <a:pt x="7200" y="2000719"/>
                </a:lnTo>
                <a:lnTo>
                  <a:pt x="6083" y="2000250"/>
                </a:lnTo>
                <a:lnTo>
                  <a:pt x="3454" y="2000250"/>
                </a:lnTo>
                <a:lnTo>
                  <a:pt x="2336" y="2000719"/>
                </a:lnTo>
                <a:lnTo>
                  <a:pt x="469" y="2002586"/>
                </a:lnTo>
                <a:lnTo>
                  <a:pt x="0" y="2003704"/>
                </a:lnTo>
                <a:lnTo>
                  <a:pt x="0" y="2006333"/>
                </a:lnTo>
                <a:lnTo>
                  <a:pt x="469" y="2007450"/>
                </a:lnTo>
                <a:lnTo>
                  <a:pt x="2336" y="2009317"/>
                </a:lnTo>
                <a:lnTo>
                  <a:pt x="3454" y="2009775"/>
                </a:lnTo>
                <a:lnTo>
                  <a:pt x="6083" y="2009775"/>
                </a:lnTo>
                <a:lnTo>
                  <a:pt x="7200" y="2009317"/>
                </a:lnTo>
                <a:lnTo>
                  <a:pt x="9067" y="2007450"/>
                </a:lnTo>
                <a:lnTo>
                  <a:pt x="9525" y="2006333"/>
                </a:lnTo>
                <a:lnTo>
                  <a:pt x="9525" y="2003704"/>
                </a:lnTo>
                <a:close/>
              </a:path>
              <a:path w="733425" h="2438400">
                <a:moveTo>
                  <a:pt x="9525" y="1956079"/>
                </a:moveTo>
                <a:lnTo>
                  <a:pt x="9067" y="1954961"/>
                </a:lnTo>
                <a:lnTo>
                  <a:pt x="7200" y="1953094"/>
                </a:lnTo>
                <a:lnTo>
                  <a:pt x="6083" y="1952625"/>
                </a:lnTo>
                <a:lnTo>
                  <a:pt x="3454" y="1952625"/>
                </a:lnTo>
                <a:lnTo>
                  <a:pt x="2336" y="1953094"/>
                </a:lnTo>
                <a:lnTo>
                  <a:pt x="469" y="1954961"/>
                </a:lnTo>
                <a:lnTo>
                  <a:pt x="0" y="1956079"/>
                </a:lnTo>
                <a:lnTo>
                  <a:pt x="0" y="1958708"/>
                </a:lnTo>
                <a:lnTo>
                  <a:pt x="469" y="1959825"/>
                </a:lnTo>
                <a:lnTo>
                  <a:pt x="2336" y="1961692"/>
                </a:lnTo>
                <a:lnTo>
                  <a:pt x="3454" y="1962150"/>
                </a:lnTo>
                <a:lnTo>
                  <a:pt x="6083" y="1962150"/>
                </a:lnTo>
                <a:lnTo>
                  <a:pt x="7200" y="1961692"/>
                </a:lnTo>
                <a:lnTo>
                  <a:pt x="9067" y="1959825"/>
                </a:lnTo>
                <a:lnTo>
                  <a:pt x="9525" y="1958708"/>
                </a:lnTo>
                <a:lnTo>
                  <a:pt x="9525" y="1956079"/>
                </a:lnTo>
                <a:close/>
              </a:path>
              <a:path w="733425" h="2438400">
                <a:moveTo>
                  <a:pt x="9525" y="1908454"/>
                </a:moveTo>
                <a:lnTo>
                  <a:pt x="9067" y="1907336"/>
                </a:lnTo>
                <a:lnTo>
                  <a:pt x="7200" y="1905469"/>
                </a:lnTo>
                <a:lnTo>
                  <a:pt x="6083" y="1905000"/>
                </a:lnTo>
                <a:lnTo>
                  <a:pt x="3454" y="1905000"/>
                </a:lnTo>
                <a:lnTo>
                  <a:pt x="2336" y="1905469"/>
                </a:lnTo>
                <a:lnTo>
                  <a:pt x="469" y="1907336"/>
                </a:lnTo>
                <a:lnTo>
                  <a:pt x="0" y="1908454"/>
                </a:lnTo>
                <a:lnTo>
                  <a:pt x="0" y="1911083"/>
                </a:lnTo>
                <a:lnTo>
                  <a:pt x="469" y="1912200"/>
                </a:lnTo>
                <a:lnTo>
                  <a:pt x="2336" y="1914067"/>
                </a:lnTo>
                <a:lnTo>
                  <a:pt x="3454" y="1914525"/>
                </a:lnTo>
                <a:lnTo>
                  <a:pt x="6083" y="1914525"/>
                </a:lnTo>
                <a:lnTo>
                  <a:pt x="7200" y="1914067"/>
                </a:lnTo>
                <a:lnTo>
                  <a:pt x="9067" y="1912200"/>
                </a:lnTo>
                <a:lnTo>
                  <a:pt x="9525" y="1911083"/>
                </a:lnTo>
                <a:lnTo>
                  <a:pt x="9525" y="1908454"/>
                </a:lnTo>
                <a:close/>
              </a:path>
              <a:path w="733425" h="2438400">
                <a:moveTo>
                  <a:pt x="9525" y="1860829"/>
                </a:moveTo>
                <a:lnTo>
                  <a:pt x="9067" y="1859711"/>
                </a:lnTo>
                <a:lnTo>
                  <a:pt x="7200" y="1857844"/>
                </a:lnTo>
                <a:lnTo>
                  <a:pt x="6083" y="1857375"/>
                </a:lnTo>
                <a:lnTo>
                  <a:pt x="3454" y="1857375"/>
                </a:lnTo>
                <a:lnTo>
                  <a:pt x="2336" y="1857844"/>
                </a:lnTo>
                <a:lnTo>
                  <a:pt x="469" y="1859711"/>
                </a:lnTo>
                <a:lnTo>
                  <a:pt x="0" y="1860829"/>
                </a:lnTo>
                <a:lnTo>
                  <a:pt x="0" y="1863458"/>
                </a:lnTo>
                <a:lnTo>
                  <a:pt x="469" y="1864575"/>
                </a:lnTo>
                <a:lnTo>
                  <a:pt x="2336" y="1866442"/>
                </a:lnTo>
                <a:lnTo>
                  <a:pt x="3454" y="1866900"/>
                </a:lnTo>
                <a:lnTo>
                  <a:pt x="6083" y="1866900"/>
                </a:lnTo>
                <a:lnTo>
                  <a:pt x="7200" y="1866442"/>
                </a:lnTo>
                <a:lnTo>
                  <a:pt x="9067" y="1864575"/>
                </a:lnTo>
                <a:lnTo>
                  <a:pt x="9525" y="1863458"/>
                </a:lnTo>
                <a:lnTo>
                  <a:pt x="9525" y="1860829"/>
                </a:lnTo>
                <a:close/>
              </a:path>
              <a:path w="733425" h="2438400">
                <a:moveTo>
                  <a:pt x="9525" y="1813204"/>
                </a:moveTo>
                <a:lnTo>
                  <a:pt x="9067" y="1812086"/>
                </a:lnTo>
                <a:lnTo>
                  <a:pt x="7200" y="1810219"/>
                </a:lnTo>
                <a:lnTo>
                  <a:pt x="6083" y="1809750"/>
                </a:lnTo>
                <a:lnTo>
                  <a:pt x="3454" y="1809750"/>
                </a:lnTo>
                <a:lnTo>
                  <a:pt x="2336" y="1810219"/>
                </a:lnTo>
                <a:lnTo>
                  <a:pt x="469" y="1812086"/>
                </a:lnTo>
                <a:lnTo>
                  <a:pt x="0" y="1813204"/>
                </a:lnTo>
                <a:lnTo>
                  <a:pt x="0" y="1815833"/>
                </a:lnTo>
                <a:lnTo>
                  <a:pt x="469" y="1816950"/>
                </a:lnTo>
                <a:lnTo>
                  <a:pt x="2336" y="1818817"/>
                </a:lnTo>
                <a:lnTo>
                  <a:pt x="3454" y="1819275"/>
                </a:lnTo>
                <a:lnTo>
                  <a:pt x="6083" y="1819275"/>
                </a:lnTo>
                <a:lnTo>
                  <a:pt x="7200" y="1818817"/>
                </a:lnTo>
                <a:lnTo>
                  <a:pt x="9067" y="1816950"/>
                </a:lnTo>
                <a:lnTo>
                  <a:pt x="9525" y="1815833"/>
                </a:lnTo>
                <a:lnTo>
                  <a:pt x="9525" y="1813204"/>
                </a:lnTo>
                <a:close/>
              </a:path>
              <a:path w="733425" h="2438400">
                <a:moveTo>
                  <a:pt x="9525" y="1765579"/>
                </a:moveTo>
                <a:lnTo>
                  <a:pt x="9067" y="1764461"/>
                </a:lnTo>
                <a:lnTo>
                  <a:pt x="7200" y="1762594"/>
                </a:lnTo>
                <a:lnTo>
                  <a:pt x="6083" y="1762125"/>
                </a:lnTo>
                <a:lnTo>
                  <a:pt x="3454" y="1762125"/>
                </a:lnTo>
                <a:lnTo>
                  <a:pt x="2336" y="1762594"/>
                </a:lnTo>
                <a:lnTo>
                  <a:pt x="469" y="1764461"/>
                </a:lnTo>
                <a:lnTo>
                  <a:pt x="0" y="1765579"/>
                </a:lnTo>
                <a:lnTo>
                  <a:pt x="0" y="1768208"/>
                </a:lnTo>
                <a:lnTo>
                  <a:pt x="469" y="1769325"/>
                </a:lnTo>
                <a:lnTo>
                  <a:pt x="2336" y="1771192"/>
                </a:lnTo>
                <a:lnTo>
                  <a:pt x="3454" y="1771650"/>
                </a:lnTo>
                <a:lnTo>
                  <a:pt x="6083" y="1771650"/>
                </a:lnTo>
                <a:lnTo>
                  <a:pt x="7200" y="1771192"/>
                </a:lnTo>
                <a:lnTo>
                  <a:pt x="9067" y="1769325"/>
                </a:lnTo>
                <a:lnTo>
                  <a:pt x="9525" y="1768208"/>
                </a:lnTo>
                <a:lnTo>
                  <a:pt x="9525" y="1765579"/>
                </a:lnTo>
                <a:close/>
              </a:path>
              <a:path w="733425" h="2438400">
                <a:moveTo>
                  <a:pt x="9525" y="1717954"/>
                </a:moveTo>
                <a:lnTo>
                  <a:pt x="9067" y="1716836"/>
                </a:lnTo>
                <a:lnTo>
                  <a:pt x="7200" y="1714969"/>
                </a:lnTo>
                <a:lnTo>
                  <a:pt x="6083" y="1714500"/>
                </a:lnTo>
                <a:lnTo>
                  <a:pt x="3454" y="1714500"/>
                </a:lnTo>
                <a:lnTo>
                  <a:pt x="2336" y="1714969"/>
                </a:lnTo>
                <a:lnTo>
                  <a:pt x="469" y="1716836"/>
                </a:lnTo>
                <a:lnTo>
                  <a:pt x="0" y="1717954"/>
                </a:lnTo>
                <a:lnTo>
                  <a:pt x="0" y="1720583"/>
                </a:lnTo>
                <a:lnTo>
                  <a:pt x="469" y="1721700"/>
                </a:lnTo>
                <a:lnTo>
                  <a:pt x="2336" y="1723567"/>
                </a:lnTo>
                <a:lnTo>
                  <a:pt x="3454" y="1724025"/>
                </a:lnTo>
                <a:lnTo>
                  <a:pt x="6083" y="1724025"/>
                </a:lnTo>
                <a:lnTo>
                  <a:pt x="7200" y="1723567"/>
                </a:lnTo>
                <a:lnTo>
                  <a:pt x="9067" y="1721700"/>
                </a:lnTo>
                <a:lnTo>
                  <a:pt x="9525" y="1720583"/>
                </a:lnTo>
                <a:lnTo>
                  <a:pt x="9525" y="1717954"/>
                </a:lnTo>
                <a:close/>
              </a:path>
              <a:path w="733425" h="2438400">
                <a:moveTo>
                  <a:pt x="9525" y="1670329"/>
                </a:moveTo>
                <a:lnTo>
                  <a:pt x="9067" y="1669211"/>
                </a:lnTo>
                <a:lnTo>
                  <a:pt x="7200" y="1667344"/>
                </a:lnTo>
                <a:lnTo>
                  <a:pt x="6083" y="1666875"/>
                </a:lnTo>
                <a:lnTo>
                  <a:pt x="3454" y="1666875"/>
                </a:lnTo>
                <a:lnTo>
                  <a:pt x="2336" y="1667344"/>
                </a:lnTo>
                <a:lnTo>
                  <a:pt x="469" y="1669211"/>
                </a:lnTo>
                <a:lnTo>
                  <a:pt x="0" y="1670329"/>
                </a:lnTo>
                <a:lnTo>
                  <a:pt x="0" y="1672958"/>
                </a:lnTo>
                <a:lnTo>
                  <a:pt x="469" y="1674075"/>
                </a:lnTo>
                <a:lnTo>
                  <a:pt x="2336" y="1675942"/>
                </a:lnTo>
                <a:lnTo>
                  <a:pt x="3454" y="1676400"/>
                </a:lnTo>
                <a:lnTo>
                  <a:pt x="6083" y="1676400"/>
                </a:lnTo>
                <a:lnTo>
                  <a:pt x="7200" y="1675942"/>
                </a:lnTo>
                <a:lnTo>
                  <a:pt x="9067" y="1674075"/>
                </a:lnTo>
                <a:lnTo>
                  <a:pt x="9525" y="1672958"/>
                </a:lnTo>
                <a:lnTo>
                  <a:pt x="9525" y="1670329"/>
                </a:lnTo>
                <a:close/>
              </a:path>
              <a:path w="733425" h="2438400">
                <a:moveTo>
                  <a:pt x="9525" y="1622704"/>
                </a:moveTo>
                <a:lnTo>
                  <a:pt x="9067" y="1621586"/>
                </a:lnTo>
                <a:lnTo>
                  <a:pt x="7200" y="1619719"/>
                </a:lnTo>
                <a:lnTo>
                  <a:pt x="6083" y="1619250"/>
                </a:lnTo>
                <a:lnTo>
                  <a:pt x="3454" y="1619250"/>
                </a:lnTo>
                <a:lnTo>
                  <a:pt x="2336" y="1619719"/>
                </a:lnTo>
                <a:lnTo>
                  <a:pt x="469" y="1621586"/>
                </a:lnTo>
                <a:lnTo>
                  <a:pt x="0" y="1622704"/>
                </a:lnTo>
                <a:lnTo>
                  <a:pt x="0" y="1625333"/>
                </a:lnTo>
                <a:lnTo>
                  <a:pt x="469" y="1626450"/>
                </a:lnTo>
                <a:lnTo>
                  <a:pt x="2336" y="1628317"/>
                </a:lnTo>
                <a:lnTo>
                  <a:pt x="3454" y="1628775"/>
                </a:lnTo>
                <a:lnTo>
                  <a:pt x="6083" y="1628775"/>
                </a:lnTo>
                <a:lnTo>
                  <a:pt x="7200" y="1628317"/>
                </a:lnTo>
                <a:lnTo>
                  <a:pt x="9067" y="1626450"/>
                </a:lnTo>
                <a:lnTo>
                  <a:pt x="9525" y="1625333"/>
                </a:lnTo>
                <a:lnTo>
                  <a:pt x="9525" y="1622704"/>
                </a:lnTo>
                <a:close/>
              </a:path>
              <a:path w="733425" h="2438400">
                <a:moveTo>
                  <a:pt x="9525" y="1575079"/>
                </a:moveTo>
                <a:lnTo>
                  <a:pt x="9067" y="1573961"/>
                </a:lnTo>
                <a:lnTo>
                  <a:pt x="7200" y="1572094"/>
                </a:lnTo>
                <a:lnTo>
                  <a:pt x="6083" y="1571625"/>
                </a:lnTo>
                <a:lnTo>
                  <a:pt x="3454" y="1571625"/>
                </a:lnTo>
                <a:lnTo>
                  <a:pt x="2336" y="1572094"/>
                </a:lnTo>
                <a:lnTo>
                  <a:pt x="469" y="1573961"/>
                </a:lnTo>
                <a:lnTo>
                  <a:pt x="0" y="1575079"/>
                </a:lnTo>
                <a:lnTo>
                  <a:pt x="0" y="1577708"/>
                </a:lnTo>
                <a:lnTo>
                  <a:pt x="469" y="1578825"/>
                </a:lnTo>
                <a:lnTo>
                  <a:pt x="2336" y="1580692"/>
                </a:lnTo>
                <a:lnTo>
                  <a:pt x="3454" y="1581150"/>
                </a:lnTo>
                <a:lnTo>
                  <a:pt x="6083" y="1581150"/>
                </a:lnTo>
                <a:lnTo>
                  <a:pt x="7200" y="1580692"/>
                </a:lnTo>
                <a:lnTo>
                  <a:pt x="9067" y="1578825"/>
                </a:lnTo>
                <a:lnTo>
                  <a:pt x="9525" y="1577708"/>
                </a:lnTo>
                <a:lnTo>
                  <a:pt x="9525" y="1575079"/>
                </a:lnTo>
                <a:close/>
              </a:path>
              <a:path w="733425" h="2438400">
                <a:moveTo>
                  <a:pt x="9525" y="1527454"/>
                </a:moveTo>
                <a:lnTo>
                  <a:pt x="9067" y="1526336"/>
                </a:lnTo>
                <a:lnTo>
                  <a:pt x="7200" y="1524469"/>
                </a:lnTo>
                <a:lnTo>
                  <a:pt x="6083" y="1524000"/>
                </a:lnTo>
                <a:lnTo>
                  <a:pt x="3454" y="1524000"/>
                </a:lnTo>
                <a:lnTo>
                  <a:pt x="2336" y="1524469"/>
                </a:lnTo>
                <a:lnTo>
                  <a:pt x="469" y="1526336"/>
                </a:lnTo>
                <a:lnTo>
                  <a:pt x="0" y="1527454"/>
                </a:lnTo>
                <a:lnTo>
                  <a:pt x="0" y="1530083"/>
                </a:lnTo>
                <a:lnTo>
                  <a:pt x="469" y="1531200"/>
                </a:lnTo>
                <a:lnTo>
                  <a:pt x="2336" y="1533067"/>
                </a:lnTo>
                <a:lnTo>
                  <a:pt x="3454" y="1533525"/>
                </a:lnTo>
                <a:lnTo>
                  <a:pt x="6083" y="1533525"/>
                </a:lnTo>
                <a:lnTo>
                  <a:pt x="7200" y="1533067"/>
                </a:lnTo>
                <a:lnTo>
                  <a:pt x="9067" y="1531200"/>
                </a:lnTo>
                <a:lnTo>
                  <a:pt x="9525" y="1530083"/>
                </a:lnTo>
                <a:lnTo>
                  <a:pt x="9525" y="1527454"/>
                </a:lnTo>
                <a:close/>
              </a:path>
              <a:path w="733425" h="2438400">
                <a:moveTo>
                  <a:pt x="9525" y="1479829"/>
                </a:moveTo>
                <a:lnTo>
                  <a:pt x="9067" y="1478711"/>
                </a:lnTo>
                <a:lnTo>
                  <a:pt x="7200" y="1476844"/>
                </a:lnTo>
                <a:lnTo>
                  <a:pt x="6083" y="1476375"/>
                </a:lnTo>
                <a:lnTo>
                  <a:pt x="3454" y="1476375"/>
                </a:lnTo>
                <a:lnTo>
                  <a:pt x="2336" y="1476844"/>
                </a:lnTo>
                <a:lnTo>
                  <a:pt x="469" y="1478711"/>
                </a:lnTo>
                <a:lnTo>
                  <a:pt x="0" y="1479829"/>
                </a:lnTo>
                <a:lnTo>
                  <a:pt x="0" y="1482458"/>
                </a:lnTo>
                <a:lnTo>
                  <a:pt x="469" y="1483575"/>
                </a:lnTo>
                <a:lnTo>
                  <a:pt x="2336" y="1485442"/>
                </a:lnTo>
                <a:lnTo>
                  <a:pt x="3454" y="1485900"/>
                </a:lnTo>
                <a:lnTo>
                  <a:pt x="6083" y="1485900"/>
                </a:lnTo>
                <a:lnTo>
                  <a:pt x="7200" y="1485442"/>
                </a:lnTo>
                <a:lnTo>
                  <a:pt x="9067" y="1483575"/>
                </a:lnTo>
                <a:lnTo>
                  <a:pt x="9525" y="1482458"/>
                </a:lnTo>
                <a:lnTo>
                  <a:pt x="9525" y="1479829"/>
                </a:lnTo>
                <a:close/>
              </a:path>
              <a:path w="733425" h="2438400">
                <a:moveTo>
                  <a:pt x="9525" y="1432204"/>
                </a:moveTo>
                <a:lnTo>
                  <a:pt x="9067" y="1431086"/>
                </a:lnTo>
                <a:lnTo>
                  <a:pt x="7200" y="1429219"/>
                </a:lnTo>
                <a:lnTo>
                  <a:pt x="6083" y="1428750"/>
                </a:lnTo>
                <a:lnTo>
                  <a:pt x="3454" y="1428750"/>
                </a:lnTo>
                <a:lnTo>
                  <a:pt x="2336" y="1429219"/>
                </a:lnTo>
                <a:lnTo>
                  <a:pt x="469" y="1431086"/>
                </a:lnTo>
                <a:lnTo>
                  <a:pt x="0" y="1432204"/>
                </a:lnTo>
                <a:lnTo>
                  <a:pt x="0" y="1434833"/>
                </a:lnTo>
                <a:lnTo>
                  <a:pt x="469" y="1435950"/>
                </a:lnTo>
                <a:lnTo>
                  <a:pt x="2336" y="1437817"/>
                </a:lnTo>
                <a:lnTo>
                  <a:pt x="3454" y="1438275"/>
                </a:lnTo>
                <a:lnTo>
                  <a:pt x="6083" y="1438275"/>
                </a:lnTo>
                <a:lnTo>
                  <a:pt x="7200" y="1437817"/>
                </a:lnTo>
                <a:lnTo>
                  <a:pt x="9067" y="1435950"/>
                </a:lnTo>
                <a:lnTo>
                  <a:pt x="9525" y="1434833"/>
                </a:lnTo>
                <a:lnTo>
                  <a:pt x="9525" y="1432204"/>
                </a:lnTo>
                <a:close/>
              </a:path>
              <a:path w="733425" h="2438400">
                <a:moveTo>
                  <a:pt x="9525" y="1384579"/>
                </a:moveTo>
                <a:lnTo>
                  <a:pt x="9067" y="1383461"/>
                </a:lnTo>
                <a:lnTo>
                  <a:pt x="7200" y="1381594"/>
                </a:lnTo>
                <a:lnTo>
                  <a:pt x="6083" y="1381125"/>
                </a:lnTo>
                <a:lnTo>
                  <a:pt x="3454" y="1381125"/>
                </a:lnTo>
                <a:lnTo>
                  <a:pt x="2336" y="1381594"/>
                </a:lnTo>
                <a:lnTo>
                  <a:pt x="469" y="1383461"/>
                </a:lnTo>
                <a:lnTo>
                  <a:pt x="0" y="1384579"/>
                </a:lnTo>
                <a:lnTo>
                  <a:pt x="0" y="1387208"/>
                </a:lnTo>
                <a:lnTo>
                  <a:pt x="469" y="1388325"/>
                </a:lnTo>
                <a:lnTo>
                  <a:pt x="2336" y="1390192"/>
                </a:lnTo>
                <a:lnTo>
                  <a:pt x="3454" y="1390650"/>
                </a:lnTo>
                <a:lnTo>
                  <a:pt x="6083" y="1390650"/>
                </a:lnTo>
                <a:lnTo>
                  <a:pt x="7200" y="1390192"/>
                </a:lnTo>
                <a:lnTo>
                  <a:pt x="9067" y="1388325"/>
                </a:lnTo>
                <a:lnTo>
                  <a:pt x="9525" y="1387208"/>
                </a:lnTo>
                <a:lnTo>
                  <a:pt x="9525" y="1384579"/>
                </a:lnTo>
                <a:close/>
              </a:path>
              <a:path w="733425" h="2438400">
                <a:moveTo>
                  <a:pt x="9525" y="1336954"/>
                </a:moveTo>
                <a:lnTo>
                  <a:pt x="9067" y="1335836"/>
                </a:lnTo>
                <a:lnTo>
                  <a:pt x="7200" y="1333969"/>
                </a:lnTo>
                <a:lnTo>
                  <a:pt x="6083" y="1333500"/>
                </a:lnTo>
                <a:lnTo>
                  <a:pt x="3454" y="1333500"/>
                </a:lnTo>
                <a:lnTo>
                  <a:pt x="2336" y="1333969"/>
                </a:lnTo>
                <a:lnTo>
                  <a:pt x="469" y="1335836"/>
                </a:lnTo>
                <a:lnTo>
                  <a:pt x="0" y="1336954"/>
                </a:lnTo>
                <a:lnTo>
                  <a:pt x="0" y="1339583"/>
                </a:lnTo>
                <a:lnTo>
                  <a:pt x="469" y="1340700"/>
                </a:lnTo>
                <a:lnTo>
                  <a:pt x="2336" y="1342567"/>
                </a:lnTo>
                <a:lnTo>
                  <a:pt x="3454" y="1343025"/>
                </a:lnTo>
                <a:lnTo>
                  <a:pt x="6083" y="1343025"/>
                </a:lnTo>
                <a:lnTo>
                  <a:pt x="7200" y="1342567"/>
                </a:lnTo>
                <a:lnTo>
                  <a:pt x="9067" y="1340700"/>
                </a:lnTo>
                <a:lnTo>
                  <a:pt x="9525" y="1339583"/>
                </a:lnTo>
                <a:lnTo>
                  <a:pt x="9525" y="1336954"/>
                </a:lnTo>
                <a:close/>
              </a:path>
              <a:path w="733425" h="2438400">
                <a:moveTo>
                  <a:pt x="9525" y="1289329"/>
                </a:moveTo>
                <a:lnTo>
                  <a:pt x="9067" y="1288211"/>
                </a:lnTo>
                <a:lnTo>
                  <a:pt x="7200" y="1286344"/>
                </a:lnTo>
                <a:lnTo>
                  <a:pt x="6083" y="1285875"/>
                </a:lnTo>
                <a:lnTo>
                  <a:pt x="3454" y="1285875"/>
                </a:lnTo>
                <a:lnTo>
                  <a:pt x="2336" y="1286344"/>
                </a:lnTo>
                <a:lnTo>
                  <a:pt x="469" y="1288211"/>
                </a:lnTo>
                <a:lnTo>
                  <a:pt x="0" y="1289329"/>
                </a:lnTo>
                <a:lnTo>
                  <a:pt x="0" y="1291958"/>
                </a:lnTo>
                <a:lnTo>
                  <a:pt x="469" y="1293075"/>
                </a:lnTo>
                <a:lnTo>
                  <a:pt x="2336" y="1294942"/>
                </a:lnTo>
                <a:lnTo>
                  <a:pt x="3454" y="1295400"/>
                </a:lnTo>
                <a:lnTo>
                  <a:pt x="6083" y="1295400"/>
                </a:lnTo>
                <a:lnTo>
                  <a:pt x="7200" y="1294942"/>
                </a:lnTo>
                <a:lnTo>
                  <a:pt x="9067" y="1293075"/>
                </a:lnTo>
                <a:lnTo>
                  <a:pt x="9525" y="1291958"/>
                </a:lnTo>
                <a:lnTo>
                  <a:pt x="9525" y="1289329"/>
                </a:lnTo>
                <a:close/>
              </a:path>
              <a:path w="733425" h="2438400">
                <a:moveTo>
                  <a:pt x="9525" y="1241704"/>
                </a:moveTo>
                <a:lnTo>
                  <a:pt x="9067" y="1240586"/>
                </a:lnTo>
                <a:lnTo>
                  <a:pt x="7200" y="1238719"/>
                </a:lnTo>
                <a:lnTo>
                  <a:pt x="6083" y="1238250"/>
                </a:lnTo>
                <a:lnTo>
                  <a:pt x="3454" y="1238250"/>
                </a:lnTo>
                <a:lnTo>
                  <a:pt x="2336" y="1238719"/>
                </a:lnTo>
                <a:lnTo>
                  <a:pt x="469" y="1240586"/>
                </a:lnTo>
                <a:lnTo>
                  <a:pt x="0" y="1241704"/>
                </a:lnTo>
                <a:lnTo>
                  <a:pt x="0" y="1244333"/>
                </a:lnTo>
                <a:lnTo>
                  <a:pt x="469" y="1245450"/>
                </a:lnTo>
                <a:lnTo>
                  <a:pt x="2336" y="1247317"/>
                </a:lnTo>
                <a:lnTo>
                  <a:pt x="3454" y="1247775"/>
                </a:lnTo>
                <a:lnTo>
                  <a:pt x="6083" y="1247775"/>
                </a:lnTo>
                <a:lnTo>
                  <a:pt x="7200" y="1247317"/>
                </a:lnTo>
                <a:lnTo>
                  <a:pt x="9067" y="1245450"/>
                </a:lnTo>
                <a:lnTo>
                  <a:pt x="9525" y="1244333"/>
                </a:lnTo>
                <a:lnTo>
                  <a:pt x="9525" y="1241704"/>
                </a:lnTo>
                <a:close/>
              </a:path>
              <a:path w="733425" h="2438400">
                <a:moveTo>
                  <a:pt x="9525" y="1194079"/>
                </a:moveTo>
                <a:lnTo>
                  <a:pt x="9067" y="1192961"/>
                </a:lnTo>
                <a:lnTo>
                  <a:pt x="7200" y="1191094"/>
                </a:lnTo>
                <a:lnTo>
                  <a:pt x="6083" y="1190625"/>
                </a:lnTo>
                <a:lnTo>
                  <a:pt x="3454" y="1190625"/>
                </a:lnTo>
                <a:lnTo>
                  <a:pt x="2336" y="1191094"/>
                </a:lnTo>
                <a:lnTo>
                  <a:pt x="469" y="1192961"/>
                </a:lnTo>
                <a:lnTo>
                  <a:pt x="0" y="1194079"/>
                </a:lnTo>
                <a:lnTo>
                  <a:pt x="0" y="1196708"/>
                </a:lnTo>
                <a:lnTo>
                  <a:pt x="469" y="1197825"/>
                </a:lnTo>
                <a:lnTo>
                  <a:pt x="2336" y="1199692"/>
                </a:lnTo>
                <a:lnTo>
                  <a:pt x="3454" y="1200150"/>
                </a:lnTo>
                <a:lnTo>
                  <a:pt x="6083" y="1200150"/>
                </a:lnTo>
                <a:lnTo>
                  <a:pt x="7200" y="1199692"/>
                </a:lnTo>
                <a:lnTo>
                  <a:pt x="9067" y="1197825"/>
                </a:lnTo>
                <a:lnTo>
                  <a:pt x="9525" y="1196708"/>
                </a:lnTo>
                <a:lnTo>
                  <a:pt x="9525" y="1194079"/>
                </a:lnTo>
                <a:close/>
              </a:path>
              <a:path w="733425" h="2438400">
                <a:moveTo>
                  <a:pt x="9525" y="1146454"/>
                </a:moveTo>
                <a:lnTo>
                  <a:pt x="9067" y="1145336"/>
                </a:lnTo>
                <a:lnTo>
                  <a:pt x="7200" y="1143469"/>
                </a:lnTo>
                <a:lnTo>
                  <a:pt x="6083" y="1143000"/>
                </a:lnTo>
                <a:lnTo>
                  <a:pt x="3454" y="1143000"/>
                </a:lnTo>
                <a:lnTo>
                  <a:pt x="2336" y="1143469"/>
                </a:lnTo>
                <a:lnTo>
                  <a:pt x="469" y="1145336"/>
                </a:lnTo>
                <a:lnTo>
                  <a:pt x="0" y="1146454"/>
                </a:lnTo>
                <a:lnTo>
                  <a:pt x="0" y="1149083"/>
                </a:lnTo>
                <a:lnTo>
                  <a:pt x="469" y="1150200"/>
                </a:lnTo>
                <a:lnTo>
                  <a:pt x="2336" y="1152067"/>
                </a:lnTo>
                <a:lnTo>
                  <a:pt x="3454" y="1152525"/>
                </a:lnTo>
                <a:lnTo>
                  <a:pt x="6083" y="1152525"/>
                </a:lnTo>
                <a:lnTo>
                  <a:pt x="7200" y="1152067"/>
                </a:lnTo>
                <a:lnTo>
                  <a:pt x="9067" y="1150200"/>
                </a:lnTo>
                <a:lnTo>
                  <a:pt x="9525" y="1149083"/>
                </a:lnTo>
                <a:lnTo>
                  <a:pt x="9525" y="1146454"/>
                </a:lnTo>
                <a:close/>
              </a:path>
              <a:path w="733425" h="2438400">
                <a:moveTo>
                  <a:pt x="9525" y="1098829"/>
                </a:moveTo>
                <a:lnTo>
                  <a:pt x="9067" y="1097711"/>
                </a:lnTo>
                <a:lnTo>
                  <a:pt x="7200" y="1095844"/>
                </a:lnTo>
                <a:lnTo>
                  <a:pt x="6083" y="1095375"/>
                </a:lnTo>
                <a:lnTo>
                  <a:pt x="3454" y="1095375"/>
                </a:lnTo>
                <a:lnTo>
                  <a:pt x="2336" y="1095844"/>
                </a:lnTo>
                <a:lnTo>
                  <a:pt x="469" y="1097711"/>
                </a:lnTo>
                <a:lnTo>
                  <a:pt x="0" y="1098829"/>
                </a:lnTo>
                <a:lnTo>
                  <a:pt x="0" y="1101458"/>
                </a:lnTo>
                <a:lnTo>
                  <a:pt x="469" y="1102575"/>
                </a:lnTo>
                <a:lnTo>
                  <a:pt x="2336" y="1104442"/>
                </a:lnTo>
                <a:lnTo>
                  <a:pt x="3454" y="1104900"/>
                </a:lnTo>
                <a:lnTo>
                  <a:pt x="6083" y="1104900"/>
                </a:lnTo>
                <a:lnTo>
                  <a:pt x="7200" y="1104442"/>
                </a:lnTo>
                <a:lnTo>
                  <a:pt x="9067" y="1102575"/>
                </a:lnTo>
                <a:lnTo>
                  <a:pt x="9525" y="1101458"/>
                </a:lnTo>
                <a:lnTo>
                  <a:pt x="9525" y="1098829"/>
                </a:lnTo>
                <a:close/>
              </a:path>
              <a:path w="733425" h="2438400">
                <a:moveTo>
                  <a:pt x="9525" y="1051204"/>
                </a:moveTo>
                <a:lnTo>
                  <a:pt x="9067" y="1050086"/>
                </a:lnTo>
                <a:lnTo>
                  <a:pt x="7200" y="1048219"/>
                </a:lnTo>
                <a:lnTo>
                  <a:pt x="6083" y="1047750"/>
                </a:lnTo>
                <a:lnTo>
                  <a:pt x="3454" y="1047750"/>
                </a:lnTo>
                <a:lnTo>
                  <a:pt x="2336" y="1048219"/>
                </a:lnTo>
                <a:lnTo>
                  <a:pt x="469" y="1050086"/>
                </a:lnTo>
                <a:lnTo>
                  <a:pt x="0" y="1051204"/>
                </a:lnTo>
                <a:lnTo>
                  <a:pt x="0" y="1053833"/>
                </a:lnTo>
                <a:lnTo>
                  <a:pt x="469" y="1054950"/>
                </a:lnTo>
                <a:lnTo>
                  <a:pt x="2336" y="1056817"/>
                </a:lnTo>
                <a:lnTo>
                  <a:pt x="3454" y="1057275"/>
                </a:lnTo>
                <a:lnTo>
                  <a:pt x="6083" y="1057275"/>
                </a:lnTo>
                <a:lnTo>
                  <a:pt x="7200" y="1056817"/>
                </a:lnTo>
                <a:lnTo>
                  <a:pt x="9067" y="1054950"/>
                </a:lnTo>
                <a:lnTo>
                  <a:pt x="9525" y="1053833"/>
                </a:lnTo>
                <a:lnTo>
                  <a:pt x="9525" y="1051204"/>
                </a:lnTo>
                <a:close/>
              </a:path>
              <a:path w="733425" h="2438400">
                <a:moveTo>
                  <a:pt x="9525" y="1003579"/>
                </a:moveTo>
                <a:lnTo>
                  <a:pt x="9067" y="1002461"/>
                </a:lnTo>
                <a:lnTo>
                  <a:pt x="7200" y="1000594"/>
                </a:lnTo>
                <a:lnTo>
                  <a:pt x="6083" y="1000125"/>
                </a:lnTo>
                <a:lnTo>
                  <a:pt x="3454" y="1000125"/>
                </a:lnTo>
                <a:lnTo>
                  <a:pt x="2336" y="1000594"/>
                </a:lnTo>
                <a:lnTo>
                  <a:pt x="469" y="1002461"/>
                </a:lnTo>
                <a:lnTo>
                  <a:pt x="0" y="1003579"/>
                </a:lnTo>
                <a:lnTo>
                  <a:pt x="0" y="1006208"/>
                </a:lnTo>
                <a:lnTo>
                  <a:pt x="469" y="1007325"/>
                </a:lnTo>
                <a:lnTo>
                  <a:pt x="2336" y="1009192"/>
                </a:lnTo>
                <a:lnTo>
                  <a:pt x="3454" y="1009650"/>
                </a:lnTo>
                <a:lnTo>
                  <a:pt x="6083" y="1009650"/>
                </a:lnTo>
                <a:lnTo>
                  <a:pt x="7200" y="1009192"/>
                </a:lnTo>
                <a:lnTo>
                  <a:pt x="9067" y="1007325"/>
                </a:lnTo>
                <a:lnTo>
                  <a:pt x="9525" y="1006208"/>
                </a:lnTo>
                <a:lnTo>
                  <a:pt x="9525" y="1003579"/>
                </a:lnTo>
                <a:close/>
              </a:path>
              <a:path w="733425" h="2438400">
                <a:moveTo>
                  <a:pt x="9525" y="955954"/>
                </a:moveTo>
                <a:lnTo>
                  <a:pt x="9067" y="954836"/>
                </a:lnTo>
                <a:lnTo>
                  <a:pt x="7200" y="952969"/>
                </a:lnTo>
                <a:lnTo>
                  <a:pt x="6083" y="952500"/>
                </a:lnTo>
                <a:lnTo>
                  <a:pt x="3454" y="952500"/>
                </a:lnTo>
                <a:lnTo>
                  <a:pt x="2336" y="952969"/>
                </a:lnTo>
                <a:lnTo>
                  <a:pt x="469" y="954836"/>
                </a:lnTo>
                <a:lnTo>
                  <a:pt x="0" y="955954"/>
                </a:lnTo>
                <a:lnTo>
                  <a:pt x="0" y="958583"/>
                </a:lnTo>
                <a:lnTo>
                  <a:pt x="469" y="959700"/>
                </a:lnTo>
                <a:lnTo>
                  <a:pt x="2336" y="961567"/>
                </a:lnTo>
                <a:lnTo>
                  <a:pt x="3454" y="962025"/>
                </a:lnTo>
                <a:lnTo>
                  <a:pt x="6083" y="962025"/>
                </a:lnTo>
                <a:lnTo>
                  <a:pt x="7200" y="961567"/>
                </a:lnTo>
                <a:lnTo>
                  <a:pt x="9067" y="959700"/>
                </a:lnTo>
                <a:lnTo>
                  <a:pt x="9525" y="958583"/>
                </a:lnTo>
                <a:lnTo>
                  <a:pt x="9525" y="955954"/>
                </a:lnTo>
                <a:close/>
              </a:path>
              <a:path w="733425" h="2438400">
                <a:moveTo>
                  <a:pt x="9525" y="908329"/>
                </a:moveTo>
                <a:lnTo>
                  <a:pt x="9067" y="907211"/>
                </a:lnTo>
                <a:lnTo>
                  <a:pt x="7200" y="905344"/>
                </a:lnTo>
                <a:lnTo>
                  <a:pt x="6083" y="904875"/>
                </a:lnTo>
                <a:lnTo>
                  <a:pt x="3454" y="904875"/>
                </a:lnTo>
                <a:lnTo>
                  <a:pt x="2336" y="905344"/>
                </a:lnTo>
                <a:lnTo>
                  <a:pt x="469" y="907211"/>
                </a:lnTo>
                <a:lnTo>
                  <a:pt x="0" y="908329"/>
                </a:lnTo>
                <a:lnTo>
                  <a:pt x="0" y="910958"/>
                </a:lnTo>
                <a:lnTo>
                  <a:pt x="469" y="912075"/>
                </a:lnTo>
                <a:lnTo>
                  <a:pt x="2336" y="913942"/>
                </a:lnTo>
                <a:lnTo>
                  <a:pt x="3454" y="914400"/>
                </a:lnTo>
                <a:lnTo>
                  <a:pt x="6083" y="914400"/>
                </a:lnTo>
                <a:lnTo>
                  <a:pt x="7200" y="913942"/>
                </a:lnTo>
                <a:lnTo>
                  <a:pt x="9067" y="912075"/>
                </a:lnTo>
                <a:lnTo>
                  <a:pt x="9525" y="910958"/>
                </a:lnTo>
                <a:lnTo>
                  <a:pt x="9525" y="908329"/>
                </a:lnTo>
                <a:close/>
              </a:path>
              <a:path w="733425" h="2438400">
                <a:moveTo>
                  <a:pt x="9525" y="860704"/>
                </a:moveTo>
                <a:lnTo>
                  <a:pt x="9067" y="859586"/>
                </a:lnTo>
                <a:lnTo>
                  <a:pt x="7200" y="857719"/>
                </a:lnTo>
                <a:lnTo>
                  <a:pt x="6083" y="857250"/>
                </a:lnTo>
                <a:lnTo>
                  <a:pt x="3454" y="857250"/>
                </a:lnTo>
                <a:lnTo>
                  <a:pt x="2336" y="857719"/>
                </a:lnTo>
                <a:lnTo>
                  <a:pt x="469" y="859586"/>
                </a:lnTo>
                <a:lnTo>
                  <a:pt x="0" y="860704"/>
                </a:lnTo>
                <a:lnTo>
                  <a:pt x="0" y="863333"/>
                </a:lnTo>
                <a:lnTo>
                  <a:pt x="469" y="864450"/>
                </a:lnTo>
                <a:lnTo>
                  <a:pt x="2336" y="866317"/>
                </a:lnTo>
                <a:lnTo>
                  <a:pt x="3454" y="866775"/>
                </a:lnTo>
                <a:lnTo>
                  <a:pt x="6083" y="866775"/>
                </a:lnTo>
                <a:lnTo>
                  <a:pt x="7200" y="866317"/>
                </a:lnTo>
                <a:lnTo>
                  <a:pt x="9067" y="864450"/>
                </a:lnTo>
                <a:lnTo>
                  <a:pt x="9525" y="863333"/>
                </a:lnTo>
                <a:lnTo>
                  <a:pt x="9525" y="860704"/>
                </a:lnTo>
                <a:close/>
              </a:path>
              <a:path w="733425" h="2438400">
                <a:moveTo>
                  <a:pt x="9525" y="813079"/>
                </a:moveTo>
                <a:lnTo>
                  <a:pt x="9067" y="811961"/>
                </a:lnTo>
                <a:lnTo>
                  <a:pt x="7200" y="810094"/>
                </a:lnTo>
                <a:lnTo>
                  <a:pt x="6083" y="809625"/>
                </a:lnTo>
                <a:lnTo>
                  <a:pt x="3454" y="809625"/>
                </a:lnTo>
                <a:lnTo>
                  <a:pt x="2336" y="810094"/>
                </a:lnTo>
                <a:lnTo>
                  <a:pt x="469" y="811961"/>
                </a:lnTo>
                <a:lnTo>
                  <a:pt x="0" y="813079"/>
                </a:lnTo>
                <a:lnTo>
                  <a:pt x="0" y="815708"/>
                </a:lnTo>
                <a:lnTo>
                  <a:pt x="469" y="816825"/>
                </a:lnTo>
                <a:lnTo>
                  <a:pt x="2336" y="818692"/>
                </a:lnTo>
                <a:lnTo>
                  <a:pt x="3454" y="819150"/>
                </a:lnTo>
                <a:lnTo>
                  <a:pt x="6083" y="819150"/>
                </a:lnTo>
                <a:lnTo>
                  <a:pt x="7200" y="818692"/>
                </a:lnTo>
                <a:lnTo>
                  <a:pt x="9067" y="816825"/>
                </a:lnTo>
                <a:lnTo>
                  <a:pt x="9525" y="815708"/>
                </a:lnTo>
                <a:lnTo>
                  <a:pt x="9525" y="813079"/>
                </a:lnTo>
                <a:close/>
              </a:path>
              <a:path w="733425" h="2438400">
                <a:moveTo>
                  <a:pt x="9525" y="765454"/>
                </a:moveTo>
                <a:lnTo>
                  <a:pt x="9067" y="764336"/>
                </a:lnTo>
                <a:lnTo>
                  <a:pt x="7200" y="762469"/>
                </a:lnTo>
                <a:lnTo>
                  <a:pt x="6083" y="762000"/>
                </a:lnTo>
                <a:lnTo>
                  <a:pt x="3454" y="762000"/>
                </a:lnTo>
                <a:lnTo>
                  <a:pt x="2336" y="762469"/>
                </a:lnTo>
                <a:lnTo>
                  <a:pt x="469" y="764336"/>
                </a:lnTo>
                <a:lnTo>
                  <a:pt x="0" y="765454"/>
                </a:lnTo>
                <a:lnTo>
                  <a:pt x="0" y="768083"/>
                </a:lnTo>
                <a:lnTo>
                  <a:pt x="469" y="769200"/>
                </a:lnTo>
                <a:lnTo>
                  <a:pt x="2336" y="771067"/>
                </a:lnTo>
                <a:lnTo>
                  <a:pt x="3454" y="771525"/>
                </a:lnTo>
                <a:lnTo>
                  <a:pt x="6083" y="771525"/>
                </a:lnTo>
                <a:lnTo>
                  <a:pt x="7200" y="771067"/>
                </a:lnTo>
                <a:lnTo>
                  <a:pt x="9067" y="769200"/>
                </a:lnTo>
                <a:lnTo>
                  <a:pt x="9525" y="768083"/>
                </a:lnTo>
                <a:lnTo>
                  <a:pt x="9525" y="765454"/>
                </a:lnTo>
                <a:close/>
              </a:path>
              <a:path w="733425" h="2438400">
                <a:moveTo>
                  <a:pt x="9525" y="717829"/>
                </a:moveTo>
                <a:lnTo>
                  <a:pt x="9067" y="716711"/>
                </a:lnTo>
                <a:lnTo>
                  <a:pt x="7200" y="714844"/>
                </a:lnTo>
                <a:lnTo>
                  <a:pt x="6083" y="714375"/>
                </a:lnTo>
                <a:lnTo>
                  <a:pt x="3454" y="714375"/>
                </a:lnTo>
                <a:lnTo>
                  <a:pt x="2336" y="714844"/>
                </a:lnTo>
                <a:lnTo>
                  <a:pt x="469" y="716711"/>
                </a:lnTo>
                <a:lnTo>
                  <a:pt x="0" y="717829"/>
                </a:lnTo>
                <a:lnTo>
                  <a:pt x="0" y="720458"/>
                </a:lnTo>
                <a:lnTo>
                  <a:pt x="469" y="721575"/>
                </a:lnTo>
                <a:lnTo>
                  <a:pt x="2336" y="723442"/>
                </a:lnTo>
                <a:lnTo>
                  <a:pt x="3454" y="723900"/>
                </a:lnTo>
                <a:lnTo>
                  <a:pt x="6083" y="723900"/>
                </a:lnTo>
                <a:lnTo>
                  <a:pt x="7200" y="723442"/>
                </a:lnTo>
                <a:lnTo>
                  <a:pt x="9067" y="721575"/>
                </a:lnTo>
                <a:lnTo>
                  <a:pt x="9525" y="720458"/>
                </a:lnTo>
                <a:lnTo>
                  <a:pt x="9525" y="717829"/>
                </a:lnTo>
                <a:close/>
              </a:path>
              <a:path w="733425" h="2438400">
                <a:moveTo>
                  <a:pt x="9525" y="670204"/>
                </a:moveTo>
                <a:lnTo>
                  <a:pt x="9067" y="669086"/>
                </a:lnTo>
                <a:lnTo>
                  <a:pt x="7200" y="667219"/>
                </a:lnTo>
                <a:lnTo>
                  <a:pt x="6083" y="666750"/>
                </a:lnTo>
                <a:lnTo>
                  <a:pt x="3454" y="666750"/>
                </a:lnTo>
                <a:lnTo>
                  <a:pt x="2336" y="667219"/>
                </a:lnTo>
                <a:lnTo>
                  <a:pt x="469" y="669086"/>
                </a:lnTo>
                <a:lnTo>
                  <a:pt x="0" y="670204"/>
                </a:lnTo>
                <a:lnTo>
                  <a:pt x="0" y="672833"/>
                </a:lnTo>
                <a:lnTo>
                  <a:pt x="469" y="673950"/>
                </a:lnTo>
                <a:lnTo>
                  <a:pt x="2336" y="675817"/>
                </a:lnTo>
                <a:lnTo>
                  <a:pt x="3454" y="676275"/>
                </a:lnTo>
                <a:lnTo>
                  <a:pt x="6083" y="676275"/>
                </a:lnTo>
                <a:lnTo>
                  <a:pt x="7200" y="675817"/>
                </a:lnTo>
                <a:lnTo>
                  <a:pt x="9067" y="673950"/>
                </a:lnTo>
                <a:lnTo>
                  <a:pt x="9525" y="672833"/>
                </a:lnTo>
                <a:lnTo>
                  <a:pt x="9525" y="670204"/>
                </a:lnTo>
                <a:close/>
              </a:path>
              <a:path w="733425" h="2438400">
                <a:moveTo>
                  <a:pt x="9525" y="622579"/>
                </a:moveTo>
                <a:lnTo>
                  <a:pt x="9067" y="621461"/>
                </a:lnTo>
                <a:lnTo>
                  <a:pt x="7200" y="619594"/>
                </a:lnTo>
                <a:lnTo>
                  <a:pt x="6083" y="619125"/>
                </a:lnTo>
                <a:lnTo>
                  <a:pt x="3454" y="619125"/>
                </a:lnTo>
                <a:lnTo>
                  <a:pt x="2336" y="619594"/>
                </a:lnTo>
                <a:lnTo>
                  <a:pt x="469" y="621461"/>
                </a:lnTo>
                <a:lnTo>
                  <a:pt x="0" y="622579"/>
                </a:lnTo>
                <a:lnTo>
                  <a:pt x="0" y="625208"/>
                </a:lnTo>
                <a:lnTo>
                  <a:pt x="469" y="626325"/>
                </a:lnTo>
                <a:lnTo>
                  <a:pt x="2336" y="628192"/>
                </a:lnTo>
                <a:lnTo>
                  <a:pt x="3454" y="628650"/>
                </a:lnTo>
                <a:lnTo>
                  <a:pt x="6083" y="628650"/>
                </a:lnTo>
                <a:lnTo>
                  <a:pt x="7200" y="628192"/>
                </a:lnTo>
                <a:lnTo>
                  <a:pt x="9067" y="626325"/>
                </a:lnTo>
                <a:lnTo>
                  <a:pt x="9525" y="625208"/>
                </a:lnTo>
                <a:lnTo>
                  <a:pt x="9525" y="622579"/>
                </a:lnTo>
                <a:close/>
              </a:path>
              <a:path w="733425" h="2438400">
                <a:moveTo>
                  <a:pt x="9525" y="574954"/>
                </a:moveTo>
                <a:lnTo>
                  <a:pt x="9067" y="573836"/>
                </a:lnTo>
                <a:lnTo>
                  <a:pt x="7200" y="571969"/>
                </a:lnTo>
                <a:lnTo>
                  <a:pt x="6083" y="571500"/>
                </a:lnTo>
                <a:lnTo>
                  <a:pt x="3454" y="571500"/>
                </a:lnTo>
                <a:lnTo>
                  <a:pt x="2336" y="571969"/>
                </a:lnTo>
                <a:lnTo>
                  <a:pt x="469" y="573836"/>
                </a:lnTo>
                <a:lnTo>
                  <a:pt x="0" y="574954"/>
                </a:lnTo>
                <a:lnTo>
                  <a:pt x="0" y="577583"/>
                </a:lnTo>
                <a:lnTo>
                  <a:pt x="469" y="578700"/>
                </a:lnTo>
                <a:lnTo>
                  <a:pt x="2336" y="580567"/>
                </a:lnTo>
                <a:lnTo>
                  <a:pt x="3454" y="581025"/>
                </a:lnTo>
                <a:lnTo>
                  <a:pt x="6083" y="581025"/>
                </a:lnTo>
                <a:lnTo>
                  <a:pt x="7200" y="580567"/>
                </a:lnTo>
                <a:lnTo>
                  <a:pt x="9067" y="578700"/>
                </a:lnTo>
                <a:lnTo>
                  <a:pt x="9525" y="577583"/>
                </a:lnTo>
                <a:lnTo>
                  <a:pt x="9525" y="574954"/>
                </a:lnTo>
                <a:close/>
              </a:path>
              <a:path w="733425" h="2438400">
                <a:moveTo>
                  <a:pt x="9525" y="527329"/>
                </a:moveTo>
                <a:lnTo>
                  <a:pt x="9067" y="526211"/>
                </a:lnTo>
                <a:lnTo>
                  <a:pt x="7200" y="524344"/>
                </a:lnTo>
                <a:lnTo>
                  <a:pt x="6083" y="523875"/>
                </a:lnTo>
                <a:lnTo>
                  <a:pt x="3454" y="523875"/>
                </a:lnTo>
                <a:lnTo>
                  <a:pt x="2336" y="524344"/>
                </a:lnTo>
                <a:lnTo>
                  <a:pt x="469" y="526211"/>
                </a:lnTo>
                <a:lnTo>
                  <a:pt x="0" y="527329"/>
                </a:lnTo>
                <a:lnTo>
                  <a:pt x="0" y="529958"/>
                </a:lnTo>
                <a:lnTo>
                  <a:pt x="469" y="531075"/>
                </a:lnTo>
                <a:lnTo>
                  <a:pt x="2336" y="532942"/>
                </a:lnTo>
                <a:lnTo>
                  <a:pt x="3454" y="533400"/>
                </a:lnTo>
                <a:lnTo>
                  <a:pt x="6083" y="533400"/>
                </a:lnTo>
                <a:lnTo>
                  <a:pt x="7200" y="532942"/>
                </a:lnTo>
                <a:lnTo>
                  <a:pt x="9067" y="531075"/>
                </a:lnTo>
                <a:lnTo>
                  <a:pt x="9525" y="529958"/>
                </a:lnTo>
                <a:lnTo>
                  <a:pt x="9525" y="527329"/>
                </a:lnTo>
                <a:close/>
              </a:path>
              <a:path w="733425" h="2438400">
                <a:moveTo>
                  <a:pt x="9525" y="479704"/>
                </a:moveTo>
                <a:lnTo>
                  <a:pt x="9067" y="478586"/>
                </a:lnTo>
                <a:lnTo>
                  <a:pt x="7200" y="476719"/>
                </a:lnTo>
                <a:lnTo>
                  <a:pt x="6083" y="476250"/>
                </a:lnTo>
                <a:lnTo>
                  <a:pt x="3454" y="476250"/>
                </a:lnTo>
                <a:lnTo>
                  <a:pt x="2336" y="476719"/>
                </a:lnTo>
                <a:lnTo>
                  <a:pt x="469" y="478586"/>
                </a:lnTo>
                <a:lnTo>
                  <a:pt x="0" y="479704"/>
                </a:lnTo>
                <a:lnTo>
                  <a:pt x="0" y="482333"/>
                </a:lnTo>
                <a:lnTo>
                  <a:pt x="469" y="483450"/>
                </a:lnTo>
                <a:lnTo>
                  <a:pt x="2336" y="485317"/>
                </a:lnTo>
                <a:lnTo>
                  <a:pt x="3454" y="485775"/>
                </a:lnTo>
                <a:lnTo>
                  <a:pt x="6083" y="485775"/>
                </a:lnTo>
                <a:lnTo>
                  <a:pt x="7200" y="485317"/>
                </a:lnTo>
                <a:lnTo>
                  <a:pt x="9067" y="483450"/>
                </a:lnTo>
                <a:lnTo>
                  <a:pt x="9525" y="482333"/>
                </a:lnTo>
                <a:lnTo>
                  <a:pt x="9525" y="479704"/>
                </a:lnTo>
                <a:close/>
              </a:path>
              <a:path w="733425" h="2438400">
                <a:moveTo>
                  <a:pt x="9525" y="432079"/>
                </a:moveTo>
                <a:lnTo>
                  <a:pt x="9067" y="430961"/>
                </a:lnTo>
                <a:lnTo>
                  <a:pt x="7200" y="429094"/>
                </a:lnTo>
                <a:lnTo>
                  <a:pt x="6083" y="428625"/>
                </a:lnTo>
                <a:lnTo>
                  <a:pt x="3454" y="428625"/>
                </a:lnTo>
                <a:lnTo>
                  <a:pt x="2336" y="429094"/>
                </a:lnTo>
                <a:lnTo>
                  <a:pt x="469" y="430961"/>
                </a:lnTo>
                <a:lnTo>
                  <a:pt x="0" y="432079"/>
                </a:lnTo>
                <a:lnTo>
                  <a:pt x="0" y="434708"/>
                </a:lnTo>
                <a:lnTo>
                  <a:pt x="469" y="435825"/>
                </a:lnTo>
                <a:lnTo>
                  <a:pt x="2336" y="437692"/>
                </a:lnTo>
                <a:lnTo>
                  <a:pt x="3454" y="438150"/>
                </a:lnTo>
                <a:lnTo>
                  <a:pt x="6083" y="438150"/>
                </a:lnTo>
                <a:lnTo>
                  <a:pt x="7200" y="437692"/>
                </a:lnTo>
                <a:lnTo>
                  <a:pt x="9067" y="435825"/>
                </a:lnTo>
                <a:lnTo>
                  <a:pt x="9525" y="434708"/>
                </a:lnTo>
                <a:lnTo>
                  <a:pt x="9525" y="432079"/>
                </a:lnTo>
                <a:close/>
              </a:path>
              <a:path w="733425" h="2438400">
                <a:moveTo>
                  <a:pt x="9525" y="384454"/>
                </a:moveTo>
                <a:lnTo>
                  <a:pt x="9067" y="383336"/>
                </a:lnTo>
                <a:lnTo>
                  <a:pt x="7200" y="381469"/>
                </a:lnTo>
                <a:lnTo>
                  <a:pt x="6083" y="381000"/>
                </a:lnTo>
                <a:lnTo>
                  <a:pt x="3454" y="381000"/>
                </a:lnTo>
                <a:lnTo>
                  <a:pt x="2336" y="381469"/>
                </a:lnTo>
                <a:lnTo>
                  <a:pt x="469" y="383336"/>
                </a:lnTo>
                <a:lnTo>
                  <a:pt x="0" y="384454"/>
                </a:lnTo>
                <a:lnTo>
                  <a:pt x="0" y="387083"/>
                </a:lnTo>
                <a:lnTo>
                  <a:pt x="469" y="388200"/>
                </a:lnTo>
                <a:lnTo>
                  <a:pt x="2336" y="390067"/>
                </a:lnTo>
                <a:lnTo>
                  <a:pt x="3454" y="390525"/>
                </a:lnTo>
                <a:lnTo>
                  <a:pt x="6083" y="390525"/>
                </a:lnTo>
                <a:lnTo>
                  <a:pt x="7200" y="390067"/>
                </a:lnTo>
                <a:lnTo>
                  <a:pt x="9067" y="388200"/>
                </a:lnTo>
                <a:lnTo>
                  <a:pt x="9525" y="387083"/>
                </a:lnTo>
                <a:lnTo>
                  <a:pt x="9525" y="384454"/>
                </a:lnTo>
                <a:close/>
              </a:path>
              <a:path w="733425" h="2438400">
                <a:moveTo>
                  <a:pt x="9525" y="336829"/>
                </a:moveTo>
                <a:lnTo>
                  <a:pt x="9067" y="335711"/>
                </a:lnTo>
                <a:lnTo>
                  <a:pt x="7200" y="333844"/>
                </a:lnTo>
                <a:lnTo>
                  <a:pt x="6083" y="333375"/>
                </a:lnTo>
                <a:lnTo>
                  <a:pt x="3454" y="333375"/>
                </a:lnTo>
                <a:lnTo>
                  <a:pt x="2336" y="333844"/>
                </a:lnTo>
                <a:lnTo>
                  <a:pt x="469" y="335711"/>
                </a:lnTo>
                <a:lnTo>
                  <a:pt x="0" y="336829"/>
                </a:lnTo>
                <a:lnTo>
                  <a:pt x="0" y="339458"/>
                </a:lnTo>
                <a:lnTo>
                  <a:pt x="469" y="340575"/>
                </a:lnTo>
                <a:lnTo>
                  <a:pt x="2336" y="342442"/>
                </a:lnTo>
                <a:lnTo>
                  <a:pt x="3454" y="342900"/>
                </a:lnTo>
                <a:lnTo>
                  <a:pt x="6083" y="342900"/>
                </a:lnTo>
                <a:lnTo>
                  <a:pt x="7200" y="342442"/>
                </a:lnTo>
                <a:lnTo>
                  <a:pt x="9067" y="340575"/>
                </a:lnTo>
                <a:lnTo>
                  <a:pt x="9525" y="339458"/>
                </a:lnTo>
                <a:lnTo>
                  <a:pt x="9525" y="336829"/>
                </a:lnTo>
                <a:close/>
              </a:path>
              <a:path w="733425" h="2438400">
                <a:moveTo>
                  <a:pt x="9525" y="289204"/>
                </a:moveTo>
                <a:lnTo>
                  <a:pt x="9067" y="288086"/>
                </a:lnTo>
                <a:lnTo>
                  <a:pt x="7200" y="286219"/>
                </a:lnTo>
                <a:lnTo>
                  <a:pt x="6083" y="285750"/>
                </a:lnTo>
                <a:lnTo>
                  <a:pt x="3454" y="285750"/>
                </a:lnTo>
                <a:lnTo>
                  <a:pt x="2336" y="286219"/>
                </a:lnTo>
                <a:lnTo>
                  <a:pt x="469" y="288086"/>
                </a:lnTo>
                <a:lnTo>
                  <a:pt x="0" y="289204"/>
                </a:lnTo>
                <a:lnTo>
                  <a:pt x="0" y="291833"/>
                </a:lnTo>
                <a:lnTo>
                  <a:pt x="469" y="292950"/>
                </a:lnTo>
                <a:lnTo>
                  <a:pt x="2336" y="294817"/>
                </a:lnTo>
                <a:lnTo>
                  <a:pt x="3454" y="295275"/>
                </a:lnTo>
                <a:lnTo>
                  <a:pt x="6083" y="295275"/>
                </a:lnTo>
                <a:lnTo>
                  <a:pt x="7200" y="294817"/>
                </a:lnTo>
                <a:lnTo>
                  <a:pt x="9067" y="292950"/>
                </a:lnTo>
                <a:lnTo>
                  <a:pt x="9525" y="291833"/>
                </a:lnTo>
                <a:lnTo>
                  <a:pt x="9525" y="289204"/>
                </a:lnTo>
                <a:close/>
              </a:path>
              <a:path w="733425" h="2438400">
                <a:moveTo>
                  <a:pt x="9525" y="241579"/>
                </a:moveTo>
                <a:lnTo>
                  <a:pt x="9067" y="240461"/>
                </a:lnTo>
                <a:lnTo>
                  <a:pt x="7200" y="238594"/>
                </a:lnTo>
                <a:lnTo>
                  <a:pt x="6083" y="238125"/>
                </a:lnTo>
                <a:lnTo>
                  <a:pt x="3454" y="238125"/>
                </a:lnTo>
                <a:lnTo>
                  <a:pt x="2336" y="238594"/>
                </a:lnTo>
                <a:lnTo>
                  <a:pt x="469" y="240461"/>
                </a:lnTo>
                <a:lnTo>
                  <a:pt x="0" y="241579"/>
                </a:lnTo>
                <a:lnTo>
                  <a:pt x="0" y="244208"/>
                </a:lnTo>
                <a:lnTo>
                  <a:pt x="469" y="245325"/>
                </a:lnTo>
                <a:lnTo>
                  <a:pt x="2336" y="247192"/>
                </a:lnTo>
                <a:lnTo>
                  <a:pt x="3454" y="247650"/>
                </a:lnTo>
                <a:lnTo>
                  <a:pt x="6083" y="247650"/>
                </a:lnTo>
                <a:lnTo>
                  <a:pt x="7200" y="247192"/>
                </a:lnTo>
                <a:lnTo>
                  <a:pt x="9067" y="245325"/>
                </a:lnTo>
                <a:lnTo>
                  <a:pt x="9525" y="244208"/>
                </a:lnTo>
                <a:lnTo>
                  <a:pt x="9525" y="241579"/>
                </a:lnTo>
                <a:close/>
              </a:path>
              <a:path w="733425" h="2438400">
                <a:moveTo>
                  <a:pt x="9525" y="193954"/>
                </a:moveTo>
                <a:lnTo>
                  <a:pt x="9067" y="192836"/>
                </a:lnTo>
                <a:lnTo>
                  <a:pt x="7200" y="190969"/>
                </a:lnTo>
                <a:lnTo>
                  <a:pt x="6083" y="190500"/>
                </a:lnTo>
                <a:lnTo>
                  <a:pt x="3454" y="190500"/>
                </a:lnTo>
                <a:lnTo>
                  <a:pt x="2336" y="190969"/>
                </a:lnTo>
                <a:lnTo>
                  <a:pt x="469" y="192836"/>
                </a:lnTo>
                <a:lnTo>
                  <a:pt x="0" y="193954"/>
                </a:lnTo>
                <a:lnTo>
                  <a:pt x="0" y="196583"/>
                </a:lnTo>
                <a:lnTo>
                  <a:pt x="469" y="197700"/>
                </a:lnTo>
                <a:lnTo>
                  <a:pt x="2336" y="199567"/>
                </a:lnTo>
                <a:lnTo>
                  <a:pt x="3454" y="200025"/>
                </a:lnTo>
                <a:lnTo>
                  <a:pt x="6083" y="200025"/>
                </a:lnTo>
                <a:lnTo>
                  <a:pt x="7200" y="199567"/>
                </a:lnTo>
                <a:lnTo>
                  <a:pt x="9067" y="197700"/>
                </a:lnTo>
                <a:lnTo>
                  <a:pt x="9525" y="196583"/>
                </a:lnTo>
                <a:lnTo>
                  <a:pt x="9525" y="193954"/>
                </a:lnTo>
                <a:close/>
              </a:path>
              <a:path w="733425" h="2438400">
                <a:moveTo>
                  <a:pt x="9525" y="146329"/>
                </a:moveTo>
                <a:lnTo>
                  <a:pt x="9067" y="145211"/>
                </a:lnTo>
                <a:lnTo>
                  <a:pt x="7200" y="143344"/>
                </a:lnTo>
                <a:lnTo>
                  <a:pt x="6083" y="142875"/>
                </a:lnTo>
                <a:lnTo>
                  <a:pt x="3454" y="142875"/>
                </a:lnTo>
                <a:lnTo>
                  <a:pt x="2336" y="143344"/>
                </a:lnTo>
                <a:lnTo>
                  <a:pt x="469" y="145211"/>
                </a:lnTo>
                <a:lnTo>
                  <a:pt x="0" y="146329"/>
                </a:lnTo>
                <a:lnTo>
                  <a:pt x="0" y="148958"/>
                </a:lnTo>
                <a:lnTo>
                  <a:pt x="469" y="150075"/>
                </a:lnTo>
                <a:lnTo>
                  <a:pt x="2336" y="151942"/>
                </a:lnTo>
                <a:lnTo>
                  <a:pt x="3454" y="152400"/>
                </a:lnTo>
                <a:lnTo>
                  <a:pt x="6083" y="152400"/>
                </a:lnTo>
                <a:lnTo>
                  <a:pt x="7200" y="151942"/>
                </a:lnTo>
                <a:lnTo>
                  <a:pt x="9067" y="150075"/>
                </a:lnTo>
                <a:lnTo>
                  <a:pt x="9525" y="148958"/>
                </a:lnTo>
                <a:lnTo>
                  <a:pt x="9525" y="146329"/>
                </a:lnTo>
                <a:close/>
              </a:path>
              <a:path w="733425" h="2438400">
                <a:moveTo>
                  <a:pt x="9525" y="98704"/>
                </a:moveTo>
                <a:lnTo>
                  <a:pt x="9067" y="97586"/>
                </a:lnTo>
                <a:lnTo>
                  <a:pt x="7200" y="95719"/>
                </a:lnTo>
                <a:lnTo>
                  <a:pt x="6083" y="95250"/>
                </a:lnTo>
                <a:lnTo>
                  <a:pt x="3454" y="95250"/>
                </a:lnTo>
                <a:lnTo>
                  <a:pt x="2336" y="95719"/>
                </a:lnTo>
                <a:lnTo>
                  <a:pt x="469" y="97586"/>
                </a:lnTo>
                <a:lnTo>
                  <a:pt x="0" y="98704"/>
                </a:lnTo>
                <a:lnTo>
                  <a:pt x="0" y="101333"/>
                </a:lnTo>
                <a:lnTo>
                  <a:pt x="469" y="102450"/>
                </a:lnTo>
                <a:lnTo>
                  <a:pt x="2336" y="104317"/>
                </a:lnTo>
                <a:lnTo>
                  <a:pt x="3454" y="104775"/>
                </a:lnTo>
                <a:lnTo>
                  <a:pt x="6083" y="104775"/>
                </a:lnTo>
                <a:lnTo>
                  <a:pt x="7200" y="104317"/>
                </a:lnTo>
                <a:lnTo>
                  <a:pt x="9067" y="102450"/>
                </a:lnTo>
                <a:lnTo>
                  <a:pt x="9525" y="101333"/>
                </a:lnTo>
                <a:lnTo>
                  <a:pt x="9525" y="98704"/>
                </a:lnTo>
                <a:close/>
              </a:path>
              <a:path w="733425" h="2438400">
                <a:moveTo>
                  <a:pt x="9525" y="51079"/>
                </a:moveTo>
                <a:lnTo>
                  <a:pt x="9067" y="49961"/>
                </a:lnTo>
                <a:lnTo>
                  <a:pt x="7200" y="48094"/>
                </a:lnTo>
                <a:lnTo>
                  <a:pt x="6083" y="47625"/>
                </a:lnTo>
                <a:lnTo>
                  <a:pt x="3454" y="47625"/>
                </a:lnTo>
                <a:lnTo>
                  <a:pt x="2336" y="48094"/>
                </a:lnTo>
                <a:lnTo>
                  <a:pt x="469" y="49961"/>
                </a:lnTo>
                <a:lnTo>
                  <a:pt x="0" y="51079"/>
                </a:lnTo>
                <a:lnTo>
                  <a:pt x="0" y="53708"/>
                </a:lnTo>
                <a:lnTo>
                  <a:pt x="469" y="54825"/>
                </a:lnTo>
                <a:lnTo>
                  <a:pt x="2336" y="56692"/>
                </a:lnTo>
                <a:lnTo>
                  <a:pt x="3454" y="57150"/>
                </a:lnTo>
                <a:lnTo>
                  <a:pt x="6083" y="57150"/>
                </a:lnTo>
                <a:lnTo>
                  <a:pt x="7200" y="56692"/>
                </a:lnTo>
                <a:lnTo>
                  <a:pt x="9067" y="54825"/>
                </a:lnTo>
                <a:lnTo>
                  <a:pt x="9525" y="53708"/>
                </a:lnTo>
                <a:lnTo>
                  <a:pt x="9525" y="51079"/>
                </a:lnTo>
                <a:close/>
              </a:path>
              <a:path w="733425" h="2438400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733425" h="2438400">
                <a:moveTo>
                  <a:pt x="733425" y="2432329"/>
                </a:moveTo>
                <a:lnTo>
                  <a:pt x="732967" y="2431211"/>
                </a:lnTo>
                <a:lnTo>
                  <a:pt x="731100" y="2429345"/>
                </a:lnTo>
                <a:lnTo>
                  <a:pt x="729983" y="2428875"/>
                </a:lnTo>
                <a:lnTo>
                  <a:pt x="727354" y="2428875"/>
                </a:lnTo>
                <a:lnTo>
                  <a:pt x="726236" y="2429345"/>
                </a:lnTo>
                <a:lnTo>
                  <a:pt x="724369" y="2431211"/>
                </a:lnTo>
                <a:lnTo>
                  <a:pt x="723900" y="2432329"/>
                </a:lnTo>
                <a:lnTo>
                  <a:pt x="723900" y="2434958"/>
                </a:lnTo>
                <a:lnTo>
                  <a:pt x="724369" y="2436076"/>
                </a:lnTo>
                <a:lnTo>
                  <a:pt x="726236" y="2437942"/>
                </a:lnTo>
                <a:lnTo>
                  <a:pt x="727354" y="2438400"/>
                </a:lnTo>
                <a:lnTo>
                  <a:pt x="729983" y="2438400"/>
                </a:lnTo>
                <a:lnTo>
                  <a:pt x="731100" y="2437942"/>
                </a:lnTo>
                <a:lnTo>
                  <a:pt x="732967" y="2436076"/>
                </a:lnTo>
                <a:lnTo>
                  <a:pt x="733425" y="2434958"/>
                </a:lnTo>
                <a:lnTo>
                  <a:pt x="733425" y="2432329"/>
                </a:lnTo>
                <a:close/>
              </a:path>
              <a:path w="733425" h="2438400">
                <a:moveTo>
                  <a:pt x="733425" y="2384704"/>
                </a:moveTo>
                <a:lnTo>
                  <a:pt x="732967" y="2383586"/>
                </a:lnTo>
                <a:lnTo>
                  <a:pt x="731100" y="2381720"/>
                </a:lnTo>
                <a:lnTo>
                  <a:pt x="729983" y="2381250"/>
                </a:lnTo>
                <a:lnTo>
                  <a:pt x="727354" y="2381250"/>
                </a:lnTo>
                <a:lnTo>
                  <a:pt x="726236" y="2381720"/>
                </a:lnTo>
                <a:lnTo>
                  <a:pt x="724369" y="2383586"/>
                </a:lnTo>
                <a:lnTo>
                  <a:pt x="723900" y="2384704"/>
                </a:lnTo>
                <a:lnTo>
                  <a:pt x="723900" y="2387333"/>
                </a:lnTo>
                <a:lnTo>
                  <a:pt x="724369" y="2388451"/>
                </a:lnTo>
                <a:lnTo>
                  <a:pt x="726236" y="2390317"/>
                </a:lnTo>
                <a:lnTo>
                  <a:pt x="727354" y="2390775"/>
                </a:lnTo>
                <a:lnTo>
                  <a:pt x="729983" y="2390775"/>
                </a:lnTo>
                <a:lnTo>
                  <a:pt x="731100" y="2390317"/>
                </a:lnTo>
                <a:lnTo>
                  <a:pt x="732967" y="2388451"/>
                </a:lnTo>
                <a:lnTo>
                  <a:pt x="733425" y="2387333"/>
                </a:lnTo>
                <a:lnTo>
                  <a:pt x="733425" y="2384704"/>
                </a:lnTo>
                <a:close/>
              </a:path>
              <a:path w="733425" h="2438400">
                <a:moveTo>
                  <a:pt x="733425" y="2337079"/>
                </a:moveTo>
                <a:lnTo>
                  <a:pt x="732967" y="2335961"/>
                </a:lnTo>
                <a:lnTo>
                  <a:pt x="731100" y="2334095"/>
                </a:lnTo>
                <a:lnTo>
                  <a:pt x="729983" y="2333625"/>
                </a:lnTo>
                <a:lnTo>
                  <a:pt x="727354" y="2333625"/>
                </a:lnTo>
                <a:lnTo>
                  <a:pt x="726236" y="2334095"/>
                </a:lnTo>
                <a:lnTo>
                  <a:pt x="724369" y="2335961"/>
                </a:lnTo>
                <a:lnTo>
                  <a:pt x="723900" y="2337079"/>
                </a:lnTo>
                <a:lnTo>
                  <a:pt x="723900" y="2339708"/>
                </a:lnTo>
                <a:lnTo>
                  <a:pt x="724369" y="2340826"/>
                </a:lnTo>
                <a:lnTo>
                  <a:pt x="726236" y="2342692"/>
                </a:lnTo>
                <a:lnTo>
                  <a:pt x="727354" y="2343150"/>
                </a:lnTo>
                <a:lnTo>
                  <a:pt x="729983" y="2343150"/>
                </a:lnTo>
                <a:lnTo>
                  <a:pt x="731100" y="2342692"/>
                </a:lnTo>
                <a:lnTo>
                  <a:pt x="732967" y="2340826"/>
                </a:lnTo>
                <a:lnTo>
                  <a:pt x="733425" y="2339708"/>
                </a:lnTo>
                <a:lnTo>
                  <a:pt x="733425" y="2337079"/>
                </a:lnTo>
                <a:close/>
              </a:path>
              <a:path w="733425" h="2438400">
                <a:moveTo>
                  <a:pt x="733425" y="2289454"/>
                </a:moveTo>
                <a:lnTo>
                  <a:pt x="732967" y="2288336"/>
                </a:lnTo>
                <a:lnTo>
                  <a:pt x="731100" y="2286470"/>
                </a:lnTo>
                <a:lnTo>
                  <a:pt x="729983" y="2286000"/>
                </a:lnTo>
                <a:lnTo>
                  <a:pt x="727354" y="2286000"/>
                </a:lnTo>
                <a:lnTo>
                  <a:pt x="726236" y="2286470"/>
                </a:lnTo>
                <a:lnTo>
                  <a:pt x="724369" y="2288336"/>
                </a:lnTo>
                <a:lnTo>
                  <a:pt x="723900" y="2289454"/>
                </a:lnTo>
                <a:lnTo>
                  <a:pt x="723900" y="2292083"/>
                </a:lnTo>
                <a:lnTo>
                  <a:pt x="724369" y="2293201"/>
                </a:lnTo>
                <a:lnTo>
                  <a:pt x="726236" y="2295067"/>
                </a:lnTo>
                <a:lnTo>
                  <a:pt x="727354" y="2295525"/>
                </a:lnTo>
                <a:lnTo>
                  <a:pt x="729983" y="2295525"/>
                </a:lnTo>
                <a:lnTo>
                  <a:pt x="731100" y="2295067"/>
                </a:lnTo>
                <a:lnTo>
                  <a:pt x="732967" y="2293201"/>
                </a:lnTo>
                <a:lnTo>
                  <a:pt x="733425" y="2292083"/>
                </a:lnTo>
                <a:lnTo>
                  <a:pt x="733425" y="2289454"/>
                </a:lnTo>
                <a:close/>
              </a:path>
              <a:path w="733425" h="2438400">
                <a:moveTo>
                  <a:pt x="733425" y="2241829"/>
                </a:moveTo>
                <a:lnTo>
                  <a:pt x="732967" y="2240711"/>
                </a:lnTo>
                <a:lnTo>
                  <a:pt x="731100" y="2238845"/>
                </a:lnTo>
                <a:lnTo>
                  <a:pt x="729983" y="2238375"/>
                </a:lnTo>
                <a:lnTo>
                  <a:pt x="727354" y="2238375"/>
                </a:lnTo>
                <a:lnTo>
                  <a:pt x="726236" y="2238845"/>
                </a:lnTo>
                <a:lnTo>
                  <a:pt x="724369" y="2240711"/>
                </a:lnTo>
                <a:lnTo>
                  <a:pt x="723900" y="2241829"/>
                </a:lnTo>
                <a:lnTo>
                  <a:pt x="723900" y="2244458"/>
                </a:lnTo>
                <a:lnTo>
                  <a:pt x="724369" y="2245576"/>
                </a:lnTo>
                <a:lnTo>
                  <a:pt x="726236" y="2247442"/>
                </a:lnTo>
                <a:lnTo>
                  <a:pt x="727354" y="2247900"/>
                </a:lnTo>
                <a:lnTo>
                  <a:pt x="729983" y="2247900"/>
                </a:lnTo>
                <a:lnTo>
                  <a:pt x="731100" y="2247442"/>
                </a:lnTo>
                <a:lnTo>
                  <a:pt x="732967" y="2245576"/>
                </a:lnTo>
                <a:lnTo>
                  <a:pt x="733425" y="2244458"/>
                </a:lnTo>
                <a:lnTo>
                  <a:pt x="733425" y="2241829"/>
                </a:lnTo>
                <a:close/>
              </a:path>
              <a:path w="733425" h="2438400">
                <a:moveTo>
                  <a:pt x="733425" y="2194204"/>
                </a:moveTo>
                <a:lnTo>
                  <a:pt x="732967" y="2193086"/>
                </a:lnTo>
                <a:lnTo>
                  <a:pt x="731100" y="2191220"/>
                </a:lnTo>
                <a:lnTo>
                  <a:pt x="729983" y="2190750"/>
                </a:lnTo>
                <a:lnTo>
                  <a:pt x="727354" y="2190750"/>
                </a:lnTo>
                <a:lnTo>
                  <a:pt x="726236" y="2191220"/>
                </a:lnTo>
                <a:lnTo>
                  <a:pt x="724369" y="2193086"/>
                </a:lnTo>
                <a:lnTo>
                  <a:pt x="723900" y="2194204"/>
                </a:lnTo>
                <a:lnTo>
                  <a:pt x="723900" y="2196833"/>
                </a:lnTo>
                <a:lnTo>
                  <a:pt x="724369" y="2197951"/>
                </a:lnTo>
                <a:lnTo>
                  <a:pt x="726236" y="2199817"/>
                </a:lnTo>
                <a:lnTo>
                  <a:pt x="727354" y="2200275"/>
                </a:lnTo>
                <a:lnTo>
                  <a:pt x="729983" y="2200275"/>
                </a:lnTo>
                <a:lnTo>
                  <a:pt x="731100" y="2199817"/>
                </a:lnTo>
                <a:lnTo>
                  <a:pt x="732967" y="2197951"/>
                </a:lnTo>
                <a:lnTo>
                  <a:pt x="733425" y="2196833"/>
                </a:lnTo>
                <a:lnTo>
                  <a:pt x="733425" y="2194204"/>
                </a:lnTo>
                <a:close/>
              </a:path>
              <a:path w="733425" h="2438400">
                <a:moveTo>
                  <a:pt x="733425" y="2146579"/>
                </a:moveTo>
                <a:lnTo>
                  <a:pt x="732967" y="2145461"/>
                </a:lnTo>
                <a:lnTo>
                  <a:pt x="731100" y="2143595"/>
                </a:lnTo>
                <a:lnTo>
                  <a:pt x="729983" y="2143125"/>
                </a:lnTo>
                <a:lnTo>
                  <a:pt x="727354" y="2143125"/>
                </a:lnTo>
                <a:lnTo>
                  <a:pt x="726236" y="2143595"/>
                </a:lnTo>
                <a:lnTo>
                  <a:pt x="724369" y="2145461"/>
                </a:lnTo>
                <a:lnTo>
                  <a:pt x="723900" y="2146579"/>
                </a:lnTo>
                <a:lnTo>
                  <a:pt x="723900" y="2149208"/>
                </a:lnTo>
                <a:lnTo>
                  <a:pt x="724369" y="2150326"/>
                </a:lnTo>
                <a:lnTo>
                  <a:pt x="726236" y="2152192"/>
                </a:lnTo>
                <a:lnTo>
                  <a:pt x="727354" y="2152650"/>
                </a:lnTo>
                <a:lnTo>
                  <a:pt x="729983" y="2152650"/>
                </a:lnTo>
                <a:lnTo>
                  <a:pt x="731100" y="2152192"/>
                </a:lnTo>
                <a:lnTo>
                  <a:pt x="732967" y="2150326"/>
                </a:lnTo>
                <a:lnTo>
                  <a:pt x="733425" y="2149208"/>
                </a:lnTo>
                <a:lnTo>
                  <a:pt x="733425" y="2146579"/>
                </a:lnTo>
                <a:close/>
              </a:path>
              <a:path w="733425" h="2438400">
                <a:moveTo>
                  <a:pt x="733425" y="2098954"/>
                </a:moveTo>
                <a:lnTo>
                  <a:pt x="732967" y="2097836"/>
                </a:lnTo>
                <a:lnTo>
                  <a:pt x="731100" y="2095969"/>
                </a:lnTo>
                <a:lnTo>
                  <a:pt x="729983" y="2095500"/>
                </a:lnTo>
                <a:lnTo>
                  <a:pt x="727354" y="2095500"/>
                </a:lnTo>
                <a:lnTo>
                  <a:pt x="726236" y="2095969"/>
                </a:lnTo>
                <a:lnTo>
                  <a:pt x="724369" y="2097836"/>
                </a:lnTo>
                <a:lnTo>
                  <a:pt x="723900" y="2098954"/>
                </a:lnTo>
                <a:lnTo>
                  <a:pt x="723900" y="2101583"/>
                </a:lnTo>
                <a:lnTo>
                  <a:pt x="724369" y="2102700"/>
                </a:lnTo>
                <a:lnTo>
                  <a:pt x="726236" y="2104567"/>
                </a:lnTo>
                <a:lnTo>
                  <a:pt x="727354" y="2105025"/>
                </a:lnTo>
                <a:lnTo>
                  <a:pt x="729983" y="2105025"/>
                </a:lnTo>
                <a:lnTo>
                  <a:pt x="731100" y="2104567"/>
                </a:lnTo>
                <a:lnTo>
                  <a:pt x="732967" y="2102700"/>
                </a:lnTo>
                <a:lnTo>
                  <a:pt x="733425" y="2101583"/>
                </a:lnTo>
                <a:lnTo>
                  <a:pt x="733425" y="2098954"/>
                </a:lnTo>
                <a:close/>
              </a:path>
              <a:path w="733425" h="2438400">
                <a:moveTo>
                  <a:pt x="733425" y="2051329"/>
                </a:moveTo>
                <a:lnTo>
                  <a:pt x="732967" y="2050211"/>
                </a:lnTo>
                <a:lnTo>
                  <a:pt x="731100" y="2048344"/>
                </a:lnTo>
                <a:lnTo>
                  <a:pt x="729983" y="2047875"/>
                </a:lnTo>
                <a:lnTo>
                  <a:pt x="727354" y="2047875"/>
                </a:lnTo>
                <a:lnTo>
                  <a:pt x="726236" y="2048344"/>
                </a:lnTo>
                <a:lnTo>
                  <a:pt x="724369" y="2050211"/>
                </a:lnTo>
                <a:lnTo>
                  <a:pt x="723900" y="2051329"/>
                </a:lnTo>
                <a:lnTo>
                  <a:pt x="723900" y="2053958"/>
                </a:lnTo>
                <a:lnTo>
                  <a:pt x="724369" y="2055075"/>
                </a:lnTo>
                <a:lnTo>
                  <a:pt x="726236" y="2056942"/>
                </a:lnTo>
                <a:lnTo>
                  <a:pt x="727354" y="2057400"/>
                </a:lnTo>
                <a:lnTo>
                  <a:pt x="729983" y="2057400"/>
                </a:lnTo>
                <a:lnTo>
                  <a:pt x="731100" y="2056942"/>
                </a:lnTo>
                <a:lnTo>
                  <a:pt x="732967" y="2055075"/>
                </a:lnTo>
                <a:lnTo>
                  <a:pt x="733425" y="2053958"/>
                </a:lnTo>
                <a:lnTo>
                  <a:pt x="733425" y="2051329"/>
                </a:lnTo>
                <a:close/>
              </a:path>
              <a:path w="733425" h="2438400">
                <a:moveTo>
                  <a:pt x="733425" y="2003704"/>
                </a:moveTo>
                <a:lnTo>
                  <a:pt x="732967" y="2002586"/>
                </a:lnTo>
                <a:lnTo>
                  <a:pt x="731100" y="2000719"/>
                </a:lnTo>
                <a:lnTo>
                  <a:pt x="729983" y="2000250"/>
                </a:lnTo>
                <a:lnTo>
                  <a:pt x="727354" y="2000250"/>
                </a:lnTo>
                <a:lnTo>
                  <a:pt x="726236" y="2000719"/>
                </a:lnTo>
                <a:lnTo>
                  <a:pt x="724369" y="2002586"/>
                </a:lnTo>
                <a:lnTo>
                  <a:pt x="723900" y="2003704"/>
                </a:lnTo>
                <a:lnTo>
                  <a:pt x="723900" y="2006333"/>
                </a:lnTo>
                <a:lnTo>
                  <a:pt x="724369" y="2007450"/>
                </a:lnTo>
                <a:lnTo>
                  <a:pt x="726236" y="2009317"/>
                </a:lnTo>
                <a:lnTo>
                  <a:pt x="727354" y="2009775"/>
                </a:lnTo>
                <a:lnTo>
                  <a:pt x="729983" y="2009775"/>
                </a:lnTo>
                <a:lnTo>
                  <a:pt x="731100" y="2009317"/>
                </a:lnTo>
                <a:lnTo>
                  <a:pt x="732967" y="2007450"/>
                </a:lnTo>
                <a:lnTo>
                  <a:pt x="733425" y="2006333"/>
                </a:lnTo>
                <a:lnTo>
                  <a:pt x="733425" y="2003704"/>
                </a:lnTo>
                <a:close/>
              </a:path>
              <a:path w="733425" h="2438400">
                <a:moveTo>
                  <a:pt x="733425" y="1956079"/>
                </a:moveTo>
                <a:lnTo>
                  <a:pt x="732967" y="1954961"/>
                </a:lnTo>
                <a:lnTo>
                  <a:pt x="731100" y="1953094"/>
                </a:lnTo>
                <a:lnTo>
                  <a:pt x="729983" y="1952625"/>
                </a:lnTo>
                <a:lnTo>
                  <a:pt x="727354" y="1952625"/>
                </a:lnTo>
                <a:lnTo>
                  <a:pt x="726236" y="1953094"/>
                </a:lnTo>
                <a:lnTo>
                  <a:pt x="724369" y="1954961"/>
                </a:lnTo>
                <a:lnTo>
                  <a:pt x="723900" y="1956079"/>
                </a:lnTo>
                <a:lnTo>
                  <a:pt x="723900" y="1958708"/>
                </a:lnTo>
                <a:lnTo>
                  <a:pt x="724369" y="1959825"/>
                </a:lnTo>
                <a:lnTo>
                  <a:pt x="726236" y="1961692"/>
                </a:lnTo>
                <a:lnTo>
                  <a:pt x="727354" y="1962150"/>
                </a:lnTo>
                <a:lnTo>
                  <a:pt x="729983" y="1962150"/>
                </a:lnTo>
                <a:lnTo>
                  <a:pt x="731100" y="1961692"/>
                </a:lnTo>
                <a:lnTo>
                  <a:pt x="732967" y="1959825"/>
                </a:lnTo>
                <a:lnTo>
                  <a:pt x="733425" y="1958708"/>
                </a:lnTo>
                <a:lnTo>
                  <a:pt x="733425" y="1956079"/>
                </a:lnTo>
                <a:close/>
              </a:path>
              <a:path w="733425" h="2438400">
                <a:moveTo>
                  <a:pt x="733425" y="1908454"/>
                </a:moveTo>
                <a:lnTo>
                  <a:pt x="732967" y="1907336"/>
                </a:lnTo>
                <a:lnTo>
                  <a:pt x="731100" y="1905469"/>
                </a:lnTo>
                <a:lnTo>
                  <a:pt x="729983" y="1905000"/>
                </a:lnTo>
                <a:lnTo>
                  <a:pt x="727354" y="1905000"/>
                </a:lnTo>
                <a:lnTo>
                  <a:pt x="726236" y="1905469"/>
                </a:lnTo>
                <a:lnTo>
                  <a:pt x="724369" y="1907336"/>
                </a:lnTo>
                <a:lnTo>
                  <a:pt x="723900" y="1908454"/>
                </a:lnTo>
                <a:lnTo>
                  <a:pt x="723900" y="1911083"/>
                </a:lnTo>
                <a:lnTo>
                  <a:pt x="724369" y="1912200"/>
                </a:lnTo>
                <a:lnTo>
                  <a:pt x="726236" y="1914067"/>
                </a:lnTo>
                <a:lnTo>
                  <a:pt x="727354" y="1914525"/>
                </a:lnTo>
                <a:lnTo>
                  <a:pt x="729983" y="1914525"/>
                </a:lnTo>
                <a:lnTo>
                  <a:pt x="731100" y="1914067"/>
                </a:lnTo>
                <a:lnTo>
                  <a:pt x="732967" y="1912200"/>
                </a:lnTo>
                <a:lnTo>
                  <a:pt x="733425" y="1911083"/>
                </a:lnTo>
                <a:lnTo>
                  <a:pt x="733425" y="1908454"/>
                </a:lnTo>
                <a:close/>
              </a:path>
              <a:path w="733425" h="2438400">
                <a:moveTo>
                  <a:pt x="733425" y="1860829"/>
                </a:moveTo>
                <a:lnTo>
                  <a:pt x="732967" y="1859711"/>
                </a:lnTo>
                <a:lnTo>
                  <a:pt x="731100" y="1857844"/>
                </a:lnTo>
                <a:lnTo>
                  <a:pt x="729983" y="1857375"/>
                </a:lnTo>
                <a:lnTo>
                  <a:pt x="727354" y="1857375"/>
                </a:lnTo>
                <a:lnTo>
                  <a:pt x="726236" y="1857844"/>
                </a:lnTo>
                <a:lnTo>
                  <a:pt x="724369" y="1859711"/>
                </a:lnTo>
                <a:lnTo>
                  <a:pt x="723900" y="1860829"/>
                </a:lnTo>
                <a:lnTo>
                  <a:pt x="723900" y="1863458"/>
                </a:lnTo>
                <a:lnTo>
                  <a:pt x="724369" y="1864575"/>
                </a:lnTo>
                <a:lnTo>
                  <a:pt x="726236" y="1866442"/>
                </a:lnTo>
                <a:lnTo>
                  <a:pt x="727354" y="1866900"/>
                </a:lnTo>
                <a:lnTo>
                  <a:pt x="729983" y="1866900"/>
                </a:lnTo>
                <a:lnTo>
                  <a:pt x="731100" y="1866442"/>
                </a:lnTo>
                <a:lnTo>
                  <a:pt x="732967" y="1864575"/>
                </a:lnTo>
                <a:lnTo>
                  <a:pt x="733425" y="1863458"/>
                </a:lnTo>
                <a:lnTo>
                  <a:pt x="733425" y="1860829"/>
                </a:lnTo>
                <a:close/>
              </a:path>
              <a:path w="733425" h="2438400">
                <a:moveTo>
                  <a:pt x="733425" y="1813204"/>
                </a:moveTo>
                <a:lnTo>
                  <a:pt x="732967" y="1812086"/>
                </a:lnTo>
                <a:lnTo>
                  <a:pt x="731100" y="1810219"/>
                </a:lnTo>
                <a:lnTo>
                  <a:pt x="729983" y="1809750"/>
                </a:lnTo>
                <a:lnTo>
                  <a:pt x="727354" y="1809750"/>
                </a:lnTo>
                <a:lnTo>
                  <a:pt x="726236" y="1810219"/>
                </a:lnTo>
                <a:lnTo>
                  <a:pt x="724369" y="1812086"/>
                </a:lnTo>
                <a:lnTo>
                  <a:pt x="723900" y="1813204"/>
                </a:lnTo>
                <a:lnTo>
                  <a:pt x="723900" y="1815833"/>
                </a:lnTo>
                <a:lnTo>
                  <a:pt x="724369" y="1816950"/>
                </a:lnTo>
                <a:lnTo>
                  <a:pt x="726236" y="1818817"/>
                </a:lnTo>
                <a:lnTo>
                  <a:pt x="727354" y="1819275"/>
                </a:lnTo>
                <a:lnTo>
                  <a:pt x="729983" y="1819275"/>
                </a:lnTo>
                <a:lnTo>
                  <a:pt x="731100" y="1818817"/>
                </a:lnTo>
                <a:lnTo>
                  <a:pt x="732967" y="1816950"/>
                </a:lnTo>
                <a:lnTo>
                  <a:pt x="733425" y="1815833"/>
                </a:lnTo>
                <a:lnTo>
                  <a:pt x="733425" y="1813204"/>
                </a:lnTo>
                <a:close/>
              </a:path>
              <a:path w="733425" h="2438400">
                <a:moveTo>
                  <a:pt x="733425" y="1765579"/>
                </a:moveTo>
                <a:lnTo>
                  <a:pt x="732967" y="1764461"/>
                </a:lnTo>
                <a:lnTo>
                  <a:pt x="731100" y="1762594"/>
                </a:lnTo>
                <a:lnTo>
                  <a:pt x="729983" y="1762125"/>
                </a:lnTo>
                <a:lnTo>
                  <a:pt x="727354" y="1762125"/>
                </a:lnTo>
                <a:lnTo>
                  <a:pt x="726236" y="1762594"/>
                </a:lnTo>
                <a:lnTo>
                  <a:pt x="724369" y="1764461"/>
                </a:lnTo>
                <a:lnTo>
                  <a:pt x="723900" y="1765579"/>
                </a:lnTo>
                <a:lnTo>
                  <a:pt x="723900" y="1768208"/>
                </a:lnTo>
                <a:lnTo>
                  <a:pt x="724369" y="1769325"/>
                </a:lnTo>
                <a:lnTo>
                  <a:pt x="726236" y="1771192"/>
                </a:lnTo>
                <a:lnTo>
                  <a:pt x="727354" y="1771650"/>
                </a:lnTo>
                <a:lnTo>
                  <a:pt x="729983" y="1771650"/>
                </a:lnTo>
                <a:lnTo>
                  <a:pt x="731100" y="1771192"/>
                </a:lnTo>
                <a:lnTo>
                  <a:pt x="732967" y="1769325"/>
                </a:lnTo>
                <a:lnTo>
                  <a:pt x="733425" y="1768208"/>
                </a:lnTo>
                <a:lnTo>
                  <a:pt x="733425" y="1765579"/>
                </a:lnTo>
                <a:close/>
              </a:path>
              <a:path w="733425" h="2438400">
                <a:moveTo>
                  <a:pt x="733425" y="1717954"/>
                </a:moveTo>
                <a:lnTo>
                  <a:pt x="732967" y="1716836"/>
                </a:lnTo>
                <a:lnTo>
                  <a:pt x="731100" y="1714969"/>
                </a:lnTo>
                <a:lnTo>
                  <a:pt x="729983" y="1714500"/>
                </a:lnTo>
                <a:lnTo>
                  <a:pt x="727354" y="1714500"/>
                </a:lnTo>
                <a:lnTo>
                  <a:pt x="726236" y="1714969"/>
                </a:lnTo>
                <a:lnTo>
                  <a:pt x="724369" y="1716836"/>
                </a:lnTo>
                <a:lnTo>
                  <a:pt x="723900" y="1717954"/>
                </a:lnTo>
                <a:lnTo>
                  <a:pt x="723900" y="1720583"/>
                </a:lnTo>
                <a:lnTo>
                  <a:pt x="724369" y="1721700"/>
                </a:lnTo>
                <a:lnTo>
                  <a:pt x="726236" y="1723567"/>
                </a:lnTo>
                <a:lnTo>
                  <a:pt x="727354" y="1724025"/>
                </a:lnTo>
                <a:lnTo>
                  <a:pt x="729983" y="1724025"/>
                </a:lnTo>
                <a:lnTo>
                  <a:pt x="731100" y="1723567"/>
                </a:lnTo>
                <a:lnTo>
                  <a:pt x="732967" y="1721700"/>
                </a:lnTo>
                <a:lnTo>
                  <a:pt x="733425" y="1720583"/>
                </a:lnTo>
                <a:lnTo>
                  <a:pt x="733425" y="1717954"/>
                </a:lnTo>
                <a:close/>
              </a:path>
              <a:path w="733425" h="2438400">
                <a:moveTo>
                  <a:pt x="733425" y="1670329"/>
                </a:moveTo>
                <a:lnTo>
                  <a:pt x="732967" y="1669211"/>
                </a:lnTo>
                <a:lnTo>
                  <a:pt x="731100" y="1667344"/>
                </a:lnTo>
                <a:lnTo>
                  <a:pt x="729983" y="1666875"/>
                </a:lnTo>
                <a:lnTo>
                  <a:pt x="727354" y="1666875"/>
                </a:lnTo>
                <a:lnTo>
                  <a:pt x="726236" y="1667344"/>
                </a:lnTo>
                <a:lnTo>
                  <a:pt x="724369" y="1669211"/>
                </a:lnTo>
                <a:lnTo>
                  <a:pt x="723900" y="1670329"/>
                </a:lnTo>
                <a:lnTo>
                  <a:pt x="723900" y="1672958"/>
                </a:lnTo>
                <a:lnTo>
                  <a:pt x="724369" y="1674075"/>
                </a:lnTo>
                <a:lnTo>
                  <a:pt x="726236" y="1675942"/>
                </a:lnTo>
                <a:lnTo>
                  <a:pt x="727354" y="1676400"/>
                </a:lnTo>
                <a:lnTo>
                  <a:pt x="729983" y="1676400"/>
                </a:lnTo>
                <a:lnTo>
                  <a:pt x="731100" y="1675942"/>
                </a:lnTo>
                <a:lnTo>
                  <a:pt x="732967" y="1674075"/>
                </a:lnTo>
                <a:lnTo>
                  <a:pt x="733425" y="1672958"/>
                </a:lnTo>
                <a:lnTo>
                  <a:pt x="733425" y="1670329"/>
                </a:lnTo>
                <a:close/>
              </a:path>
              <a:path w="733425" h="2438400">
                <a:moveTo>
                  <a:pt x="733425" y="1622704"/>
                </a:moveTo>
                <a:lnTo>
                  <a:pt x="732967" y="1621586"/>
                </a:lnTo>
                <a:lnTo>
                  <a:pt x="731100" y="1619719"/>
                </a:lnTo>
                <a:lnTo>
                  <a:pt x="729983" y="1619250"/>
                </a:lnTo>
                <a:lnTo>
                  <a:pt x="727354" y="1619250"/>
                </a:lnTo>
                <a:lnTo>
                  <a:pt x="726236" y="1619719"/>
                </a:lnTo>
                <a:lnTo>
                  <a:pt x="724369" y="1621586"/>
                </a:lnTo>
                <a:lnTo>
                  <a:pt x="723900" y="1622704"/>
                </a:lnTo>
                <a:lnTo>
                  <a:pt x="723900" y="1625333"/>
                </a:lnTo>
                <a:lnTo>
                  <a:pt x="724369" y="1626450"/>
                </a:lnTo>
                <a:lnTo>
                  <a:pt x="726236" y="1628317"/>
                </a:lnTo>
                <a:lnTo>
                  <a:pt x="727354" y="1628775"/>
                </a:lnTo>
                <a:lnTo>
                  <a:pt x="729983" y="1628775"/>
                </a:lnTo>
                <a:lnTo>
                  <a:pt x="731100" y="1628317"/>
                </a:lnTo>
                <a:lnTo>
                  <a:pt x="732967" y="1626450"/>
                </a:lnTo>
                <a:lnTo>
                  <a:pt x="733425" y="1625333"/>
                </a:lnTo>
                <a:lnTo>
                  <a:pt x="733425" y="1622704"/>
                </a:lnTo>
                <a:close/>
              </a:path>
              <a:path w="733425" h="2438400">
                <a:moveTo>
                  <a:pt x="733425" y="1575079"/>
                </a:moveTo>
                <a:lnTo>
                  <a:pt x="732967" y="1573961"/>
                </a:lnTo>
                <a:lnTo>
                  <a:pt x="731100" y="1572094"/>
                </a:lnTo>
                <a:lnTo>
                  <a:pt x="729983" y="1571625"/>
                </a:lnTo>
                <a:lnTo>
                  <a:pt x="727354" y="1571625"/>
                </a:lnTo>
                <a:lnTo>
                  <a:pt x="726236" y="1572094"/>
                </a:lnTo>
                <a:lnTo>
                  <a:pt x="724369" y="1573961"/>
                </a:lnTo>
                <a:lnTo>
                  <a:pt x="723900" y="1575079"/>
                </a:lnTo>
                <a:lnTo>
                  <a:pt x="723900" y="1577708"/>
                </a:lnTo>
                <a:lnTo>
                  <a:pt x="724369" y="1578825"/>
                </a:lnTo>
                <a:lnTo>
                  <a:pt x="726236" y="1580692"/>
                </a:lnTo>
                <a:lnTo>
                  <a:pt x="727354" y="1581150"/>
                </a:lnTo>
                <a:lnTo>
                  <a:pt x="729983" y="1581150"/>
                </a:lnTo>
                <a:lnTo>
                  <a:pt x="731100" y="1580692"/>
                </a:lnTo>
                <a:lnTo>
                  <a:pt x="732967" y="1578825"/>
                </a:lnTo>
                <a:lnTo>
                  <a:pt x="733425" y="1577708"/>
                </a:lnTo>
                <a:lnTo>
                  <a:pt x="733425" y="1575079"/>
                </a:lnTo>
                <a:close/>
              </a:path>
              <a:path w="733425" h="2438400">
                <a:moveTo>
                  <a:pt x="733425" y="1527454"/>
                </a:moveTo>
                <a:lnTo>
                  <a:pt x="732967" y="1526336"/>
                </a:lnTo>
                <a:lnTo>
                  <a:pt x="731100" y="1524469"/>
                </a:lnTo>
                <a:lnTo>
                  <a:pt x="729983" y="1524000"/>
                </a:lnTo>
                <a:lnTo>
                  <a:pt x="727354" y="1524000"/>
                </a:lnTo>
                <a:lnTo>
                  <a:pt x="726236" y="1524469"/>
                </a:lnTo>
                <a:lnTo>
                  <a:pt x="724369" y="1526336"/>
                </a:lnTo>
                <a:lnTo>
                  <a:pt x="723900" y="1527454"/>
                </a:lnTo>
                <a:lnTo>
                  <a:pt x="723900" y="1530083"/>
                </a:lnTo>
                <a:lnTo>
                  <a:pt x="724369" y="1531200"/>
                </a:lnTo>
                <a:lnTo>
                  <a:pt x="726236" y="1533067"/>
                </a:lnTo>
                <a:lnTo>
                  <a:pt x="727354" y="1533525"/>
                </a:lnTo>
                <a:lnTo>
                  <a:pt x="729983" y="1533525"/>
                </a:lnTo>
                <a:lnTo>
                  <a:pt x="731100" y="1533067"/>
                </a:lnTo>
                <a:lnTo>
                  <a:pt x="732967" y="1531200"/>
                </a:lnTo>
                <a:lnTo>
                  <a:pt x="733425" y="1530083"/>
                </a:lnTo>
                <a:lnTo>
                  <a:pt x="733425" y="1527454"/>
                </a:lnTo>
                <a:close/>
              </a:path>
              <a:path w="733425" h="2438400">
                <a:moveTo>
                  <a:pt x="733425" y="1479829"/>
                </a:moveTo>
                <a:lnTo>
                  <a:pt x="732967" y="1478711"/>
                </a:lnTo>
                <a:lnTo>
                  <a:pt x="731100" y="1476844"/>
                </a:lnTo>
                <a:lnTo>
                  <a:pt x="729983" y="1476375"/>
                </a:lnTo>
                <a:lnTo>
                  <a:pt x="727354" y="1476375"/>
                </a:lnTo>
                <a:lnTo>
                  <a:pt x="726236" y="1476844"/>
                </a:lnTo>
                <a:lnTo>
                  <a:pt x="724369" y="1478711"/>
                </a:lnTo>
                <a:lnTo>
                  <a:pt x="723900" y="1479829"/>
                </a:lnTo>
                <a:lnTo>
                  <a:pt x="723900" y="1482458"/>
                </a:lnTo>
                <a:lnTo>
                  <a:pt x="724369" y="1483575"/>
                </a:lnTo>
                <a:lnTo>
                  <a:pt x="726236" y="1485442"/>
                </a:lnTo>
                <a:lnTo>
                  <a:pt x="727354" y="1485900"/>
                </a:lnTo>
                <a:lnTo>
                  <a:pt x="729983" y="1485900"/>
                </a:lnTo>
                <a:lnTo>
                  <a:pt x="731100" y="1485442"/>
                </a:lnTo>
                <a:lnTo>
                  <a:pt x="732967" y="1483575"/>
                </a:lnTo>
                <a:lnTo>
                  <a:pt x="733425" y="1482458"/>
                </a:lnTo>
                <a:lnTo>
                  <a:pt x="733425" y="1479829"/>
                </a:lnTo>
                <a:close/>
              </a:path>
              <a:path w="733425" h="2438400">
                <a:moveTo>
                  <a:pt x="733425" y="1432204"/>
                </a:moveTo>
                <a:lnTo>
                  <a:pt x="732967" y="1431086"/>
                </a:lnTo>
                <a:lnTo>
                  <a:pt x="731100" y="1429219"/>
                </a:lnTo>
                <a:lnTo>
                  <a:pt x="729983" y="1428750"/>
                </a:lnTo>
                <a:lnTo>
                  <a:pt x="727354" y="1428750"/>
                </a:lnTo>
                <a:lnTo>
                  <a:pt x="726236" y="1429219"/>
                </a:lnTo>
                <a:lnTo>
                  <a:pt x="724369" y="1431086"/>
                </a:lnTo>
                <a:lnTo>
                  <a:pt x="723900" y="1432204"/>
                </a:lnTo>
                <a:lnTo>
                  <a:pt x="723900" y="1434833"/>
                </a:lnTo>
                <a:lnTo>
                  <a:pt x="724369" y="1435950"/>
                </a:lnTo>
                <a:lnTo>
                  <a:pt x="726236" y="1437817"/>
                </a:lnTo>
                <a:lnTo>
                  <a:pt x="727354" y="1438275"/>
                </a:lnTo>
                <a:lnTo>
                  <a:pt x="729983" y="1438275"/>
                </a:lnTo>
                <a:lnTo>
                  <a:pt x="731100" y="1437817"/>
                </a:lnTo>
                <a:lnTo>
                  <a:pt x="732967" y="1435950"/>
                </a:lnTo>
                <a:lnTo>
                  <a:pt x="733425" y="1434833"/>
                </a:lnTo>
                <a:lnTo>
                  <a:pt x="733425" y="1432204"/>
                </a:lnTo>
                <a:close/>
              </a:path>
              <a:path w="733425" h="2438400">
                <a:moveTo>
                  <a:pt x="733425" y="1384579"/>
                </a:moveTo>
                <a:lnTo>
                  <a:pt x="732967" y="1383461"/>
                </a:lnTo>
                <a:lnTo>
                  <a:pt x="731100" y="1381594"/>
                </a:lnTo>
                <a:lnTo>
                  <a:pt x="729983" y="1381125"/>
                </a:lnTo>
                <a:lnTo>
                  <a:pt x="727354" y="1381125"/>
                </a:lnTo>
                <a:lnTo>
                  <a:pt x="726236" y="1381594"/>
                </a:lnTo>
                <a:lnTo>
                  <a:pt x="724369" y="1383461"/>
                </a:lnTo>
                <a:lnTo>
                  <a:pt x="723900" y="1384579"/>
                </a:lnTo>
                <a:lnTo>
                  <a:pt x="723900" y="1387208"/>
                </a:lnTo>
                <a:lnTo>
                  <a:pt x="724369" y="1388325"/>
                </a:lnTo>
                <a:lnTo>
                  <a:pt x="726236" y="1390192"/>
                </a:lnTo>
                <a:lnTo>
                  <a:pt x="727354" y="1390650"/>
                </a:lnTo>
                <a:lnTo>
                  <a:pt x="729983" y="1390650"/>
                </a:lnTo>
                <a:lnTo>
                  <a:pt x="731100" y="1390192"/>
                </a:lnTo>
                <a:lnTo>
                  <a:pt x="732967" y="1388325"/>
                </a:lnTo>
                <a:lnTo>
                  <a:pt x="733425" y="1387208"/>
                </a:lnTo>
                <a:lnTo>
                  <a:pt x="733425" y="1384579"/>
                </a:lnTo>
                <a:close/>
              </a:path>
              <a:path w="733425" h="2438400">
                <a:moveTo>
                  <a:pt x="733425" y="1336954"/>
                </a:moveTo>
                <a:lnTo>
                  <a:pt x="732967" y="1335836"/>
                </a:lnTo>
                <a:lnTo>
                  <a:pt x="731100" y="1333969"/>
                </a:lnTo>
                <a:lnTo>
                  <a:pt x="729983" y="1333500"/>
                </a:lnTo>
                <a:lnTo>
                  <a:pt x="727354" y="1333500"/>
                </a:lnTo>
                <a:lnTo>
                  <a:pt x="726236" y="1333969"/>
                </a:lnTo>
                <a:lnTo>
                  <a:pt x="724369" y="1335836"/>
                </a:lnTo>
                <a:lnTo>
                  <a:pt x="723900" y="1336954"/>
                </a:lnTo>
                <a:lnTo>
                  <a:pt x="723900" y="1339583"/>
                </a:lnTo>
                <a:lnTo>
                  <a:pt x="724369" y="1340700"/>
                </a:lnTo>
                <a:lnTo>
                  <a:pt x="726236" y="1342567"/>
                </a:lnTo>
                <a:lnTo>
                  <a:pt x="727354" y="1343025"/>
                </a:lnTo>
                <a:lnTo>
                  <a:pt x="729983" y="1343025"/>
                </a:lnTo>
                <a:lnTo>
                  <a:pt x="731100" y="1342567"/>
                </a:lnTo>
                <a:lnTo>
                  <a:pt x="732967" y="1340700"/>
                </a:lnTo>
                <a:lnTo>
                  <a:pt x="733425" y="1339583"/>
                </a:lnTo>
                <a:lnTo>
                  <a:pt x="733425" y="1336954"/>
                </a:lnTo>
                <a:close/>
              </a:path>
              <a:path w="733425" h="2438400">
                <a:moveTo>
                  <a:pt x="733425" y="1289329"/>
                </a:moveTo>
                <a:lnTo>
                  <a:pt x="732967" y="1288211"/>
                </a:lnTo>
                <a:lnTo>
                  <a:pt x="731100" y="1286344"/>
                </a:lnTo>
                <a:lnTo>
                  <a:pt x="729983" y="1285875"/>
                </a:lnTo>
                <a:lnTo>
                  <a:pt x="727354" y="1285875"/>
                </a:lnTo>
                <a:lnTo>
                  <a:pt x="726236" y="1286344"/>
                </a:lnTo>
                <a:lnTo>
                  <a:pt x="724369" y="1288211"/>
                </a:lnTo>
                <a:lnTo>
                  <a:pt x="723900" y="1289329"/>
                </a:lnTo>
                <a:lnTo>
                  <a:pt x="723900" y="1291958"/>
                </a:lnTo>
                <a:lnTo>
                  <a:pt x="724369" y="1293075"/>
                </a:lnTo>
                <a:lnTo>
                  <a:pt x="726236" y="1294942"/>
                </a:lnTo>
                <a:lnTo>
                  <a:pt x="727354" y="1295400"/>
                </a:lnTo>
                <a:lnTo>
                  <a:pt x="729983" y="1295400"/>
                </a:lnTo>
                <a:lnTo>
                  <a:pt x="731100" y="1294942"/>
                </a:lnTo>
                <a:lnTo>
                  <a:pt x="732967" y="1293075"/>
                </a:lnTo>
                <a:lnTo>
                  <a:pt x="733425" y="1291958"/>
                </a:lnTo>
                <a:lnTo>
                  <a:pt x="733425" y="1289329"/>
                </a:lnTo>
                <a:close/>
              </a:path>
              <a:path w="733425" h="2438400">
                <a:moveTo>
                  <a:pt x="733425" y="1241704"/>
                </a:moveTo>
                <a:lnTo>
                  <a:pt x="732967" y="1240586"/>
                </a:lnTo>
                <a:lnTo>
                  <a:pt x="731100" y="1238719"/>
                </a:lnTo>
                <a:lnTo>
                  <a:pt x="729983" y="1238250"/>
                </a:lnTo>
                <a:lnTo>
                  <a:pt x="727354" y="1238250"/>
                </a:lnTo>
                <a:lnTo>
                  <a:pt x="726236" y="1238719"/>
                </a:lnTo>
                <a:lnTo>
                  <a:pt x="724369" y="1240586"/>
                </a:lnTo>
                <a:lnTo>
                  <a:pt x="723900" y="1241704"/>
                </a:lnTo>
                <a:lnTo>
                  <a:pt x="723900" y="1244333"/>
                </a:lnTo>
                <a:lnTo>
                  <a:pt x="724369" y="1245450"/>
                </a:lnTo>
                <a:lnTo>
                  <a:pt x="726236" y="1247317"/>
                </a:lnTo>
                <a:lnTo>
                  <a:pt x="727354" y="1247775"/>
                </a:lnTo>
                <a:lnTo>
                  <a:pt x="729983" y="1247775"/>
                </a:lnTo>
                <a:lnTo>
                  <a:pt x="731100" y="1247317"/>
                </a:lnTo>
                <a:lnTo>
                  <a:pt x="732967" y="1245450"/>
                </a:lnTo>
                <a:lnTo>
                  <a:pt x="733425" y="1244333"/>
                </a:lnTo>
                <a:lnTo>
                  <a:pt x="733425" y="1241704"/>
                </a:lnTo>
                <a:close/>
              </a:path>
              <a:path w="733425" h="2438400">
                <a:moveTo>
                  <a:pt x="733425" y="1194079"/>
                </a:moveTo>
                <a:lnTo>
                  <a:pt x="732967" y="1192961"/>
                </a:lnTo>
                <a:lnTo>
                  <a:pt x="731100" y="1191094"/>
                </a:lnTo>
                <a:lnTo>
                  <a:pt x="729983" y="1190625"/>
                </a:lnTo>
                <a:lnTo>
                  <a:pt x="727354" y="1190625"/>
                </a:lnTo>
                <a:lnTo>
                  <a:pt x="726236" y="1191094"/>
                </a:lnTo>
                <a:lnTo>
                  <a:pt x="724369" y="1192961"/>
                </a:lnTo>
                <a:lnTo>
                  <a:pt x="723900" y="1194079"/>
                </a:lnTo>
                <a:lnTo>
                  <a:pt x="723900" y="1196708"/>
                </a:lnTo>
                <a:lnTo>
                  <a:pt x="724369" y="1197825"/>
                </a:lnTo>
                <a:lnTo>
                  <a:pt x="726236" y="1199692"/>
                </a:lnTo>
                <a:lnTo>
                  <a:pt x="727354" y="1200150"/>
                </a:lnTo>
                <a:lnTo>
                  <a:pt x="729983" y="1200150"/>
                </a:lnTo>
                <a:lnTo>
                  <a:pt x="731100" y="1199692"/>
                </a:lnTo>
                <a:lnTo>
                  <a:pt x="732967" y="1197825"/>
                </a:lnTo>
                <a:lnTo>
                  <a:pt x="733425" y="1196708"/>
                </a:lnTo>
                <a:lnTo>
                  <a:pt x="733425" y="1194079"/>
                </a:lnTo>
                <a:close/>
              </a:path>
              <a:path w="733425" h="2438400">
                <a:moveTo>
                  <a:pt x="733425" y="1146454"/>
                </a:moveTo>
                <a:lnTo>
                  <a:pt x="732967" y="1145336"/>
                </a:lnTo>
                <a:lnTo>
                  <a:pt x="731100" y="1143469"/>
                </a:lnTo>
                <a:lnTo>
                  <a:pt x="729983" y="1143000"/>
                </a:lnTo>
                <a:lnTo>
                  <a:pt x="727354" y="1143000"/>
                </a:lnTo>
                <a:lnTo>
                  <a:pt x="726236" y="1143469"/>
                </a:lnTo>
                <a:lnTo>
                  <a:pt x="724369" y="1145336"/>
                </a:lnTo>
                <a:lnTo>
                  <a:pt x="723900" y="1146454"/>
                </a:lnTo>
                <a:lnTo>
                  <a:pt x="723900" y="1149083"/>
                </a:lnTo>
                <a:lnTo>
                  <a:pt x="724369" y="1150200"/>
                </a:lnTo>
                <a:lnTo>
                  <a:pt x="726236" y="1152067"/>
                </a:lnTo>
                <a:lnTo>
                  <a:pt x="727354" y="1152525"/>
                </a:lnTo>
                <a:lnTo>
                  <a:pt x="729983" y="1152525"/>
                </a:lnTo>
                <a:lnTo>
                  <a:pt x="731100" y="1152067"/>
                </a:lnTo>
                <a:lnTo>
                  <a:pt x="732967" y="1150200"/>
                </a:lnTo>
                <a:lnTo>
                  <a:pt x="733425" y="1149083"/>
                </a:lnTo>
                <a:lnTo>
                  <a:pt x="733425" y="1146454"/>
                </a:lnTo>
                <a:close/>
              </a:path>
              <a:path w="733425" h="2438400">
                <a:moveTo>
                  <a:pt x="733425" y="1098829"/>
                </a:moveTo>
                <a:lnTo>
                  <a:pt x="732967" y="1097711"/>
                </a:lnTo>
                <a:lnTo>
                  <a:pt x="731100" y="1095844"/>
                </a:lnTo>
                <a:lnTo>
                  <a:pt x="729983" y="1095375"/>
                </a:lnTo>
                <a:lnTo>
                  <a:pt x="727354" y="1095375"/>
                </a:lnTo>
                <a:lnTo>
                  <a:pt x="726236" y="1095844"/>
                </a:lnTo>
                <a:lnTo>
                  <a:pt x="724369" y="1097711"/>
                </a:lnTo>
                <a:lnTo>
                  <a:pt x="723900" y="1098829"/>
                </a:lnTo>
                <a:lnTo>
                  <a:pt x="723900" y="1101458"/>
                </a:lnTo>
                <a:lnTo>
                  <a:pt x="724369" y="1102575"/>
                </a:lnTo>
                <a:lnTo>
                  <a:pt x="726236" y="1104442"/>
                </a:lnTo>
                <a:lnTo>
                  <a:pt x="727354" y="1104900"/>
                </a:lnTo>
                <a:lnTo>
                  <a:pt x="729983" y="1104900"/>
                </a:lnTo>
                <a:lnTo>
                  <a:pt x="731100" y="1104442"/>
                </a:lnTo>
                <a:lnTo>
                  <a:pt x="732967" y="1102575"/>
                </a:lnTo>
                <a:lnTo>
                  <a:pt x="733425" y="1101458"/>
                </a:lnTo>
                <a:lnTo>
                  <a:pt x="733425" y="1098829"/>
                </a:lnTo>
                <a:close/>
              </a:path>
              <a:path w="733425" h="2438400">
                <a:moveTo>
                  <a:pt x="733425" y="1051204"/>
                </a:moveTo>
                <a:lnTo>
                  <a:pt x="732967" y="1050086"/>
                </a:lnTo>
                <a:lnTo>
                  <a:pt x="731100" y="1048219"/>
                </a:lnTo>
                <a:lnTo>
                  <a:pt x="729983" y="1047750"/>
                </a:lnTo>
                <a:lnTo>
                  <a:pt x="727354" y="1047750"/>
                </a:lnTo>
                <a:lnTo>
                  <a:pt x="726236" y="1048219"/>
                </a:lnTo>
                <a:lnTo>
                  <a:pt x="724369" y="1050086"/>
                </a:lnTo>
                <a:lnTo>
                  <a:pt x="723900" y="1051204"/>
                </a:lnTo>
                <a:lnTo>
                  <a:pt x="723900" y="1053833"/>
                </a:lnTo>
                <a:lnTo>
                  <a:pt x="724369" y="1054950"/>
                </a:lnTo>
                <a:lnTo>
                  <a:pt x="726236" y="1056817"/>
                </a:lnTo>
                <a:lnTo>
                  <a:pt x="727354" y="1057275"/>
                </a:lnTo>
                <a:lnTo>
                  <a:pt x="729983" y="1057275"/>
                </a:lnTo>
                <a:lnTo>
                  <a:pt x="731100" y="1056817"/>
                </a:lnTo>
                <a:lnTo>
                  <a:pt x="732967" y="1054950"/>
                </a:lnTo>
                <a:lnTo>
                  <a:pt x="733425" y="1053833"/>
                </a:lnTo>
                <a:lnTo>
                  <a:pt x="733425" y="1051204"/>
                </a:lnTo>
                <a:close/>
              </a:path>
              <a:path w="733425" h="2438400">
                <a:moveTo>
                  <a:pt x="733425" y="1003579"/>
                </a:moveTo>
                <a:lnTo>
                  <a:pt x="732967" y="1002461"/>
                </a:lnTo>
                <a:lnTo>
                  <a:pt x="731100" y="1000594"/>
                </a:lnTo>
                <a:lnTo>
                  <a:pt x="729983" y="1000125"/>
                </a:lnTo>
                <a:lnTo>
                  <a:pt x="727354" y="1000125"/>
                </a:lnTo>
                <a:lnTo>
                  <a:pt x="726236" y="1000594"/>
                </a:lnTo>
                <a:lnTo>
                  <a:pt x="724369" y="1002461"/>
                </a:lnTo>
                <a:lnTo>
                  <a:pt x="723900" y="1003579"/>
                </a:lnTo>
                <a:lnTo>
                  <a:pt x="723900" y="1006208"/>
                </a:lnTo>
                <a:lnTo>
                  <a:pt x="724369" y="1007325"/>
                </a:lnTo>
                <a:lnTo>
                  <a:pt x="726236" y="1009192"/>
                </a:lnTo>
                <a:lnTo>
                  <a:pt x="727354" y="1009650"/>
                </a:lnTo>
                <a:lnTo>
                  <a:pt x="729983" y="1009650"/>
                </a:lnTo>
                <a:lnTo>
                  <a:pt x="731100" y="1009192"/>
                </a:lnTo>
                <a:lnTo>
                  <a:pt x="732967" y="1007325"/>
                </a:lnTo>
                <a:lnTo>
                  <a:pt x="733425" y="1006208"/>
                </a:lnTo>
                <a:lnTo>
                  <a:pt x="733425" y="1003579"/>
                </a:lnTo>
                <a:close/>
              </a:path>
              <a:path w="733425" h="2438400">
                <a:moveTo>
                  <a:pt x="733425" y="955954"/>
                </a:moveTo>
                <a:lnTo>
                  <a:pt x="732967" y="954836"/>
                </a:lnTo>
                <a:lnTo>
                  <a:pt x="731100" y="952969"/>
                </a:lnTo>
                <a:lnTo>
                  <a:pt x="729983" y="952500"/>
                </a:lnTo>
                <a:lnTo>
                  <a:pt x="727354" y="952500"/>
                </a:lnTo>
                <a:lnTo>
                  <a:pt x="726236" y="952969"/>
                </a:lnTo>
                <a:lnTo>
                  <a:pt x="724369" y="954836"/>
                </a:lnTo>
                <a:lnTo>
                  <a:pt x="723900" y="955954"/>
                </a:lnTo>
                <a:lnTo>
                  <a:pt x="723900" y="958583"/>
                </a:lnTo>
                <a:lnTo>
                  <a:pt x="724369" y="959700"/>
                </a:lnTo>
                <a:lnTo>
                  <a:pt x="726236" y="961567"/>
                </a:lnTo>
                <a:lnTo>
                  <a:pt x="727354" y="962025"/>
                </a:lnTo>
                <a:lnTo>
                  <a:pt x="729983" y="962025"/>
                </a:lnTo>
                <a:lnTo>
                  <a:pt x="731100" y="961567"/>
                </a:lnTo>
                <a:lnTo>
                  <a:pt x="732967" y="959700"/>
                </a:lnTo>
                <a:lnTo>
                  <a:pt x="733425" y="958583"/>
                </a:lnTo>
                <a:lnTo>
                  <a:pt x="733425" y="955954"/>
                </a:lnTo>
                <a:close/>
              </a:path>
              <a:path w="733425" h="2438400">
                <a:moveTo>
                  <a:pt x="733425" y="908329"/>
                </a:moveTo>
                <a:lnTo>
                  <a:pt x="732967" y="907211"/>
                </a:lnTo>
                <a:lnTo>
                  <a:pt x="731100" y="905344"/>
                </a:lnTo>
                <a:lnTo>
                  <a:pt x="729983" y="904875"/>
                </a:lnTo>
                <a:lnTo>
                  <a:pt x="727354" y="904875"/>
                </a:lnTo>
                <a:lnTo>
                  <a:pt x="726236" y="905344"/>
                </a:lnTo>
                <a:lnTo>
                  <a:pt x="724369" y="907211"/>
                </a:lnTo>
                <a:lnTo>
                  <a:pt x="723900" y="908329"/>
                </a:lnTo>
                <a:lnTo>
                  <a:pt x="723900" y="910958"/>
                </a:lnTo>
                <a:lnTo>
                  <a:pt x="724369" y="912075"/>
                </a:lnTo>
                <a:lnTo>
                  <a:pt x="726236" y="913942"/>
                </a:lnTo>
                <a:lnTo>
                  <a:pt x="727354" y="914400"/>
                </a:lnTo>
                <a:lnTo>
                  <a:pt x="729983" y="914400"/>
                </a:lnTo>
                <a:lnTo>
                  <a:pt x="731100" y="913942"/>
                </a:lnTo>
                <a:lnTo>
                  <a:pt x="732967" y="912075"/>
                </a:lnTo>
                <a:lnTo>
                  <a:pt x="733425" y="910958"/>
                </a:lnTo>
                <a:lnTo>
                  <a:pt x="733425" y="908329"/>
                </a:lnTo>
                <a:close/>
              </a:path>
              <a:path w="733425" h="2438400">
                <a:moveTo>
                  <a:pt x="733425" y="860704"/>
                </a:moveTo>
                <a:lnTo>
                  <a:pt x="732967" y="859586"/>
                </a:lnTo>
                <a:lnTo>
                  <a:pt x="731100" y="857719"/>
                </a:lnTo>
                <a:lnTo>
                  <a:pt x="729983" y="857250"/>
                </a:lnTo>
                <a:lnTo>
                  <a:pt x="727354" y="857250"/>
                </a:lnTo>
                <a:lnTo>
                  <a:pt x="726236" y="857719"/>
                </a:lnTo>
                <a:lnTo>
                  <a:pt x="724369" y="859586"/>
                </a:lnTo>
                <a:lnTo>
                  <a:pt x="723900" y="860704"/>
                </a:lnTo>
                <a:lnTo>
                  <a:pt x="723900" y="863333"/>
                </a:lnTo>
                <a:lnTo>
                  <a:pt x="724369" y="864450"/>
                </a:lnTo>
                <a:lnTo>
                  <a:pt x="726236" y="866317"/>
                </a:lnTo>
                <a:lnTo>
                  <a:pt x="727354" y="866775"/>
                </a:lnTo>
                <a:lnTo>
                  <a:pt x="729983" y="866775"/>
                </a:lnTo>
                <a:lnTo>
                  <a:pt x="731100" y="866317"/>
                </a:lnTo>
                <a:lnTo>
                  <a:pt x="732967" y="864450"/>
                </a:lnTo>
                <a:lnTo>
                  <a:pt x="733425" y="863333"/>
                </a:lnTo>
                <a:lnTo>
                  <a:pt x="733425" y="860704"/>
                </a:lnTo>
                <a:close/>
              </a:path>
              <a:path w="733425" h="2438400">
                <a:moveTo>
                  <a:pt x="733425" y="813079"/>
                </a:moveTo>
                <a:lnTo>
                  <a:pt x="732967" y="811961"/>
                </a:lnTo>
                <a:lnTo>
                  <a:pt x="731100" y="810094"/>
                </a:lnTo>
                <a:lnTo>
                  <a:pt x="729983" y="809625"/>
                </a:lnTo>
                <a:lnTo>
                  <a:pt x="727354" y="809625"/>
                </a:lnTo>
                <a:lnTo>
                  <a:pt x="726236" y="810094"/>
                </a:lnTo>
                <a:lnTo>
                  <a:pt x="724369" y="811961"/>
                </a:lnTo>
                <a:lnTo>
                  <a:pt x="723900" y="813079"/>
                </a:lnTo>
                <a:lnTo>
                  <a:pt x="723900" y="815708"/>
                </a:lnTo>
                <a:lnTo>
                  <a:pt x="724369" y="816825"/>
                </a:lnTo>
                <a:lnTo>
                  <a:pt x="726236" y="818692"/>
                </a:lnTo>
                <a:lnTo>
                  <a:pt x="727354" y="819150"/>
                </a:lnTo>
                <a:lnTo>
                  <a:pt x="729983" y="819150"/>
                </a:lnTo>
                <a:lnTo>
                  <a:pt x="731100" y="818692"/>
                </a:lnTo>
                <a:lnTo>
                  <a:pt x="732967" y="816825"/>
                </a:lnTo>
                <a:lnTo>
                  <a:pt x="733425" y="815708"/>
                </a:lnTo>
                <a:lnTo>
                  <a:pt x="733425" y="813079"/>
                </a:lnTo>
                <a:close/>
              </a:path>
              <a:path w="733425" h="2438400">
                <a:moveTo>
                  <a:pt x="733425" y="765454"/>
                </a:moveTo>
                <a:lnTo>
                  <a:pt x="732967" y="764336"/>
                </a:lnTo>
                <a:lnTo>
                  <a:pt x="731100" y="762469"/>
                </a:lnTo>
                <a:lnTo>
                  <a:pt x="729983" y="762000"/>
                </a:lnTo>
                <a:lnTo>
                  <a:pt x="727354" y="762000"/>
                </a:lnTo>
                <a:lnTo>
                  <a:pt x="726236" y="762469"/>
                </a:lnTo>
                <a:lnTo>
                  <a:pt x="724369" y="764336"/>
                </a:lnTo>
                <a:lnTo>
                  <a:pt x="723900" y="765454"/>
                </a:lnTo>
                <a:lnTo>
                  <a:pt x="723900" y="768083"/>
                </a:lnTo>
                <a:lnTo>
                  <a:pt x="724369" y="769200"/>
                </a:lnTo>
                <a:lnTo>
                  <a:pt x="726236" y="771067"/>
                </a:lnTo>
                <a:lnTo>
                  <a:pt x="727354" y="771525"/>
                </a:lnTo>
                <a:lnTo>
                  <a:pt x="729983" y="771525"/>
                </a:lnTo>
                <a:lnTo>
                  <a:pt x="731100" y="771067"/>
                </a:lnTo>
                <a:lnTo>
                  <a:pt x="732967" y="769200"/>
                </a:lnTo>
                <a:lnTo>
                  <a:pt x="733425" y="768083"/>
                </a:lnTo>
                <a:lnTo>
                  <a:pt x="733425" y="765454"/>
                </a:lnTo>
                <a:close/>
              </a:path>
              <a:path w="733425" h="2438400">
                <a:moveTo>
                  <a:pt x="733425" y="717829"/>
                </a:moveTo>
                <a:lnTo>
                  <a:pt x="732967" y="716711"/>
                </a:lnTo>
                <a:lnTo>
                  <a:pt x="731100" y="714844"/>
                </a:lnTo>
                <a:lnTo>
                  <a:pt x="729983" y="714375"/>
                </a:lnTo>
                <a:lnTo>
                  <a:pt x="727354" y="714375"/>
                </a:lnTo>
                <a:lnTo>
                  <a:pt x="726236" y="714844"/>
                </a:lnTo>
                <a:lnTo>
                  <a:pt x="724369" y="716711"/>
                </a:lnTo>
                <a:lnTo>
                  <a:pt x="723900" y="717829"/>
                </a:lnTo>
                <a:lnTo>
                  <a:pt x="723900" y="720458"/>
                </a:lnTo>
                <a:lnTo>
                  <a:pt x="724369" y="721575"/>
                </a:lnTo>
                <a:lnTo>
                  <a:pt x="726236" y="723442"/>
                </a:lnTo>
                <a:lnTo>
                  <a:pt x="727354" y="723900"/>
                </a:lnTo>
                <a:lnTo>
                  <a:pt x="729983" y="723900"/>
                </a:lnTo>
                <a:lnTo>
                  <a:pt x="731100" y="723442"/>
                </a:lnTo>
                <a:lnTo>
                  <a:pt x="732967" y="721575"/>
                </a:lnTo>
                <a:lnTo>
                  <a:pt x="733425" y="720458"/>
                </a:lnTo>
                <a:lnTo>
                  <a:pt x="733425" y="717829"/>
                </a:lnTo>
                <a:close/>
              </a:path>
              <a:path w="733425" h="2438400">
                <a:moveTo>
                  <a:pt x="733425" y="670204"/>
                </a:moveTo>
                <a:lnTo>
                  <a:pt x="732967" y="669086"/>
                </a:lnTo>
                <a:lnTo>
                  <a:pt x="731100" y="667219"/>
                </a:lnTo>
                <a:lnTo>
                  <a:pt x="729983" y="666750"/>
                </a:lnTo>
                <a:lnTo>
                  <a:pt x="727354" y="666750"/>
                </a:lnTo>
                <a:lnTo>
                  <a:pt x="726236" y="667219"/>
                </a:lnTo>
                <a:lnTo>
                  <a:pt x="724369" y="669086"/>
                </a:lnTo>
                <a:lnTo>
                  <a:pt x="723900" y="670204"/>
                </a:lnTo>
                <a:lnTo>
                  <a:pt x="723900" y="672833"/>
                </a:lnTo>
                <a:lnTo>
                  <a:pt x="724369" y="673950"/>
                </a:lnTo>
                <a:lnTo>
                  <a:pt x="726236" y="675817"/>
                </a:lnTo>
                <a:lnTo>
                  <a:pt x="727354" y="676275"/>
                </a:lnTo>
                <a:lnTo>
                  <a:pt x="729983" y="676275"/>
                </a:lnTo>
                <a:lnTo>
                  <a:pt x="731100" y="675817"/>
                </a:lnTo>
                <a:lnTo>
                  <a:pt x="732967" y="673950"/>
                </a:lnTo>
                <a:lnTo>
                  <a:pt x="733425" y="672833"/>
                </a:lnTo>
                <a:lnTo>
                  <a:pt x="733425" y="670204"/>
                </a:lnTo>
                <a:close/>
              </a:path>
              <a:path w="733425" h="2438400">
                <a:moveTo>
                  <a:pt x="733425" y="622579"/>
                </a:moveTo>
                <a:lnTo>
                  <a:pt x="732967" y="621461"/>
                </a:lnTo>
                <a:lnTo>
                  <a:pt x="731100" y="619594"/>
                </a:lnTo>
                <a:lnTo>
                  <a:pt x="729983" y="619125"/>
                </a:lnTo>
                <a:lnTo>
                  <a:pt x="727354" y="619125"/>
                </a:lnTo>
                <a:lnTo>
                  <a:pt x="726236" y="619594"/>
                </a:lnTo>
                <a:lnTo>
                  <a:pt x="724369" y="621461"/>
                </a:lnTo>
                <a:lnTo>
                  <a:pt x="723900" y="622579"/>
                </a:lnTo>
                <a:lnTo>
                  <a:pt x="723900" y="625208"/>
                </a:lnTo>
                <a:lnTo>
                  <a:pt x="724369" y="626325"/>
                </a:lnTo>
                <a:lnTo>
                  <a:pt x="726236" y="628192"/>
                </a:lnTo>
                <a:lnTo>
                  <a:pt x="727354" y="628650"/>
                </a:lnTo>
                <a:lnTo>
                  <a:pt x="729983" y="628650"/>
                </a:lnTo>
                <a:lnTo>
                  <a:pt x="731100" y="628192"/>
                </a:lnTo>
                <a:lnTo>
                  <a:pt x="732967" y="626325"/>
                </a:lnTo>
                <a:lnTo>
                  <a:pt x="733425" y="625208"/>
                </a:lnTo>
                <a:lnTo>
                  <a:pt x="733425" y="622579"/>
                </a:lnTo>
                <a:close/>
              </a:path>
              <a:path w="733425" h="2438400">
                <a:moveTo>
                  <a:pt x="733425" y="574954"/>
                </a:moveTo>
                <a:lnTo>
                  <a:pt x="732967" y="573836"/>
                </a:lnTo>
                <a:lnTo>
                  <a:pt x="731100" y="571969"/>
                </a:lnTo>
                <a:lnTo>
                  <a:pt x="729983" y="571500"/>
                </a:lnTo>
                <a:lnTo>
                  <a:pt x="727354" y="571500"/>
                </a:lnTo>
                <a:lnTo>
                  <a:pt x="726236" y="571969"/>
                </a:lnTo>
                <a:lnTo>
                  <a:pt x="724369" y="573836"/>
                </a:lnTo>
                <a:lnTo>
                  <a:pt x="723900" y="574954"/>
                </a:lnTo>
                <a:lnTo>
                  <a:pt x="723900" y="577583"/>
                </a:lnTo>
                <a:lnTo>
                  <a:pt x="724369" y="578700"/>
                </a:lnTo>
                <a:lnTo>
                  <a:pt x="726236" y="580567"/>
                </a:lnTo>
                <a:lnTo>
                  <a:pt x="727354" y="581025"/>
                </a:lnTo>
                <a:lnTo>
                  <a:pt x="729983" y="581025"/>
                </a:lnTo>
                <a:lnTo>
                  <a:pt x="731100" y="580567"/>
                </a:lnTo>
                <a:lnTo>
                  <a:pt x="732967" y="578700"/>
                </a:lnTo>
                <a:lnTo>
                  <a:pt x="733425" y="577583"/>
                </a:lnTo>
                <a:lnTo>
                  <a:pt x="733425" y="574954"/>
                </a:lnTo>
                <a:close/>
              </a:path>
              <a:path w="733425" h="2438400">
                <a:moveTo>
                  <a:pt x="733425" y="527329"/>
                </a:moveTo>
                <a:lnTo>
                  <a:pt x="732967" y="526211"/>
                </a:lnTo>
                <a:lnTo>
                  <a:pt x="731100" y="524344"/>
                </a:lnTo>
                <a:lnTo>
                  <a:pt x="729983" y="523875"/>
                </a:lnTo>
                <a:lnTo>
                  <a:pt x="727354" y="523875"/>
                </a:lnTo>
                <a:lnTo>
                  <a:pt x="726236" y="524344"/>
                </a:lnTo>
                <a:lnTo>
                  <a:pt x="724369" y="526211"/>
                </a:lnTo>
                <a:lnTo>
                  <a:pt x="723900" y="527329"/>
                </a:lnTo>
                <a:lnTo>
                  <a:pt x="723900" y="529958"/>
                </a:lnTo>
                <a:lnTo>
                  <a:pt x="724369" y="531075"/>
                </a:lnTo>
                <a:lnTo>
                  <a:pt x="726236" y="532942"/>
                </a:lnTo>
                <a:lnTo>
                  <a:pt x="727354" y="533400"/>
                </a:lnTo>
                <a:lnTo>
                  <a:pt x="729983" y="533400"/>
                </a:lnTo>
                <a:lnTo>
                  <a:pt x="731100" y="532942"/>
                </a:lnTo>
                <a:lnTo>
                  <a:pt x="732967" y="531075"/>
                </a:lnTo>
                <a:lnTo>
                  <a:pt x="733425" y="529958"/>
                </a:lnTo>
                <a:lnTo>
                  <a:pt x="733425" y="527329"/>
                </a:lnTo>
                <a:close/>
              </a:path>
              <a:path w="733425" h="2438400">
                <a:moveTo>
                  <a:pt x="733425" y="479704"/>
                </a:moveTo>
                <a:lnTo>
                  <a:pt x="732967" y="478586"/>
                </a:lnTo>
                <a:lnTo>
                  <a:pt x="731100" y="476719"/>
                </a:lnTo>
                <a:lnTo>
                  <a:pt x="729983" y="476250"/>
                </a:lnTo>
                <a:lnTo>
                  <a:pt x="727354" y="476250"/>
                </a:lnTo>
                <a:lnTo>
                  <a:pt x="726236" y="476719"/>
                </a:lnTo>
                <a:lnTo>
                  <a:pt x="724369" y="478586"/>
                </a:lnTo>
                <a:lnTo>
                  <a:pt x="723900" y="479704"/>
                </a:lnTo>
                <a:lnTo>
                  <a:pt x="723900" y="482333"/>
                </a:lnTo>
                <a:lnTo>
                  <a:pt x="724369" y="483450"/>
                </a:lnTo>
                <a:lnTo>
                  <a:pt x="726236" y="485317"/>
                </a:lnTo>
                <a:lnTo>
                  <a:pt x="727354" y="485775"/>
                </a:lnTo>
                <a:lnTo>
                  <a:pt x="729983" y="485775"/>
                </a:lnTo>
                <a:lnTo>
                  <a:pt x="731100" y="485317"/>
                </a:lnTo>
                <a:lnTo>
                  <a:pt x="732967" y="483450"/>
                </a:lnTo>
                <a:lnTo>
                  <a:pt x="733425" y="482333"/>
                </a:lnTo>
                <a:lnTo>
                  <a:pt x="733425" y="479704"/>
                </a:lnTo>
                <a:close/>
              </a:path>
              <a:path w="733425" h="2438400">
                <a:moveTo>
                  <a:pt x="733425" y="432079"/>
                </a:moveTo>
                <a:lnTo>
                  <a:pt x="732967" y="430961"/>
                </a:lnTo>
                <a:lnTo>
                  <a:pt x="731100" y="429094"/>
                </a:lnTo>
                <a:lnTo>
                  <a:pt x="729983" y="428625"/>
                </a:lnTo>
                <a:lnTo>
                  <a:pt x="727354" y="428625"/>
                </a:lnTo>
                <a:lnTo>
                  <a:pt x="726236" y="429094"/>
                </a:lnTo>
                <a:lnTo>
                  <a:pt x="724369" y="430961"/>
                </a:lnTo>
                <a:lnTo>
                  <a:pt x="723900" y="432079"/>
                </a:lnTo>
                <a:lnTo>
                  <a:pt x="723900" y="434708"/>
                </a:lnTo>
                <a:lnTo>
                  <a:pt x="724369" y="435825"/>
                </a:lnTo>
                <a:lnTo>
                  <a:pt x="726236" y="437692"/>
                </a:lnTo>
                <a:lnTo>
                  <a:pt x="727354" y="438150"/>
                </a:lnTo>
                <a:lnTo>
                  <a:pt x="729983" y="438150"/>
                </a:lnTo>
                <a:lnTo>
                  <a:pt x="731100" y="437692"/>
                </a:lnTo>
                <a:lnTo>
                  <a:pt x="732967" y="435825"/>
                </a:lnTo>
                <a:lnTo>
                  <a:pt x="733425" y="434708"/>
                </a:lnTo>
                <a:lnTo>
                  <a:pt x="733425" y="432079"/>
                </a:lnTo>
                <a:close/>
              </a:path>
              <a:path w="733425" h="2438400">
                <a:moveTo>
                  <a:pt x="733425" y="384454"/>
                </a:moveTo>
                <a:lnTo>
                  <a:pt x="732967" y="383336"/>
                </a:lnTo>
                <a:lnTo>
                  <a:pt x="731100" y="381469"/>
                </a:lnTo>
                <a:lnTo>
                  <a:pt x="729983" y="381000"/>
                </a:lnTo>
                <a:lnTo>
                  <a:pt x="727354" y="381000"/>
                </a:lnTo>
                <a:lnTo>
                  <a:pt x="726236" y="381469"/>
                </a:lnTo>
                <a:lnTo>
                  <a:pt x="724369" y="383336"/>
                </a:lnTo>
                <a:lnTo>
                  <a:pt x="723900" y="384454"/>
                </a:lnTo>
                <a:lnTo>
                  <a:pt x="723900" y="387083"/>
                </a:lnTo>
                <a:lnTo>
                  <a:pt x="724369" y="388200"/>
                </a:lnTo>
                <a:lnTo>
                  <a:pt x="726236" y="390067"/>
                </a:lnTo>
                <a:lnTo>
                  <a:pt x="727354" y="390525"/>
                </a:lnTo>
                <a:lnTo>
                  <a:pt x="729983" y="390525"/>
                </a:lnTo>
                <a:lnTo>
                  <a:pt x="731100" y="390067"/>
                </a:lnTo>
                <a:lnTo>
                  <a:pt x="732967" y="388200"/>
                </a:lnTo>
                <a:lnTo>
                  <a:pt x="733425" y="387083"/>
                </a:lnTo>
                <a:lnTo>
                  <a:pt x="733425" y="384454"/>
                </a:lnTo>
                <a:close/>
              </a:path>
              <a:path w="733425" h="2438400">
                <a:moveTo>
                  <a:pt x="733425" y="336829"/>
                </a:moveTo>
                <a:lnTo>
                  <a:pt x="732967" y="335711"/>
                </a:lnTo>
                <a:lnTo>
                  <a:pt x="731100" y="333844"/>
                </a:lnTo>
                <a:lnTo>
                  <a:pt x="729983" y="333375"/>
                </a:lnTo>
                <a:lnTo>
                  <a:pt x="727354" y="333375"/>
                </a:lnTo>
                <a:lnTo>
                  <a:pt x="726236" y="333844"/>
                </a:lnTo>
                <a:lnTo>
                  <a:pt x="724369" y="335711"/>
                </a:lnTo>
                <a:lnTo>
                  <a:pt x="723900" y="336829"/>
                </a:lnTo>
                <a:lnTo>
                  <a:pt x="723900" y="339458"/>
                </a:lnTo>
                <a:lnTo>
                  <a:pt x="724369" y="340575"/>
                </a:lnTo>
                <a:lnTo>
                  <a:pt x="726236" y="342442"/>
                </a:lnTo>
                <a:lnTo>
                  <a:pt x="727354" y="342900"/>
                </a:lnTo>
                <a:lnTo>
                  <a:pt x="729983" y="342900"/>
                </a:lnTo>
                <a:lnTo>
                  <a:pt x="731100" y="342442"/>
                </a:lnTo>
                <a:lnTo>
                  <a:pt x="732967" y="340575"/>
                </a:lnTo>
                <a:lnTo>
                  <a:pt x="733425" y="339458"/>
                </a:lnTo>
                <a:lnTo>
                  <a:pt x="733425" y="336829"/>
                </a:lnTo>
                <a:close/>
              </a:path>
              <a:path w="733425" h="2438400">
                <a:moveTo>
                  <a:pt x="733425" y="289204"/>
                </a:moveTo>
                <a:lnTo>
                  <a:pt x="732967" y="288086"/>
                </a:lnTo>
                <a:lnTo>
                  <a:pt x="731100" y="286219"/>
                </a:lnTo>
                <a:lnTo>
                  <a:pt x="729983" y="285750"/>
                </a:lnTo>
                <a:lnTo>
                  <a:pt x="727354" y="285750"/>
                </a:lnTo>
                <a:lnTo>
                  <a:pt x="726236" y="286219"/>
                </a:lnTo>
                <a:lnTo>
                  <a:pt x="724369" y="288086"/>
                </a:lnTo>
                <a:lnTo>
                  <a:pt x="723900" y="289204"/>
                </a:lnTo>
                <a:lnTo>
                  <a:pt x="723900" y="291833"/>
                </a:lnTo>
                <a:lnTo>
                  <a:pt x="724369" y="292950"/>
                </a:lnTo>
                <a:lnTo>
                  <a:pt x="726236" y="294817"/>
                </a:lnTo>
                <a:lnTo>
                  <a:pt x="727354" y="295275"/>
                </a:lnTo>
                <a:lnTo>
                  <a:pt x="729983" y="295275"/>
                </a:lnTo>
                <a:lnTo>
                  <a:pt x="731100" y="294817"/>
                </a:lnTo>
                <a:lnTo>
                  <a:pt x="732967" y="292950"/>
                </a:lnTo>
                <a:lnTo>
                  <a:pt x="733425" y="291833"/>
                </a:lnTo>
                <a:lnTo>
                  <a:pt x="733425" y="289204"/>
                </a:lnTo>
                <a:close/>
              </a:path>
              <a:path w="733425" h="2438400">
                <a:moveTo>
                  <a:pt x="733425" y="241579"/>
                </a:moveTo>
                <a:lnTo>
                  <a:pt x="732967" y="240461"/>
                </a:lnTo>
                <a:lnTo>
                  <a:pt x="731100" y="238594"/>
                </a:lnTo>
                <a:lnTo>
                  <a:pt x="729983" y="238125"/>
                </a:lnTo>
                <a:lnTo>
                  <a:pt x="727354" y="238125"/>
                </a:lnTo>
                <a:lnTo>
                  <a:pt x="726236" y="238594"/>
                </a:lnTo>
                <a:lnTo>
                  <a:pt x="724369" y="240461"/>
                </a:lnTo>
                <a:lnTo>
                  <a:pt x="723900" y="241579"/>
                </a:lnTo>
                <a:lnTo>
                  <a:pt x="723900" y="244208"/>
                </a:lnTo>
                <a:lnTo>
                  <a:pt x="724369" y="245325"/>
                </a:lnTo>
                <a:lnTo>
                  <a:pt x="726236" y="247192"/>
                </a:lnTo>
                <a:lnTo>
                  <a:pt x="727354" y="247650"/>
                </a:lnTo>
                <a:lnTo>
                  <a:pt x="729983" y="247650"/>
                </a:lnTo>
                <a:lnTo>
                  <a:pt x="731100" y="247192"/>
                </a:lnTo>
                <a:lnTo>
                  <a:pt x="732967" y="245325"/>
                </a:lnTo>
                <a:lnTo>
                  <a:pt x="733425" y="244208"/>
                </a:lnTo>
                <a:lnTo>
                  <a:pt x="733425" y="241579"/>
                </a:lnTo>
                <a:close/>
              </a:path>
              <a:path w="733425" h="2438400">
                <a:moveTo>
                  <a:pt x="733425" y="193954"/>
                </a:moveTo>
                <a:lnTo>
                  <a:pt x="732967" y="192836"/>
                </a:lnTo>
                <a:lnTo>
                  <a:pt x="731100" y="190969"/>
                </a:lnTo>
                <a:lnTo>
                  <a:pt x="729983" y="190500"/>
                </a:lnTo>
                <a:lnTo>
                  <a:pt x="727354" y="190500"/>
                </a:lnTo>
                <a:lnTo>
                  <a:pt x="726236" y="190969"/>
                </a:lnTo>
                <a:lnTo>
                  <a:pt x="724369" y="192836"/>
                </a:lnTo>
                <a:lnTo>
                  <a:pt x="723900" y="193954"/>
                </a:lnTo>
                <a:lnTo>
                  <a:pt x="723900" y="196583"/>
                </a:lnTo>
                <a:lnTo>
                  <a:pt x="724369" y="197700"/>
                </a:lnTo>
                <a:lnTo>
                  <a:pt x="726236" y="199567"/>
                </a:lnTo>
                <a:lnTo>
                  <a:pt x="727354" y="200025"/>
                </a:lnTo>
                <a:lnTo>
                  <a:pt x="729983" y="200025"/>
                </a:lnTo>
                <a:lnTo>
                  <a:pt x="731100" y="199567"/>
                </a:lnTo>
                <a:lnTo>
                  <a:pt x="732967" y="197700"/>
                </a:lnTo>
                <a:lnTo>
                  <a:pt x="733425" y="196583"/>
                </a:lnTo>
                <a:lnTo>
                  <a:pt x="733425" y="193954"/>
                </a:lnTo>
                <a:close/>
              </a:path>
              <a:path w="733425" h="2438400">
                <a:moveTo>
                  <a:pt x="733425" y="146329"/>
                </a:moveTo>
                <a:lnTo>
                  <a:pt x="732967" y="145211"/>
                </a:lnTo>
                <a:lnTo>
                  <a:pt x="731100" y="143344"/>
                </a:lnTo>
                <a:lnTo>
                  <a:pt x="729983" y="142875"/>
                </a:lnTo>
                <a:lnTo>
                  <a:pt x="727354" y="142875"/>
                </a:lnTo>
                <a:lnTo>
                  <a:pt x="726236" y="143344"/>
                </a:lnTo>
                <a:lnTo>
                  <a:pt x="724369" y="145211"/>
                </a:lnTo>
                <a:lnTo>
                  <a:pt x="723900" y="146329"/>
                </a:lnTo>
                <a:lnTo>
                  <a:pt x="723900" y="148958"/>
                </a:lnTo>
                <a:lnTo>
                  <a:pt x="724369" y="150075"/>
                </a:lnTo>
                <a:lnTo>
                  <a:pt x="726236" y="151942"/>
                </a:lnTo>
                <a:lnTo>
                  <a:pt x="727354" y="152400"/>
                </a:lnTo>
                <a:lnTo>
                  <a:pt x="729983" y="152400"/>
                </a:lnTo>
                <a:lnTo>
                  <a:pt x="731100" y="151942"/>
                </a:lnTo>
                <a:lnTo>
                  <a:pt x="732967" y="150075"/>
                </a:lnTo>
                <a:lnTo>
                  <a:pt x="733425" y="148958"/>
                </a:lnTo>
                <a:lnTo>
                  <a:pt x="733425" y="146329"/>
                </a:lnTo>
                <a:close/>
              </a:path>
              <a:path w="733425" h="2438400">
                <a:moveTo>
                  <a:pt x="733425" y="98704"/>
                </a:moveTo>
                <a:lnTo>
                  <a:pt x="732967" y="97586"/>
                </a:lnTo>
                <a:lnTo>
                  <a:pt x="731100" y="95719"/>
                </a:lnTo>
                <a:lnTo>
                  <a:pt x="729983" y="95250"/>
                </a:lnTo>
                <a:lnTo>
                  <a:pt x="727354" y="95250"/>
                </a:lnTo>
                <a:lnTo>
                  <a:pt x="726236" y="95719"/>
                </a:lnTo>
                <a:lnTo>
                  <a:pt x="724369" y="97586"/>
                </a:lnTo>
                <a:lnTo>
                  <a:pt x="723900" y="98704"/>
                </a:lnTo>
                <a:lnTo>
                  <a:pt x="723900" y="101333"/>
                </a:lnTo>
                <a:lnTo>
                  <a:pt x="724369" y="102450"/>
                </a:lnTo>
                <a:lnTo>
                  <a:pt x="726236" y="104317"/>
                </a:lnTo>
                <a:lnTo>
                  <a:pt x="727354" y="104775"/>
                </a:lnTo>
                <a:lnTo>
                  <a:pt x="729983" y="104775"/>
                </a:lnTo>
                <a:lnTo>
                  <a:pt x="731100" y="104317"/>
                </a:lnTo>
                <a:lnTo>
                  <a:pt x="732967" y="102450"/>
                </a:lnTo>
                <a:lnTo>
                  <a:pt x="733425" y="101333"/>
                </a:lnTo>
                <a:lnTo>
                  <a:pt x="733425" y="98704"/>
                </a:lnTo>
                <a:close/>
              </a:path>
              <a:path w="733425" h="2438400">
                <a:moveTo>
                  <a:pt x="733425" y="51079"/>
                </a:moveTo>
                <a:lnTo>
                  <a:pt x="732967" y="49961"/>
                </a:lnTo>
                <a:lnTo>
                  <a:pt x="731100" y="48094"/>
                </a:lnTo>
                <a:lnTo>
                  <a:pt x="729983" y="47625"/>
                </a:lnTo>
                <a:lnTo>
                  <a:pt x="727354" y="47625"/>
                </a:lnTo>
                <a:lnTo>
                  <a:pt x="726236" y="48094"/>
                </a:lnTo>
                <a:lnTo>
                  <a:pt x="724369" y="49961"/>
                </a:lnTo>
                <a:lnTo>
                  <a:pt x="723900" y="51079"/>
                </a:lnTo>
                <a:lnTo>
                  <a:pt x="723900" y="53708"/>
                </a:lnTo>
                <a:lnTo>
                  <a:pt x="724369" y="54825"/>
                </a:lnTo>
                <a:lnTo>
                  <a:pt x="726236" y="56692"/>
                </a:lnTo>
                <a:lnTo>
                  <a:pt x="727354" y="57150"/>
                </a:lnTo>
                <a:lnTo>
                  <a:pt x="729983" y="57150"/>
                </a:lnTo>
                <a:lnTo>
                  <a:pt x="731100" y="56692"/>
                </a:lnTo>
                <a:lnTo>
                  <a:pt x="732967" y="54825"/>
                </a:lnTo>
                <a:lnTo>
                  <a:pt x="733425" y="53708"/>
                </a:lnTo>
                <a:lnTo>
                  <a:pt x="733425" y="51079"/>
                </a:lnTo>
                <a:close/>
              </a:path>
              <a:path w="733425" h="2438400">
                <a:moveTo>
                  <a:pt x="733425" y="3454"/>
                </a:moveTo>
                <a:lnTo>
                  <a:pt x="732967" y="2336"/>
                </a:lnTo>
                <a:lnTo>
                  <a:pt x="731100" y="469"/>
                </a:lnTo>
                <a:lnTo>
                  <a:pt x="729983" y="0"/>
                </a:lnTo>
                <a:lnTo>
                  <a:pt x="727354" y="0"/>
                </a:lnTo>
                <a:lnTo>
                  <a:pt x="726236" y="469"/>
                </a:lnTo>
                <a:lnTo>
                  <a:pt x="724369" y="2336"/>
                </a:lnTo>
                <a:lnTo>
                  <a:pt x="723900" y="3454"/>
                </a:lnTo>
                <a:lnTo>
                  <a:pt x="723900" y="6083"/>
                </a:lnTo>
                <a:lnTo>
                  <a:pt x="724369" y="7200"/>
                </a:lnTo>
                <a:lnTo>
                  <a:pt x="726236" y="9067"/>
                </a:lnTo>
                <a:lnTo>
                  <a:pt x="727354" y="9525"/>
                </a:lnTo>
                <a:lnTo>
                  <a:pt x="729983" y="9525"/>
                </a:lnTo>
                <a:lnTo>
                  <a:pt x="731100" y="9067"/>
                </a:lnTo>
                <a:lnTo>
                  <a:pt x="732967" y="7200"/>
                </a:lnTo>
                <a:lnTo>
                  <a:pt x="733425" y="6083"/>
                </a:lnTo>
                <a:lnTo>
                  <a:pt x="73342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52515" y="43560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600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76774" y="1906587"/>
            <a:ext cx="9525" cy="2438400"/>
          </a:xfrm>
          <a:custGeom>
            <a:avLst/>
            <a:gdLst/>
            <a:ahLst/>
            <a:cxnLst/>
            <a:rect l="l" t="t" r="r" b="b"/>
            <a:pathLst>
              <a:path w="9525" h="243840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43840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43840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43840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43840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43840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43840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43840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43840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43840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43840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43840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43840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43840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43840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43840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43840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43840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43840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43840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43840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43840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43840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43840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43840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43840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43840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43840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43840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43840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43840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43840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438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438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438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438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438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438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438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438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438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438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43840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438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438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438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438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438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438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438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438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438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76415" y="4356099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800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7529" y="4356099"/>
            <a:ext cx="902969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400</a:t>
            </a:r>
            <a:endParaRPr sz="9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1200" spc="-6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3370" y="2879179"/>
            <a:ext cx="177800" cy="4584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3815" y="1884088"/>
            <a:ext cx="102489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5080" indent="66040" algn="r">
              <a:lnSpc>
                <a:spcPct val="1426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Computer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Electronics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Te…</a:t>
            </a:r>
            <a:endParaRPr sz="900">
              <a:latin typeface="Segoe UI"/>
              <a:cs typeface="Segoe UI"/>
            </a:endParaRPr>
          </a:p>
          <a:p>
            <a:pPr marL="338455">
              <a:lnSpc>
                <a:spcPct val="100000"/>
              </a:lnSpc>
              <a:spcBef>
                <a:spcPts val="459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CSE(AI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ML)</a:t>
            </a:r>
            <a:endParaRPr sz="900">
              <a:latin typeface="Segoe UI"/>
              <a:cs typeface="Segoe UI"/>
            </a:endParaRPr>
          </a:p>
          <a:p>
            <a:pPr marL="13970" marR="5080" indent="-635" algn="r">
              <a:lnSpc>
                <a:spcPct val="1426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Information 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Techn…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Intelligen…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Mechanical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Intell…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CSE(IoT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Cybe…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CSE(Data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Science)</a:t>
            </a:r>
            <a:endParaRPr sz="900">
              <a:latin typeface="Segoe UI"/>
              <a:cs typeface="Segoe UI"/>
            </a:endParaRPr>
          </a:p>
          <a:p>
            <a:pPr marL="12700" marR="5080" indent="20955" algn="r">
              <a:lnSpc>
                <a:spcPct val="1426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Instrumentation</a:t>
            </a:r>
            <a:r>
              <a:rPr sz="900" spc="8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CSE(Software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r>
              <a:rPr sz="900" spc="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Engineering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81162" y="1954644"/>
            <a:ext cx="2646045" cy="2305050"/>
          </a:xfrm>
          <a:custGeom>
            <a:avLst/>
            <a:gdLst/>
            <a:ahLst/>
            <a:cxnLst/>
            <a:rect l="l" t="t" r="r" b="b"/>
            <a:pathLst>
              <a:path w="2646045" h="2305050">
                <a:moveTo>
                  <a:pt x="369189" y="2150935"/>
                </a:moveTo>
                <a:lnTo>
                  <a:pt x="0" y="2150935"/>
                </a:lnTo>
                <a:lnTo>
                  <a:pt x="0" y="2304923"/>
                </a:lnTo>
                <a:lnTo>
                  <a:pt x="369189" y="2304923"/>
                </a:lnTo>
                <a:lnTo>
                  <a:pt x="369189" y="2150935"/>
                </a:lnTo>
                <a:close/>
              </a:path>
              <a:path w="2646045" h="2305050">
                <a:moveTo>
                  <a:pt x="524827" y="1955393"/>
                </a:moveTo>
                <a:lnTo>
                  <a:pt x="0" y="1955393"/>
                </a:lnTo>
                <a:lnTo>
                  <a:pt x="0" y="2109381"/>
                </a:lnTo>
                <a:lnTo>
                  <a:pt x="524827" y="2109381"/>
                </a:lnTo>
                <a:lnTo>
                  <a:pt x="524827" y="1955393"/>
                </a:lnTo>
                <a:close/>
              </a:path>
              <a:path w="2646045" h="2305050">
                <a:moveTo>
                  <a:pt x="604456" y="1759864"/>
                </a:moveTo>
                <a:lnTo>
                  <a:pt x="0" y="1759864"/>
                </a:lnTo>
                <a:lnTo>
                  <a:pt x="0" y="1913851"/>
                </a:lnTo>
                <a:lnTo>
                  <a:pt x="604456" y="1913851"/>
                </a:lnTo>
                <a:lnTo>
                  <a:pt x="604456" y="1759864"/>
                </a:lnTo>
                <a:close/>
              </a:path>
              <a:path w="2646045" h="2305050">
                <a:moveTo>
                  <a:pt x="644271" y="1564322"/>
                </a:moveTo>
                <a:lnTo>
                  <a:pt x="0" y="1564322"/>
                </a:lnTo>
                <a:lnTo>
                  <a:pt x="0" y="1718310"/>
                </a:lnTo>
                <a:lnTo>
                  <a:pt x="644271" y="1718310"/>
                </a:lnTo>
                <a:lnTo>
                  <a:pt x="644271" y="1564322"/>
                </a:lnTo>
                <a:close/>
              </a:path>
              <a:path w="2646045" h="2305050">
                <a:moveTo>
                  <a:pt x="662368" y="1368780"/>
                </a:moveTo>
                <a:lnTo>
                  <a:pt x="0" y="1368780"/>
                </a:lnTo>
                <a:lnTo>
                  <a:pt x="0" y="1522768"/>
                </a:lnTo>
                <a:lnTo>
                  <a:pt x="662368" y="1522768"/>
                </a:lnTo>
                <a:lnTo>
                  <a:pt x="662368" y="1368780"/>
                </a:lnTo>
                <a:close/>
              </a:path>
              <a:path w="2646045" h="2305050">
                <a:moveTo>
                  <a:pt x="846963" y="1173238"/>
                </a:moveTo>
                <a:lnTo>
                  <a:pt x="0" y="1173238"/>
                </a:lnTo>
                <a:lnTo>
                  <a:pt x="0" y="1327226"/>
                </a:lnTo>
                <a:lnTo>
                  <a:pt x="846963" y="1327226"/>
                </a:lnTo>
                <a:lnTo>
                  <a:pt x="846963" y="1173238"/>
                </a:lnTo>
                <a:close/>
              </a:path>
              <a:path w="2646045" h="2305050">
                <a:moveTo>
                  <a:pt x="973645" y="977696"/>
                </a:moveTo>
                <a:lnTo>
                  <a:pt x="0" y="977696"/>
                </a:lnTo>
                <a:lnTo>
                  <a:pt x="0" y="1131684"/>
                </a:lnTo>
                <a:lnTo>
                  <a:pt x="973645" y="1131684"/>
                </a:lnTo>
                <a:lnTo>
                  <a:pt x="973645" y="977696"/>
                </a:lnTo>
                <a:close/>
              </a:path>
              <a:path w="2646045" h="2305050">
                <a:moveTo>
                  <a:pt x="1067752" y="782167"/>
                </a:moveTo>
                <a:lnTo>
                  <a:pt x="0" y="782167"/>
                </a:lnTo>
                <a:lnTo>
                  <a:pt x="0" y="936155"/>
                </a:lnTo>
                <a:lnTo>
                  <a:pt x="1067752" y="936155"/>
                </a:lnTo>
                <a:lnTo>
                  <a:pt x="1067752" y="782167"/>
                </a:lnTo>
                <a:close/>
              </a:path>
              <a:path w="2646045" h="2305050">
                <a:moveTo>
                  <a:pt x="1078611" y="586625"/>
                </a:moveTo>
                <a:lnTo>
                  <a:pt x="0" y="586625"/>
                </a:lnTo>
                <a:lnTo>
                  <a:pt x="0" y="740613"/>
                </a:lnTo>
                <a:lnTo>
                  <a:pt x="1078611" y="740613"/>
                </a:lnTo>
                <a:lnTo>
                  <a:pt x="1078611" y="586625"/>
                </a:lnTo>
                <a:close/>
              </a:path>
              <a:path w="2646045" h="2305050">
                <a:moveTo>
                  <a:pt x="1136523" y="391083"/>
                </a:moveTo>
                <a:lnTo>
                  <a:pt x="0" y="391083"/>
                </a:lnTo>
                <a:lnTo>
                  <a:pt x="0" y="545071"/>
                </a:lnTo>
                <a:lnTo>
                  <a:pt x="1136523" y="545071"/>
                </a:lnTo>
                <a:lnTo>
                  <a:pt x="1136523" y="391083"/>
                </a:lnTo>
                <a:close/>
              </a:path>
              <a:path w="2646045" h="2305050">
                <a:moveTo>
                  <a:pt x="1237869" y="195541"/>
                </a:moveTo>
                <a:lnTo>
                  <a:pt x="0" y="195541"/>
                </a:lnTo>
                <a:lnTo>
                  <a:pt x="0" y="349529"/>
                </a:lnTo>
                <a:lnTo>
                  <a:pt x="1237869" y="349529"/>
                </a:lnTo>
                <a:lnTo>
                  <a:pt x="1237869" y="195541"/>
                </a:lnTo>
                <a:close/>
              </a:path>
              <a:path w="2646045" h="2305050">
                <a:moveTo>
                  <a:pt x="2645854" y="0"/>
                </a:moveTo>
                <a:lnTo>
                  <a:pt x="0" y="0"/>
                </a:lnTo>
                <a:lnTo>
                  <a:pt x="0" y="153987"/>
                </a:lnTo>
                <a:lnTo>
                  <a:pt x="2645854" y="153987"/>
                </a:lnTo>
                <a:lnTo>
                  <a:pt x="2645854" y="0"/>
                </a:lnTo>
                <a:close/>
              </a:path>
            </a:pathLst>
          </a:custGeom>
          <a:solidFill>
            <a:srgbClr val="4DB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314449" y="676274"/>
            <a:ext cx="1514475" cy="904875"/>
            <a:chOff x="1314449" y="676274"/>
            <a:chExt cx="1514475" cy="904875"/>
          </a:xfrm>
        </p:grpSpPr>
        <p:sp>
          <p:nvSpPr>
            <p:cNvPr id="25" name="object 25"/>
            <p:cNvSpPr/>
            <p:nvPr/>
          </p:nvSpPr>
          <p:spPr>
            <a:xfrm>
              <a:off x="1314437" y="676274"/>
              <a:ext cx="1514475" cy="904875"/>
            </a:xfrm>
            <a:custGeom>
              <a:avLst/>
              <a:gdLst/>
              <a:ahLst/>
              <a:cxnLst/>
              <a:rect l="l" t="t" r="r" b="b"/>
              <a:pathLst>
                <a:path w="1514475" h="904875">
                  <a:moveTo>
                    <a:pt x="1514475" y="0"/>
                  </a:moveTo>
                  <a:lnTo>
                    <a:pt x="0" y="0"/>
                  </a:lnTo>
                  <a:lnTo>
                    <a:pt x="0" y="904875"/>
                  </a:lnTo>
                  <a:lnTo>
                    <a:pt x="1514475" y="904875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47800" y="809624"/>
              <a:ext cx="1247775" cy="638175"/>
            </a:xfrm>
            <a:custGeom>
              <a:avLst/>
              <a:gdLst/>
              <a:ahLst/>
              <a:cxnLst/>
              <a:rect l="l" t="t" r="r" b="b"/>
              <a:pathLst>
                <a:path w="1247775" h="63817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09674" y="0"/>
                  </a:lnTo>
                  <a:lnTo>
                    <a:pt x="1244500" y="24110"/>
                  </a:lnTo>
                  <a:lnTo>
                    <a:pt x="1247774" y="600074"/>
                  </a:lnTo>
                  <a:lnTo>
                    <a:pt x="1244500" y="614064"/>
                  </a:lnTo>
                  <a:lnTo>
                    <a:pt x="1235868" y="626268"/>
                  </a:lnTo>
                  <a:lnTo>
                    <a:pt x="1223664" y="634900"/>
                  </a:lnTo>
                  <a:lnTo>
                    <a:pt x="1209674" y="638174"/>
                  </a:lnTo>
                  <a:lnTo>
                    <a:pt x="38099" y="638174"/>
                  </a:lnTo>
                  <a:lnTo>
                    <a:pt x="24110" y="634900"/>
                  </a:lnTo>
                  <a:lnTo>
                    <a:pt x="11906" y="626268"/>
                  </a:lnTo>
                  <a:lnTo>
                    <a:pt x="3274" y="614064"/>
                  </a:lnTo>
                  <a:lnTo>
                    <a:pt x="0" y="60007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57325" y="819149"/>
              <a:ext cx="1228725" cy="619125"/>
            </a:xfrm>
            <a:custGeom>
              <a:avLst/>
              <a:gdLst/>
              <a:ahLst/>
              <a:cxnLst/>
              <a:rect l="l" t="t" r="r" b="b"/>
              <a:pathLst>
                <a:path w="1228725" h="619125">
                  <a:moveTo>
                    <a:pt x="1200149" y="619124"/>
                  </a:moveTo>
                  <a:lnTo>
                    <a:pt x="28574" y="619124"/>
                  </a:lnTo>
                  <a:lnTo>
                    <a:pt x="18082" y="616669"/>
                  </a:lnTo>
                  <a:lnTo>
                    <a:pt x="8929" y="610195"/>
                  </a:lnTo>
                  <a:lnTo>
                    <a:pt x="2455" y="601042"/>
                  </a:lnTo>
                  <a:lnTo>
                    <a:pt x="0" y="59054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200149" y="0"/>
                  </a:lnTo>
                  <a:lnTo>
                    <a:pt x="1210642" y="2455"/>
                  </a:lnTo>
                  <a:lnTo>
                    <a:pt x="1219795" y="8929"/>
                  </a:lnTo>
                  <a:lnTo>
                    <a:pt x="1226269" y="18082"/>
                  </a:lnTo>
                  <a:lnTo>
                    <a:pt x="1228724" y="28574"/>
                  </a:lnTo>
                  <a:lnTo>
                    <a:pt x="1228724" y="590549"/>
                  </a:lnTo>
                  <a:lnTo>
                    <a:pt x="1226269" y="601042"/>
                  </a:lnTo>
                  <a:lnTo>
                    <a:pt x="1219795" y="610195"/>
                  </a:lnTo>
                  <a:lnTo>
                    <a:pt x="1210642" y="616669"/>
                  </a:lnTo>
                  <a:lnTo>
                    <a:pt x="1200149" y="619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58924" y="780091"/>
            <a:ext cx="811530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18</a:t>
            </a:r>
            <a:endParaRPr sz="20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100" spc="-6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605D5C"/>
                </a:solidFill>
                <a:latin typeface="Segoe UI"/>
                <a:cs typeface="Segoe UI"/>
              </a:rPr>
              <a:t>Age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450029" y="809624"/>
            <a:ext cx="1026794" cy="28575"/>
          </a:xfrm>
          <a:custGeom>
            <a:avLst/>
            <a:gdLst/>
            <a:ahLst/>
            <a:cxnLst/>
            <a:rect l="l" t="t" r="r" b="b"/>
            <a:pathLst>
              <a:path w="1026794" h="28575">
                <a:moveTo>
                  <a:pt x="0" y="28574"/>
                </a:moveTo>
                <a:lnTo>
                  <a:pt x="1026470" y="28574"/>
                </a:lnTo>
                <a:lnTo>
                  <a:pt x="1026470" y="0"/>
                </a:lnTo>
                <a:lnTo>
                  <a:pt x="0" y="0"/>
                </a:lnTo>
                <a:lnTo>
                  <a:pt x="0" y="28574"/>
                </a:lnTo>
                <a:close/>
              </a:path>
            </a:pathLst>
          </a:custGeom>
          <a:solidFill>
            <a:srgbClr val="F18F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178424" y="1543113"/>
            <a:ext cx="11709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r>
              <a:rPr sz="1400" spc="-10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76875" y="1925637"/>
            <a:ext cx="2914650" cy="962025"/>
          </a:xfrm>
          <a:custGeom>
            <a:avLst/>
            <a:gdLst/>
            <a:ahLst/>
            <a:cxnLst/>
            <a:rect l="l" t="t" r="r" b="b"/>
            <a:pathLst>
              <a:path w="2914650" h="962025">
                <a:moveTo>
                  <a:pt x="9525" y="951191"/>
                </a:moveTo>
                <a:lnTo>
                  <a:pt x="9067" y="950074"/>
                </a:lnTo>
                <a:lnTo>
                  <a:pt x="7200" y="948207"/>
                </a:lnTo>
                <a:lnTo>
                  <a:pt x="6083" y="947737"/>
                </a:lnTo>
                <a:lnTo>
                  <a:pt x="3454" y="947737"/>
                </a:lnTo>
                <a:lnTo>
                  <a:pt x="2336" y="948207"/>
                </a:lnTo>
                <a:lnTo>
                  <a:pt x="469" y="950074"/>
                </a:lnTo>
                <a:lnTo>
                  <a:pt x="0" y="951191"/>
                </a:lnTo>
                <a:lnTo>
                  <a:pt x="0" y="953820"/>
                </a:lnTo>
                <a:lnTo>
                  <a:pt x="469" y="954938"/>
                </a:lnTo>
                <a:lnTo>
                  <a:pt x="2336" y="956805"/>
                </a:lnTo>
                <a:lnTo>
                  <a:pt x="3454" y="957262"/>
                </a:lnTo>
                <a:lnTo>
                  <a:pt x="6083" y="957262"/>
                </a:lnTo>
                <a:lnTo>
                  <a:pt x="7200" y="956805"/>
                </a:lnTo>
                <a:lnTo>
                  <a:pt x="9067" y="954938"/>
                </a:lnTo>
                <a:lnTo>
                  <a:pt x="9525" y="953820"/>
                </a:lnTo>
                <a:lnTo>
                  <a:pt x="9525" y="951191"/>
                </a:lnTo>
                <a:close/>
              </a:path>
              <a:path w="2914650" h="962025">
                <a:moveTo>
                  <a:pt x="9525" y="299262"/>
                </a:moveTo>
                <a:lnTo>
                  <a:pt x="9067" y="298132"/>
                </a:lnTo>
                <a:lnTo>
                  <a:pt x="7200" y="296278"/>
                </a:lnTo>
                <a:lnTo>
                  <a:pt x="6083" y="295808"/>
                </a:lnTo>
                <a:lnTo>
                  <a:pt x="3454" y="295808"/>
                </a:lnTo>
                <a:lnTo>
                  <a:pt x="2336" y="296278"/>
                </a:lnTo>
                <a:lnTo>
                  <a:pt x="469" y="298132"/>
                </a:lnTo>
                <a:lnTo>
                  <a:pt x="0" y="299262"/>
                </a:lnTo>
                <a:lnTo>
                  <a:pt x="0" y="301891"/>
                </a:lnTo>
                <a:lnTo>
                  <a:pt x="469" y="303009"/>
                </a:lnTo>
                <a:lnTo>
                  <a:pt x="2336" y="304876"/>
                </a:lnTo>
                <a:lnTo>
                  <a:pt x="3454" y="305333"/>
                </a:lnTo>
                <a:lnTo>
                  <a:pt x="6083" y="305333"/>
                </a:lnTo>
                <a:lnTo>
                  <a:pt x="7200" y="304876"/>
                </a:lnTo>
                <a:lnTo>
                  <a:pt x="9067" y="303009"/>
                </a:lnTo>
                <a:lnTo>
                  <a:pt x="9525" y="301891"/>
                </a:lnTo>
                <a:lnTo>
                  <a:pt x="9525" y="299262"/>
                </a:lnTo>
                <a:close/>
              </a:path>
              <a:path w="2914650" h="962025">
                <a:moveTo>
                  <a:pt x="57150" y="951191"/>
                </a:moveTo>
                <a:lnTo>
                  <a:pt x="56692" y="950074"/>
                </a:lnTo>
                <a:lnTo>
                  <a:pt x="54825" y="948207"/>
                </a:lnTo>
                <a:lnTo>
                  <a:pt x="53708" y="947737"/>
                </a:lnTo>
                <a:lnTo>
                  <a:pt x="51079" y="947737"/>
                </a:lnTo>
                <a:lnTo>
                  <a:pt x="49961" y="948207"/>
                </a:lnTo>
                <a:lnTo>
                  <a:pt x="48094" y="950074"/>
                </a:lnTo>
                <a:lnTo>
                  <a:pt x="47625" y="951191"/>
                </a:lnTo>
                <a:lnTo>
                  <a:pt x="47625" y="953820"/>
                </a:lnTo>
                <a:lnTo>
                  <a:pt x="48094" y="954938"/>
                </a:lnTo>
                <a:lnTo>
                  <a:pt x="49961" y="956805"/>
                </a:lnTo>
                <a:lnTo>
                  <a:pt x="51079" y="957262"/>
                </a:lnTo>
                <a:lnTo>
                  <a:pt x="53708" y="957262"/>
                </a:lnTo>
                <a:lnTo>
                  <a:pt x="54825" y="956805"/>
                </a:lnTo>
                <a:lnTo>
                  <a:pt x="56692" y="954938"/>
                </a:lnTo>
                <a:lnTo>
                  <a:pt x="57150" y="953820"/>
                </a:lnTo>
                <a:lnTo>
                  <a:pt x="57150" y="951191"/>
                </a:lnTo>
                <a:close/>
              </a:path>
              <a:path w="2914650" h="962025">
                <a:moveTo>
                  <a:pt x="57150" y="299262"/>
                </a:moveTo>
                <a:lnTo>
                  <a:pt x="56692" y="298132"/>
                </a:lnTo>
                <a:lnTo>
                  <a:pt x="54825" y="296278"/>
                </a:lnTo>
                <a:lnTo>
                  <a:pt x="53708" y="295808"/>
                </a:lnTo>
                <a:lnTo>
                  <a:pt x="51079" y="295808"/>
                </a:lnTo>
                <a:lnTo>
                  <a:pt x="49961" y="296278"/>
                </a:lnTo>
                <a:lnTo>
                  <a:pt x="48094" y="298132"/>
                </a:lnTo>
                <a:lnTo>
                  <a:pt x="47625" y="299262"/>
                </a:lnTo>
                <a:lnTo>
                  <a:pt x="47625" y="301891"/>
                </a:lnTo>
                <a:lnTo>
                  <a:pt x="48094" y="303009"/>
                </a:lnTo>
                <a:lnTo>
                  <a:pt x="49961" y="304876"/>
                </a:lnTo>
                <a:lnTo>
                  <a:pt x="51079" y="305333"/>
                </a:lnTo>
                <a:lnTo>
                  <a:pt x="53708" y="305333"/>
                </a:lnTo>
                <a:lnTo>
                  <a:pt x="54825" y="304876"/>
                </a:lnTo>
                <a:lnTo>
                  <a:pt x="56692" y="303009"/>
                </a:lnTo>
                <a:lnTo>
                  <a:pt x="57150" y="301891"/>
                </a:lnTo>
                <a:lnTo>
                  <a:pt x="57150" y="299262"/>
                </a:lnTo>
                <a:close/>
              </a:path>
              <a:path w="2914650" h="962025">
                <a:moveTo>
                  <a:pt x="104775" y="951191"/>
                </a:moveTo>
                <a:lnTo>
                  <a:pt x="104317" y="950074"/>
                </a:lnTo>
                <a:lnTo>
                  <a:pt x="102450" y="948207"/>
                </a:lnTo>
                <a:lnTo>
                  <a:pt x="101333" y="947737"/>
                </a:lnTo>
                <a:lnTo>
                  <a:pt x="98704" y="947737"/>
                </a:lnTo>
                <a:lnTo>
                  <a:pt x="97586" y="948207"/>
                </a:lnTo>
                <a:lnTo>
                  <a:pt x="95719" y="950074"/>
                </a:lnTo>
                <a:lnTo>
                  <a:pt x="95250" y="951191"/>
                </a:lnTo>
                <a:lnTo>
                  <a:pt x="95250" y="953820"/>
                </a:lnTo>
                <a:lnTo>
                  <a:pt x="95719" y="954938"/>
                </a:lnTo>
                <a:lnTo>
                  <a:pt x="97586" y="956805"/>
                </a:lnTo>
                <a:lnTo>
                  <a:pt x="98704" y="957262"/>
                </a:lnTo>
                <a:lnTo>
                  <a:pt x="101333" y="957262"/>
                </a:lnTo>
                <a:lnTo>
                  <a:pt x="102450" y="956805"/>
                </a:lnTo>
                <a:lnTo>
                  <a:pt x="104317" y="954938"/>
                </a:lnTo>
                <a:lnTo>
                  <a:pt x="104775" y="953820"/>
                </a:lnTo>
                <a:lnTo>
                  <a:pt x="104775" y="951191"/>
                </a:lnTo>
                <a:close/>
              </a:path>
              <a:path w="2914650" h="962025">
                <a:moveTo>
                  <a:pt x="104775" y="299262"/>
                </a:moveTo>
                <a:lnTo>
                  <a:pt x="104317" y="298132"/>
                </a:lnTo>
                <a:lnTo>
                  <a:pt x="102450" y="296278"/>
                </a:lnTo>
                <a:lnTo>
                  <a:pt x="101333" y="295808"/>
                </a:lnTo>
                <a:lnTo>
                  <a:pt x="98704" y="295808"/>
                </a:lnTo>
                <a:lnTo>
                  <a:pt x="97586" y="296278"/>
                </a:lnTo>
                <a:lnTo>
                  <a:pt x="95719" y="298132"/>
                </a:lnTo>
                <a:lnTo>
                  <a:pt x="95250" y="299262"/>
                </a:lnTo>
                <a:lnTo>
                  <a:pt x="95250" y="301891"/>
                </a:lnTo>
                <a:lnTo>
                  <a:pt x="95719" y="303009"/>
                </a:lnTo>
                <a:lnTo>
                  <a:pt x="97586" y="304876"/>
                </a:lnTo>
                <a:lnTo>
                  <a:pt x="98704" y="305333"/>
                </a:lnTo>
                <a:lnTo>
                  <a:pt x="101333" y="305333"/>
                </a:lnTo>
                <a:lnTo>
                  <a:pt x="102450" y="304876"/>
                </a:lnTo>
                <a:lnTo>
                  <a:pt x="104317" y="303009"/>
                </a:lnTo>
                <a:lnTo>
                  <a:pt x="104775" y="301891"/>
                </a:lnTo>
                <a:lnTo>
                  <a:pt x="104775" y="299262"/>
                </a:lnTo>
                <a:close/>
              </a:path>
              <a:path w="2914650" h="962025">
                <a:moveTo>
                  <a:pt x="152400" y="951191"/>
                </a:moveTo>
                <a:lnTo>
                  <a:pt x="151942" y="950074"/>
                </a:lnTo>
                <a:lnTo>
                  <a:pt x="150075" y="948207"/>
                </a:lnTo>
                <a:lnTo>
                  <a:pt x="148958" y="947737"/>
                </a:lnTo>
                <a:lnTo>
                  <a:pt x="146329" y="947737"/>
                </a:lnTo>
                <a:lnTo>
                  <a:pt x="145211" y="948207"/>
                </a:lnTo>
                <a:lnTo>
                  <a:pt x="143344" y="950074"/>
                </a:lnTo>
                <a:lnTo>
                  <a:pt x="142875" y="951191"/>
                </a:lnTo>
                <a:lnTo>
                  <a:pt x="142875" y="953820"/>
                </a:lnTo>
                <a:lnTo>
                  <a:pt x="143344" y="954938"/>
                </a:lnTo>
                <a:lnTo>
                  <a:pt x="145211" y="956805"/>
                </a:lnTo>
                <a:lnTo>
                  <a:pt x="146329" y="957262"/>
                </a:lnTo>
                <a:lnTo>
                  <a:pt x="148958" y="957262"/>
                </a:lnTo>
                <a:lnTo>
                  <a:pt x="150075" y="956805"/>
                </a:lnTo>
                <a:lnTo>
                  <a:pt x="151942" y="954938"/>
                </a:lnTo>
                <a:lnTo>
                  <a:pt x="152400" y="953820"/>
                </a:lnTo>
                <a:lnTo>
                  <a:pt x="152400" y="951191"/>
                </a:lnTo>
                <a:close/>
              </a:path>
              <a:path w="2914650" h="962025">
                <a:moveTo>
                  <a:pt x="152400" y="299262"/>
                </a:moveTo>
                <a:lnTo>
                  <a:pt x="151942" y="298132"/>
                </a:lnTo>
                <a:lnTo>
                  <a:pt x="150075" y="296278"/>
                </a:lnTo>
                <a:lnTo>
                  <a:pt x="148958" y="295808"/>
                </a:lnTo>
                <a:lnTo>
                  <a:pt x="146329" y="295808"/>
                </a:lnTo>
                <a:lnTo>
                  <a:pt x="145211" y="296278"/>
                </a:lnTo>
                <a:lnTo>
                  <a:pt x="143344" y="298132"/>
                </a:lnTo>
                <a:lnTo>
                  <a:pt x="142875" y="299262"/>
                </a:lnTo>
                <a:lnTo>
                  <a:pt x="142875" y="301891"/>
                </a:lnTo>
                <a:lnTo>
                  <a:pt x="143344" y="303009"/>
                </a:lnTo>
                <a:lnTo>
                  <a:pt x="145211" y="304876"/>
                </a:lnTo>
                <a:lnTo>
                  <a:pt x="146329" y="305333"/>
                </a:lnTo>
                <a:lnTo>
                  <a:pt x="148958" y="305333"/>
                </a:lnTo>
                <a:lnTo>
                  <a:pt x="150075" y="304876"/>
                </a:lnTo>
                <a:lnTo>
                  <a:pt x="151942" y="303009"/>
                </a:lnTo>
                <a:lnTo>
                  <a:pt x="152400" y="301891"/>
                </a:lnTo>
                <a:lnTo>
                  <a:pt x="152400" y="299262"/>
                </a:lnTo>
                <a:close/>
              </a:path>
              <a:path w="2914650" h="962025">
                <a:moveTo>
                  <a:pt x="200025" y="951191"/>
                </a:moveTo>
                <a:lnTo>
                  <a:pt x="199567" y="950074"/>
                </a:lnTo>
                <a:lnTo>
                  <a:pt x="197700" y="948207"/>
                </a:lnTo>
                <a:lnTo>
                  <a:pt x="196583" y="947737"/>
                </a:lnTo>
                <a:lnTo>
                  <a:pt x="193954" y="947737"/>
                </a:lnTo>
                <a:lnTo>
                  <a:pt x="192836" y="948207"/>
                </a:lnTo>
                <a:lnTo>
                  <a:pt x="190969" y="950074"/>
                </a:lnTo>
                <a:lnTo>
                  <a:pt x="190500" y="951191"/>
                </a:lnTo>
                <a:lnTo>
                  <a:pt x="190500" y="953820"/>
                </a:lnTo>
                <a:lnTo>
                  <a:pt x="190969" y="954938"/>
                </a:lnTo>
                <a:lnTo>
                  <a:pt x="192836" y="956805"/>
                </a:lnTo>
                <a:lnTo>
                  <a:pt x="193954" y="957262"/>
                </a:lnTo>
                <a:lnTo>
                  <a:pt x="196583" y="957262"/>
                </a:lnTo>
                <a:lnTo>
                  <a:pt x="197700" y="956805"/>
                </a:lnTo>
                <a:lnTo>
                  <a:pt x="199567" y="954938"/>
                </a:lnTo>
                <a:lnTo>
                  <a:pt x="200025" y="953820"/>
                </a:lnTo>
                <a:lnTo>
                  <a:pt x="200025" y="951191"/>
                </a:lnTo>
                <a:close/>
              </a:path>
              <a:path w="2914650" h="962025">
                <a:moveTo>
                  <a:pt x="200025" y="299262"/>
                </a:moveTo>
                <a:lnTo>
                  <a:pt x="199567" y="298132"/>
                </a:lnTo>
                <a:lnTo>
                  <a:pt x="197700" y="296278"/>
                </a:lnTo>
                <a:lnTo>
                  <a:pt x="196583" y="295808"/>
                </a:lnTo>
                <a:lnTo>
                  <a:pt x="193954" y="295808"/>
                </a:lnTo>
                <a:lnTo>
                  <a:pt x="192836" y="296278"/>
                </a:lnTo>
                <a:lnTo>
                  <a:pt x="190969" y="298132"/>
                </a:lnTo>
                <a:lnTo>
                  <a:pt x="190500" y="299262"/>
                </a:lnTo>
                <a:lnTo>
                  <a:pt x="190500" y="301891"/>
                </a:lnTo>
                <a:lnTo>
                  <a:pt x="190969" y="303009"/>
                </a:lnTo>
                <a:lnTo>
                  <a:pt x="192836" y="304876"/>
                </a:lnTo>
                <a:lnTo>
                  <a:pt x="193954" y="305333"/>
                </a:lnTo>
                <a:lnTo>
                  <a:pt x="196583" y="305333"/>
                </a:lnTo>
                <a:lnTo>
                  <a:pt x="197700" y="304876"/>
                </a:lnTo>
                <a:lnTo>
                  <a:pt x="199567" y="303009"/>
                </a:lnTo>
                <a:lnTo>
                  <a:pt x="200025" y="301891"/>
                </a:lnTo>
                <a:lnTo>
                  <a:pt x="200025" y="299262"/>
                </a:lnTo>
                <a:close/>
              </a:path>
              <a:path w="2914650" h="962025">
                <a:moveTo>
                  <a:pt x="247650" y="951191"/>
                </a:moveTo>
                <a:lnTo>
                  <a:pt x="247192" y="950074"/>
                </a:lnTo>
                <a:lnTo>
                  <a:pt x="245325" y="948207"/>
                </a:lnTo>
                <a:lnTo>
                  <a:pt x="244208" y="947737"/>
                </a:lnTo>
                <a:lnTo>
                  <a:pt x="241579" y="947737"/>
                </a:lnTo>
                <a:lnTo>
                  <a:pt x="240461" y="948207"/>
                </a:lnTo>
                <a:lnTo>
                  <a:pt x="238594" y="950074"/>
                </a:lnTo>
                <a:lnTo>
                  <a:pt x="238125" y="951191"/>
                </a:lnTo>
                <a:lnTo>
                  <a:pt x="238125" y="953820"/>
                </a:lnTo>
                <a:lnTo>
                  <a:pt x="238594" y="954938"/>
                </a:lnTo>
                <a:lnTo>
                  <a:pt x="240461" y="956805"/>
                </a:lnTo>
                <a:lnTo>
                  <a:pt x="241579" y="957262"/>
                </a:lnTo>
                <a:lnTo>
                  <a:pt x="244208" y="957262"/>
                </a:lnTo>
                <a:lnTo>
                  <a:pt x="245325" y="956805"/>
                </a:lnTo>
                <a:lnTo>
                  <a:pt x="247192" y="954938"/>
                </a:lnTo>
                <a:lnTo>
                  <a:pt x="247650" y="953820"/>
                </a:lnTo>
                <a:lnTo>
                  <a:pt x="247650" y="951191"/>
                </a:lnTo>
                <a:close/>
              </a:path>
              <a:path w="2914650" h="962025">
                <a:moveTo>
                  <a:pt x="247650" y="299262"/>
                </a:moveTo>
                <a:lnTo>
                  <a:pt x="247192" y="298132"/>
                </a:lnTo>
                <a:lnTo>
                  <a:pt x="245325" y="296278"/>
                </a:lnTo>
                <a:lnTo>
                  <a:pt x="244208" y="295808"/>
                </a:lnTo>
                <a:lnTo>
                  <a:pt x="241579" y="295808"/>
                </a:lnTo>
                <a:lnTo>
                  <a:pt x="240461" y="296278"/>
                </a:lnTo>
                <a:lnTo>
                  <a:pt x="238594" y="298132"/>
                </a:lnTo>
                <a:lnTo>
                  <a:pt x="238125" y="299262"/>
                </a:lnTo>
                <a:lnTo>
                  <a:pt x="238125" y="301891"/>
                </a:lnTo>
                <a:lnTo>
                  <a:pt x="238594" y="303009"/>
                </a:lnTo>
                <a:lnTo>
                  <a:pt x="240461" y="304876"/>
                </a:lnTo>
                <a:lnTo>
                  <a:pt x="241579" y="305333"/>
                </a:lnTo>
                <a:lnTo>
                  <a:pt x="244208" y="305333"/>
                </a:lnTo>
                <a:lnTo>
                  <a:pt x="245325" y="304876"/>
                </a:lnTo>
                <a:lnTo>
                  <a:pt x="247192" y="303009"/>
                </a:lnTo>
                <a:lnTo>
                  <a:pt x="247650" y="301891"/>
                </a:lnTo>
                <a:lnTo>
                  <a:pt x="247650" y="299262"/>
                </a:lnTo>
                <a:close/>
              </a:path>
              <a:path w="2914650" h="962025">
                <a:moveTo>
                  <a:pt x="257175" y="955954"/>
                </a:moveTo>
                <a:lnTo>
                  <a:pt x="256717" y="954836"/>
                </a:lnTo>
                <a:lnTo>
                  <a:pt x="254850" y="952969"/>
                </a:lnTo>
                <a:lnTo>
                  <a:pt x="253733" y="952500"/>
                </a:lnTo>
                <a:lnTo>
                  <a:pt x="251104" y="952500"/>
                </a:lnTo>
                <a:lnTo>
                  <a:pt x="249986" y="952969"/>
                </a:lnTo>
                <a:lnTo>
                  <a:pt x="248119" y="954836"/>
                </a:lnTo>
                <a:lnTo>
                  <a:pt x="247650" y="955954"/>
                </a:lnTo>
                <a:lnTo>
                  <a:pt x="247650" y="958583"/>
                </a:lnTo>
                <a:lnTo>
                  <a:pt x="248119" y="959700"/>
                </a:lnTo>
                <a:lnTo>
                  <a:pt x="249986" y="961567"/>
                </a:lnTo>
                <a:lnTo>
                  <a:pt x="251104" y="962025"/>
                </a:lnTo>
                <a:lnTo>
                  <a:pt x="253733" y="962025"/>
                </a:lnTo>
                <a:lnTo>
                  <a:pt x="254850" y="961567"/>
                </a:lnTo>
                <a:lnTo>
                  <a:pt x="256717" y="959700"/>
                </a:lnTo>
                <a:lnTo>
                  <a:pt x="257175" y="958583"/>
                </a:lnTo>
                <a:lnTo>
                  <a:pt x="257175" y="955954"/>
                </a:lnTo>
                <a:close/>
              </a:path>
              <a:path w="2914650" h="962025">
                <a:moveTo>
                  <a:pt x="257175" y="908329"/>
                </a:moveTo>
                <a:lnTo>
                  <a:pt x="256717" y="907211"/>
                </a:lnTo>
                <a:lnTo>
                  <a:pt x="254850" y="905344"/>
                </a:lnTo>
                <a:lnTo>
                  <a:pt x="253733" y="904875"/>
                </a:lnTo>
                <a:lnTo>
                  <a:pt x="251104" y="904875"/>
                </a:lnTo>
                <a:lnTo>
                  <a:pt x="249986" y="905344"/>
                </a:lnTo>
                <a:lnTo>
                  <a:pt x="248119" y="907211"/>
                </a:lnTo>
                <a:lnTo>
                  <a:pt x="247650" y="908329"/>
                </a:lnTo>
                <a:lnTo>
                  <a:pt x="247650" y="910958"/>
                </a:lnTo>
                <a:lnTo>
                  <a:pt x="248119" y="912075"/>
                </a:lnTo>
                <a:lnTo>
                  <a:pt x="249986" y="913942"/>
                </a:lnTo>
                <a:lnTo>
                  <a:pt x="251104" y="914400"/>
                </a:lnTo>
                <a:lnTo>
                  <a:pt x="253733" y="914400"/>
                </a:lnTo>
                <a:lnTo>
                  <a:pt x="254850" y="913942"/>
                </a:lnTo>
                <a:lnTo>
                  <a:pt x="256717" y="912075"/>
                </a:lnTo>
                <a:lnTo>
                  <a:pt x="257175" y="910958"/>
                </a:lnTo>
                <a:lnTo>
                  <a:pt x="257175" y="908329"/>
                </a:lnTo>
                <a:close/>
              </a:path>
              <a:path w="2914650" h="962025">
                <a:moveTo>
                  <a:pt x="257175" y="860704"/>
                </a:moveTo>
                <a:lnTo>
                  <a:pt x="256717" y="859586"/>
                </a:lnTo>
                <a:lnTo>
                  <a:pt x="254850" y="857719"/>
                </a:lnTo>
                <a:lnTo>
                  <a:pt x="253733" y="857250"/>
                </a:lnTo>
                <a:lnTo>
                  <a:pt x="251104" y="857250"/>
                </a:lnTo>
                <a:lnTo>
                  <a:pt x="249986" y="857719"/>
                </a:lnTo>
                <a:lnTo>
                  <a:pt x="248119" y="859586"/>
                </a:lnTo>
                <a:lnTo>
                  <a:pt x="247650" y="860704"/>
                </a:lnTo>
                <a:lnTo>
                  <a:pt x="247650" y="863333"/>
                </a:lnTo>
                <a:lnTo>
                  <a:pt x="248119" y="864450"/>
                </a:lnTo>
                <a:lnTo>
                  <a:pt x="249986" y="866317"/>
                </a:lnTo>
                <a:lnTo>
                  <a:pt x="251104" y="866775"/>
                </a:lnTo>
                <a:lnTo>
                  <a:pt x="253733" y="866775"/>
                </a:lnTo>
                <a:lnTo>
                  <a:pt x="254850" y="866317"/>
                </a:lnTo>
                <a:lnTo>
                  <a:pt x="256717" y="864450"/>
                </a:lnTo>
                <a:lnTo>
                  <a:pt x="257175" y="863333"/>
                </a:lnTo>
                <a:lnTo>
                  <a:pt x="257175" y="860704"/>
                </a:lnTo>
                <a:close/>
              </a:path>
              <a:path w="2914650" h="962025">
                <a:moveTo>
                  <a:pt x="257175" y="813079"/>
                </a:moveTo>
                <a:lnTo>
                  <a:pt x="256717" y="811961"/>
                </a:lnTo>
                <a:lnTo>
                  <a:pt x="254850" y="810094"/>
                </a:lnTo>
                <a:lnTo>
                  <a:pt x="253733" y="809625"/>
                </a:lnTo>
                <a:lnTo>
                  <a:pt x="251104" y="809625"/>
                </a:lnTo>
                <a:lnTo>
                  <a:pt x="249986" y="810094"/>
                </a:lnTo>
                <a:lnTo>
                  <a:pt x="248119" y="811961"/>
                </a:lnTo>
                <a:lnTo>
                  <a:pt x="247650" y="813079"/>
                </a:lnTo>
                <a:lnTo>
                  <a:pt x="247650" y="815708"/>
                </a:lnTo>
                <a:lnTo>
                  <a:pt x="248119" y="816825"/>
                </a:lnTo>
                <a:lnTo>
                  <a:pt x="249986" y="818692"/>
                </a:lnTo>
                <a:lnTo>
                  <a:pt x="251104" y="819150"/>
                </a:lnTo>
                <a:lnTo>
                  <a:pt x="253733" y="819150"/>
                </a:lnTo>
                <a:lnTo>
                  <a:pt x="254850" y="818692"/>
                </a:lnTo>
                <a:lnTo>
                  <a:pt x="256717" y="816825"/>
                </a:lnTo>
                <a:lnTo>
                  <a:pt x="257175" y="815708"/>
                </a:lnTo>
                <a:lnTo>
                  <a:pt x="257175" y="813079"/>
                </a:lnTo>
                <a:close/>
              </a:path>
              <a:path w="2914650" h="962025">
                <a:moveTo>
                  <a:pt x="257175" y="765454"/>
                </a:moveTo>
                <a:lnTo>
                  <a:pt x="256717" y="764336"/>
                </a:lnTo>
                <a:lnTo>
                  <a:pt x="254850" y="762469"/>
                </a:lnTo>
                <a:lnTo>
                  <a:pt x="253733" y="762000"/>
                </a:lnTo>
                <a:lnTo>
                  <a:pt x="251104" y="762000"/>
                </a:lnTo>
                <a:lnTo>
                  <a:pt x="249986" y="762469"/>
                </a:lnTo>
                <a:lnTo>
                  <a:pt x="248119" y="764336"/>
                </a:lnTo>
                <a:lnTo>
                  <a:pt x="247650" y="765454"/>
                </a:lnTo>
                <a:lnTo>
                  <a:pt x="247650" y="768083"/>
                </a:lnTo>
                <a:lnTo>
                  <a:pt x="248119" y="769200"/>
                </a:lnTo>
                <a:lnTo>
                  <a:pt x="249986" y="771067"/>
                </a:lnTo>
                <a:lnTo>
                  <a:pt x="251104" y="771525"/>
                </a:lnTo>
                <a:lnTo>
                  <a:pt x="253733" y="771525"/>
                </a:lnTo>
                <a:lnTo>
                  <a:pt x="254850" y="771067"/>
                </a:lnTo>
                <a:lnTo>
                  <a:pt x="256717" y="769200"/>
                </a:lnTo>
                <a:lnTo>
                  <a:pt x="257175" y="768083"/>
                </a:lnTo>
                <a:lnTo>
                  <a:pt x="257175" y="765454"/>
                </a:lnTo>
                <a:close/>
              </a:path>
              <a:path w="2914650" h="962025">
                <a:moveTo>
                  <a:pt x="257175" y="717829"/>
                </a:moveTo>
                <a:lnTo>
                  <a:pt x="256717" y="716711"/>
                </a:lnTo>
                <a:lnTo>
                  <a:pt x="254850" y="714844"/>
                </a:lnTo>
                <a:lnTo>
                  <a:pt x="253733" y="714375"/>
                </a:lnTo>
                <a:lnTo>
                  <a:pt x="251104" y="714375"/>
                </a:lnTo>
                <a:lnTo>
                  <a:pt x="249986" y="714844"/>
                </a:lnTo>
                <a:lnTo>
                  <a:pt x="248119" y="716711"/>
                </a:lnTo>
                <a:lnTo>
                  <a:pt x="247650" y="717829"/>
                </a:lnTo>
                <a:lnTo>
                  <a:pt x="247650" y="720458"/>
                </a:lnTo>
                <a:lnTo>
                  <a:pt x="248119" y="721575"/>
                </a:lnTo>
                <a:lnTo>
                  <a:pt x="249986" y="723442"/>
                </a:lnTo>
                <a:lnTo>
                  <a:pt x="251104" y="723900"/>
                </a:lnTo>
                <a:lnTo>
                  <a:pt x="253733" y="723900"/>
                </a:lnTo>
                <a:lnTo>
                  <a:pt x="254850" y="723442"/>
                </a:lnTo>
                <a:lnTo>
                  <a:pt x="256717" y="721575"/>
                </a:lnTo>
                <a:lnTo>
                  <a:pt x="257175" y="720458"/>
                </a:lnTo>
                <a:lnTo>
                  <a:pt x="257175" y="717829"/>
                </a:lnTo>
                <a:close/>
              </a:path>
              <a:path w="2914650" h="962025">
                <a:moveTo>
                  <a:pt x="257175" y="670204"/>
                </a:moveTo>
                <a:lnTo>
                  <a:pt x="256717" y="669086"/>
                </a:lnTo>
                <a:lnTo>
                  <a:pt x="254850" y="667219"/>
                </a:lnTo>
                <a:lnTo>
                  <a:pt x="253733" y="666750"/>
                </a:lnTo>
                <a:lnTo>
                  <a:pt x="251104" y="666750"/>
                </a:lnTo>
                <a:lnTo>
                  <a:pt x="249986" y="667219"/>
                </a:lnTo>
                <a:lnTo>
                  <a:pt x="248119" y="669086"/>
                </a:lnTo>
                <a:lnTo>
                  <a:pt x="247650" y="670204"/>
                </a:lnTo>
                <a:lnTo>
                  <a:pt x="247650" y="672833"/>
                </a:lnTo>
                <a:lnTo>
                  <a:pt x="248119" y="673950"/>
                </a:lnTo>
                <a:lnTo>
                  <a:pt x="249986" y="675817"/>
                </a:lnTo>
                <a:lnTo>
                  <a:pt x="251104" y="676275"/>
                </a:lnTo>
                <a:lnTo>
                  <a:pt x="253733" y="676275"/>
                </a:lnTo>
                <a:lnTo>
                  <a:pt x="254850" y="675817"/>
                </a:lnTo>
                <a:lnTo>
                  <a:pt x="256717" y="673950"/>
                </a:lnTo>
                <a:lnTo>
                  <a:pt x="257175" y="672833"/>
                </a:lnTo>
                <a:lnTo>
                  <a:pt x="257175" y="670204"/>
                </a:lnTo>
                <a:close/>
              </a:path>
              <a:path w="2914650" h="962025">
                <a:moveTo>
                  <a:pt x="257175" y="622579"/>
                </a:moveTo>
                <a:lnTo>
                  <a:pt x="256717" y="621461"/>
                </a:lnTo>
                <a:lnTo>
                  <a:pt x="254850" y="619594"/>
                </a:lnTo>
                <a:lnTo>
                  <a:pt x="253733" y="619125"/>
                </a:lnTo>
                <a:lnTo>
                  <a:pt x="251104" y="619125"/>
                </a:lnTo>
                <a:lnTo>
                  <a:pt x="249986" y="619594"/>
                </a:lnTo>
                <a:lnTo>
                  <a:pt x="248119" y="621461"/>
                </a:lnTo>
                <a:lnTo>
                  <a:pt x="247650" y="622579"/>
                </a:lnTo>
                <a:lnTo>
                  <a:pt x="247650" y="625208"/>
                </a:lnTo>
                <a:lnTo>
                  <a:pt x="248119" y="626325"/>
                </a:lnTo>
                <a:lnTo>
                  <a:pt x="249986" y="628192"/>
                </a:lnTo>
                <a:lnTo>
                  <a:pt x="251104" y="628650"/>
                </a:lnTo>
                <a:lnTo>
                  <a:pt x="253733" y="628650"/>
                </a:lnTo>
                <a:lnTo>
                  <a:pt x="254850" y="628192"/>
                </a:lnTo>
                <a:lnTo>
                  <a:pt x="256717" y="626325"/>
                </a:lnTo>
                <a:lnTo>
                  <a:pt x="257175" y="625208"/>
                </a:lnTo>
                <a:lnTo>
                  <a:pt x="257175" y="622579"/>
                </a:lnTo>
                <a:close/>
              </a:path>
              <a:path w="2914650" h="962025">
                <a:moveTo>
                  <a:pt x="257175" y="574954"/>
                </a:moveTo>
                <a:lnTo>
                  <a:pt x="256717" y="573836"/>
                </a:lnTo>
                <a:lnTo>
                  <a:pt x="254850" y="571969"/>
                </a:lnTo>
                <a:lnTo>
                  <a:pt x="253733" y="571500"/>
                </a:lnTo>
                <a:lnTo>
                  <a:pt x="251104" y="571500"/>
                </a:lnTo>
                <a:lnTo>
                  <a:pt x="249986" y="571969"/>
                </a:lnTo>
                <a:lnTo>
                  <a:pt x="248119" y="573836"/>
                </a:lnTo>
                <a:lnTo>
                  <a:pt x="247650" y="574954"/>
                </a:lnTo>
                <a:lnTo>
                  <a:pt x="247650" y="577583"/>
                </a:lnTo>
                <a:lnTo>
                  <a:pt x="248119" y="578700"/>
                </a:lnTo>
                <a:lnTo>
                  <a:pt x="249986" y="580567"/>
                </a:lnTo>
                <a:lnTo>
                  <a:pt x="251104" y="581025"/>
                </a:lnTo>
                <a:lnTo>
                  <a:pt x="253733" y="581025"/>
                </a:lnTo>
                <a:lnTo>
                  <a:pt x="254850" y="580567"/>
                </a:lnTo>
                <a:lnTo>
                  <a:pt x="256717" y="578700"/>
                </a:lnTo>
                <a:lnTo>
                  <a:pt x="257175" y="577583"/>
                </a:lnTo>
                <a:lnTo>
                  <a:pt x="257175" y="574954"/>
                </a:lnTo>
                <a:close/>
              </a:path>
              <a:path w="2914650" h="962025">
                <a:moveTo>
                  <a:pt x="257175" y="527329"/>
                </a:moveTo>
                <a:lnTo>
                  <a:pt x="256717" y="526211"/>
                </a:lnTo>
                <a:lnTo>
                  <a:pt x="254850" y="524344"/>
                </a:lnTo>
                <a:lnTo>
                  <a:pt x="253733" y="523875"/>
                </a:lnTo>
                <a:lnTo>
                  <a:pt x="251104" y="523875"/>
                </a:lnTo>
                <a:lnTo>
                  <a:pt x="249986" y="524344"/>
                </a:lnTo>
                <a:lnTo>
                  <a:pt x="248119" y="526211"/>
                </a:lnTo>
                <a:lnTo>
                  <a:pt x="247650" y="527329"/>
                </a:lnTo>
                <a:lnTo>
                  <a:pt x="247650" y="529958"/>
                </a:lnTo>
                <a:lnTo>
                  <a:pt x="248119" y="531075"/>
                </a:lnTo>
                <a:lnTo>
                  <a:pt x="249986" y="532942"/>
                </a:lnTo>
                <a:lnTo>
                  <a:pt x="251104" y="533400"/>
                </a:lnTo>
                <a:lnTo>
                  <a:pt x="253733" y="533400"/>
                </a:lnTo>
                <a:lnTo>
                  <a:pt x="254850" y="532942"/>
                </a:lnTo>
                <a:lnTo>
                  <a:pt x="256717" y="531075"/>
                </a:lnTo>
                <a:lnTo>
                  <a:pt x="257175" y="529958"/>
                </a:lnTo>
                <a:lnTo>
                  <a:pt x="257175" y="527329"/>
                </a:lnTo>
                <a:close/>
              </a:path>
              <a:path w="2914650" h="962025">
                <a:moveTo>
                  <a:pt x="257175" y="479704"/>
                </a:moveTo>
                <a:lnTo>
                  <a:pt x="256717" y="478586"/>
                </a:lnTo>
                <a:lnTo>
                  <a:pt x="254850" y="476719"/>
                </a:lnTo>
                <a:lnTo>
                  <a:pt x="253733" y="476250"/>
                </a:lnTo>
                <a:lnTo>
                  <a:pt x="251104" y="476250"/>
                </a:lnTo>
                <a:lnTo>
                  <a:pt x="249986" y="476719"/>
                </a:lnTo>
                <a:lnTo>
                  <a:pt x="248119" y="478586"/>
                </a:lnTo>
                <a:lnTo>
                  <a:pt x="247650" y="479704"/>
                </a:lnTo>
                <a:lnTo>
                  <a:pt x="247650" y="482333"/>
                </a:lnTo>
                <a:lnTo>
                  <a:pt x="248119" y="483450"/>
                </a:lnTo>
                <a:lnTo>
                  <a:pt x="249986" y="485317"/>
                </a:lnTo>
                <a:lnTo>
                  <a:pt x="251104" y="485775"/>
                </a:lnTo>
                <a:lnTo>
                  <a:pt x="253733" y="485775"/>
                </a:lnTo>
                <a:lnTo>
                  <a:pt x="254850" y="485317"/>
                </a:lnTo>
                <a:lnTo>
                  <a:pt x="256717" y="483450"/>
                </a:lnTo>
                <a:lnTo>
                  <a:pt x="257175" y="482333"/>
                </a:lnTo>
                <a:lnTo>
                  <a:pt x="257175" y="479704"/>
                </a:lnTo>
                <a:close/>
              </a:path>
              <a:path w="2914650" h="962025">
                <a:moveTo>
                  <a:pt x="257175" y="432079"/>
                </a:moveTo>
                <a:lnTo>
                  <a:pt x="256717" y="430961"/>
                </a:lnTo>
                <a:lnTo>
                  <a:pt x="254850" y="429094"/>
                </a:lnTo>
                <a:lnTo>
                  <a:pt x="253733" y="428625"/>
                </a:lnTo>
                <a:lnTo>
                  <a:pt x="251104" y="428625"/>
                </a:lnTo>
                <a:lnTo>
                  <a:pt x="249986" y="429094"/>
                </a:lnTo>
                <a:lnTo>
                  <a:pt x="248119" y="430961"/>
                </a:lnTo>
                <a:lnTo>
                  <a:pt x="247650" y="432079"/>
                </a:lnTo>
                <a:lnTo>
                  <a:pt x="247650" y="434708"/>
                </a:lnTo>
                <a:lnTo>
                  <a:pt x="248119" y="435825"/>
                </a:lnTo>
                <a:lnTo>
                  <a:pt x="249986" y="437692"/>
                </a:lnTo>
                <a:lnTo>
                  <a:pt x="251104" y="438150"/>
                </a:lnTo>
                <a:lnTo>
                  <a:pt x="253733" y="438150"/>
                </a:lnTo>
                <a:lnTo>
                  <a:pt x="254850" y="437692"/>
                </a:lnTo>
                <a:lnTo>
                  <a:pt x="256717" y="435825"/>
                </a:lnTo>
                <a:lnTo>
                  <a:pt x="257175" y="434708"/>
                </a:lnTo>
                <a:lnTo>
                  <a:pt x="257175" y="432079"/>
                </a:lnTo>
                <a:close/>
              </a:path>
              <a:path w="2914650" h="962025">
                <a:moveTo>
                  <a:pt x="257175" y="384454"/>
                </a:moveTo>
                <a:lnTo>
                  <a:pt x="256717" y="383336"/>
                </a:lnTo>
                <a:lnTo>
                  <a:pt x="254850" y="381469"/>
                </a:lnTo>
                <a:lnTo>
                  <a:pt x="253733" y="381000"/>
                </a:lnTo>
                <a:lnTo>
                  <a:pt x="251104" y="381000"/>
                </a:lnTo>
                <a:lnTo>
                  <a:pt x="249986" y="381469"/>
                </a:lnTo>
                <a:lnTo>
                  <a:pt x="248119" y="383336"/>
                </a:lnTo>
                <a:lnTo>
                  <a:pt x="247650" y="384454"/>
                </a:lnTo>
                <a:lnTo>
                  <a:pt x="247650" y="387083"/>
                </a:lnTo>
                <a:lnTo>
                  <a:pt x="248119" y="388200"/>
                </a:lnTo>
                <a:lnTo>
                  <a:pt x="249986" y="390067"/>
                </a:lnTo>
                <a:lnTo>
                  <a:pt x="251104" y="390525"/>
                </a:lnTo>
                <a:lnTo>
                  <a:pt x="253733" y="390525"/>
                </a:lnTo>
                <a:lnTo>
                  <a:pt x="254850" y="390067"/>
                </a:lnTo>
                <a:lnTo>
                  <a:pt x="256717" y="388200"/>
                </a:lnTo>
                <a:lnTo>
                  <a:pt x="257175" y="387083"/>
                </a:lnTo>
                <a:lnTo>
                  <a:pt x="257175" y="384454"/>
                </a:lnTo>
                <a:close/>
              </a:path>
              <a:path w="2914650" h="962025">
                <a:moveTo>
                  <a:pt x="257175" y="336829"/>
                </a:moveTo>
                <a:lnTo>
                  <a:pt x="256717" y="335711"/>
                </a:lnTo>
                <a:lnTo>
                  <a:pt x="254850" y="333844"/>
                </a:lnTo>
                <a:lnTo>
                  <a:pt x="253733" y="333375"/>
                </a:lnTo>
                <a:lnTo>
                  <a:pt x="251104" y="333375"/>
                </a:lnTo>
                <a:lnTo>
                  <a:pt x="249986" y="333844"/>
                </a:lnTo>
                <a:lnTo>
                  <a:pt x="248119" y="335711"/>
                </a:lnTo>
                <a:lnTo>
                  <a:pt x="247650" y="336829"/>
                </a:lnTo>
                <a:lnTo>
                  <a:pt x="247650" y="339458"/>
                </a:lnTo>
                <a:lnTo>
                  <a:pt x="248119" y="340575"/>
                </a:lnTo>
                <a:lnTo>
                  <a:pt x="249986" y="342442"/>
                </a:lnTo>
                <a:lnTo>
                  <a:pt x="251104" y="342900"/>
                </a:lnTo>
                <a:lnTo>
                  <a:pt x="253733" y="342900"/>
                </a:lnTo>
                <a:lnTo>
                  <a:pt x="254850" y="342442"/>
                </a:lnTo>
                <a:lnTo>
                  <a:pt x="256717" y="340575"/>
                </a:lnTo>
                <a:lnTo>
                  <a:pt x="257175" y="339458"/>
                </a:lnTo>
                <a:lnTo>
                  <a:pt x="257175" y="336829"/>
                </a:lnTo>
                <a:close/>
              </a:path>
              <a:path w="2914650" h="962025">
                <a:moveTo>
                  <a:pt x="257175" y="289204"/>
                </a:moveTo>
                <a:lnTo>
                  <a:pt x="256717" y="288086"/>
                </a:lnTo>
                <a:lnTo>
                  <a:pt x="254850" y="286219"/>
                </a:lnTo>
                <a:lnTo>
                  <a:pt x="253733" y="285750"/>
                </a:lnTo>
                <a:lnTo>
                  <a:pt x="251104" y="285750"/>
                </a:lnTo>
                <a:lnTo>
                  <a:pt x="249986" y="286219"/>
                </a:lnTo>
                <a:lnTo>
                  <a:pt x="248119" y="288086"/>
                </a:lnTo>
                <a:lnTo>
                  <a:pt x="247650" y="289204"/>
                </a:lnTo>
                <a:lnTo>
                  <a:pt x="247650" y="291833"/>
                </a:lnTo>
                <a:lnTo>
                  <a:pt x="248119" y="292950"/>
                </a:lnTo>
                <a:lnTo>
                  <a:pt x="249986" y="294817"/>
                </a:lnTo>
                <a:lnTo>
                  <a:pt x="251104" y="295275"/>
                </a:lnTo>
                <a:lnTo>
                  <a:pt x="253733" y="295275"/>
                </a:lnTo>
                <a:lnTo>
                  <a:pt x="254850" y="294817"/>
                </a:lnTo>
                <a:lnTo>
                  <a:pt x="256717" y="292950"/>
                </a:lnTo>
                <a:lnTo>
                  <a:pt x="257175" y="291833"/>
                </a:lnTo>
                <a:lnTo>
                  <a:pt x="257175" y="289204"/>
                </a:lnTo>
                <a:close/>
              </a:path>
              <a:path w="2914650" h="962025">
                <a:moveTo>
                  <a:pt x="257175" y="241579"/>
                </a:moveTo>
                <a:lnTo>
                  <a:pt x="256717" y="240461"/>
                </a:lnTo>
                <a:lnTo>
                  <a:pt x="254850" y="238594"/>
                </a:lnTo>
                <a:lnTo>
                  <a:pt x="253733" y="238125"/>
                </a:lnTo>
                <a:lnTo>
                  <a:pt x="251104" y="238125"/>
                </a:lnTo>
                <a:lnTo>
                  <a:pt x="249986" y="238594"/>
                </a:lnTo>
                <a:lnTo>
                  <a:pt x="248119" y="240461"/>
                </a:lnTo>
                <a:lnTo>
                  <a:pt x="247650" y="241579"/>
                </a:lnTo>
                <a:lnTo>
                  <a:pt x="247650" y="244208"/>
                </a:lnTo>
                <a:lnTo>
                  <a:pt x="248119" y="245325"/>
                </a:lnTo>
                <a:lnTo>
                  <a:pt x="249986" y="247192"/>
                </a:lnTo>
                <a:lnTo>
                  <a:pt x="251104" y="247650"/>
                </a:lnTo>
                <a:lnTo>
                  <a:pt x="253733" y="247650"/>
                </a:lnTo>
                <a:lnTo>
                  <a:pt x="254850" y="247192"/>
                </a:lnTo>
                <a:lnTo>
                  <a:pt x="256717" y="245325"/>
                </a:lnTo>
                <a:lnTo>
                  <a:pt x="257175" y="244208"/>
                </a:lnTo>
                <a:lnTo>
                  <a:pt x="257175" y="241579"/>
                </a:lnTo>
                <a:close/>
              </a:path>
              <a:path w="2914650" h="962025">
                <a:moveTo>
                  <a:pt x="257175" y="193954"/>
                </a:moveTo>
                <a:lnTo>
                  <a:pt x="256717" y="192836"/>
                </a:lnTo>
                <a:lnTo>
                  <a:pt x="254850" y="190969"/>
                </a:lnTo>
                <a:lnTo>
                  <a:pt x="253733" y="190500"/>
                </a:lnTo>
                <a:lnTo>
                  <a:pt x="251104" y="190500"/>
                </a:lnTo>
                <a:lnTo>
                  <a:pt x="249986" y="190969"/>
                </a:lnTo>
                <a:lnTo>
                  <a:pt x="248119" y="192836"/>
                </a:lnTo>
                <a:lnTo>
                  <a:pt x="247650" y="193954"/>
                </a:lnTo>
                <a:lnTo>
                  <a:pt x="247650" y="196583"/>
                </a:lnTo>
                <a:lnTo>
                  <a:pt x="248119" y="197700"/>
                </a:lnTo>
                <a:lnTo>
                  <a:pt x="249986" y="199567"/>
                </a:lnTo>
                <a:lnTo>
                  <a:pt x="251104" y="200025"/>
                </a:lnTo>
                <a:lnTo>
                  <a:pt x="253733" y="200025"/>
                </a:lnTo>
                <a:lnTo>
                  <a:pt x="254850" y="199567"/>
                </a:lnTo>
                <a:lnTo>
                  <a:pt x="256717" y="197700"/>
                </a:lnTo>
                <a:lnTo>
                  <a:pt x="257175" y="196583"/>
                </a:lnTo>
                <a:lnTo>
                  <a:pt x="257175" y="193954"/>
                </a:lnTo>
                <a:close/>
              </a:path>
              <a:path w="2914650" h="962025">
                <a:moveTo>
                  <a:pt x="257175" y="146329"/>
                </a:moveTo>
                <a:lnTo>
                  <a:pt x="256717" y="145211"/>
                </a:lnTo>
                <a:lnTo>
                  <a:pt x="254850" y="143344"/>
                </a:lnTo>
                <a:lnTo>
                  <a:pt x="253733" y="142875"/>
                </a:lnTo>
                <a:lnTo>
                  <a:pt x="251104" y="142875"/>
                </a:lnTo>
                <a:lnTo>
                  <a:pt x="249986" y="143344"/>
                </a:lnTo>
                <a:lnTo>
                  <a:pt x="248119" y="145211"/>
                </a:lnTo>
                <a:lnTo>
                  <a:pt x="247650" y="146329"/>
                </a:lnTo>
                <a:lnTo>
                  <a:pt x="247650" y="148958"/>
                </a:lnTo>
                <a:lnTo>
                  <a:pt x="248119" y="150075"/>
                </a:lnTo>
                <a:lnTo>
                  <a:pt x="249986" y="151942"/>
                </a:lnTo>
                <a:lnTo>
                  <a:pt x="251104" y="152400"/>
                </a:lnTo>
                <a:lnTo>
                  <a:pt x="253733" y="152400"/>
                </a:lnTo>
                <a:lnTo>
                  <a:pt x="254850" y="151942"/>
                </a:lnTo>
                <a:lnTo>
                  <a:pt x="256717" y="150075"/>
                </a:lnTo>
                <a:lnTo>
                  <a:pt x="257175" y="148958"/>
                </a:lnTo>
                <a:lnTo>
                  <a:pt x="257175" y="146329"/>
                </a:lnTo>
                <a:close/>
              </a:path>
              <a:path w="2914650" h="962025">
                <a:moveTo>
                  <a:pt x="257175" y="98704"/>
                </a:moveTo>
                <a:lnTo>
                  <a:pt x="256717" y="97586"/>
                </a:lnTo>
                <a:lnTo>
                  <a:pt x="254850" y="95719"/>
                </a:lnTo>
                <a:lnTo>
                  <a:pt x="253733" y="95250"/>
                </a:lnTo>
                <a:lnTo>
                  <a:pt x="251104" y="95250"/>
                </a:lnTo>
                <a:lnTo>
                  <a:pt x="249986" y="95719"/>
                </a:lnTo>
                <a:lnTo>
                  <a:pt x="248119" y="97586"/>
                </a:lnTo>
                <a:lnTo>
                  <a:pt x="247650" y="98704"/>
                </a:lnTo>
                <a:lnTo>
                  <a:pt x="247650" y="101333"/>
                </a:lnTo>
                <a:lnTo>
                  <a:pt x="248119" y="102450"/>
                </a:lnTo>
                <a:lnTo>
                  <a:pt x="249986" y="104317"/>
                </a:lnTo>
                <a:lnTo>
                  <a:pt x="251104" y="104775"/>
                </a:lnTo>
                <a:lnTo>
                  <a:pt x="253733" y="104775"/>
                </a:lnTo>
                <a:lnTo>
                  <a:pt x="254850" y="104317"/>
                </a:lnTo>
                <a:lnTo>
                  <a:pt x="256717" y="102450"/>
                </a:lnTo>
                <a:lnTo>
                  <a:pt x="257175" y="101333"/>
                </a:lnTo>
                <a:lnTo>
                  <a:pt x="257175" y="98704"/>
                </a:lnTo>
                <a:close/>
              </a:path>
              <a:path w="2914650" h="962025">
                <a:moveTo>
                  <a:pt x="257175" y="51079"/>
                </a:moveTo>
                <a:lnTo>
                  <a:pt x="256717" y="49961"/>
                </a:lnTo>
                <a:lnTo>
                  <a:pt x="254850" y="48094"/>
                </a:lnTo>
                <a:lnTo>
                  <a:pt x="253733" y="47625"/>
                </a:lnTo>
                <a:lnTo>
                  <a:pt x="251104" y="47625"/>
                </a:lnTo>
                <a:lnTo>
                  <a:pt x="249986" y="48094"/>
                </a:lnTo>
                <a:lnTo>
                  <a:pt x="248119" y="49961"/>
                </a:lnTo>
                <a:lnTo>
                  <a:pt x="247650" y="51079"/>
                </a:lnTo>
                <a:lnTo>
                  <a:pt x="247650" y="53708"/>
                </a:lnTo>
                <a:lnTo>
                  <a:pt x="248119" y="54825"/>
                </a:lnTo>
                <a:lnTo>
                  <a:pt x="249986" y="56692"/>
                </a:lnTo>
                <a:lnTo>
                  <a:pt x="251104" y="57150"/>
                </a:lnTo>
                <a:lnTo>
                  <a:pt x="253733" y="57150"/>
                </a:lnTo>
                <a:lnTo>
                  <a:pt x="254850" y="56692"/>
                </a:lnTo>
                <a:lnTo>
                  <a:pt x="256717" y="54825"/>
                </a:lnTo>
                <a:lnTo>
                  <a:pt x="257175" y="53708"/>
                </a:lnTo>
                <a:lnTo>
                  <a:pt x="257175" y="51079"/>
                </a:lnTo>
                <a:close/>
              </a:path>
              <a:path w="2914650" h="962025">
                <a:moveTo>
                  <a:pt x="257175" y="3454"/>
                </a:moveTo>
                <a:lnTo>
                  <a:pt x="256717" y="2336"/>
                </a:lnTo>
                <a:lnTo>
                  <a:pt x="254850" y="469"/>
                </a:lnTo>
                <a:lnTo>
                  <a:pt x="253733" y="0"/>
                </a:lnTo>
                <a:lnTo>
                  <a:pt x="251104" y="0"/>
                </a:lnTo>
                <a:lnTo>
                  <a:pt x="249986" y="469"/>
                </a:lnTo>
                <a:lnTo>
                  <a:pt x="248119" y="2336"/>
                </a:lnTo>
                <a:lnTo>
                  <a:pt x="247650" y="3454"/>
                </a:lnTo>
                <a:lnTo>
                  <a:pt x="247650" y="6083"/>
                </a:lnTo>
                <a:lnTo>
                  <a:pt x="248119" y="7200"/>
                </a:lnTo>
                <a:lnTo>
                  <a:pt x="249986" y="9067"/>
                </a:lnTo>
                <a:lnTo>
                  <a:pt x="251104" y="9525"/>
                </a:lnTo>
                <a:lnTo>
                  <a:pt x="253733" y="9525"/>
                </a:lnTo>
                <a:lnTo>
                  <a:pt x="254850" y="9067"/>
                </a:lnTo>
                <a:lnTo>
                  <a:pt x="256717" y="7200"/>
                </a:lnTo>
                <a:lnTo>
                  <a:pt x="257175" y="6083"/>
                </a:lnTo>
                <a:lnTo>
                  <a:pt x="257175" y="3454"/>
                </a:lnTo>
                <a:close/>
              </a:path>
              <a:path w="2914650" h="962025">
                <a:moveTo>
                  <a:pt x="295275" y="951191"/>
                </a:moveTo>
                <a:lnTo>
                  <a:pt x="294817" y="950074"/>
                </a:lnTo>
                <a:lnTo>
                  <a:pt x="292950" y="948207"/>
                </a:lnTo>
                <a:lnTo>
                  <a:pt x="291833" y="947737"/>
                </a:lnTo>
                <a:lnTo>
                  <a:pt x="289204" y="947737"/>
                </a:lnTo>
                <a:lnTo>
                  <a:pt x="288086" y="948207"/>
                </a:lnTo>
                <a:lnTo>
                  <a:pt x="286219" y="950074"/>
                </a:lnTo>
                <a:lnTo>
                  <a:pt x="285750" y="951191"/>
                </a:lnTo>
                <a:lnTo>
                  <a:pt x="285750" y="953820"/>
                </a:lnTo>
                <a:lnTo>
                  <a:pt x="286219" y="954938"/>
                </a:lnTo>
                <a:lnTo>
                  <a:pt x="288086" y="956805"/>
                </a:lnTo>
                <a:lnTo>
                  <a:pt x="289204" y="957262"/>
                </a:lnTo>
                <a:lnTo>
                  <a:pt x="291833" y="957262"/>
                </a:lnTo>
                <a:lnTo>
                  <a:pt x="292950" y="956805"/>
                </a:lnTo>
                <a:lnTo>
                  <a:pt x="294817" y="954938"/>
                </a:lnTo>
                <a:lnTo>
                  <a:pt x="295275" y="953820"/>
                </a:lnTo>
                <a:lnTo>
                  <a:pt x="295275" y="951191"/>
                </a:lnTo>
                <a:close/>
              </a:path>
              <a:path w="2914650" h="962025">
                <a:moveTo>
                  <a:pt x="295275" y="299262"/>
                </a:moveTo>
                <a:lnTo>
                  <a:pt x="294817" y="298132"/>
                </a:lnTo>
                <a:lnTo>
                  <a:pt x="292950" y="296278"/>
                </a:lnTo>
                <a:lnTo>
                  <a:pt x="291833" y="295808"/>
                </a:lnTo>
                <a:lnTo>
                  <a:pt x="289204" y="295808"/>
                </a:lnTo>
                <a:lnTo>
                  <a:pt x="288086" y="296278"/>
                </a:lnTo>
                <a:lnTo>
                  <a:pt x="286219" y="298132"/>
                </a:lnTo>
                <a:lnTo>
                  <a:pt x="285750" y="299262"/>
                </a:lnTo>
                <a:lnTo>
                  <a:pt x="285750" y="301891"/>
                </a:lnTo>
                <a:lnTo>
                  <a:pt x="286219" y="303009"/>
                </a:lnTo>
                <a:lnTo>
                  <a:pt x="288086" y="304876"/>
                </a:lnTo>
                <a:lnTo>
                  <a:pt x="289204" y="305333"/>
                </a:lnTo>
                <a:lnTo>
                  <a:pt x="291833" y="305333"/>
                </a:lnTo>
                <a:lnTo>
                  <a:pt x="292950" y="304876"/>
                </a:lnTo>
                <a:lnTo>
                  <a:pt x="294817" y="303009"/>
                </a:lnTo>
                <a:lnTo>
                  <a:pt x="295275" y="301891"/>
                </a:lnTo>
                <a:lnTo>
                  <a:pt x="295275" y="299262"/>
                </a:lnTo>
                <a:close/>
              </a:path>
              <a:path w="2914650" h="962025">
                <a:moveTo>
                  <a:pt x="342900" y="951191"/>
                </a:moveTo>
                <a:lnTo>
                  <a:pt x="342442" y="950074"/>
                </a:lnTo>
                <a:lnTo>
                  <a:pt x="340575" y="948207"/>
                </a:lnTo>
                <a:lnTo>
                  <a:pt x="339458" y="947737"/>
                </a:lnTo>
                <a:lnTo>
                  <a:pt x="336829" y="947737"/>
                </a:lnTo>
                <a:lnTo>
                  <a:pt x="335711" y="948207"/>
                </a:lnTo>
                <a:lnTo>
                  <a:pt x="333844" y="950074"/>
                </a:lnTo>
                <a:lnTo>
                  <a:pt x="333375" y="951191"/>
                </a:lnTo>
                <a:lnTo>
                  <a:pt x="333375" y="953820"/>
                </a:lnTo>
                <a:lnTo>
                  <a:pt x="333844" y="954938"/>
                </a:lnTo>
                <a:lnTo>
                  <a:pt x="335711" y="956805"/>
                </a:lnTo>
                <a:lnTo>
                  <a:pt x="336829" y="957262"/>
                </a:lnTo>
                <a:lnTo>
                  <a:pt x="339458" y="957262"/>
                </a:lnTo>
                <a:lnTo>
                  <a:pt x="340575" y="956805"/>
                </a:lnTo>
                <a:lnTo>
                  <a:pt x="342442" y="954938"/>
                </a:lnTo>
                <a:lnTo>
                  <a:pt x="342900" y="953820"/>
                </a:lnTo>
                <a:lnTo>
                  <a:pt x="342900" y="951191"/>
                </a:lnTo>
                <a:close/>
              </a:path>
              <a:path w="2914650" h="962025">
                <a:moveTo>
                  <a:pt x="342900" y="299262"/>
                </a:moveTo>
                <a:lnTo>
                  <a:pt x="342442" y="298132"/>
                </a:lnTo>
                <a:lnTo>
                  <a:pt x="340575" y="296278"/>
                </a:lnTo>
                <a:lnTo>
                  <a:pt x="339458" y="295808"/>
                </a:lnTo>
                <a:lnTo>
                  <a:pt x="336829" y="295808"/>
                </a:lnTo>
                <a:lnTo>
                  <a:pt x="335711" y="296278"/>
                </a:lnTo>
                <a:lnTo>
                  <a:pt x="333844" y="298132"/>
                </a:lnTo>
                <a:lnTo>
                  <a:pt x="333375" y="299262"/>
                </a:lnTo>
                <a:lnTo>
                  <a:pt x="333375" y="301891"/>
                </a:lnTo>
                <a:lnTo>
                  <a:pt x="333844" y="303009"/>
                </a:lnTo>
                <a:lnTo>
                  <a:pt x="335711" y="304876"/>
                </a:lnTo>
                <a:lnTo>
                  <a:pt x="336829" y="305333"/>
                </a:lnTo>
                <a:lnTo>
                  <a:pt x="339458" y="305333"/>
                </a:lnTo>
                <a:lnTo>
                  <a:pt x="340575" y="304876"/>
                </a:lnTo>
                <a:lnTo>
                  <a:pt x="342442" y="303009"/>
                </a:lnTo>
                <a:lnTo>
                  <a:pt x="342900" y="301891"/>
                </a:lnTo>
                <a:lnTo>
                  <a:pt x="342900" y="299262"/>
                </a:lnTo>
                <a:close/>
              </a:path>
              <a:path w="2914650" h="962025">
                <a:moveTo>
                  <a:pt x="390525" y="951191"/>
                </a:moveTo>
                <a:lnTo>
                  <a:pt x="390067" y="950074"/>
                </a:lnTo>
                <a:lnTo>
                  <a:pt x="388200" y="948207"/>
                </a:lnTo>
                <a:lnTo>
                  <a:pt x="387083" y="947737"/>
                </a:lnTo>
                <a:lnTo>
                  <a:pt x="384454" y="947737"/>
                </a:lnTo>
                <a:lnTo>
                  <a:pt x="383336" y="948207"/>
                </a:lnTo>
                <a:lnTo>
                  <a:pt x="381469" y="950074"/>
                </a:lnTo>
                <a:lnTo>
                  <a:pt x="381000" y="951191"/>
                </a:lnTo>
                <a:lnTo>
                  <a:pt x="381000" y="953820"/>
                </a:lnTo>
                <a:lnTo>
                  <a:pt x="381469" y="954938"/>
                </a:lnTo>
                <a:lnTo>
                  <a:pt x="383336" y="956805"/>
                </a:lnTo>
                <a:lnTo>
                  <a:pt x="384454" y="957262"/>
                </a:lnTo>
                <a:lnTo>
                  <a:pt x="387083" y="957262"/>
                </a:lnTo>
                <a:lnTo>
                  <a:pt x="388200" y="956805"/>
                </a:lnTo>
                <a:lnTo>
                  <a:pt x="390067" y="954938"/>
                </a:lnTo>
                <a:lnTo>
                  <a:pt x="390525" y="953820"/>
                </a:lnTo>
                <a:lnTo>
                  <a:pt x="390525" y="951191"/>
                </a:lnTo>
                <a:close/>
              </a:path>
              <a:path w="2914650" h="962025">
                <a:moveTo>
                  <a:pt x="390525" y="299262"/>
                </a:moveTo>
                <a:lnTo>
                  <a:pt x="390067" y="298132"/>
                </a:lnTo>
                <a:lnTo>
                  <a:pt x="388200" y="296278"/>
                </a:lnTo>
                <a:lnTo>
                  <a:pt x="387083" y="295808"/>
                </a:lnTo>
                <a:lnTo>
                  <a:pt x="384454" y="295808"/>
                </a:lnTo>
                <a:lnTo>
                  <a:pt x="383336" y="296278"/>
                </a:lnTo>
                <a:lnTo>
                  <a:pt x="381469" y="298132"/>
                </a:lnTo>
                <a:lnTo>
                  <a:pt x="381000" y="299262"/>
                </a:lnTo>
                <a:lnTo>
                  <a:pt x="381000" y="301891"/>
                </a:lnTo>
                <a:lnTo>
                  <a:pt x="381469" y="303009"/>
                </a:lnTo>
                <a:lnTo>
                  <a:pt x="383336" y="304876"/>
                </a:lnTo>
                <a:lnTo>
                  <a:pt x="384454" y="305333"/>
                </a:lnTo>
                <a:lnTo>
                  <a:pt x="387083" y="305333"/>
                </a:lnTo>
                <a:lnTo>
                  <a:pt x="388200" y="304876"/>
                </a:lnTo>
                <a:lnTo>
                  <a:pt x="390067" y="303009"/>
                </a:lnTo>
                <a:lnTo>
                  <a:pt x="390525" y="301891"/>
                </a:lnTo>
                <a:lnTo>
                  <a:pt x="390525" y="299262"/>
                </a:lnTo>
                <a:close/>
              </a:path>
              <a:path w="2914650" h="962025">
                <a:moveTo>
                  <a:pt x="438150" y="951191"/>
                </a:moveTo>
                <a:lnTo>
                  <a:pt x="437692" y="950074"/>
                </a:lnTo>
                <a:lnTo>
                  <a:pt x="435825" y="948207"/>
                </a:lnTo>
                <a:lnTo>
                  <a:pt x="434708" y="947737"/>
                </a:lnTo>
                <a:lnTo>
                  <a:pt x="432079" y="947737"/>
                </a:lnTo>
                <a:lnTo>
                  <a:pt x="430961" y="948207"/>
                </a:lnTo>
                <a:lnTo>
                  <a:pt x="429094" y="950074"/>
                </a:lnTo>
                <a:lnTo>
                  <a:pt x="428625" y="951191"/>
                </a:lnTo>
                <a:lnTo>
                  <a:pt x="428625" y="953820"/>
                </a:lnTo>
                <a:lnTo>
                  <a:pt x="429094" y="954938"/>
                </a:lnTo>
                <a:lnTo>
                  <a:pt x="430961" y="956805"/>
                </a:lnTo>
                <a:lnTo>
                  <a:pt x="432079" y="957262"/>
                </a:lnTo>
                <a:lnTo>
                  <a:pt x="434708" y="957262"/>
                </a:lnTo>
                <a:lnTo>
                  <a:pt x="435825" y="956805"/>
                </a:lnTo>
                <a:lnTo>
                  <a:pt x="437692" y="954938"/>
                </a:lnTo>
                <a:lnTo>
                  <a:pt x="438150" y="953820"/>
                </a:lnTo>
                <a:lnTo>
                  <a:pt x="438150" y="951191"/>
                </a:lnTo>
                <a:close/>
              </a:path>
              <a:path w="2914650" h="962025">
                <a:moveTo>
                  <a:pt x="438150" y="299262"/>
                </a:moveTo>
                <a:lnTo>
                  <a:pt x="437692" y="298132"/>
                </a:lnTo>
                <a:lnTo>
                  <a:pt x="435825" y="296278"/>
                </a:lnTo>
                <a:lnTo>
                  <a:pt x="434708" y="295808"/>
                </a:lnTo>
                <a:lnTo>
                  <a:pt x="432079" y="295808"/>
                </a:lnTo>
                <a:lnTo>
                  <a:pt x="430961" y="296278"/>
                </a:lnTo>
                <a:lnTo>
                  <a:pt x="429094" y="298132"/>
                </a:lnTo>
                <a:lnTo>
                  <a:pt x="428625" y="299262"/>
                </a:lnTo>
                <a:lnTo>
                  <a:pt x="428625" y="301891"/>
                </a:lnTo>
                <a:lnTo>
                  <a:pt x="429094" y="303009"/>
                </a:lnTo>
                <a:lnTo>
                  <a:pt x="430961" y="304876"/>
                </a:lnTo>
                <a:lnTo>
                  <a:pt x="432079" y="305333"/>
                </a:lnTo>
                <a:lnTo>
                  <a:pt x="434708" y="305333"/>
                </a:lnTo>
                <a:lnTo>
                  <a:pt x="435825" y="304876"/>
                </a:lnTo>
                <a:lnTo>
                  <a:pt x="437692" y="303009"/>
                </a:lnTo>
                <a:lnTo>
                  <a:pt x="438150" y="301891"/>
                </a:lnTo>
                <a:lnTo>
                  <a:pt x="438150" y="299262"/>
                </a:lnTo>
                <a:close/>
              </a:path>
              <a:path w="2914650" h="962025">
                <a:moveTo>
                  <a:pt x="485775" y="951191"/>
                </a:moveTo>
                <a:lnTo>
                  <a:pt x="485317" y="950074"/>
                </a:lnTo>
                <a:lnTo>
                  <a:pt x="483450" y="948207"/>
                </a:lnTo>
                <a:lnTo>
                  <a:pt x="482333" y="947737"/>
                </a:lnTo>
                <a:lnTo>
                  <a:pt x="479704" y="947737"/>
                </a:lnTo>
                <a:lnTo>
                  <a:pt x="478586" y="948207"/>
                </a:lnTo>
                <a:lnTo>
                  <a:pt x="476719" y="950074"/>
                </a:lnTo>
                <a:lnTo>
                  <a:pt x="476250" y="951191"/>
                </a:lnTo>
                <a:lnTo>
                  <a:pt x="476250" y="953820"/>
                </a:lnTo>
                <a:lnTo>
                  <a:pt x="476719" y="954938"/>
                </a:lnTo>
                <a:lnTo>
                  <a:pt x="478586" y="956805"/>
                </a:lnTo>
                <a:lnTo>
                  <a:pt x="479704" y="957262"/>
                </a:lnTo>
                <a:lnTo>
                  <a:pt x="482333" y="957262"/>
                </a:lnTo>
                <a:lnTo>
                  <a:pt x="483450" y="956805"/>
                </a:lnTo>
                <a:lnTo>
                  <a:pt x="485317" y="954938"/>
                </a:lnTo>
                <a:lnTo>
                  <a:pt x="485775" y="953820"/>
                </a:lnTo>
                <a:lnTo>
                  <a:pt x="485775" y="951191"/>
                </a:lnTo>
                <a:close/>
              </a:path>
              <a:path w="2914650" h="962025">
                <a:moveTo>
                  <a:pt x="485775" y="299262"/>
                </a:moveTo>
                <a:lnTo>
                  <a:pt x="485317" y="298132"/>
                </a:lnTo>
                <a:lnTo>
                  <a:pt x="483450" y="296278"/>
                </a:lnTo>
                <a:lnTo>
                  <a:pt x="482333" y="295808"/>
                </a:lnTo>
                <a:lnTo>
                  <a:pt x="479704" y="295808"/>
                </a:lnTo>
                <a:lnTo>
                  <a:pt x="478586" y="296278"/>
                </a:lnTo>
                <a:lnTo>
                  <a:pt x="476719" y="298132"/>
                </a:lnTo>
                <a:lnTo>
                  <a:pt x="476250" y="299262"/>
                </a:lnTo>
                <a:lnTo>
                  <a:pt x="476250" y="301891"/>
                </a:lnTo>
                <a:lnTo>
                  <a:pt x="476719" y="303009"/>
                </a:lnTo>
                <a:lnTo>
                  <a:pt x="478586" y="304876"/>
                </a:lnTo>
                <a:lnTo>
                  <a:pt x="479704" y="305333"/>
                </a:lnTo>
                <a:lnTo>
                  <a:pt x="482333" y="305333"/>
                </a:lnTo>
                <a:lnTo>
                  <a:pt x="483450" y="304876"/>
                </a:lnTo>
                <a:lnTo>
                  <a:pt x="485317" y="303009"/>
                </a:lnTo>
                <a:lnTo>
                  <a:pt x="485775" y="301891"/>
                </a:lnTo>
                <a:lnTo>
                  <a:pt x="485775" y="299262"/>
                </a:lnTo>
                <a:close/>
              </a:path>
              <a:path w="2914650" h="962025">
                <a:moveTo>
                  <a:pt x="533400" y="951191"/>
                </a:moveTo>
                <a:lnTo>
                  <a:pt x="532942" y="950074"/>
                </a:lnTo>
                <a:lnTo>
                  <a:pt x="531075" y="948207"/>
                </a:lnTo>
                <a:lnTo>
                  <a:pt x="529958" y="947737"/>
                </a:lnTo>
                <a:lnTo>
                  <a:pt x="527329" y="947737"/>
                </a:lnTo>
                <a:lnTo>
                  <a:pt x="526211" y="948207"/>
                </a:lnTo>
                <a:lnTo>
                  <a:pt x="524344" y="950074"/>
                </a:lnTo>
                <a:lnTo>
                  <a:pt x="523875" y="951191"/>
                </a:lnTo>
                <a:lnTo>
                  <a:pt x="523875" y="953820"/>
                </a:lnTo>
                <a:lnTo>
                  <a:pt x="524344" y="954938"/>
                </a:lnTo>
                <a:lnTo>
                  <a:pt x="526211" y="956805"/>
                </a:lnTo>
                <a:lnTo>
                  <a:pt x="527329" y="957262"/>
                </a:lnTo>
                <a:lnTo>
                  <a:pt x="529958" y="957262"/>
                </a:lnTo>
                <a:lnTo>
                  <a:pt x="531075" y="956805"/>
                </a:lnTo>
                <a:lnTo>
                  <a:pt x="532942" y="954938"/>
                </a:lnTo>
                <a:lnTo>
                  <a:pt x="533400" y="953820"/>
                </a:lnTo>
                <a:lnTo>
                  <a:pt x="533400" y="951191"/>
                </a:lnTo>
                <a:close/>
              </a:path>
              <a:path w="2914650" h="962025">
                <a:moveTo>
                  <a:pt x="533400" y="299262"/>
                </a:moveTo>
                <a:lnTo>
                  <a:pt x="532942" y="298132"/>
                </a:lnTo>
                <a:lnTo>
                  <a:pt x="531075" y="296278"/>
                </a:lnTo>
                <a:lnTo>
                  <a:pt x="529958" y="295808"/>
                </a:lnTo>
                <a:lnTo>
                  <a:pt x="527329" y="295808"/>
                </a:lnTo>
                <a:lnTo>
                  <a:pt x="526211" y="296278"/>
                </a:lnTo>
                <a:lnTo>
                  <a:pt x="524344" y="298132"/>
                </a:lnTo>
                <a:lnTo>
                  <a:pt x="523875" y="299262"/>
                </a:lnTo>
                <a:lnTo>
                  <a:pt x="523875" y="301891"/>
                </a:lnTo>
                <a:lnTo>
                  <a:pt x="524344" y="303009"/>
                </a:lnTo>
                <a:lnTo>
                  <a:pt x="526211" y="304876"/>
                </a:lnTo>
                <a:lnTo>
                  <a:pt x="527329" y="305333"/>
                </a:lnTo>
                <a:lnTo>
                  <a:pt x="529958" y="305333"/>
                </a:lnTo>
                <a:lnTo>
                  <a:pt x="531075" y="304876"/>
                </a:lnTo>
                <a:lnTo>
                  <a:pt x="532942" y="303009"/>
                </a:lnTo>
                <a:lnTo>
                  <a:pt x="533400" y="301891"/>
                </a:lnTo>
                <a:lnTo>
                  <a:pt x="533400" y="299262"/>
                </a:lnTo>
                <a:close/>
              </a:path>
              <a:path w="2914650" h="962025">
                <a:moveTo>
                  <a:pt x="581025" y="951191"/>
                </a:moveTo>
                <a:lnTo>
                  <a:pt x="580567" y="950074"/>
                </a:lnTo>
                <a:lnTo>
                  <a:pt x="578700" y="948207"/>
                </a:lnTo>
                <a:lnTo>
                  <a:pt x="577583" y="947737"/>
                </a:lnTo>
                <a:lnTo>
                  <a:pt x="574954" y="947737"/>
                </a:lnTo>
                <a:lnTo>
                  <a:pt x="573836" y="948207"/>
                </a:lnTo>
                <a:lnTo>
                  <a:pt x="571969" y="950074"/>
                </a:lnTo>
                <a:lnTo>
                  <a:pt x="571500" y="951191"/>
                </a:lnTo>
                <a:lnTo>
                  <a:pt x="571500" y="953820"/>
                </a:lnTo>
                <a:lnTo>
                  <a:pt x="571969" y="954938"/>
                </a:lnTo>
                <a:lnTo>
                  <a:pt x="573836" y="956805"/>
                </a:lnTo>
                <a:lnTo>
                  <a:pt x="574954" y="957262"/>
                </a:lnTo>
                <a:lnTo>
                  <a:pt x="577583" y="957262"/>
                </a:lnTo>
                <a:lnTo>
                  <a:pt x="578700" y="956805"/>
                </a:lnTo>
                <a:lnTo>
                  <a:pt x="580567" y="954938"/>
                </a:lnTo>
                <a:lnTo>
                  <a:pt x="581025" y="953820"/>
                </a:lnTo>
                <a:lnTo>
                  <a:pt x="581025" y="951191"/>
                </a:lnTo>
                <a:close/>
              </a:path>
              <a:path w="2914650" h="962025">
                <a:moveTo>
                  <a:pt x="581025" y="299262"/>
                </a:moveTo>
                <a:lnTo>
                  <a:pt x="580567" y="298132"/>
                </a:lnTo>
                <a:lnTo>
                  <a:pt x="578700" y="296278"/>
                </a:lnTo>
                <a:lnTo>
                  <a:pt x="577583" y="295808"/>
                </a:lnTo>
                <a:lnTo>
                  <a:pt x="574954" y="295808"/>
                </a:lnTo>
                <a:lnTo>
                  <a:pt x="573836" y="296278"/>
                </a:lnTo>
                <a:lnTo>
                  <a:pt x="571969" y="298132"/>
                </a:lnTo>
                <a:lnTo>
                  <a:pt x="571500" y="299262"/>
                </a:lnTo>
                <a:lnTo>
                  <a:pt x="571500" y="301891"/>
                </a:lnTo>
                <a:lnTo>
                  <a:pt x="571969" y="303009"/>
                </a:lnTo>
                <a:lnTo>
                  <a:pt x="573836" y="304876"/>
                </a:lnTo>
                <a:lnTo>
                  <a:pt x="574954" y="305333"/>
                </a:lnTo>
                <a:lnTo>
                  <a:pt x="577583" y="305333"/>
                </a:lnTo>
                <a:lnTo>
                  <a:pt x="578700" y="304876"/>
                </a:lnTo>
                <a:lnTo>
                  <a:pt x="580567" y="303009"/>
                </a:lnTo>
                <a:lnTo>
                  <a:pt x="581025" y="301891"/>
                </a:lnTo>
                <a:lnTo>
                  <a:pt x="581025" y="299262"/>
                </a:lnTo>
                <a:close/>
              </a:path>
              <a:path w="2914650" h="962025">
                <a:moveTo>
                  <a:pt x="628650" y="951191"/>
                </a:moveTo>
                <a:lnTo>
                  <a:pt x="628192" y="950074"/>
                </a:lnTo>
                <a:lnTo>
                  <a:pt x="626325" y="948207"/>
                </a:lnTo>
                <a:lnTo>
                  <a:pt x="625208" y="947737"/>
                </a:lnTo>
                <a:lnTo>
                  <a:pt x="622579" y="947737"/>
                </a:lnTo>
                <a:lnTo>
                  <a:pt x="621461" y="948207"/>
                </a:lnTo>
                <a:lnTo>
                  <a:pt x="619594" y="950074"/>
                </a:lnTo>
                <a:lnTo>
                  <a:pt x="619125" y="951191"/>
                </a:lnTo>
                <a:lnTo>
                  <a:pt x="619125" y="953820"/>
                </a:lnTo>
                <a:lnTo>
                  <a:pt x="619594" y="954938"/>
                </a:lnTo>
                <a:lnTo>
                  <a:pt x="621461" y="956805"/>
                </a:lnTo>
                <a:lnTo>
                  <a:pt x="622579" y="957262"/>
                </a:lnTo>
                <a:lnTo>
                  <a:pt x="625208" y="957262"/>
                </a:lnTo>
                <a:lnTo>
                  <a:pt x="626325" y="956805"/>
                </a:lnTo>
                <a:lnTo>
                  <a:pt x="628192" y="954938"/>
                </a:lnTo>
                <a:lnTo>
                  <a:pt x="628650" y="953820"/>
                </a:lnTo>
                <a:lnTo>
                  <a:pt x="628650" y="951191"/>
                </a:lnTo>
                <a:close/>
              </a:path>
              <a:path w="2914650" h="962025">
                <a:moveTo>
                  <a:pt x="628650" y="299262"/>
                </a:moveTo>
                <a:lnTo>
                  <a:pt x="628192" y="298132"/>
                </a:lnTo>
                <a:lnTo>
                  <a:pt x="626325" y="296278"/>
                </a:lnTo>
                <a:lnTo>
                  <a:pt x="625208" y="295808"/>
                </a:lnTo>
                <a:lnTo>
                  <a:pt x="622579" y="295808"/>
                </a:lnTo>
                <a:lnTo>
                  <a:pt x="621461" y="296278"/>
                </a:lnTo>
                <a:lnTo>
                  <a:pt x="619594" y="298132"/>
                </a:lnTo>
                <a:lnTo>
                  <a:pt x="619125" y="299262"/>
                </a:lnTo>
                <a:lnTo>
                  <a:pt x="619125" y="301891"/>
                </a:lnTo>
                <a:lnTo>
                  <a:pt x="619594" y="303009"/>
                </a:lnTo>
                <a:lnTo>
                  <a:pt x="621461" y="304876"/>
                </a:lnTo>
                <a:lnTo>
                  <a:pt x="622579" y="305333"/>
                </a:lnTo>
                <a:lnTo>
                  <a:pt x="625208" y="305333"/>
                </a:lnTo>
                <a:lnTo>
                  <a:pt x="626325" y="304876"/>
                </a:lnTo>
                <a:lnTo>
                  <a:pt x="628192" y="303009"/>
                </a:lnTo>
                <a:lnTo>
                  <a:pt x="628650" y="301891"/>
                </a:lnTo>
                <a:lnTo>
                  <a:pt x="628650" y="299262"/>
                </a:lnTo>
                <a:close/>
              </a:path>
              <a:path w="2914650" h="962025">
                <a:moveTo>
                  <a:pt x="676275" y="951191"/>
                </a:moveTo>
                <a:lnTo>
                  <a:pt x="675817" y="950074"/>
                </a:lnTo>
                <a:lnTo>
                  <a:pt x="673950" y="948207"/>
                </a:lnTo>
                <a:lnTo>
                  <a:pt x="672833" y="947737"/>
                </a:lnTo>
                <a:lnTo>
                  <a:pt x="670204" y="947737"/>
                </a:lnTo>
                <a:lnTo>
                  <a:pt x="669086" y="948207"/>
                </a:lnTo>
                <a:lnTo>
                  <a:pt x="667219" y="950074"/>
                </a:lnTo>
                <a:lnTo>
                  <a:pt x="666750" y="951191"/>
                </a:lnTo>
                <a:lnTo>
                  <a:pt x="666750" y="953820"/>
                </a:lnTo>
                <a:lnTo>
                  <a:pt x="667219" y="954938"/>
                </a:lnTo>
                <a:lnTo>
                  <a:pt x="669086" y="956805"/>
                </a:lnTo>
                <a:lnTo>
                  <a:pt x="670204" y="957262"/>
                </a:lnTo>
                <a:lnTo>
                  <a:pt x="672833" y="957262"/>
                </a:lnTo>
                <a:lnTo>
                  <a:pt x="673950" y="956805"/>
                </a:lnTo>
                <a:lnTo>
                  <a:pt x="675817" y="954938"/>
                </a:lnTo>
                <a:lnTo>
                  <a:pt x="676275" y="953820"/>
                </a:lnTo>
                <a:lnTo>
                  <a:pt x="676275" y="951191"/>
                </a:lnTo>
                <a:close/>
              </a:path>
              <a:path w="2914650" h="962025">
                <a:moveTo>
                  <a:pt x="676275" y="299262"/>
                </a:moveTo>
                <a:lnTo>
                  <a:pt x="675817" y="298132"/>
                </a:lnTo>
                <a:lnTo>
                  <a:pt x="673950" y="296278"/>
                </a:lnTo>
                <a:lnTo>
                  <a:pt x="672833" y="295808"/>
                </a:lnTo>
                <a:lnTo>
                  <a:pt x="670204" y="295808"/>
                </a:lnTo>
                <a:lnTo>
                  <a:pt x="669086" y="296278"/>
                </a:lnTo>
                <a:lnTo>
                  <a:pt x="667219" y="298132"/>
                </a:lnTo>
                <a:lnTo>
                  <a:pt x="666750" y="299262"/>
                </a:lnTo>
                <a:lnTo>
                  <a:pt x="666750" y="301891"/>
                </a:lnTo>
                <a:lnTo>
                  <a:pt x="667219" y="303009"/>
                </a:lnTo>
                <a:lnTo>
                  <a:pt x="669086" y="304876"/>
                </a:lnTo>
                <a:lnTo>
                  <a:pt x="670204" y="305333"/>
                </a:lnTo>
                <a:lnTo>
                  <a:pt x="672833" y="305333"/>
                </a:lnTo>
                <a:lnTo>
                  <a:pt x="673950" y="304876"/>
                </a:lnTo>
                <a:lnTo>
                  <a:pt x="675817" y="303009"/>
                </a:lnTo>
                <a:lnTo>
                  <a:pt x="676275" y="301891"/>
                </a:lnTo>
                <a:lnTo>
                  <a:pt x="676275" y="299262"/>
                </a:lnTo>
                <a:close/>
              </a:path>
              <a:path w="2914650" h="962025">
                <a:moveTo>
                  <a:pt x="723900" y="951191"/>
                </a:moveTo>
                <a:lnTo>
                  <a:pt x="723442" y="950074"/>
                </a:lnTo>
                <a:lnTo>
                  <a:pt x="721575" y="948207"/>
                </a:lnTo>
                <a:lnTo>
                  <a:pt x="720458" y="947737"/>
                </a:lnTo>
                <a:lnTo>
                  <a:pt x="717829" y="947737"/>
                </a:lnTo>
                <a:lnTo>
                  <a:pt x="716711" y="948207"/>
                </a:lnTo>
                <a:lnTo>
                  <a:pt x="714844" y="950074"/>
                </a:lnTo>
                <a:lnTo>
                  <a:pt x="714375" y="951191"/>
                </a:lnTo>
                <a:lnTo>
                  <a:pt x="714375" y="953820"/>
                </a:lnTo>
                <a:lnTo>
                  <a:pt x="714844" y="954938"/>
                </a:lnTo>
                <a:lnTo>
                  <a:pt x="716711" y="956805"/>
                </a:lnTo>
                <a:lnTo>
                  <a:pt x="717829" y="957262"/>
                </a:lnTo>
                <a:lnTo>
                  <a:pt x="720458" y="957262"/>
                </a:lnTo>
                <a:lnTo>
                  <a:pt x="721575" y="956805"/>
                </a:lnTo>
                <a:lnTo>
                  <a:pt x="723442" y="954938"/>
                </a:lnTo>
                <a:lnTo>
                  <a:pt x="723900" y="953820"/>
                </a:lnTo>
                <a:lnTo>
                  <a:pt x="723900" y="951191"/>
                </a:lnTo>
                <a:close/>
              </a:path>
              <a:path w="2914650" h="962025">
                <a:moveTo>
                  <a:pt x="723900" y="299262"/>
                </a:moveTo>
                <a:lnTo>
                  <a:pt x="723442" y="298132"/>
                </a:lnTo>
                <a:lnTo>
                  <a:pt x="721575" y="296278"/>
                </a:lnTo>
                <a:lnTo>
                  <a:pt x="720458" y="295808"/>
                </a:lnTo>
                <a:lnTo>
                  <a:pt x="717829" y="295808"/>
                </a:lnTo>
                <a:lnTo>
                  <a:pt x="716711" y="296278"/>
                </a:lnTo>
                <a:lnTo>
                  <a:pt x="714844" y="298132"/>
                </a:lnTo>
                <a:lnTo>
                  <a:pt x="714375" y="299262"/>
                </a:lnTo>
                <a:lnTo>
                  <a:pt x="714375" y="301891"/>
                </a:lnTo>
                <a:lnTo>
                  <a:pt x="714844" y="303009"/>
                </a:lnTo>
                <a:lnTo>
                  <a:pt x="716711" y="304876"/>
                </a:lnTo>
                <a:lnTo>
                  <a:pt x="717829" y="305333"/>
                </a:lnTo>
                <a:lnTo>
                  <a:pt x="720458" y="305333"/>
                </a:lnTo>
                <a:lnTo>
                  <a:pt x="721575" y="304876"/>
                </a:lnTo>
                <a:lnTo>
                  <a:pt x="723442" y="303009"/>
                </a:lnTo>
                <a:lnTo>
                  <a:pt x="723900" y="301891"/>
                </a:lnTo>
                <a:lnTo>
                  <a:pt x="723900" y="299262"/>
                </a:lnTo>
                <a:close/>
              </a:path>
              <a:path w="2914650" h="962025">
                <a:moveTo>
                  <a:pt x="771525" y="951191"/>
                </a:moveTo>
                <a:lnTo>
                  <a:pt x="771067" y="950074"/>
                </a:lnTo>
                <a:lnTo>
                  <a:pt x="769200" y="948207"/>
                </a:lnTo>
                <a:lnTo>
                  <a:pt x="768083" y="947737"/>
                </a:lnTo>
                <a:lnTo>
                  <a:pt x="765454" y="947737"/>
                </a:lnTo>
                <a:lnTo>
                  <a:pt x="764336" y="948207"/>
                </a:lnTo>
                <a:lnTo>
                  <a:pt x="762469" y="950074"/>
                </a:lnTo>
                <a:lnTo>
                  <a:pt x="762000" y="951191"/>
                </a:lnTo>
                <a:lnTo>
                  <a:pt x="762000" y="953820"/>
                </a:lnTo>
                <a:lnTo>
                  <a:pt x="762469" y="954938"/>
                </a:lnTo>
                <a:lnTo>
                  <a:pt x="764336" y="956805"/>
                </a:lnTo>
                <a:lnTo>
                  <a:pt x="765454" y="957262"/>
                </a:lnTo>
                <a:lnTo>
                  <a:pt x="768083" y="957262"/>
                </a:lnTo>
                <a:lnTo>
                  <a:pt x="769200" y="956805"/>
                </a:lnTo>
                <a:lnTo>
                  <a:pt x="771067" y="954938"/>
                </a:lnTo>
                <a:lnTo>
                  <a:pt x="771525" y="953820"/>
                </a:lnTo>
                <a:lnTo>
                  <a:pt x="771525" y="951191"/>
                </a:lnTo>
                <a:close/>
              </a:path>
              <a:path w="2914650" h="962025">
                <a:moveTo>
                  <a:pt x="771525" y="299262"/>
                </a:moveTo>
                <a:lnTo>
                  <a:pt x="771067" y="298132"/>
                </a:lnTo>
                <a:lnTo>
                  <a:pt x="769200" y="296278"/>
                </a:lnTo>
                <a:lnTo>
                  <a:pt x="768083" y="295808"/>
                </a:lnTo>
                <a:lnTo>
                  <a:pt x="765454" y="295808"/>
                </a:lnTo>
                <a:lnTo>
                  <a:pt x="764336" y="296278"/>
                </a:lnTo>
                <a:lnTo>
                  <a:pt x="762469" y="298132"/>
                </a:lnTo>
                <a:lnTo>
                  <a:pt x="762000" y="299262"/>
                </a:lnTo>
                <a:lnTo>
                  <a:pt x="762000" y="301891"/>
                </a:lnTo>
                <a:lnTo>
                  <a:pt x="762469" y="303009"/>
                </a:lnTo>
                <a:lnTo>
                  <a:pt x="764336" y="304876"/>
                </a:lnTo>
                <a:lnTo>
                  <a:pt x="765454" y="305333"/>
                </a:lnTo>
                <a:lnTo>
                  <a:pt x="768083" y="305333"/>
                </a:lnTo>
                <a:lnTo>
                  <a:pt x="769200" y="304876"/>
                </a:lnTo>
                <a:lnTo>
                  <a:pt x="771067" y="303009"/>
                </a:lnTo>
                <a:lnTo>
                  <a:pt x="771525" y="301891"/>
                </a:lnTo>
                <a:lnTo>
                  <a:pt x="771525" y="299262"/>
                </a:lnTo>
                <a:close/>
              </a:path>
              <a:path w="2914650" h="962025">
                <a:moveTo>
                  <a:pt x="819150" y="951191"/>
                </a:moveTo>
                <a:lnTo>
                  <a:pt x="818692" y="950074"/>
                </a:lnTo>
                <a:lnTo>
                  <a:pt x="816825" y="948207"/>
                </a:lnTo>
                <a:lnTo>
                  <a:pt x="815708" y="947737"/>
                </a:lnTo>
                <a:lnTo>
                  <a:pt x="813079" y="947737"/>
                </a:lnTo>
                <a:lnTo>
                  <a:pt x="811961" y="948207"/>
                </a:lnTo>
                <a:lnTo>
                  <a:pt x="810094" y="950074"/>
                </a:lnTo>
                <a:lnTo>
                  <a:pt x="809625" y="951191"/>
                </a:lnTo>
                <a:lnTo>
                  <a:pt x="809625" y="953820"/>
                </a:lnTo>
                <a:lnTo>
                  <a:pt x="810094" y="954938"/>
                </a:lnTo>
                <a:lnTo>
                  <a:pt x="811961" y="956805"/>
                </a:lnTo>
                <a:lnTo>
                  <a:pt x="813079" y="957262"/>
                </a:lnTo>
                <a:lnTo>
                  <a:pt x="815708" y="957262"/>
                </a:lnTo>
                <a:lnTo>
                  <a:pt x="816825" y="956805"/>
                </a:lnTo>
                <a:lnTo>
                  <a:pt x="818692" y="954938"/>
                </a:lnTo>
                <a:lnTo>
                  <a:pt x="819150" y="953820"/>
                </a:lnTo>
                <a:lnTo>
                  <a:pt x="819150" y="951191"/>
                </a:lnTo>
                <a:close/>
              </a:path>
              <a:path w="2914650" h="962025">
                <a:moveTo>
                  <a:pt x="819150" y="299262"/>
                </a:moveTo>
                <a:lnTo>
                  <a:pt x="818692" y="298132"/>
                </a:lnTo>
                <a:lnTo>
                  <a:pt x="816825" y="296278"/>
                </a:lnTo>
                <a:lnTo>
                  <a:pt x="815708" y="295808"/>
                </a:lnTo>
                <a:lnTo>
                  <a:pt x="813079" y="295808"/>
                </a:lnTo>
                <a:lnTo>
                  <a:pt x="811961" y="296278"/>
                </a:lnTo>
                <a:lnTo>
                  <a:pt x="810094" y="298132"/>
                </a:lnTo>
                <a:lnTo>
                  <a:pt x="809625" y="299262"/>
                </a:lnTo>
                <a:lnTo>
                  <a:pt x="809625" y="301891"/>
                </a:lnTo>
                <a:lnTo>
                  <a:pt x="810094" y="303009"/>
                </a:lnTo>
                <a:lnTo>
                  <a:pt x="811961" y="304876"/>
                </a:lnTo>
                <a:lnTo>
                  <a:pt x="813079" y="305333"/>
                </a:lnTo>
                <a:lnTo>
                  <a:pt x="815708" y="305333"/>
                </a:lnTo>
                <a:lnTo>
                  <a:pt x="816825" y="304876"/>
                </a:lnTo>
                <a:lnTo>
                  <a:pt x="818692" y="303009"/>
                </a:lnTo>
                <a:lnTo>
                  <a:pt x="819150" y="301891"/>
                </a:lnTo>
                <a:lnTo>
                  <a:pt x="819150" y="299262"/>
                </a:lnTo>
                <a:close/>
              </a:path>
              <a:path w="2914650" h="962025">
                <a:moveTo>
                  <a:pt x="866775" y="951191"/>
                </a:moveTo>
                <a:lnTo>
                  <a:pt x="866317" y="950074"/>
                </a:lnTo>
                <a:lnTo>
                  <a:pt x="864450" y="948207"/>
                </a:lnTo>
                <a:lnTo>
                  <a:pt x="863333" y="947737"/>
                </a:lnTo>
                <a:lnTo>
                  <a:pt x="860704" y="947737"/>
                </a:lnTo>
                <a:lnTo>
                  <a:pt x="859586" y="948207"/>
                </a:lnTo>
                <a:lnTo>
                  <a:pt x="857719" y="950074"/>
                </a:lnTo>
                <a:lnTo>
                  <a:pt x="857250" y="951191"/>
                </a:lnTo>
                <a:lnTo>
                  <a:pt x="857250" y="953820"/>
                </a:lnTo>
                <a:lnTo>
                  <a:pt x="857719" y="954938"/>
                </a:lnTo>
                <a:lnTo>
                  <a:pt x="859586" y="956805"/>
                </a:lnTo>
                <a:lnTo>
                  <a:pt x="860704" y="957262"/>
                </a:lnTo>
                <a:lnTo>
                  <a:pt x="863333" y="957262"/>
                </a:lnTo>
                <a:lnTo>
                  <a:pt x="864450" y="956805"/>
                </a:lnTo>
                <a:lnTo>
                  <a:pt x="866317" y="954938"/>
                </a:lnTo>
                <a:lnTo>
                  <a:pt x="866775" y="953820"/>
                </a:lnTo>
                <a:lnTo>
                  <a:pt x="866775" y="951191"/>
                </a:lnTo>
                <a:close/>
              </a:path>
              <a:path w="2914650" h="962025">
                <a:moveTo>
                  <a:pt x="866775" y="299262"/>
                </a:moveTo>
                <a:lnTo>
                  <a:pt x="866317" y="298132"/>
                </a:lnTo>
                <a:lnTo>
                  <a:pt x="864450" y="296278"/>
                </a:lnTo>
                <a:lnTo>
                  <a:pt x="863333" y="295808"/>
                </a:lnTo>
                <a:lnTo>
                  <a:pt x="860704" y="295808"/>
                </a:lnTo>
                <a:lnTo>
                  <a:pt x="859586" y="296278"/>
                </a:lnTo>
                <a:lnTo>
                  <a:pt x="857719" y="298132"/>
                </a:lnTo>
                <a:lnTo>
                  <a:pt x="857250" y="299262"/>
                </a:lnTo>
                <a:lnTo>
                  <a:pt x="857250" y="301891"/>
                </a:lnTo>
                <a:lnTo>
                  <a:pt x="857719" y="303009"/>
                </a:lnTo>
                <a:lnTo>
                  <a:pt x="859586" y="304876"/>
                </a:lnTo>
                <a:lnTo>
                  <a:pt x="860704" y="305333"/>
                </a:lnTo>
                <a:lnTo>
                  <a:pt x="863333" y="305333"/>
                </a:lnTo>
                <a:lnTo>
                  <a:pt x="864450" y="304876"/>
                </a:lnTo>
                <a:lnTo>
                  <a:pt x="866317" y="303009"/>
                </a:lnTo>
                <a:lnTo>
                  <a:pt x="866775" y="301891"/>
                </a:lnTo>
                <a:lnTo>
                  <a:pt x="866775" y="299262"/>
                </a:lnTo>
                <a:close/>
              </a:path>
              <a:path w="2914650" h="962025">
                <a:moveTo>
                  <a:pt x="914400" y="951191"/>
                </a:moveTo>
                <a:lnTo>
                  <a:pt x="913942" y="950074"/>
                </a:lnTo>
                <a:lnTo>
                  <a:pt x="912075" y="948207"/>
                </a:lnTo>
                <a:lnTo>
                  <a:pt x="910958" y="947737"/>
                </a:lnTo>
                <a:lnTo>
                  <a:pt x="908329" y="947737"/>
                </a:lnTo>
                <a:lnTo>
                  <a:pt x="907211" y="948207"/>
                </a:lnTo>
                <a:lnTo>
                  <a:pt x="905344" y="950074"/>
                </a:lnTo>
                <a:lnTo>
                  <a:pt x="904875" y="951191"/>
                </a:lnTo>
                <a:lnTo>
                  <a:pt x="904875" y="953820"/>
                </a:lnTo>
                <a:lnTo>
                  <a:pt x="905344" y="954938"/>
                </a:lnTo>
                <a:lnTo>
                  <a:pt x="907211" y="956805"/>
                </a:lnTo>
                <a:lnTo>
                  <a:pt x="908329" y="957262"/>
                </a:lnTo>
                <a:lnTo>
                  <a:pt x="910958" y="957262"/>
                </a:lnTo>
                <a:lnTo>
                  <a:pt x="912075" y="956805"/>
                </a:lnTo>
                <a:lnTo>
                  <a:pt x="913942" y="954938"/>
                </a:lnTo>
                <a:lnTo>
                  <a:pt x="914400" y="953820"/>
                </a:lnTo>
                <a:lnTo>
                  <a:pt x="914400" y="951191"/>
                </a:lnTo>
                <a:close/>
              </a:path>
              <a:path w="2914650" h="962025">
                <a:moveTo>
                  <a:pt x="914400" y="299262"/>
                </a:moveTo>
                <a:lnTo>
                  <a:pt x="913942" y="298132"/>
                </a:lnTo>
                <a:lnTo>
                  <a:pt x="912075" y="296278"/>
                </a:lnTo>
                <a:lnTo>
                  <a:pt x="910958" y="295808"/>
                </a:lnTo>
                <a:lnTo>
                  <a:pt x="908329" y="295808"/>
                </a:lnTo>
                <a:lnTo>
                  <a:pt x="907211" y="296278"/>
                </a:lnTo>
                <a:lnTo>
                  <a:pt x="905344" y="298132"/>
                </a:lnTo>
                <a:lnTo>
                  <a:pt x="904875" y="299262"/>
                </a:lnTo>
                <a:lnTo>
                  <a:pt x="904875" y="301891"/>
                </a:lnTo>
                <a:lnTo>
                  <a:pt x="905344" y="303009"/>
                </a:lnTo>
                <a:lnTo>
                  <a:pt x="907211" y="304876"/>
                </a:lnTo>
                <a:lnTo>
                  <a:pt x="908329" y="305333"/>
                </a:lnTo>
                <a:lnTo>
                  <a:pt x="910958" y="305333"/>
                </a:lnTo>
                <a:lnTo>
                  <a:pt x="912075" y="304876"/>
                </a:lnTo>
                <a:lnTo>
                  <a:pt x="913942" y="303009"/>
                </a:lnTo>
                <a:lnTo>
                  <a:pt x="914400" y="301891"/>
                </a:lnTo>
                <a:lnTo>
                  <a:pt x="914400" y="299262"/>
                </a:lnTo>
                <a:close/>
              </a:path>
              <a:path w="2914650" h="962025">
                <a:moveTo>
                  <a:pt x="962025" y="951191"/>
                </a:moveTo>
                <a:lnTo>
                  <a:pt x="961567" y="950074"/>
                </a:lnTo>
                <a:lnTo>
                  <a:pt x="959700" y="948207"/>
                </a:lnTo>
                <a:lnTo>
                  <a:pt x="958583" y="947737"/>
                </a:lnTo>
                <a:lnTo>
                  <a:pt x="955954" y="947737"/>
                </a:lnTo>
                <a:lnTo>
                  <a:pt x="954836" y="948207"/>
                </a:lnTo>
                <a:lnTo>
                  <a:pt x="952969" y="950074"/>
                </a:lnTo>
                <a:lnTo>
                  <a:pt x="952500" y="951191"/>
                </a:lnTo>
                <a:lnTo>
                  <a:pt x="952500" y="953820"/>
                </a:lnTo>
                <a:lnTo>
                  <a:pt x="952969" y="954938"/>
                </a:lnTo>
                <a:lnTo>
                  <a:pt x="954836" y="956805"/>
                </a:lnTo>
                <a:lnTo>
                  <a:pt x="955954" y="957262"/>
                </a:lnTo>
                <a:lnTo>
                  <a:pt x="958583" y="957262"/>
                </a:lnTo>
                <a:lnTo>
                  <a:pt x="959700" y="956805"/>
                </a:lnTo>
                <a:lnTo>
                  <a:pt x="961567" y="954938"/>
                </a:lnTo>
                <a:lnTo>
                  <a:pt x="962025" y="953820"/>
                </a:lnTo>
                <a:lnTo>
                  <a:pt x="962025" y="951191"/>
                </a:lnTo>
                <a:close/>
              </a:path>
              <a:path w="2914650" h="962025">
                <a:moveTo>
                  <a:pt x="962025" y="299262"/>
                </a:moveTo>
                <a:lnTo>
                  <a:pt x="961567" y="298132"/>
                </a:lnTo>
                <a:lnTo>
                  <a:pt x="959700" y="296278"/>
                </a:lnTo>
                <a:lnTo>
                  <a:pt x="958583" y="295808"/>
                </a:lnTo>
                <a:lnTo>
                  <a:pt x="955954" y="295808"/>
                </a:lnTo>
                <a:lnTo>
                  <a:pt x="954836" y="296278"/>
                </a:lnTo>
                <a:lnTo>
                  <a:pt x="952969" y="298132"/>
                </a:lnTo>
                <a:lnTo>
                  <a:pt x="952500" y="299262"/>
                </a:lnTo>
                <a:lnTo>
                  <a:pt x="952500" y="301891"/>
                </a:lnTo>
                <a:lnTo>
                  <a:pt x="952969" y="303009"/>
                </a:lnTo>
                <a:lnTo>
                  <a:pt x="954836" y="304876"/>
                </a:lnTo>
                <a:lnTo>
                  <a:pt x="955954" y="305333"/>
                </a:lnTo>
                <a:lnTo>
                  <a:pt x="958583" y="305333"/>
                </a:lnTo>
                <a:lnTo>
                  <a:pt x="959700" y="304876"/>
                </a:lnTo>
                <a:lnTo>
                  <a:pt x="961567" y="303009"/>
                </a:lnTo>
                <a:lnTo>
                  <a:pt x="962025" y="301891"/>
                </a:lnTo>
                <a:lnTo>
                  <a:pt x="962025" y="299262"/>
                </a:lnTo>
                <a:close/>
              </a:path>
              <a:path w="2914650" h="962025">
                <a:moveTo>
                  <a:pt x="1009650" y="951191"/>
                </a:moveTo>
                <a:lnTo>
                  <a:pt x="1009192" y="950074"/>
                </a:lnTo>
                <a:lnTo>
                  <a:pt x="1007325" y="948207"/>
                </a:lnTo>
                <a:lnTo>
                  <a:pt x="1006208" y="947737"/>
                </a:lnTo>
                <a:lnTo>
                  <a:pt x="1003579" y="947737"/>
                </a:lnTo>
                <a:lnTo>
                  <a:pt x="1002461" y="948207"/>
                </a:lnTo>
                <a:lnTo>
                  <a:pt x="1000594" y="950074"/>
                </a:lnTo>
                <a:lnTo>
                  <a:pt x="1000125" y="951191"/>
                </a:lnTo>
                <a:lnTo>
                  <a:pt x="1000125" y="953820"/>
                </a:lnTo>
                <a:lnTo>
                  <a:pt x="1000594" y="954938"/>
                </a:lnTo>
                <a:lnTo>
                  <a:pt x="1002461" y="956805"/>
                </a:lnTo>
                <a:lnTo>
                  <a:pt x="1003579" y="957262"/>
                </a:lnTo>
                <a:lnTo>
                  <a:pt x="1006208" y="957262"/>
                </a:lnTo>
                <a:lnTo>
                  <a:pt x="1007325" y="956805"/>
                </a:lnTo>
                <a:lnTo>
                  <a:pt x="1009192" y="954938"/>
                </a:lnTo>
                <a:lnTo>
                  <a:pt x="1009650" y="953820"/>
                </a:lnTo>
                <a:lnTo>
                  <a:pt x="1009650" y="951191"/>
                </a:lnTo>
                <a:close/>
              </a:path>
              <a:path w="2914650" h="962025">
                <a:moveTo>
                  <a:pt x="1009650" y="299262"/>
                </a:moveTo>
                <a:lnTo>
                  <a:pt x="1009192" y="298132"/>
                </a:lnTo>
                <a:lnTo>
                  <a:pt x="1007325" y="296278"/>
                </a:lnTo>
                <a:lnTo>
                  <a:pt x="1006208" y="295808"/>
                </a:lnTo>
                <a:lnTo>
                  <a:pt x="1003579" y="295808"/>
                </a:lnTo>
                <a:lnTo>
                  <a:pt x="1002461" y="296278"/>
                </a:lnTo>
                <a:lnTo>
                  <a:pt x="1000594" y="298132"/>
                </a:lnTo>
                <a:lnTo>
                  <a:pt x="1000125" y="299262"/>
                </a:lnTo>
                <a:lnTo>
                  <a:pt x="1000125" y="301891"/>
                </a:lnTo>
                <a:lnTo>
                  <a:pt x="1000594" y="303009"/>
                </a:lnTo>
                <a:lnTo>
                  <a:pt x="1002461" y="304876"/>
                </a:lnTo>
                <a:lnTo>
                  <a:pt x="1003579" y="305333"/>
                </a:lnTo>
                <a:lnTo>
                  <a:pt x="1006208" y="305333"/>
                </a:lnTo>
                <a:lnTo>
                  <a:pt x="1007325" y="304876"/>
                </a:lnTo>
                <a:lnTo>
                  <a:pt x="1009192" y="303009"/>
                </a:lnTo>
                <a:lnTo>
                  <a:pt x="1009650" y="301891"/>
                </a:lnTo>
                <a:lnTo>
                  <a:pt x="1009650" y="299262"/>
                </a:lnTo>
                <a:close/>
              </a:path>
              <a:path w="2914650" h="962025">
                <a:moveTo>
                  <a:pt x="1057275" y="951191"/>
                </a:moveTo>
                <a:lnTo>
                  <a:pt x="1056817" y="950074"/>
                </a:lnTo>
                <a:lnTo>
                  <a:pt x="1054950" y="948207"/>
                </a:lnTo>
                <a:lnTo>
                  <a:pt x="1053833" y="947737"/>
                </a:lnTo>
                <a:lnTo>
                  <a:pt x="1051204" y="947737"/>
                </a:lnTo>
                <a:lnTo>
                  <a:pt x="1050086" y="948207"/>
                </a:lnTo>
                <a:lnTo>
                  <a:pt x="1048219" y="950074"/>
                </a:lnTo>
                <a:lnTo>
                  <a:pt x="1047750" y="951191"/>
                </a:lnTo>
                <a:lnTo>
                  <a:pt x="1047750" y="953820"/>
                </a:lnTo>
                <a:lnTo>
                  <a:pt x="1048219" y="954938"/>
                </a:lnTo>
                <a:lnTo>
                  <a:pt x="1050086" y="956805"/>
                </a:lnTo>
                <a:lnTo>
                  <a:pt x="1051204" y="957262"/>
                </a:lnTo>
                <a:lnTo>
                  <a:pt x="1053833" y="957262"/>
                </a:lnTo>
                <a:lnTo>
                  <a:pt x="1054950" y="956805"/>
                </a:lnTo>
                <a:lnTo>
                  <a:pt x="1056817" y="954938"/>
                </a:lnTo>
                <a:lnTo>
                  <a:pt x="1057275" y="953820"/>
                </a:lnTo>
                <a:lnTo>
                  <a:pt x="1057275" y="951191"/>
                </a:lnTo>
                <a:close/>
              </a:path>
              <a:path w="2914650" h="962025">
                <a:moveTo>
                  <a:pt x="1057275" y="299262"/>
                </a:moveTo>
                <a:lnTo>
                  <a:pt x="1056817" y="298132"/>
                </a:lnTo>
                <a:lnTo>
                  <a:pt x="1054950" y="296278"/>
                </a:lnTo>
                <a:lnTo>
                  <a:pt x="1053833" y="295808"/>
                </a:lnTo>
                <a:lnTo>
                  <a:pt x="1051204" y="295808"/>
                </a:lnTo>
                <a:lnTo>
                  <a:pt x="1050086" y="296278"/>
                </a:lnTo>
                <a:lnTo>
                  <a:pt x="1048219" y="298132"/>
                </a:lnTo>
                <a:lnTo>
                  <a:pt x="1047750" y="299262"/>
                </a:lnTo>
                <a:lnTo>
                  <a:pt x="1047750" y="301891"/>
                </a:lnTo>
                <a:lnTo>
                  <a:pt x="1048219" y="303009"/>
                </a:lnTo>
                <a:lnTo>
                  <a:pt x="1050086" y="304876"/>
                </a:lnTo>
                <a:lnTo>
                  <a:pt x="1051204" y="305333"/>
                </a:lnTo>
                <a:lnTo>
                  <a:pt x="1053833" y="305333"/>
                </a:lnTo>
                <a:lnTo>
                  <a:pt x="1054950" y="304876"/>
                </a:lnTo>
                <a:lnTo>
                  <a:pt x="1056817" y="303009"/>
                </a:lnTo>
                <a:lnTo>
                  <a:pt x="1057275" y="301891"/>
                </a:lnTo>
                <a:lnTo>
                  <a:pt x="1057275" y="299262"/>
                </a:lnTo>
                <a:close/>
              </a:path>
              <a:path w="2914650" h="962025">
                <a:moveTo>
                  <a:pt x="1104900" y="951191"/>
                </a:moveTo>
                <a:lnTo>
                  <a:pt x="1104442" y="950074"/>
                </a:lnTo>
                <a:lnTo>
                  <a:pt x="1102575" y="948207"/>
                </a:lnTo>
                <a:lnTo>
                  <a:pt x="1101458" y="947737"/>
                </a:lnTo>
                <a:lnTo>
                  <a:pt x="1098829" y="947737"/>
                </a:lnTo>
                <a:lnTo>
                  <a:pt x="1097711" y="948207"/>
                </a:lnTo>
                <a:lnTo>
                  <a:pt x="1095844" y="950074"/>
                </a:lnTo>
                <a:lnTo>
                  <a:pt x="1095375" y="951191"/>
                </a:lnTo>
                <a:lnTo>
                  <a:pt x="1095375" y="953820"/>
                </a:lnTo>
                <a:lnTo>
                  <a:pt x="1095844" y="954938"/>
                </a:lnTo>
                <a:lnTo>
                  <a:pt x="1097711" y="956805"/>
                </a:lnTo>
                <a:lnTo>
                  <a:pt x="1098829" y="957262"/>
                </a:lnTo>
                <a:lnTo>
                  <a:pt x="1101458" y="957262"/>
                </a:lnTo>
                <a:lnTo>
                  <a:pt x="1102575" y="956805"/>
                </a:lnTo>
                <a:lnTo>
                  <a:pt x="1104442" y="954938"/>
                </a:lnTo>
                <a:lnTo>
                  <a:pt x="1104900" y="953820"/>
                </a:lnTo>
                <a:lnTo>
                  <a:pt x="1104900" y="951191"/>
                </a:lnTo>
                <a:close/>
              </a:path>
              <a:path w="2914650" h="962025">
                <a:moveTo>
                  <a:pt x="1104900" y="299262"/>
                </a:moveTo>
                <a:lnTo>
                  <a:pt x="1104442" y="298132"/>
                </a:lnTo>
                <a:lnTo>
                  <a:pt x="1102575" y="296278"/>
                </a:lnTo>
                <a:lnTo>
                  <a:pt x="1101458" y="295808"/>
                </a:lnTo>
                <a:lnTo>
                  <a:pt x="1098829" y="295808"/>
                </a:lnTo>
                <a:lnTo>
                  <a:pt x="1097711" y="296278"/>
                </a:lnTo>
                <a:lnTo>
                  <a:pt x="1095844" y="298132"/>
                </a:lnTo>
                <a:lnTo>
                  <a:pt x="1095375" y="299262"/>
                </a:lnTo>
                <a:lnTo>
                  <a:pt x="1095375" y="301891"/>
                </a:lnTo>
                <a:lnTo>
                  <a:pt x="1095844" y="303009"/>
                </a:lnTo>
                <a:lnTo>
                  <a:pt x="1097711" y="304876"/>
                </a:lnTo>
                <a:lnTo>
                  <a:pt x="1098829" y="305333"/>
                </a:lnTo>
                <a:lnTo>
                  <a:pt x="1101458" y="305333"/>
                </a:lnTo>
                <a:lnTo>
                  <a:pt x="1102575" y="304876"/>
                </a:lnTo>
                <a:lnTo>
                  <a:pt x="1104442" y="303009"/>
                </a:lnTo>
                <a:lnTo>
                  <a:pt x="1104900" y="301891"/>
                </a:lnTo>
                <a:lnTo>
                  <a:pt x="1104900" y="299262"/>
                </a:lnTo>
                <a:close/>
              </a:path>
              <a:path w="2914650" h="962025">
                <a:moveTo>
                  <a:pt x="1152525" y="951191"/>
                </a:moveTo>
                <a:lnTo>
                  <a:pt x="1152067" y="950074"/>
                </a:lnTo>
                <a:lnTo>
                  <a:pt x="1150200" y="948207"/>
                </a:lnTo>
                <a:lnTo>
                  <a:pt x="1149083" y="947737"/>
                </a:lnTo>
                <a:lnTo>
                  <a:pt x="1146454" y="947737"/>
                </a:lnTo>
                <a:lnTo>
                  <a:pt x="1145336" y="948207"/>
                </a:lnTo>
                <a:lnTo>
                  <a:pt x="1143469" y="950074"/>
                </a:lnTo>
                <a:lnTo>
                  <a:pt x="1143000" y="951191"/>
                </a:lnTo>
                <a:lnTo>
                  <a:pt x="1143000" y="953820"/>
                </a:lnTo>
                <a:lnTo>
                  <a:pt x="1143469" y="954938"/>
                </a:lnTo>
                <a:lnTo>
                  <a:pt x="1145336" y="956805"/>
                </a:lnTo>
                <a:lnTo>
                  <a:pt x="1146454" y="957262"/>
                </a:lnTo>
                <a:lnTo>
                  <a:pt x="1149083" y="957262"/>
                </a:lnTo>
                <a:lnTo>
                  <a:pt x="1150200" y="956805"/>
                </a:lnTo>
                <a:lnTo>
                  <a:pt x="1152067" y="954938"/>
                </a:lnTo>
                <a:lnTo>
                  <a:pt x="1152525" y="953820"/>
                </a:lnTo>
                <a:lnTo>
                  <a:pt x="1152525" y="951191"/>
                </a:lnTo>
                <a:close/>
              </a:path>
              <a:path w="2914650" h="962025">
                <a:moveTo>
                  <a:pt x="1152525" y="299262"/>
                </a:moveTo>
                <a:lnTo>
                  <a:pt x="1152067" y="298132"/>
                </a:lnTo>
                <a:lnTo>
                  <a:pt x="1150200" y="296278"/>
                </a:lnTo>
                <a:lnTo>
                  <a:pt x="1149083" y="295808"/>
                </a:lnTo>
                <a:lnTo>
                  <a:pt x="1146454" y="295808"/>
                </a:lnTo>
                <a:lnTo>
                  <a:pt x="1145336" y="296278"/>
                </a:lnTo>
                <a:lnTo>
                  <a:pt x="1143469" y="298132"/>
                </a:lnTo>
                <a:lnTo>
                  <a:pt x="1143000" y="299262"/>
                </a:lnTo>
                <a:lnTo>
                  <a:pt x="1143000" y="301891"/>
                </a:lnTo>
                <a:lnTo>
                  <a:pt x="1143469" y="303009"/>
                </a:lnTo>
                <a:lnTo>
                  <a:pt x="1145336" y="304876"/>
                </a:lnTo>
                <a:lnTo>
                  <a:pt x="1146454" y="305333"/>
                </a:lnTo>
                <a:lnTo>
                  <a:pt x="1149083" y="305333"/>
                </a:lnTo>
                <a:lnTo>
                  <a:pt x="1150200" y="304876"/>
                </a:lnTo>
                <a:lnTo>
                  <a:pt x="1152067" y="303009"/>
                </a:lnTo>
                <a:lnTo>
                  <a:pt x="1152525" y="301891"/>
                </a:lnTo>
                <a:lnTo>
                  <a:pt x="1152525" y="299262"/>
                </a:lnTo>
                <a:close/>
              </a:path>
              <a:path w="2914650" h="962025">
                <a:moveTo>
                  <a:pt x="1200150" y="951191"/>
                </a:moveTo>
                <a:lnTo>
                  <a:pt x="1199692" y="950074"/>
                </a:lnTo>
                <a:lnTo>
                  <a:pt x="1197825" y="948207"/>
                </a:lnTo>
                <a:lnTo>
                  <a:pt x="1196708" y="947737"/>
                </a:lnTo>
                <a:lnTo>
                  <a:pt x="1194079" y="947737"/>
                </a:lnTo>
                <a:lnTo>
                  <a:pt x="1192961" y="948207"/>
                </a:lnTo>
                <a:lnTo>
                  <a:pt x="1191094" y="950074"/>
                </a:lnTo>
                <a:lnTo>
                  <a:pt x="1190625" y="951191"/>
                </a:lnTo>
                <a:lnTo>
                  <a:pt x="1190625" y="953820"/>
                </a:lnTo>
                <a:lnTo>
                  <a:pt x="1191094" y="954938"/>
                </a:lnTo>
                <a:lnTo>
                  <a:pt x="1192961" y="956805"/>
                </a:lnTo>
                <a:lnTo>
                  <a:pt x="1194079" y="957262"/>
                </a:lnTo>
                <a:lnTo>
                  <a:pt x="1196708" y="957262"/>
                </a:lnTo>
                <a:lnTo>
                  <a:pt x="1197825" y="956805"/>
                </a:lnTo>
                <a:lnTo>
                  <a:pt x="1199692" y="954938"/>
                </a:lnTo>
                <a:lnTo>
                  <a:pt x="1200150" y="953820"/>
                </a:lnTo>
                <a:lnTo>
                  <a:pt x="1200150" y="951191"/>
                </a:lnTo>
                <a:close/>
              </a:path>
              <a:path w="2914650" h="962025">
                <a:moveTo>
                  <a:pt x="1200150" y="299262"/>
                </a:moveTo>
                <a:lnTo>
                  <a:pt x="1199692" y="298132"/>
                </a:lnTo>
                <a:lnTo>
                  <a:pt x="1197825" y="296278"/>
                </a:lnTo>
                <a:lnTo>
                  <a:pt x="1196708" y="295808"/>
                </a:lnTo>
                <a:lnTo>
                  <a:pt x="1194079" y="295808"/>
                </a:lnTo>
                <a:lnTo>
                  <a:pt x="1192961" y="296278"/>
                </a:lnTo>
                <a:lnTo>
                  <a:pt x="1191094" y="298132"/>
                </a:lnTo>
                <a:lnTo>
                  <a:pt x="1190625" y="299262"/>
                </a:lnTo>
                <a:lnTo>
                  <a:pt x="1190625" y="301891"/>
                </a:lnTo>
                <a:lnTo>
                  <a:pt x="1191094" y="303009"/>
                </a:lnTo>
                <a:lnTo>
                  <a:pt x="1192961" y="304876"/>
                </a:lnTo>
                <a:lnTo>
                  <a:pt x="1194079" y="305333"/>
                </a:lnTo>
                <a:lnTo>
                  <a:pt x="1196708" y="305333"/>
                </a:lnTo>
                <a:lnTo>
                  <a:pt x="1197825" y="304876"/>
                </a:lnTo>
                <a:lnTo>
                  <a:pt x="1199692" y="303009"/>
                </a:lnTo>
                <a:lnTo>
                  <a:pt x="1200150" y="301891"/>
                </a:lnTo>
                <a:lnTo>
                  <a:pt x="1200150" y="299262"/>
                </a:lnTo>
                <a:close/>
              </a:path>
              <a:path w="2914650" h="962025">
                <a:moveTo>
                  <a:pt x="1247775" y="951191"/>
                </a:moveTo>
                <a:lnTo>
                  <a:pt x="1247317" y="950074"/>
                </a:lnTo>
                <a:lnTo>
                  <a:pt x="1245450" y="948207"/>
                </a:lnTo>
                <a:lnTo>
                  <a:pt x="1244333" y="947737"/>
                </a:lnTo>
                <a:lnTo>
                  <a:pt x="1241704" y="947737"/>
                </a:lnTo>
                <a:lnTo>
                  <a:pt x="1240586" y="948207"/>
                </a:lnTo>
                <a:lnTo>
                  <a:pt x="1238719" y="950074"/>
                </a:lnTo>
                <a:lnTo>
                  <a:pt x="1238250" y="951191"/>
                </a:lnTo>
                <a:lnTo>
                  <a:pt x="1238250" y="953820"/>
                </a:lnTo>
                <a:lnTo>
                  <a:pt x="1238719" y="954938"/>
                </a:lnTo>
                <a:lnTo>
                  <a:pt x="1240586" y="956805"/>
                </a:lnTo>
                <a:lnTo>
                  <a:pt x="1241704" y="957262"/>
                </a:lnTo>
                <a:lnTo>
                  <a:pt x="1244333" y="957262"/>
                </a:lnTo>
                <a:lnTo>
                  <a:pt x="1245450" y="956805"/>
                </a:lnTo>
                <a:lnTo>
                  <a:pt x="1247317" y="954938"/>
                </a:lnTo>
                <a:lnTo>
                  <a:pt x="1247775" y="953820"/>
                </a:lnTo>
                <a:lnTo>
                  <a:pt x="1247775" y="951191"/>
                </a:lnTo>
                <a:close/>
              </a:path>
              <a:path w="2914650" h="962025">
                <a:moveTo>
                  <a:pt x="1247775" y="299262"/>
                </a:moveTo>
                <a:lnTo>
                  <a:pt x="1247317" y="298132"/>
                </a:lnTo>
                <a:lnTo>
                  <a:pt x="1245450" y="296278"/>
                </a:lnTo>
                <a:lnTo>
                  <a:pt x="1244333" y="295808"/>
                </a:lnTo>
                <a:lnTo>
                  <a:pt x="1241704" y="295808"/>
                </a:lnTo>
                <a:lnTo>
                  <a:pt x="1240586" y="296278"/>
                </a:lnTo>
                <a:lnTo>
                  <a:pt x="1238719" y="298132"/>
                </a:lnTo>
                <a:lnTo>
                  <a:pt x="1238250" y="299262"/>
                </a:lnTo>
                <a:lnTo>
                  <a:pt x="1238250" y="301891"/>
                </a:lnTo>
                <a:lnTo>
                  <a:pt x="1238719" y="303009"/>
                </a:lnTo>
                <a:lnTo>
                  <a:pt x="1240586" y="304876"/>
                </a:lnTo>
                <a:lnTo>
                  <a:pt x="1241704" y="305333"/>
                </a:lnTo>
                <a:lnTo>
                  <a:pt x="1244333" y="305333"/>
                </a:lnTo>
                <a:lnTo>
                  <a:pt x="1245450" y="304876"/>
                </a:lnTo>
                <a:lnTo>
                  <a:pt x="1247317" y="303009"/>
                </a:lnTo>
                <a:lnTo>
                  <a:pt x="1247775" y="301891"/>
                </a:lnTo>
                <a:lnTo>
                  <a:pt x="1247775" y="299262"/>
                </a:lnTo>
                <a:close/>
              </a:path>
              <a:path w="2914650" h="962025">
                <a:moveTo>
                  <a:pt x="1295400" y="951191"/>
                </a:moveTo>
                <a:lnTo>
                  <a:pt x="1294942" y="950074"/>
                </a:lnTo>
                <a:lnTo>
                  <a:pt x="1293075" y="948207"/>
                </a:lnTo>
                <a:lnTo>
                  <a:pt x="1291958" y="947737"/>
                </a:lnTo>
                <a:lnTo>
                  <a:pt x="1289329" y="947737"/>
                </a:lnTo>
                <a:lnTo>
                  <a:pt x="1288211" y="948207"/>
                </a:lnTo>
                <a:lnTo>
                  <a:pt x="1286344" y="950074"/>
                </a:lnTo>
                <a:lnTo>
                  <a:pt x="1285875" y="951191"/>
                </a:lnTo>
                <a:lnTo>
                  <a:pt x="1285875" y="953820"/>
                </a:lnTo>
                <a:lnTo>
                  <a:pt x="1286344" y="954938"/>
                </a:lnTo>
                <a:lnTo>
                  <a:pt x="1288211" y="956805"/>
                </a:lnTo>
                <a:lnTo>
                  <a:pt x="1289329" y="957262"/>
                </a:lnTo>
                <a:lnTo>
                  <a:pt x="1291958" y="957262"/>
                </a:lnTo>
                <a:lnTo>
                  <a:pt x="1293075" y="956805"/>
                </a:lnTo>
                <a:lnTo>
                  <a:pt x="1294942" y="954938"/>
                </a:lnTo>
                <a:lnTo>
                  <a:pt x="1295400" y="953820"/>
                </a:lnTo>
                <a:lnTo>
                  <a:pt x="1295400" y="951191"/>
                </a:lnTo>
                <a:close/>
              </a:path>
              <a:path w="2914650" h="962025">
                <a:moveTo>
                  <a:pt x="1295400" y="299262"/>
                </a:moveTo>
                <a:lnTo>
                  <a:pt x="1294942" y="298132"/>
                </a:lnTo>
                <a:lnTo>
                  <a:pt x="1293075" y="296278"/>
                </a:lnTo>
                <a:lnTo>
                  <a:pt x="1291958" y="295808"/>
                </a:lnTo>
                <a:lnTo>
                  <a:pt x="1289329" y="295808"/>
                </a:lnTo>
                <a:lnTo>
                  <a:pt x="1288211" y="296278"/>
                </a:lnTo>
                <a:lnTo>
                  <a:pt x="1286344" y="298132"/>
                </a:lnTo>
                <a:lnTo>
                  <a:pt x="1285875" y="299262"/>
                </a:lnTo>
                <a:lnTo>
                  <a:pt x="1285875" y="301891"/>
                </a:lnTo>
                <a:lnTo>
                  <a:pt x="1286344" y="303009"/>
                </a:lnTo>
                <a:lnTo>
                  <a:pt x="1288211" y="304876"/>
                </a:lnTo>
                <a:lnTo>
                  <a:pt x="1289329" y="305333"/>
                </a:lnTo>
                <a:lnTo>
                  <a:pt x="1291958" y="305333"/>
                </a:lnTo>
                <a:lnTo>
                  <a:pt x="1293075" y="304876"/>
                </a:lnTo>
                <a:lnTo>
                  <a:pt x="1294942" y="303009"/>
                </a:lnTo>
                <a:lnTo>
                  <a:pt x="1295400" y="301891"/>
                </a:lnTo>
                <a:lnTo>
                  <a:pt x="1295400" y="299262"/>
                </a:lnTo>
                <a:close/>
              </a:path>
              <a:path w="2914650" h="962025">
                <a:moveTo>
                  <a:pt x="1343025" y="951191"/>
                </a:moveTo>
                <a:lnTo>
                  <a:pt x="1342567" y="950074"/>
                </a:lnTo>
                <a:lnTo>
                  <a:pt x="1340700" y="948207"/>
                </a:lnTo>
                <a:lnTo>
                  <a:pt x="1339583" y="947737"/>
                </a:lnTo>
                <a:lnTo>
                  <a:pt x="1336954" y="947737"/>
                </a:lnTo>
                <a:lnTo>
                  <a:pt x="1335836" y="948207"/>
                </a:lnTo>
                <a:lnTo>
                  <a:pt x="1333969" y="950074"/>
                </a:lnTo>
                <a:lnTo>
                  <a:pt x="1333500" y="951191"/>
                </a:lnTo>
                <a:lnTo>
                  <a:pt x="1333500" y="953820"/>
                </a:lnTo>
                <a:lnTo>
                  <a:pt x="1333969" y="954938"/>
                </a:lnTo>
                <a:lnTo>
                  <a:pt x="1335836" y="956805"/>
                </a:lnTo>
                <a:lnTo>
                  <a:pt x="1336954" y="957262"/>
                </a:lnTo>
                <a:lnTo>
                  <a:pt x="1339583" y="957262"/>
                </a:lnTo>
                <a:lnTo>
                  <a:pt x="1340700" y="956805"/>
                </a:lnTo>
                <a:lnTo>
                  <a:pt x="1342567" y="954938"/>
                </a:lnTo>
                <a:lnTo>
                  <a:pt x="1343025" y="953820"/>
                </a:lnTo>
                <a:lnTo>
                  <a:pt x="1343025" y="951191"/>
                </a:lnTo>
                <a:close/>
              </a:path>
              <a:path w="2914650" h="962025">
                <a:moveTo>
                  <a:pt x="1343025" y="299262"/>
                </a:moveTo>
                <a:lnTo>
                  <a:pt x="1342567" y="298132"/>
                </a:lnTo>
                <a:lnTo>
                  <a:pt x="1340700" y="296278"/>
                </a:lnTo>
                <a:lnTo>
                  <a:pt x="1339583" y="295808"/>
                </a:lnTo>
                <a:lnTo>
                  <a:pt x="1336954" y="295808"/>
                </a:lnTo>
                <a:lnTo>
                  <a:pt x="1335836" y="296278"/>
                </a:lnTo>
                <a:lnTo>
                  <a:pt x="1333969" y="298132"/>
                </a:lnTo>
                <a:lnTo>
                  <a:pt x="1333500" y="299262"/>
                </a:lnTo>
                <a:lnTo>
                  <a:pt x="1333500" y="301891"/>
                </a:lnTo>
                <a:lnTo>
                  <a:pt x="1333969" y="303009"/>
                </a:lnTo>
                <a:lnTo>
                  <a:pt x="1335836" y="304876"/>
                </a:lnTo>
                <a:lnTo>
                  <a:pt x="1336954" y="305333"/>
                </a:lnTo>
                <a:lnTo>
                  <a:pt x="1339583" y="305333"/>
                </a:lnTo>
                <a:lnTo>
                  <a:pt x="1340700" y="304876"/>
                </a:lnTo>
                <a:lnTo>
                  <a:pt x="1342567" y="303009"/>
                </a:lnTo>
                <a:lnTo>
                  <a:pt x="1343025" y="301891"/>
                </a:lnTo>
                <a:lnTo>
                  <a:pt x="1343025" y="299262"/>
                </a:lnTo>
                <a:close/>
              </a:path>
              <a:path w="2914650" h="962025">
                <a:moveTo>
                  <a:pt x="1390650" y="951191"/>
                </a:moveTo>
                <a:lnTo>
                  <a:pt x="1390192" y="950074"/>
                </a:lnTo>
                <a:lnTo>
                  <a:pt x="1388325" y="948207"/>
                </a:lnTo>
                <a:lnTo>
                  <a:pt x="1387208" y="947737"/>
                </a:lnTo>
                <a:lnTo>
                  <a:pt x="1384579" y="947737"/>
                </a:lnTo>
                <a:lnTo>
                  <a:pt x="1383461" y="948207"/>
                </a:lnTo>
                <a:lnTo>
                  <a:pt x="1381594" y="950074"/>
                </a:lnTo>
                <a:lnTo>
                  <a:pt x="1381125" y="951191"/>
                </a:lnTo>
                <a:lnTo>
                  <a:pt x="1381125" y="953820"/>
                </a:lnTo>
                <a:lnTo>
                  <a:pt x="1381594" y="954938"/>
                </a:lnTo>
                <a:lnTo>
                  <a:pt x="1383461" y="956805"/>
                </a:lnTo>
                <a:lnTo>
                  <a:pt x="1384579" y="957262"/>
                </a:lnTo>
                <a:lnTo>
                  <a:pt x="1387208" y="957262"/>
                </a:lnTo>
                <a:lnTo>
                  <a:pt x="1388325" y="956805"/>
                </a:lnTo>
                <a:lnTo>
                  <a:pt x="1390192" y="954938"/>
                </a:lnTo>
                <a:lnTo>
                  <a:pt x="1390650" y="953820"/>
                </a:lnTo>
                <a:lnTo>
                  <a:pt x="1390650" y="951191"/>
                </a:lnTo>
                <a:close/>
              </a:path>
              <a:path w="2914650" h="962025">
                <a:moveTo>
                  <a:pt x="1390650" y="299262"/>
                </a:moveTo>
                <a:lnTo>
                  <a:pt x="1390192" y="298132"/>
                </a:lnTo>
                <a:lnTo>
                  <a:pt x="1388325" y="296278"/>
                </a:lnTo>
                <a:lnTo>
                  <a:pt x="1387208" y="295808"/>
                </a:lnTo>
                <a:lnTo>
                  <a:pt x="1384579" y="295808"/>
                </a:lnTo>
                <a:lnTo>
                  <a:pt x="1383461" y="296278"/>
                </a:lnTo>
                <a:lnTo>
                  <a:pt x="1381594" y="298132"/>
                </a:lnTo>
                <a:lnTo>
                  <a:pt x="1381125" y="299262"/>
                </a:lnTo>
                <a:lnTo>
                  <a:pt x="1381125" y="301891"/>
                </a:lnTo>
                <a:lnTo>
                  <a:pt x="1381594" y="303009"/>
                </a:lnTo>
                <a:lnTo>
                  <a:pt x="1383461" y="304876"/>
                </a:lnTo>
                <a:lnTo>
                  <a:pt x="1384579" y="305333"/>
                </a:lnTo>
                <a:lnTo>
                  <a:pt x="1387208" y="305333"/>
                </a:lnTo>
                <a:lnTo>
                  <a:pt x="1388325" y="304876"/>
                </a:lnTo>
                <a:lnTo>
                  <a:pt x="1390192" y="303009"/>
                </a:lnTo>
                <a:lnTo>
                  <a:pt x="1390650" y="301891"/>
                </a:lnTo>
                <a:lnTo>
                  <a:pt x="1390650" y="299262"/>
                </a:lnTo>
                <a:close/>
              </a:path>
              <a:path w="2914650" h="962025">
                <a:moveTo>
                  <a:pt x="1438275" y="951191"/>
                </a:moveTo>
                <a:lnTo>
                  <a:pt x="1437817" y="950074"/>
                </a:lnTo>
                <a:lnTo>
                  <a:pt x="1435950" y="948207"/>
                </a:lnTo>
                <a:lnTo>
                  <a:pt x="1434833" y="947737"/>
                </a:lnTo>
                <a:lnTo>
                  <a:pt x="1432204" y="947737"/>
                </a:lnTo>
                <a:lnTo>
                  <a:pt x="1431086" y="948207"/>
                </a:lnTo>
                <a:lnTo>
                  <a:pt x="1429219" y="950074"/>
                </a:lnTo>
                <a:lnTo>
                  <a:pt x="1428750" y="951191"/>
                </a:lnTo>
                <a:lnTo>
                  <a:pt x="1428750" y="953820"/>
                </a:lnTo>
                <a:lnTo>
                  <a:pt x="1429219" y="954938"/>
                </a:lnTo>
                <a:lnTo>
                  <a:pt x="1431086" y="956805"/>
                </a:lnTo>
                <a:lnTo>
                  <a:pt x="1432204" y="957262"/>
                </a:lnTo>
                <a:lnTo>
                  <a:pt x="1434833" y="957262"/>
                </a:lnTo>
                <a:lnTo>
                  <a:pt x="1435950" y="956805"/>
                </a:lnTo>
                <a:lnTo>
                  <a:pt x="1437817" y="954938"/>
                </a:lnTo>
                <a:lnTo>
                  <a:pt x="1438275" y="953820"/>
                </a:lnTo>
                <a:lnTo>
                  <a:pt x="1438275" y="951191"/>
                </a:lnTo>
                <a:close/>
              </a:path>
              <a:path w="2914650" h="962025">
                <a:moveTo>
                  <a:pt x="1438275" y="299262"/>
                </a:moveTo>
                <a:lnTo>
                  <a:pt x="1437817" y="298132"/>
                </a:lnTo>
                <a:lnTo>
                  <a:pt x="1435950" y="296278"/>
                </a:lnTo>
                <a:lnTo>
                  <a:pt x="1434833" y="295808"/>
                </a:lnTo>
                <a:lnTo>
                  <a:pt x="1432204" y="295808"/>
                </a:lnTo>
                <a:lnTo>
                  <a:pt x="1431086" y="296278"/>
                </a:lnTo>
                <a:lnTo>
                  <a:pt x="1429219" y="298132"/>
                </a:lnTo>
                <a:lnTo>
                  <a:pt x="1428750" y="299262"/>
                </a:lnTo>
                <a:lnTo>
                  <a:pt x="1428750" y="301891"/>
                </a:lnTo>
                <a:lnTo>
                  <a:pt x="1429219" y="303009"/>
                </a:lnTo>
                <a:lnTo>
                  <a:pt x="1431086" y="304876"/>
                </a:lnTo>
                <a:lnTo>
                  <a:pt x="1432204" y="305333"/>
                </a:lnTo>
                <a:lnTo>
                  <a:pt x="1434833" y="305333"/>
                </a:lnTo>
                <a:lnTo>
                  <a:pt x="1435950" y="304876"/>
                </a:lnTo>
                <a:lnTo>
                  <a:pt x="1437817" y="303009"/>
                </a:lnTo>
                <a:lnTo>
                  <a:pt x="1438275" y="301891"/>
                </a:lnTo>
                <a:lnTo>
                  <a:pt x="1438275" y="299262"/>
                </a:lnTo>
                <a:close/>
              </a:path>
              <a:path w="2914650" h="962025">
                <a:moveTo>
                  <a:pt x="1485900" y="951191"/>
                </a:moveTo>
                <a:lnTo>
                  <a:pt x="1485442" y="950074"/>
                </a:lnTo>
                <a:lnTo>
                  <a:pt x="1483575" y="948207"/>
                </a:lnTo>
                <a:lnTo>
                  <a:pt x="1482458" y="947737"/>
                </a:lnTo>
                <a:lnTo>
                  <a:pt x="1479829" y="947737"/>
                </a:lnTo>
                <a:lnTo>
                  <a:pt x="1478711" y="948207"/>
                </a:lnTo>
                <a:lnTo>
                  <a:pt x="1476844" y="950074"/>
                </a:lnTo>
                <a:lnTo>
                  <a:pt x="1476375" y="951191"/>
                </a:lnTo>
                <a:lnTo>
                  <a:pt x="1476375" y="953820"/>
                </a:lnTo>
                <a:lnTo>
                  <a:pt x="1476844" y="954938"/>
                </a:lnTo>
                <a:lnTo>
                  <a:pt x="1478711" y="956805"/>
                </a:lnTo>
                <a:lnTo>
                  <a:pt x="1479829" y="957262"/>
                </a:lnTo>
                <a:lnTo>
                  <a:pt x="1482458" y="957262"/>
                </a:lnTo>
                <a:lnTo>
                  <a:pt x="1483575" y="956805"/>
                </a:lnTo>
                <a:lnTo>
                  <a:pt x="1485442" y="954938"/>
                </a:lnTo>
                <a:lnTo>
                  <a:pt x="1485900" y="953820"/>
                </a:lnTo>
                <a:lnTo>
                  <a:pt x="1485900" y="951191"/>
                </a:lnTo>
                <a:close/>
              </a:path>
              <a:path w="2914650" h="962025">
                <a:moveTo>
                  <a:pt x="1485900" y="299262"/>
                </a:moveTo>
                <a:lnTo>
                  <a:pt x="1485442" y="298132"/>
                </a:lnTo>
                <a:lnTo>
                  <a:pt x="1483575" y="296278"/>
                </a:lnTo>
                <a:lnTo>
                  <a:pt x="1482458" y="295808"/>
                </a:lnTo>
                <a:lnTo>
                  <a:pt x="1479829" y="295808"/>
                </a:lnTo>
                <a:lnTo>
                  <a:pt x="1478711" y="296278"/>
                </a:lnTo>
                <a:lnTo>
                  <a:pt x="1476844" y="298132"/>
                </a:lnTo>
                <a:lnTo>
                  <a:pt x="1476375" y="299262"/>
                </a:lnTo>
                <a:lnTo>
                  <a:pt x="1476375" y="301891"/>
                </a:lnTo>
                <a:lnTo>
                  <a:pt x="1476844" y="303009"/>
                </a:lnTo>
                <a:lnTo>
                  <a:pt x="1478711" y="304876"/>
                </a:lnTo>
                <a:lnTo>
                  <a:pt x="1479829" y="305333"/>
                </a:lnTo>
                <a:lnTo>
                  <a:pt x="1482458" y="305333"/>
                </a:lnTo>
                <a:lnTo>
                  <a:pt x="1483575" y="304876"/>
                </a:lnTo>
                <a:lnTo>
                  <a:pt x="1485442" y="303009"/>
                </a:lnTo>
                <a:lnTo>
                  <a:pt x="1485900" y="301891"/>
                </a:lnTo>
                <a:lnTo>
                  <a:pt x="1485900" y="299262"/>
                </a:lnTo>
                <a:close/>
              </a:path>
              <a:path w="2914650" h="962025">
                <a:moveTo>
                  <a:pt x="1533525" y="951191"/>
                </a:moveTo>
                <a:lnTo>
                  <a:pt x="1533067" y="950074"/>
                </a:lnTo>
                <a:lnTo>
                  <a:pt x="1531200" y="948207"/>
                </a:lnTo>
                <a:lnTo>
                  <a:pt x="1530083" y="947737"/>
                </a:lnTo>
                <a:lnTo>
                  <a:pt x="1527454" y="947737"/>
                </a:lnTo>
                <a:lnTo>
                  <a:pt x="1526336" y="948207"/>
                </a:lnTo>
                <a:lnTo>
                  <a:pt x="1524469" y="950074"/>
                </a:lnTo>
                <a:lnTo>
                  <a:pt x="1524000" y="951191"/>
                </a:lnTo>
                <a:lnTo>
                  <a:pt x="1524000" y="953820"/>
                </a:lnTo>
                <a:lnTo>
                  <a:pt x="1524469" y="954938"/>
                </a:lnTo>
                <a:lnTo>
                  <a:pt x="1526336" y="956805"/>
                </a:lnTo>
                <a:lnTo>
                  <a:pt x="1527454" y="957262"/>
                </a:lnTo>
                <a:lnTo>
                  <a:pt x="1530083" y="957262"/>
                </a:lnTo>
                <a:lnTo>
                  <a:pt x="1531200" y="956805"/>
                </a:lnTo>
                <a:lnTo>
                  <a:pt x="1533067" y="954938"/>
                </a:lnTo>
                <a:lnTo>
                  <a:pt x="1533525" y="953820"/>
                </a:lnTo>
                <a:lnTo>
                  <a:pt x="1533525" y="951191"/>
                </a:lnTo>
                <a:close/>
              </a:path>
              <a:path w="2914650" h="962025">
                <a:moveTo>
                  <a:pt x="1533525" y="299262"/>
                </a:moveTo>
                <a:lnTo>
                  <a:pt x="1533067" y="298132"/>
                </a:lnTo>
                <a:lnTo>
                  <a:pt x="1531200" y="296278"/>
                </a:lnTo>
                <a:lnTo>
                  <a:pt x="1530083" y="295808"/>
                </a:lnTo>
                <a:lnTo>
                  <a:pt x="1527454" y="295808"/>
                </a:lnTo>
                <a:lnTo>
                  <a:pt x="1526336" y="296278"/>
                </a:lnTo>
                <a:lnTo>
                  <a:pt x="1524469" y="298132"/>
                </a:lnTo>
                <a:lnTo>
                  <a:pt x="1524000" y="299262"/>
                </a:lnTo>
                <a:lnTo>
                  <a:pt x="1524000" y="301891"/>
                </a:lnTo>
                <a:lnTo>
                  <a:pt x="1524469" y="303009"/>
                </a:lnTo>
                <a:lnTo>
                  <a:pt x="1526336" y="304876"/>
                </a:lnTo>
                <a:lnTo>
                  <a:pt x="1527454" y="305333"/>
                </a:lnTo>
                <a:lnTo>
                  <a:pt x="1530083" y="305333"/>
                </a:lnTo>
                <a:lnTo>
                  <a:pt x="1531200" y="304876"/>
                </a:lnTo>
                <a:lnTo>
                  <a:pt x="1533067" y="303009"/>
                </a:lnTo>
                <a:lnTo>
                  <a:pt x="1533525" y="301891"/>
                </a:lnTo>
                <a:lnTo>
                  <a:pt x="1533525" y="299262"/>
                </a:lnTo>
                <a:close/>
              </a:path>
              <a:path w="2914650" h="962025">
                <a:moveTo>
                  <a:pt x="1581150" y="951191"/>
                </a:moveTo>
                <a:lnTo>
                  <a:pt x="1580692" y="950074"/>
                </a:lnTo>
                <a:lnTo>
                  <a:pt x="1578825" y="948207"/>
                </a:lnTo>
                <a:lnTo>
                  <a:pt x="1577708" y="947737"/>
                </a:lnTo>
                <a:lnTo>
                  <a:pt x="1575079" y="947737"/>
                </a:lnTo>
                <a:lnTo>
                  <a:pt x="1573961" y="948207"/>
                </a:lnTo>
                <a:lnTo>
                  <a:pt x="1572094" y="950074"/>
                </a:lnTo>
                <a:lnTo>
                  <a:pt x="1571625" y="951191"/>
                </a:lnTo>
                <a:lnTo>
                  <a:pt x="1571625" y="953820"/>
                </a:lnTo>
                <a:lnTo>
                  <a:pt x="1572094" y="954938"/>
                </a:lnTo>
                <a:lnTo>
                  <a:pt x="1573961" y="956805"/>
                </a:lnTo>
                <a:lnTo>
                  <a:pt x="1575079" y="957262"/>
                </a:lnTo>
                <a:lnTo>
                  <a:pt x="1577708" y="957262"/>
                </a:lnTo>
                <a:lnTo>
                  <a:pt x="1578825" y="956805"/>
                </a:lnTo>
                <a:lnTo>
                  <a:pt x="1580692" y="954938"/>
                </a:lnTo>
                <a:lnTo>
                  <a:pt x="1581150" y="953820"/>
                </a:lnTo>
                <a:lnTo>
                  <a:pt x="1581150" y="951191"/>
                </a:lnTo>
                <a:close/>
              </a:path>
              <a:path w="2914650" h="962025">
                <a:moveTo>
                  <a:pt x="1581150" y="299262"/>
                </a:moveTo>
                <a:lnTo>
                  <a:pt x="1580692" y="298132"/>
                </a:lnTo>
                <a:lnTo>
                  <a:pt x="1578825" y="296278"/>
                </a:lnTo>
                <a:lnTo>
                  <a:pt x="1577708" y="295808"/>
                </a:lnTo>
                <a:lnTo>
                  <a:pt x="1575079" y="295808"/>
                </a:lnTo>
                <a:lnTo>
                  <a:pt x="1573961" y="296278"/>
                </a:lnTo>
                <a:lnTo>
                  <a:pt x="1572094" y="298132"/>
                </a:lnTo>
                <a:lnTo>
                  <a:pt x="1571625" y="299262"/>
                </a:lnTo>
                <a:lnTo>
                  <a:pt x="1571625" y="301891"/>
                </a:lnTo>
                <a:lnTo>
                  <a:pt x="1572094" y="303009"/>
                </a:lnTo>
                <a:lnTo>
                  <a:pt x="1573961" y="304876"/>
                </a:lnTo>
                <a:lnTo>
                  <a:pt x="1575079" y="305333"/>
                </a:lnTo>
                <a:lnTo>
                  <a:pt x="1577708" y="305333"/>
                </a:lnTo>
                <a:lnTo>
                  <a:pt x="1578825" y="304876"/>
                </a:lnTo>
                <a:lnTo>
                  <a:pt x="1580692" y="303009"/>
                </a:lnTo>
                <a:lnTo>
                  <a:pt x="1581150" y="301891"/>
                </a:lnTo>
                <a:lnTo>
                  <a:pt x="1581150" y="299262"/>
                </a:lnTo>
                <a:close/>
              </a:path>
              <a:path w="2914650" h="962025">
                <a:moveTo>
                  <a:pt x="1628775" y="951191"/>
                </a:moveTo>
                <a:lnTo>
                  <a:pt x="1628317" y="950074"/>
                </a:lnTo>
                <a:lnTo>
                  <a:pt x="1626450" y="948207"/>
                </a:lnTo>
                <a:lnTo>
                  <a:pt x="1625333" y="947737"/>
                </a:lnTo>
                <a:lnTo>
                  <a:pt x="1622704" y="947737"/>
                </a:lnTo>
                <a:lnTo>
                  <a:pt x="1621586" y="948207"/>
                </a:lnTo>
                <a:lnTo>
                  <a:pt x="1619719" y="950074"/>
                </a:lnTo>
                <a:lnTo>
                  <a:pt x="1619250" y="951191"/>
                </a:lnTo>
                <a:lnTo>
                  <a:pt x="1619250" y="953820"/>
                </a:lnTo>
                <a:lnTo>
                  <a:pt x="1619719" y="954938"/>
                </a:lnTo>
                <a:lnTo>
                  <a:pt x="1621586" y="956805"/>
                </a:lnTo>
                <a:lnTo>
                  <a:pt x="1622704" y="957262"/>
                </a:lnTo>
                <a:lnTo>
                  <a:pt x="1625333" y="957262"/>
                </a:lnTo>
                <a:lnTo>
                  <a:pt x="1626450" y="956805"/>
                </a:lnTo>
                <a:lnTo>
                  <a:pt x="1628317" y="954938"/>
                </a:lnTo>
                <a:lnTo>
                  <a:pt x="1628775" y="953820"/>
                </a:lnTo>
                <a:lnTo>
                  <a:pt x="1628775" y="951191"/>
                </a:lnTo>
                <a:close/>
              </a:path>
              <a:path w="2914650" h="962025">
                <a:moveTo>
                  <a:pt x="1628775" y="299262"/>
                </a:moveTo>
                <a:lnTo>
                  <a:pt x="1628317" y="298132"/>
                </a:lnTo>
                <a:lnTo>
                  <a:pt x="1626450" y="296278"/>
                </a:lnTo>
                <a:lnTo>
                  <a:pt x="1625333" y="295808"/>
                </a:lnTo>
                <a:lnTo>
                  <a:pt x="1622704" y="295808"/>
                </a:lnTo>
                <a:lnTo>
                  <a:pt x="1621586" y="296278"/>
                </a:lnTo>
                <a:lnTo>
                  <a:pt x="1619719" y="298132"/>
                </a:lnTo>
                <a:lnTo>
                  <a:pt x="1619250" y="299262"/>
                </a:lnTo>
                <a:lnTo>
                  <a:pt x="1619250" y="301891"/>
                </a:lnTo>
                <a:lnTo>
                  <a:pt x="1619719" y="303009"/>
                </a:lnTo>
                <a:lnTo>
                  <a:pt x="1621586" y="304876"/>
                </a:lnTo>
                <a:lnTo>
                  <a:pt x="1622704" y="305333"/>
                </a:lnTo>
                <a:lnTo>
                  <a:pt x="1625333" y="305333"/>
                </a:lnTo>
                <a:lnTo>
                  <a:pt x="1626450" y="304876"/>
                </a:lnTo>
                <a:lnTo>
                  <a:pt x="1628317" y="303009"/>
                </a:lnTo>
                <a:lnTo>
                  <a:pt x="1628775" y="301891"/>
                </a:lnTo>
                <a:lnTo>
                  <a:pt x="1628775" y="299262"/>
                </a:lnTo>
                <a:close/>
              </a:path>
              <a:path w="2914650" h="962025">
                <a:moveTo>
                  <a:pt x="1676400" y="951191"/>
                </a:moveTo>
                <a:lnTo>
                  <a:pt x="1675942" y="950074"/>
                </a:lnTo>
                <a:lnTo>
                  <a:pt x="1674075" y="948207"/>
                </a:lnTo>
                <a:lnTo>
                  <a:pt x="1672958" y="947737"/>
                </a:lnTo>
                <a:lnTo>
                  <a:pt x="1670329" y="947737"/>
                </a:lnTo>
                <a:lnTo>
                  <a:pt x="1669211" y="948207"/>
                </a:lnTo>
                <a:lnTo>
                  <a:pt x="1667344" y="950074"/>
                </a:lnTo>
                <a:lnTo>
                  <a:pt x="1666875" y="951191"/>
                </a:lnTo>
                <a:lnTo>
                  <a:pt x="1666875" y="953820"/>
                </a:lnTo>
                <a:lnTo>
                  <a:pt x="1667344" y="954938"/>
                </a:lnTo>
                <a:lnTo>
                  <a:pt x="1669211" y="956805"/>
                </a:lnTo>
                <a:lnTo>
                  <a:pt x="1670329" y="957262"/>
                </a:lnTo>
                <a:lnTo>
                  <a:pt x="1672958" y="957262"/>
                </a:lnTo>
                <a:lnTo>
                  <a:pt x="1674075" y="956805"/>
                </a:lnTo>
                <a:lnTo>
                  <a:pt x="1675942" y="954938"/>
                </a:lnTo>
                <a:lnTo>
                  <a:pt x="1676400" y="953820"/>
                </a:lnTo>
                <a:lnTo>
                  <a:pt x="1676400" y="951191"/>
                </a:lnTo>
                <a:close/>
              </a:path>
              <a:path w="2914650" h="962025">
                <a:moveTo>
                  <a:pt x="1676400" y="299262"/>
                </a:moveTo>
                <a:lnTo>
                  <a:pt x="1675942" y="298132"/>
                </a:lnTo>
                <a:lnTo>
                  <a:pt x="1674075" y="296278"/>
                </a:lnTo>
                <a:lnTo>
                  <a:pt x="1672958" y="295808"/>
                </a:lnTo>
                <a:lnTo>
                  <a:pt x="1670329" y="295808"/>
                </a:lnTo>
                <a:lnTo>
                  <a:pt x="1669211" y="296278"/>
                </a:lnTo>
                <a:lnTo>
                  <a:pt x="1667344" y="298132"/>
                </a:lnTo>
                <a:lnTo>
                  <a:pt x="1666875" y="299262"/>
                </a:lnTo>
                <a:lnTo>
                  <a:pt x="1666875" y="301891"/>
                </a:lnTo>
                <a:lnTo>
                  <a:pt x="1667344" y="303009"/>
                </a:lnTo>
                <a:lnTo>
                  <a:pt x="1669211" y="304876"/>
                </a:lnTo>
                <a:lnTo>
                  <a:pt x="1670329" y="305333"/>
                </a:lnTo>
                <a:lnTo>
                  <a:pt x="1672958" y="305333"/>
                </a:lnTo>
                <a:lnTo>
                  <a:pt x="1674075" y="304876"/>
                </a:lnTo>
                <a:lnTo>
                  <a:pt x="1675942" y="303009"/>
                </a:lnTo>
                <a:lnTo>
                  <a:pt x="1676400" y="301891"/>
                </a:lnTo>
                <a:lnTo>
                  <a:pt x="1676400" y="299262"/>
                </a:lnTo>
                <a:close/>
              </a:path>
              <a:path w="2914650" h="962025">
                <a:moveTo>
                  <a:pt x="1724025" y="951191"/>
                </a:moveTo>
                <a:lnTo>
                  <a:pt x="1723567" y="950074"/>
                </a:lnTo>
                <a:lnTo>
                  <a:pt x="1721700" y="948207"/>
                </a:lnTo>
                <a:lnTo>
                  <a:pt x="1720583" y="947737"/>
                </a:lnTo>
                <a:lnTo>
                  <a:pt x="1717954" y="947737"/>
                </a:lnTo>
                <a:lnTo>
                  <a:pt x="1716836" y="948207"/>
                </a:lnTo>
                <a:lnTo>
                  <a:pt x="1714969" y="950074"/>
                </a:lnTo>
                <a:lnTo>
                  <a:pt x="1714500" y="951191"/>
                </a:lnTo>
                <a:lnTo>
                  <a:pt x="1714500" y="953820"/>
                </a:lnTo>
                <a:lnTo>
                  <a:pt x="1714969" y="954938"/>
                </a:lnTo>
                <a:lnTo>
                  <a:pt x="1716836" y="956805"/>
                </a:lnTo>
                <a:lnTo>
                  <a:pt x="1717954" y="957262"/>
                </a:lnTo>
                <a:lnTo>
                  <a:pt x="1720583" y="957262"/>
                </a:lnTo>
                <a:lnTo>
                  <a:pt x="1721700" y="956805"/>
                </a:lnTo>
                <a:lnTo>
                  <a:pt x="1723567" y="954938"/>
                </a:lnTo>
                <a:lnTo>
                  <a:pt x="1724025" y="953820"/>
                </a:lnTo>
                <a:lnTo>
                  <a:pt x="1724025" y="951191"/>
                </a:lnTo>
                <a:close/>
              </a:path>
              <a:path w="2914650" h="962025">
                <a:moveTo>
                  <a:pt x="1724025" y="299262"/>
                </a:moveTo>
                <a:lnTo>
                  <a:pt x="1723567" y="298132"/>
                </a:lnTo>
                <a:lnTo>
                  <a:pt x="1721700" y="296278"/>
                </a:lnTo>
                <a:lnTo>
                  <a:pt x="1720583" y="295808"/>
                </a:lnTo>
                <a:lnTo>
                  <a:pt x="1717954" y="295808"/>
                </a:lnTo>
                <a:lnTo>
                  <a:pt x="1716836" y="296278"/>
                </a:lnTo>
                <a:lnTo>
                  <a:pt x="1714969" y="298132"/>
                </a:lnTo>
                <a:lnTo>
                  <a:pt x="1714500" y="299262"/>
                </a:lnTo>
                <a:lnTo>
                  <a:pt x="1714500" y="301891"/>
                </a:lnTo>
                <a:lnTo>
                  <a:pt x="1714969" y="303009"/>
                </a:lnTo>
                <a:lnTo>
                  <a:pt x="1716836" y="304876"/>
                </a:lnTo>
                <a:lnTo>
                  <a:pt x="1717954" y="305333"/>
                </a:lnTo>
                <a:lnTo>
                  <a:pt x="1720583" y="305333"/>
                </a:lnTo>
                <a:lnTo>
                  <a:pt x="1721700" y="304876"/>
                </a:lnTo>
                <a:lnTo>
                  <a:pt x="1723567" y="303009"/>
                </a:lnTo>
                <a:lnTo>
                  <a:pt x="1724025" y="301891"/>
                </a:lnTo>
                <a:lnTo>
                  <a:pt x="1724025" y="299262"/>
                </a:lnTo>
                <a:close/>
              </a:path>
              <a:path w="2914650" h="962025">
                <a:moveTo>
                  <a:pt x="1771650" y="951191"/>
                </a:moveTo>
                <a:lnTo>
                  <a:pt x="1771192" y="950074"/>
                </a:lnTo>
                <a:lnTo>
                  <a:pt x="1769325" y="948207"/>
                </a:lnTo>
                <a:lnTo>
                  <a:pt x="1768208" y="947737"/>
                </a:lnTo>
                <a:lnTo>
                  <a:pt x="1765579" y="947737"/>
                </a:lnTo>
                <a:lnTo>
                  <a:pt x="1764461" y="948207"/>
                </a:lnTo>
                <a:lnTo>
                  <a:pt x="1762594" y="950074"/>
                </a:lnTo>
                <a:lnTo>
                  <a:pt x="1762125" y="951191"/>
                </a:lnTo>
                <a:lnTo>
                  <a:pt x="1762125" y="953820"/>
                </a:lnTo>
                <a:lnTo>
                  <a:pt x="1762594" y="954938"/>
                </a:lnTo>
                <a:lnTo>
                  <a:pt x="1764461" y="956805"/>
                </a:lnTo>
                <a:lnTo>
                  <a:pt x="1765579" y="957262"/>
                </a:lnTo>
                <a:lnTo>
                  <a:pt x="1768208" y="957262"/>
                </a:lnTo>
                <a:lnTo>
                  <a:pt x="1769325" y="956805"/>
                </a:lnTo>
                <a:lnTo>
                  <a:pt x="1771192" y="954938"/>
                </a:lnTo>
                <a:lnTo>
                  <a:pt x="1771650" y="953820"/>
                </a:lnTo>
                <a:lnTo>
                  <a:pt x="1771650" y="951191"/>
                </a:lnTo>
                <a:close/>
              </a:path>
              <a:path w="2914650" h="962025">
                <a:moveTo>
                  <a:pt x="1771650" y="299262"/>
                </a:moveTo>
                <a:lnTo>
                  <a:pt x="1771192" y="298132"/>
                </a:lnTo>
                <a:lnTo>
                  <a:pt x="1769325" y="296278"/>
                </a:lnTo>
                <a:lnTo>
                  <a:pt x="1768208" y="295808"/>
                </a:lnTo>
                <a:lnTo>
                  <a:pt x="1765579" y="295808"/>
                </a:lnTo>
                <a:lnTo>
                  <a:pt x="1764461" y="296278"/>
                </a:lnTo>
                <a:lnTo>
                  <a:pt x="1762594" y="298132"/>
                </a:lnTo>
                <a:lnTo>
                  <a:pt x="1762125" y="299262"/>
                </a:lnTo>
                <a:lnTo>
                  <a:pt x="1762125" y="301891"/>
                </a:lnTo>
                <a:lnTo>
                  <a:pt x="1762594" y="303009"/>
                </a:lnTo>
                <a:lnTo>
                  <a:pt x="1764461" y="304876"/>
                </a:lnTo>
                <a:lnTo>
                  <a:pt x="1765579" y="305333"/>
                </a:lnTo>
                <a:lnTo>
                  <a:pt x="1768208" y="305333"/>
                </a:lnTo>
                <a:lnTo>
                  <a:pt x="1769325" y="304876"/>
                </a:lnTo>
                <a:lnTo>
                  <a:pt x="1771192" y="303009"/>
                </a:lnTo>
                <a:lnTo>
                  <a:pt x="1771650" y="301891"/>
                </a:lnTo>
                <a:lnTo>
                  <a:pt x="1771650" y="299262"/>
                </a:lnTo>
                <a:close/>
              </a:path>
              <a:path w="2914650" h="962025">
                <a:moveTo>
                  <a:pt x="1819275" y="951191"/>
                </a:moveTo>
                <a:lnTo>
                  <a:pt x="1818817" y="950074"/>
                </a:lnTo>
                <a:lnTo>
                  <a:pt x="1816950" y="948207"/>
                </a:lnTo>
                <a:lnTo>
                  <a:pt x="1815833" y="947737"/>
                </a:lnTo>
                <a:lnTo>
                  <a:pt x="1813204" y="947737"/>
                </a:lnTo>
                <a:lnTo>
                  <a:pt x="1812086" y="948207"/>
                </a:lnTo>
                <a:lnTo>
                  <a:pt x="1810219" y="950074"/>
                </a:lnTo>
                <a:lnTo>
                  <a:pt x="1809750" y="951191"/>
                </a:lnTo>
                <a:lnTo>
                  <a:pt x="1809750" y="953820"/>
                </a:lnTo>
                <a:lnTo>
                  <a:pt x="1810219" y="954938"/>
                </a:lnTo>
                <a:lnTo>
                  <a:pt x="1812086" y="956805"/>
                </a:lnTo>
                <a:lnTo>
                  <a:pt x="1813204" y="957262"/>
                </a:lnTo>
                <a:lnTo>
                  <a:pt x="1815833" y="957262"/>
                </a:lnTo>
                <a:lnTo>
                  <a:pt x="1816950" y="956805"/>
                </a:lnTo>
                <a:lnTo>
                  <a:pt x="1818817" y="954938"/>
                </a:lnTo>
                <a:lnTo>
                  <a:pt x="1819275" y="953820"/>
                </a:lnTo>
                <a:lnTo>
                  <a:pt x="1819275" y="951191"/>
                </a:lnTo>
                <a:close/>
              </a:path>
              <a:path w="2914650" h="962025">
                <a:moveTo>
                  <a:pt x="1819275" y="299262"/>
                </a:moveTo>
                <a:lnTo>
                  <a:pt x="1818817" y="298132"/>
                </a:lnTo>
                <a:lnTo>
                  <a:pt x="1816950" y="296278"/>
                </a:lnTo>
                <a:lnTo>
                  <a:pt x="1815833" y="295808"/>
                </a:lnTo>
                <a:lnTo>
                  <a:pt x="1813204" y="295808"/>
                </a:lnTo>
                <a:lnTo>
                  <a:pt x="1812086" y="296278"/>
                </a:lnTo>
                <a:lnTo>
                  <a:pt x="1810219" y="298132"/>
                </a:lnTo>
                <a:lnTo>
                  <a:pt x="1809750" y="299262"/>
                </a:lnTo>
                <a:lnTo>
                  <a:pt x="1809750" y="301891"/>
                </a:lnTo>
                <a:lnTo>
                  <a:pt x="1810219" y="303009"/>
                </a:lnTo>
                <a:lnTo>
                  <a:pt x="1812086" y="304876"/>
                </a:lnTo>
                <a:lnTo>
                  <a:pt x="1813204" y="305333"/>
                </a:lnTo>
                <a:lnTo>
                  <a:pt x="1815833" y="305333"/>
                </a:lnTo>
                <a:lnTo>
                  <a:pt x="1816950" y="304876"/>
                </a:lnTo>
                <a:lnTo>
                  <a:pt x="1818817" y="303009"/>
                </a:lnTo>
                <a:lnTo>
                  <a:pt x="1819275" y="301891"/>
                </a:lnTo>
                <a:lnTo>
                  <a:pt x="1819275" y="299262"/>
                </a:lnTo>
                <a:close/>
              </a:path>
              <a:path w="2914650" h="962025">
                <a:moveTo>
                  <a:pt x="1866900" y="951191"/>
                </a:moveTo>
                <a:lnTo>
                  <a:pt x="1866442" y="950074"/>
                </a:lnTo>
                <a:lnTo>
                  <a:pt x="1864575" y="948207"/>
                </a:lnTo>
                <a:lnTo>
                  <a:pt x="1863458" y="947737"/>
                </a:lnTo>
                <a:lnTo>
                  <a:pt x="1860829" y="947737"/>
                </a:lnTo>
                <a:lnTo>
                  <a:pt x="1859711" y="948207"/>
                </a:lnTo>
                <a:lnTo>
                  <a:pt x="1857844" y="950074"/>
                </a:lnTo>
                <a:lnTo>
                  <a:pt x="1857375" y="951191"/>
                </a:lnTo>
                <a:lnTo>
                  <a:pt x="1857375" y="953820"/>
                </a:lnTo>
                <a:lnTo>
                  <a:pt x="1857844" y="954938"/>
                </a:lnTo>
                <a:lnTo>
                  <a:pt x="1859711" y="956805"/>
                </a:lnTo>
                <a:lnTo>
                  <a:pt x="1860829" y="957262"/>
                </a:lnTo>
                <a:lnTo>
                  <a:pt x="1863458" y="957262"/>
                </a:lnTo>
                <a:lnTo>
                  <a:pt x="1864575" y="956805"/>
                </a:lnTo>
                <a:lnTo>
                  <a:pt x="1866442" y="954938"/>
                </a:lnTo>
                <a:lnTo>
                  <a:pt x="1866900" y="953820"/>
                </a:lnTo>
                <a:lnTo>
                  <a:pt x="1866900" y="951191"/>
                </a:lnTo>
                <a:close/>
              </a:path>
              <a:path w="2914650" h="962025">
                <a:moveTo>
                  <a:pt x="1866900" y="299262"/>
                </a:moveTo>
                <a:lnTo>
                  <a:pt x="1866442" y="298132"/>
                </a:lnTo>
                <a:lnTo>
                  <a:pt x="1864575" y="296278"/>
                </a:lnTo>
                <a:lnTo>
                  <a:pt x="1863458" y="295808"/>
                </a:lnTo>
                <a:lnTo>
                  <a:pt x="1860829" y="295808"/>
                </a:lnTo>
                <a:lnTo>
                  <a:pt x="1859711" y="296278"/>
                </a:lnTo>
                <a:lnTo>
                  <a:pt x="1857844" y="298132"/>
                </a:lnTo>
                <a:lnTo>
                  <a:pt x="1857375" y="299262"/>
                </a:lnTo>
                <a:lnTo>
                  <a:pt x="1857375" y="301891"/>
                </a:lnTo>
                <a:lnTo>
                  <a:pt x="1857844" y="303009"/>
                </a:lnTo>
                <a:lnTo>
                  <a:pt x="1859711" y="304876"/>
                </a:lnTo>
                <a:lnTo>
                  <a:pt x="1860829" y="305333"/>
                </a:lnTo>
                <a:lnTo>
                  <a:pt x="1863458" y="305333"/>
                </a:lnTo>
                <a:lnTo>
                  <a:pt x="1864575" y="304876"/>
                </a:lnTo>
                <a:lnTo>
                  <a:pt x="1866442" y="303009"/>
                </a:lnTo>
                <a:lnTo>
                  <a:pt x="1866900" y="301891"/>
                </a:lnTo>
                <a:lnTo>
                  <a:pt x="1866900" y="299262"/>
                </a:lnTo>
                <a:close/>
              </a:path>
              <a:path w="2914650" h="962025">
                <a:moveTo>
                  <a:pt x="1914525" y="951191"/>
                </a:moveTo>
                <a:lnTo>
                  <a:pt x="1914067" y="950074"/>
                </a:lnTo>
                <a:lnTo>
                  <a:pt x="1912200" y="948207"/>
                </a:lnTo>
                <a:lnTo>
                  <a:pt x="1911083" y="947737"/>
                </a:lnTo>
                <a:lnTo>
                  <a:pt x="1908454" y="947737"/>
                </a:lnTo>
                <a:lnTo>
                  <a:pt x="1907336" y="948207"/>
                </a:lnTo>
                <a:lnTo>
                  <a:pt x="1905469" y="950074"/>
                </a:lnTo>
                <a:lnTo>
                  <a:pt x="1905000" y="951191"/>
                </a:lnTo>
                <a:lnTo>
                  <a:pt x="1905000" y="953820"/>
                </a:lnTo>
                <a:lnTo>
                  <a:pt x="1905469" y="954938"/>
                </a:lnTo>
                <a:lnTo>
                  <a:pt x="1907336" y="956805"/>
                </a:lnTo>
                <a:lnTo>
                  <a:pt x="1908454" y="957262"/>
                </a:lnTo>
                <a:lnTo>
                  <a:pt x="1911083" y="957262"/>
                </a:lnTo>
                <a:lnTo>
                  <a:pt x="1912200" y="956805"/>
                </a:lnTo>
                <a:lnTo>
                  <a:pt x="1914067" y="954938"/>
                </a:lnTo>
                <a:lnTo>
                  <a:pt x="1914525" y="953820"/>
                </a:lnTo>
                <a:lnTo>
                  <a:pt x="1914525" y="951191"/>
                </a:lnTo>
                <a:close/>
              </a:path>
              <a:path w="2914650" h="962025">
                <a:moveTo>
                  <a:pt x="1914525" y="299262"/>
                </a:moveTo>
                <a:lnTo>
                  <a:pt x="1914067" y="298132"/>
                </a:lnTo>
                <a:lnTo>
                  <a:pt x="1912200" y="296278"/>
                </a:lnTo>
                <a:lnTo>
                  <a:pt x="1911083" y="295808"/>
                </a:lnTo>
                <a:lnTo>
                  <a:pt x="1908454" y="295808"/>
                </a:lnTo>
                <a:lnTo>
                  <a:pt x="1907336" y="296278"/>
                </a:lnTo>
                <a:lnTo>
                  <a:pt x="1905469" y="298132"/>
                </a:lnTo>
                <a:lnTo>
                  <a:pt x="1905000" y="299262"/>
                </a:lnTo>
                <a:lnTo>
                  <a:pt x="1905000" y="301891"/>
                </a:lnTo>
                <a:lnTo>
                  <a:pt x="1905469" y="303009"/>
                </a:lnTo>
                <a:lnTo>
                  <a:pt x="1907336" y="304876"/>
                </a:lnTo>
                <a:lnTo>
                  <a:pt x="1908454" y="305333"/>
                </a:lnTo>
                <a:lnTo>
                  <a:pt x="1911083" y="305333"/>
                </a:lnTo>
                <a:lnTo>
                  <a:pt x="1912200" y="304876"/>
                </a:lnTo>
                <a:lnTo>
                  <a:pt x="1914067" y="303009"/>
                </a:lnTo>
                <a:lnTo>
                  <a:pt x="1914525" y="301891"/>
                </a:lnTo>
                <a:lnTo>
                  <a:pt x="1914525" y="299262"/>
                </a:lnTo>
                <a:close/>
              </a:path>
              <a:path w="2914650" h="962025">
                <a:moveTo>
                  <a:pt x="1962150" y="951191"/>
                </a:moveTo>
                <a:lnTo>
                  <a:pt x="1961692" y="950074"/>
                </a:lnTo>
                <a:lnTo>
                  <a:pt x="1959825" y="948207"/>
                </a:lnTo>
                <a:lnTo>
                  <a:pt x="1958708" y="947737"/>
                </a:lnTo>
                <a:lnTo>
                  <a:pt x="1956079" y="947737"/>
                </a:lnTo>
                <a:lnTo>
                  <a:pt x="1954961" y="948207"/>
                </a:lnTo>
                <a:lnTo>
                  <a:pt x="1953094" y="950074"/>
                </a:lnTo>
                <a:lnTo>
                  <a:pt x="1952625" y="951191"/>
                </a:lnTo>
                <a:lnTo>
                  <a:pt x="1952625" y="953820"/>
                </a:lnTo>
                <a:lnTo>
                  <a:pt x="1953094" y="954938"/>
                </a:lnTo>
                <a:lnTo>
                  <a:pt x="1954961" y="956805"/>
                </a:lnTo>
                <a:lnTo>
                  <a:pt x="1956079" y="957262"/>
                </a:lnTo>
                <a:lnTo>
                  <a:pt x="1958708" y="957262"/>
                </a:lnTo>
                <a:lnTo>
                  <a:pt x="1959825" y="956805"/>
                </a:lnTo>
                <a:lnTo>
                  <a:pt x="1961692" y="954938"/>
                </a:lnTo>
                <a:lnTo>
                  <a:pt x="1962150" y="953820"/>
                </a:lnTo>
                <a:lnTo>
                  <a:pt x="1962150" y="951191"/>
                </a:lnTo>
                <a:close/>
              </a:path>
              <a:path w="2914650" h="962025">
                <a:moveTo>
                  <a:pt x="1962150" y="299262"/>
                </a:moveTo>
                <a:lnTo>
                  <a:pt x="1961692" y="298132"/>
                </a:lnTo>
                <a:lnTo>
                  <a:pt x="1959825" y="296278"/>
                </a:lnTo>
                <a:lnTo>
                  <a:pt x="1958708" y="295808"/>
                </a:lnTo>
                <a:lnTo>
                  <a:pt x="1956079" y="295808"/>
                </a:lnTo>
                <a:lnTo>
                  <a:pt x="1954961" y="296278"/>
                </a:lnTo>
                <a:lnTo>
                  <a:pt x="1953094" y="298132"/>
                </a:lnTo>
                <a:lnTo>
                  <a:pt x="1952625" y="299262"/>
                </a:lnTo>
                <a:lnTo>
                  <a:pt x="1952625" y="301891"/>
                </a:lnTo>
                <a:lnTo>
                  <a:pt x="1953094" y="303009"/>
                </a:lnTo>
                <a:lnTo>
                  <a:pt x="1954961" y="304876"/>
                </a:lnTo>
                <a:lnTo>
                  <a:pt x="1956079" y="305333"/>
                </a:lnTo>
                <a:lnTo>
                  <a:pt x="1958708" y="305333"/>
                </a:lnTo>
                <a:lnTo>
                  <a:pt x="1959825" y="304876"/>
                </a:lnTo>
                <a:lnTo>
                  <a:pt x="1961692" y="303009"/>
                </a:lnTo>
                <a:lnTo>
                  <a:pt x="1962150" y="301891"/>
                </a:lnTo>
                <a:lnTo>
                  <a:pt x="1962150" y="299262"/>
                </a:lnTo>
                <a:close/>
              </a:path>
              <a:path w="2914650" h="962025">
                <a:moveTo>
                  <a:pt x="2009775" y="951191"/>
                </a:moveTo>
                <a:lnTo>
                  <a:pt x="2009317" y="950074"/>
                </a:lnTo>
                <a:lnTo>
                  <a:pt x="2007450" y="948207"/>
                </a:lnTo>
                <a:lnTo>
                  <a:pt x="2006333" y="947737"/>
                </a:lnTo>
                <a:lnTo>
                  <a:pt x="2003704" y="947737"/>
                </a:lnTo>
                <a:lnTo>
                  <a:pt x="2002586" y="948207"/>
                </a:lnTo>
                <a:lnTo>
                  <a:pt x="2000719" y="950074"/>
                </a:lnTo>
                <a:lnTo>
                  <a:pt x="2000250" y="951191"/>
                </a:lnTo>
                <a:lnTo>
                  <a:pt x="2000250" y="953820"/>
                </a:lnTo>
                <a:lnTo>
                  <a:pt x="2000719" y="954938"/>
                </a:lnTo>
                <a:lnTo>
                  <a:pt x="2002586" y="956805"/>
                </a:lnTo>
                <a:lnTo>
                  <a:pt x="2003704" y="957262"/>
                </a:lnTo>
                <a:lnTo>
                  <a:pt x="2006333" y="957262"/>
                </a:lnTo>
                <a:lnTo>
                  <a:pt x="2007450" y="956805"/>
                </a:lnTo>
                <a:lnTo>
                  <a:pt x="2009317" y="954938"/>
                </a:lnTo>
                <a:lnTo>
                  <a:pt x="2009775" y="953820"/>
                </a:lnTo>
                <a:lnTo>
                  <a:pt x="2009775" y="951191"/>
                </a:lnTo>
                <a:close/>
              </a:path>
              <a:path w="2914650" h="962025">
                <a:moveTo>
                  <a:pt x="2009775" y="299262"/>
                </a:moveTo>
                <a:lnTo>
                  <a:pt x="2009317" y="298132"/>
                </a:lnTo>
                <a:lnTo>
                  <a:pt x="2007450" y="296278"/>
                </a:lnTo>
                <a:lnTo>
                  <a:pt x="2006333" y="295808"/>
                </a:lnTo>
                <a:lnTo>
                  <a:pt x="2003704" y="295808"/>
                </a:lnTo>
                <a:lnTo>
                  <a:pt x="2002586" y="296278"/>
                </a:lnTo>
                <a:lnTo>
                  <a:pt x="2000719" y="298132"/>
                </a:lnTo>
                <a:lnTo>
                  <a:pt x="2000250" y="299262"/>
                </a:lnTo>
                <a:lnTo>
                  <a:pt x="2000250" y="301891"/>
                </a:lnTo>
                <a:lnTo>
                  <a:pt x="2000719" y="303009"/>
                </a:lnTo>
                <a:lnTo>
                  <a:pt x="2002586" y="304876"/>
                </a:lnTo>
                <a:lnTo>
                  <a:pt x="2003704" y="305333"/>
                </a:lnTo>
                <a:lnTo>
                  <a:pt x="2006333" y="305333"/>
                </a:lnTo>
                <a:lnTo>
                  <a:pt x="2007450" y="304876"/>
                </a:lnTo>
                <a:lnTo>
                  <a:pt x="2009317" y="303009"/>
                </a:lnTo>
                <a:lnTo>
                  <a:pt x="2009775" y="301891"/>
                </a:lnTo>
                <a:lnTo>
                  <a:pt x="2009775" y="299262"/>
                </a:lnTo>
                <a:close/>
              </a:path>
              <a:path w="2914650" h="962025">
                <a:moveTo>
                  <a:pt x="2057400" y="951191"/>
                </a:moveTo>
                <a:lnTo>
                  <a:pt x="2056942" y="950074"/>
                </a:lnTo>
                <a:lnTo>
                  <a:pt x="2055075" y="948207"/>
                </a:lnTo>
                <a:lnTo>
                  <a:pt x="2053958" y="947737"/>
                </a:lnTo>
                <a:lnTo>
                  <a:pt x="2051329" y="947737"/>
                </a:lnTo>
                <a:lnTo>
                  <a:pt x="2050211" y="948207"/>
                </a:lnTo>
                <a:lnTo>
                  <a:pt x="2048344" y="950074"/>
                </a:lnTo>
                <a:lnTo>
                  <a:pt x="2047875" y="951191"/>
                </a:lnTo>
                <a:lnTo>
                  <a:pt x="2047875" y="953820"/>
                </a:lnTo>
                <a:lnTo>
                  <a:pt x="2048344" y="954938"/>
                </a:lnTo>
                <a:lnTo>
                  <a:pt x="2050211" y="956805"/>
                </a:lnTo>
                <a:lnTo>
                  <a:pt x="2051329" y="957262"/>
                </a:lnTo>
                <a:lnTo>
                  <a:pt x="2053958" y="957262"/>
                </a:lnTo>
                <a:lnTo>
                  <a:pt x="2055075" y="956805"/>
                </a:lnTo>
                <a:lnTo>
                  <a:pt x="2056942" y="954938"/>
                </a:lnTo>
                <a:lnTo>
                  <a:pt x="2057400" y="953820"/>
                </a:lnTo>
                <a:lnTo>
                  <a:pt x="2057400" y="951191"/>
                </a:lnTo>
                <a:close/>
              </a:path>
              <a:path w="2914650" h="962025">
                <a:moveTo>
                  <a:pt x="2057400" y="299262"/>
                </a:moveTo>
                <a:lnTo>
                  <a:pt x="2056942" y="298132"/>
                </a:lnTo>
                <a:lnTo>
                  <a:pt x="2055075" y="296278"/>
                </a:lnTo>
                <a:lnTo>
                  <a:pt x="2053958" y="295808"/>
                </a:lnTo>
                <a:lnTo>
                  <a:pt x="2051329" y="295808"/>
                </a:lnTo>
                <a:lnTo>
                  <a:pt x="2050211" y="296278"/>
                </a:lnTo>
                <a:lnTo>
                  <a:pt x="2048344" y="298132"/>
                </a:lnTo>
                <a:lnTo>
                  <a:pt x="2047875" y="299262"/>
                </a:lnTo>
                <a:lnTo>
                  <a:pt x="2047875" y="301891"/>
                </a:lnTo>
                <a:lnTo>
                  <a:pt x="2048344" y="303009"/>
                </a:lnTo>
                <a:lnTo>
                  <a:pt x="2050211" y="304876"/>
                </a:lnTo>
                <a:lnTo>
                  <a:pt x="2051329" y="305333"/>
                </a:lnTo>
                <a:lnTo>
                  <a:pt x="2053958" y="305333"/>
                </a:lnTo>
                <a:lnTo>
                  <a:pt x="2055075" y="304876"/>
                </a:lnTo>
                <a:lnTo>
                  <a:pt x="2056942" y="303009"/>
                </a:lnTo>
                <a:lnTo>
                  <a:pt x="2057400" y="301891"/>
                </a:lnTo>
                <a:lnTo>
                  <a:pt x="2057400" y="299262"/>
                </a:lnTo>
                <a:close/>
              </a:path>
              <a:path w="2914650" h="962025">
                <a:moveTo>
                  <a:pt x="2105025" y="951191"/>
                </a:moveTo>
                <a:lnTo>
                  <a:pt x="2104567" y="950074"/>
                </a:lnTo>
                <a:lnTo>
                  <a:pt x="2102700" y="948207"/>
                </a:lnTo>
                <a:lnTo>
                  <a:pt x="2101583" y="947737"/>
                </a:lnTo>
                <a:lnTo>
                  <a:pt x="2098954" y="947737"/>
                </a:lnTo>
                <a:lnTo>
                  <a:pt x="2097836" y="948207"/>
                </a:lnTo>
                <a:lnTo>
                  <a:pt x="2095969" y="950074"/>
                </a:lnTo>
                <a:lnTo>
                  <a:pt x="2095500" y="951191"/>
                </a:lnTo>
                <a:lnTo>
                  <a:pt x="2095500" y="953820"/>
                </a:lnTo>
                <a:lnTo>
                  <a:pt x="2095969" y="954938"/>
                </a:lnTo>
                <a:lnTo>
                  <a:pt x="2097836" y="956805"/>
                </a:lnTo>
                <a:lnTo>
                  <a:pt x="2098954" y="957262"/>
                </a:lnTo>
                <a:lnTo>
                  <a:pt x="2101583" y="957262"/>
                </a:lnTo>
                <a:lnTo>
                  <a:pt x="2102700" y="956805"/>
                </a:lnTo>
                <a:lnTo>
                  <a:pt x="2104567" y="954938"/>
                </a:lnTo>
                <a:lnTo>
                  <a:pt x="2105025" y="953820"/>
                </a:lnTo>
                <a:lnTo>
                  <a:pt x="2105025" y="951191"/>
                </a:lnTo>
                <a:close/>
              </a:path>
              <a:path w="2914650" h="962025">
                <a:moveTo>
                  <a:pt x="2105025" y="299262"/>
                </a:moveTo>
                <a:lnTo>
                  <a:pt x="2104567" y="298132"/>
                </a:lnTo>
                <a:lnTo>
                  <a:pt x="2102700" y="296278"/>
                </a:lnTo>
                <a:lnTo>
                  <a:pt x="2101583" y="295808"/>
                </a:lnTo>
                <a:lnTo>
                  <a:pt x="2098954" y="295808"/>
                </a:lnTo>
                <a:lnTo>
                  <a:pt x="2097836" y="296278"/>
                </a:lnTo>
                <a:lnTo>
                  <a:pt x="2095969" y="298132"/>
                </a:lnTo>
                <a:lnTo>
                  <a:pt x="2095500" y="299262"/>
                </a:lnTo>
                <a:lnTo>
                  <a:pt x="2095500" y="301891"/>
                </a:lnTo>
                <a:lnTo>
                  <a:pt x="2095969" y="303009"/>
                </a:lnTo>
                <a:lnTo>
                  <a:pt x="2097836" y="304876"/>
                </a:lnTo>
                <a:lnTo>
                  <a:pt x="2098954" y="305333"/>
                </a:lnTo>
                <a:lnTo>
                  <a:pt x="2101583" y="305333"/>
                </a:lnTo>
                <a:lnTo>
                  <a:pt x="2102700" y="304876"/>
                </a:lnTo>
                <a:lnTo>
                  <a:pt x="2104567" y="303009"/>
                </a:lnTo>
                <a:lnTo>
                  <a:pt x="2105025" y="301891"/>
                </a:lnTo>
                <a:lnTo>
                  <a:pt x="2105025" y="299262"/>
                </a:lnTo>
                <a:close/>
              </a:path>
              <a:path w="2914650" h="962025">
                <a:moveTo>
                  <a:pt x="2152650" y="951191"/>
                </a:moveTo>
                <a:lnTo>
                  <a:pt x="2152192" y="950074"/>
                </a:lnTo>
                <a:lnTo>
                  <a:pt x="2150326" y="948207"/>
                </a:lnTo>
                <a:lnTo>
                  <a:pt x="2149208" y="947737"/>
                </a:lnTo>
                <a:lnTo>
                  <a:pt x="2146579" y="947737"/>
                </a:lnTo>
                <a:lnTo>
                  <a:pt x="2145461" y="948207"/>
                </a:lnTo>
                <a:lnTo>
                  <a:pt x="2143595" y="950074"/>
                </a:lnTo>
                <a:lnTo>
                  <a:pt x="2143125" y="951191"/>
                </a:lnTo>
                <a:lnTo>
                  <a:pt x="2143125" y="953820"/>
                </a:lnTo>
                <a:lnTo>
                  <a:pt x="2143595" y="954938"/>
                </a:lnTo>
                <a:lnTo>
                  <a:pt x="2145461" y="956805"/>
                </a:lnTo>
                <a:lnTo>
                  <a:pt x="2146579" y="957262"/>
                </a:lnTo>
                <a:lnTo>
                  <a:pt x="2149208" y="957262"/>
                </a:lnTo>
                <a:lnTo>
                  <a:pt x="2150326" y="956805"/>
                </a:lnTo>
                <a:lnTo>
                  <a:pt x="2152192" y="954938"/>
                </a:lnTo>
                <a:lnTo>
                  <a:pt x="2152650" y="953820"/>
                </a:lnTo>
                <a:lnTo>
                  <a:pt x="2152650" y="951191"/>
                </a:lnTo>
                <a:close/>
              </a:path>
              <a:path w="2914650" h="962025">
                <a:moveTo>
                  <a:pt x="2152650" y="299262"/>
                </a:moveTo>
                <a:lnTo>
                  <a:pt x="2152192" y="298132"/>
                </a:lnTo>
                <a:lnTo>
                  <a:pt x="2150326" y="296278"/>
                </a:lnTo>
                <a:lnTo>
                  <a:pt x="2149208" y="295808"/>
                </a:lnTo>
                <a:lnTo>
                  <a:pt x="2146579" y="295808"/>
                </a:lnTo>
                <a:lnTo>
                  <a:pt x="2145461" y="296278"/>
                </a:lnTo>
                <a:lnTo>
                  <a:pt x="2143595" y="298132"/>
                </a:lnTo>
                <a:lnTo>
                  <a:pt x="2143125" y="299262"/>
                </a:lnTo>
                <a:lnTo>
                  <a:pt x="2143125" y="301891"/>
                </a:lnTo>
                <a:lnTo>
                  <a:pt x="2143595" y="303009"/>
                </a:lnTo>
                <a:lnTo>
                  <a:pt x="2145461" y="304876"/>
                </a:lnTo>
                <a:lnTo>
                  <a:pt x="2146579" y="305333"/>
                </a:lnTo>
                <a:lnTo>
                  <a:pt x="2149208" y="305333"/>
                </a:lnTo>
                <a:lnTo>
                  <a:pt x="2150326" y="304876"/>
                </a:lnTo>
                <a:lnTo>
                  <a:pt x="2152192" y="303009"/>
                </a:lnTo>
                <a:lnTo>
                  <a:pt x="2152650" y="301891"/>
                </a:lnTo>
                <a:lnTo>
                  <a:pt x="2152650" y="299262"/>
                </a:lnTo>
                <a:close/>
              </a:path>
              <a:path w="2914650" h="962025">
                <a:moveTo>
                  <a:pt x="2200275" y="951191"/>
                </a:moveTo>
                <a:lnTo>
                  <a:pt x="2199817" y="950074"/>
                </a:lnTo>
                <a:lnTo>
                  <a:pt x="2197951" y="948207"/>
                </a:lnTo>
                <a:lnTo>
                  <a:pt x="2196833" y="947737"/>
                </a:lnTo>
                <a:lnTo>
                  <a:pt x="2194204" y="947737"/>
                </a:lnTo>
                <a:lnTo>
                  <a:pt x="2193086" y="948207"/>
                </a:lnTo>
                <a:lnTo>
                  <a:pt x="2191220" y="950074"/>
                </a:lnTo>
                <a:lnTo>
                  <a:pt x="2190750" y="951191"/>
                </a:lnTo>
                <a:lnTo>
                  <a:pt x="2190750" y="953820"/>
                </a:lnTo>
                <a:lnTo>
                  <a:pt x="2191220" y="954938"/>
                </a:lnTo>
                <a:lnTo>
                  <a:pt x="2193086" y="956805"/>
                </a:lnTo>
                <a:lnTo>
                  <a:pt x="2194204" y="957262"/>
                </a:lnTo>
                <a:lnTo>
                  <a:pt x="2196833" y="957262"/>
                </a:lnTo>
                <a:lnTo>
                  <a:pt x="2197951" y="956805"/>
                </a:lnTo>
                <a:lnTo>
                  <a:pt x="2199817" y="954938"/>
                </a:lnTo>
                <a:lnTo>
                  <a:pt x="2200275" y="953820"/>
                </a:lnTo>
                <a:lnTo>
                  <a:pt x="2200275" y="951191"/>
                </a:lnTo>
                <a:close/>
              </a:path>
              <a:path w="2914650" h="962025">
                <a:moveTo>
                  <a:pt x="2200275" y="299262"/>
                </a:moveTo>
                <a:lnTo>
                  <a:pt x="2199817" y="298132"/>
                </a:lnTo>
                <a:lnTo>
                  <a:pt x="2197951" y="296278"/>
                </a:lnTo>
                <a:lnTo>
                  <a:pt x="2196833" y="295808"/>
                </a:lnTo>
                <a:lnTo>
                  <a:pt x="2194204" y="295808"/>
                </a:lnTo>
                <a:lnTo>
                  <a:pt x="2193086" y="296278"/>
                </a:lnTo>
                <a:lnTo>
                  <a:pt x="2191220" y="298132"/>
                </a:lnTo>
                <a:lnTo>
                  <a:pt x="2190750" y="299262"/>
                </a:lnTo>
                <a:lnTo>
                  <a:pt x="2190750" y="301891"/>
                </a:lnTo>
                <a:lnTo>
                  <a:pt x="2191220" y="303009"/>
                </a:lnTo>
                <a:lnTo>
                  <a:pt x="2193086" y="304876"/>
                </a:lnTo>
                <a:lnTo>
                  <a:pt x="2194204" y="305333"/>
                </a:lnTo>
                <a:lnTo>
                  <a:pt x="2196833" y="305333"/>
                </a:lnTo>
                <a:lnTo>
                  <a:pt x="2197951" y="304876"/>
                </a:lnTo>
                <a:lnTo>
                  <a:pt x="2199817" y="303009"/>
                </a:lnTo>
                <a:lnTo>
                  <a:pt x="2200275" y="301891"/>
                </a:lnTo>
                <a:lnTo>
                  <a:pt x="2200275" y="299262"/>
                </a:lnTo>
                <a:close/>
              </a:path>
              <a:path w="2914650" h="962025">
                <a:moveTo>
                  <a:pt x="2247900" y="951191"/>
                </a:moveTo>
                <a:lnTo>
                  <a:pt x="2247442" y="950074"/>
                </a:lnTo>
                <a:lnTo>
                  <a:pt x="2245576" y="948207"/>
                </a:lnTo>
                <a:lnTo>
                  <a:pt x="2244458" y="947737"/>
                </a:lnTo>
                <a:lnTo>
                  <a:pt x="2241829" y="947737"/>
                </a:lnTo>
                <a:lnTo>
                  <a:pt x="2240711" y="948207"/>
                </a:lnTo>
                <a:lnTo>
                  <a:pt x="2238845" y="950074"/>
                </a:lnTo>
                <a:lnTo>
                  <a:pt x="2238375" y="951191"/>
                </a:lnTo>
                <a:lnTo>
                  <a:pt x="2238375" y="953820"/>
                </a:lnTo>
                <a:lnTo>
                  <a:pt x="2238845" y="954938"/>
                </a:lnTo>
                <a:lnTo>
                  <a:pt x="2240711" y="956805"/>
                </a:lnTo>
                <a:lnTo>
                  <a:pt x="2241829" y="957262"/>
                </a:lnTo>
                <a:lnTo>
                  <a:pt x="2244458" y="957262"/>
                </a:lnTo>
                <a:lnTo>
                  <a:pt x="2245576" y="956805"/>
                </a:lnTo>
                <a:lnTo>
                  <a:pt x="2247442" y="954938"/>
                </a:lnTo>
                <a:lnTo>
                  <a:pt x="2247900" y="953820"/>
                </a:lnTo>
                <a:lnTo>
                  <a:pt x="2247900" y="951191"/>
                </a:lnTo>
                <a:close/>
              </a:path>
              <a:path w="2914650" h="962025">
                <a:moveTo>
                  <a:pt x="2247900" y="299262"/>
                </a:moveTo>
                <a:lnTo>
                  <a:pt x="2247442" y="298132"/>
                </a:lnTo>
                <a:lnTo>
                  <a:pt x="2245576" y="296278"/>
                </a:lnTo>
                <a:lnTo>
                  <a:pt x="2244458" y="295808"/>
                </a:lnTo>
                <a:lnTo>
                  <a:pt x="2241829" y="295808"/>
                </a:lnTo>
                <a:lnTo>
                  <a:pt x="2240711" y="296278"/>
                </a:lnTo>
                <a:lnTo>
                  <a:pt x="2238845" y="298132"/>
                </a:lnTo>
                <a:lnTo>
                  <a:pt x="2238375" y="299262"/>
                </a:lnTo>
                <a:lnTo>
                  <a:pt x="2238375" y="301891"/>
                </a:lnTo>
                <a:lnTo>
                  <a:pt x="2238845" y="303009"/>
                </a:lnTo>
                <a:lnTo>
                  <a:pt x="2240711" y="304876"/>
                </a:lnTo>
                <a:lnTo>
                  <a:pt x="2241829" y="305333"/>
                </a:lnTo>
                <a:lnTo>
                  <a:pt x="2244458" y="305333"/>
                </a:lnTo>
                <a:lnTo>
                  <a:pt x="2245576" y="304876"/>
                </a:lnTo>
                <a:lnTo>
                  <a:pt x="2247442" y="303009"/>
                </a:lnTo>
                <a:lnTo>
                  <a:pt x="2247900" y="301891"/>
                </a:lnTo>
                <a:lnTo>
                  <a:pt x="2247900" y="299262"/>
                </a:lnTo>
                <a:close/>
              </a:path>
              <a:path w="2914650" h="962025">
                <a:moveTo>
                  <a:pt x="2295525" y="951191"/>
                </a:moveTo>
                <a:lnTo>
                  <a:pt x="2295067" y="950074"/>
                </a:lnTo>
                <a:lnTo>
                  <a:pt x="2293201" y="948207"/>
                </a:lnTo>
                <a:lnTo>
                  <a:pt x="2292083" y="947737"/>
                </a:lnTo>
                <a:lnTo>
                  <a:pt x="2289454" y="947737"/>
                </a:lnTo>
                <a:lnTo>
                  <a:pt x="2288336" y="948207"/>
                </a:lnTo>
                <a:lnTo>
                  <a:pt x="2286470" y="950074"/>
                </a:lnTo>
                <a:lnTo>
                  <a:pt x="2286000" y="951191"/>
                </a:lnTo>
                <a:lnTo>
                  <a:pt x="2286000" y="953820"/>
                </a:lnTo>
                <a:lnTo>
                  <a:pt x="2286470" y="954938"/>
                </a:lnTo>
                <a:lnTo>
                  <a:pt x="2288336" y="956805"/>
                </a:lnTo>
                <a:lnTo>
                  <a:pt x="2289454" y="957262"/>
                </a:lnTo>
                <a:lnTo>
                  <a:pt x="2292083" y="957262"/>
                </a:lnTo>
                <a:lnTo>
                  <a:pt x="2293201" y="956805"/>
                </a:lnTo>
                <a:lnTo>
                  <a:pt x="2295067" y="954938"/>
                </a:lnTo>
                <a:lnTo>
                  <a:pt x="2295525" y="953820"/>
                </a:lnTo>
                <a:lnTo>
                  <a:pt x="2295525" y="951191"/>
                </a:lnTo>
                <a:close/>
              </a:path>
              <a:path w="2914650" h="962025">
                <a:moveTo>
                  <a:pt x="2295525" y="299262"/>
                </a:moveTo>
                <a:lnTo>
                  <a:pt x="2295067" y="298132"/>
                </a:lnTo>
                <a:lnTo>
                  <a:pt x="2293201" y="296278"/>
                </a:lnTo>
                <a:lnTo>
                  <a:pt x="2292083" y="295808"/>
                </a:lnTo>
                <a:lnTo>
                  <a:pt x="2289454" y="295808"/>
                </a:lnTo>
                <a:lnTo>
                  <a:pt x="2288336" y="296278"/>
                </a:lnTo>
                <a:lnTo>
                  <a:pt x="2286470" y="298132"/>
                </a:lnTo>
                <a:lnTo>
                  <a:pt x="2286000" y="299262"/>
                </a:lnTo>
                <a:lnTo>
                  <a:pt x="2286000" y="301891"/>
                </a:lnTo>
                <a:lnTo>
                  <a:pt x="2286470" y="303009"/>
                </a:lnTo>
                <a:lnTo>
                  <a:pt x="2288336" y="304876"/>
                </a:lnTo>
                <a:lnTo>
                  <a:pt x="2289454" y="305333"/>
                </a:lnTo>
                <a:lnTo>
                  <a:pt x="2292083" y="305333"/>
                </a:lnTo>
                <a:lnTo>
                  <a:pt x="2293201" y="304876"/>
                </a:lnTo>
                <a:lnTo>
                  <a:pt x="2295067" y="303009"/>
                </a:lnTo>
                <a:lnTo>
                  <a:pt x="2295525" y="301891"/>
                </a:lnTo>
                <a:lnTo>
                  <a:pt x="2295525" y="299262"/>
                </a:lnTo>
                <a:close/>
              </a:path>
              <a:path w="2914650" h="962025">
                <a:moveTo>
                  <a:pt x="2343150" y="951191"/>
                </a:moveTo>
                <a:lnTo>
                  <a:pt x="2342692" y="950074"/>
                </a:lnTo>
                <a:lnTo>
                  <a:pt x="2340826" y="948207"/>
                </a:lnTo>
                <a:lnTo>
                  <a:pt x="2339708" y="947737"/>
                </a:lnTo>
                <a:lnTo>
                  <a:pt x="2337079" y="947737"/>
                </a:lnTo>
                <a:lnTo>
                  <a:pt x="2335961" y="948207"/>
                </a:lnTo>
                <a:lnTo>
                  <a:pt x="2334095" y="950074"/>
                </a:lnTo>
                <a:lnTo>
                  <a:pt x="2333625" y="951191"/>
                </a:lnTo>
                <a:lnTo>
                  <a:pt x="2333625" y="953820"/>
                </a:lnTo>
                <a:lnTo>
                  <a:pt x="2334095" y="954938"/>
                </a:lnTo>
                <a:lnTo>
                  <a:pt x="2335961" y="956805"/>
                </a:lnTo>
                <a:lnTo>
                  <a:pt x="2337079" y="957262"/>
                </a:lnTo>
                <a:lnTo>
                  <a:pt x="2339708" y="957262"/>
                </a:lnTo>
                <a:lnTo>
                  <a:pt x="2340826" y="956805"/>
                </a:lnTo>
                <a:lnTo>
                  <a:pt x="2342692" y="954938"/>
                </a:lnTo>
                <a:lnTo>
                  <a:pt x="2343150" y="953820"/>
                </a:lnTo>
                <a:lnTo>
                  <a:pt x="2343150" y="951191"/>
                </a:lnTo>
                <a:close/>
              </a:path>
              <a:path w="2914650" h="962025">
                <a:moveTo>
                  <a:pt x="2343150" y="299262"/>
                </a:moveTo>
                <a:lnTo>
                  <a:pt x="2342692" y="298132"/>
                </a:lnTo>
                <a:lnTo>
                  <a:pt x="2340826" y="296278"/>
                </a:lnTo>
                <a:lnTo>
                  <a:pt x="2339708" y="295808"/>
                </a:lnTo>
                <a:lnTo>
                  <a:pt x="2337079" y="295808"/>
                </a:lnTo>
                <a:lnTo>
                  <a:pt x="2335961" y="296278"/>
                </a:lnTo>
                <a:lnTo>
                  <a:pt x="2334095" y="298132"/>
                </a:lnTo>
                <a:lnTo>
                  <a:pt x="2333625" y="299262"/>
                </a:lnTo>
                <a:lnTo>
                  <a:pt x="2333625" y="301891"/>
                </a:lnTo>
                <a:lnTo>
                  <a:pt x="2334095" y="303009"/>
                </a:lnTo>
                <a:lnTo>
                  <a:pt x="2335961" y="304876"/>
                </a:lnTo>
                <a:lnTo>
                  <a:pt x="2337079" y="305333"/>
                </a:lnTo>
                <a:lnTo>
                  <a:pt x="2339708" y="305333"/>
                </a:lnTo>
                <a:lnTo>
                  <a:pt x="2340826" y="304876"/>
                </a:lnTo>
                <a:lnTo>
                  <a:pt x="2342692" y="303009"/>
                </a:lnTo>
                <a:lnTo>
                  <a:pt x="2343150" y="301891"/>
                </a:lnTo>
                <a:lnTo>
                  <a:pt x="2343150" y="299262"/>
                </a:lnTo>
                <a:close/>
              </a:path>
              <a:path w="2914650" h="962025">
                <a:moveTo>
                  <a:pt x="2390775" y="951191"/>
                </a:moveTo>
                <a:lnTo>
                  <a:pt x="2390317" y="950074"/>
                </a:lnTo>
                <a:lnTo>
                  <a:pt x="2388451" y="948207"/>
                </a:lnTo>
                <a:lnTo>
                  <a:pt x="2387333" y="947737"/>
                </a:lnTo>
                <a:lnTo>
                  <a:pt x="2384704" y="947737"/>
                </a:lnTo>
                <a:lnTo>
                  <a:pt x="2383586" y="948207"/>
                </a:lnTo>
                <a:lnTo>
                  <a:pt x="2381720" y="950074"/>
                </a:lnTo>
                <a:lnTo>
                  <a:pt x="2381250" y="951191"/>
                </a:lnTo>
                <a:lnTo>
                  <a:pt x="2381250" y="953820"/>
                </a:lnTo>
                <a:lnTo>
                  <a:pt x="2381720" y="954938"/>
                </a:lnTo>
                <a:lnTo>
                  <a:pt x="2383586" y="956805"/>
                </a:lnTo>
                <a:lnTo>
                  <a:pt x="2384704" y="957262"/>
                </a:lnTo>
                <a:lnTo>
                  <a:pt x="2387333" y="957262"/>
                </a:lnTo>
                <a:lnTo>
                  <a:pt x="2388451" y="956805"/>
                </a:lnTo>
                <a:lnTo>
                  <a:pt x="2390317" y="954938"/>
                </a:lnTo>
                <a:lnTo>
                  <a:pt x="2390775" y="953820"/>
                </a:lnTo>
                <a:lnTo>
                  <a:pt x="2390775" y="951191"/>
                </a:lnTo>
                <a:close/>
              </a:path>
              <a:path w="2914650" h="962025">
                <a:moveTo>
                  <a:pt x="2390775" y="299262"/>
                </a:moveTo>
                <a:lnTo>
                  <a:pt x="2390317" y="298132"/>
                </a:lnTo>
                <a:lnTo>
                  <a:pt x="2388451" y="296278"/>
                </a:lnTo>
                <a:lnTo>
                  <a:pt x="2387333" y="295808"/>
                </a:lnTo>
                <a:lnTo>
                  <a:pt x="2384704" y="295808"/>
                </a:lnTo>
                <a:lnTo>
                  <a:pt x="2383586" y="296278"/>
                </a:lnTo>
                <a:lnTo>
                  <a:pt x="2381720" y="298132"/>
                </a:lnTo>
                <a:lnTo>
                  <a:pt x="2381250" y="299262"/>
                </a:lnTo>
                <a:lnTo>
                  <a:pt x="2381250" y="301891"/>
                </a:lnTo>
                <a:lnTo>
                  <a:pt x="2381720" y="303009"/>
                </a:lnTo>
                <a:lnTo>
                  <a:pt x="2383586" y="304876"/>
                </a:lnTo>
                <a:lnTo>
                  <a:pt x="2384704" y="305333"/>
                </a:lnTo>
                <a:lnTo>
                  <a:pt x="2387333" y="305333"/>
                </a:lnTo>
                <a:lnTo>
                  <a:pt x="2388451" y="304876"/>
                </a:lnTo>
                <a:lnTo>
                  <a:pt x="2390317" y="303009"/>
                </a:lnTo>
                <a:lnTo>
                  <a:pt x="2390775" y="301891"/>
                </a:lnTo>
                <a:lnTo>
                  <a:pt x="2390775" y="299262"/>
                </a:lnTo>
                <a:close/>
              </a:path>
              <a:path w="2914650" h="962025">
                <a:moveTo>
                  <a:pt x="2438400" y="951191"/>
                </a:moveTo>
                <a:lnTo>
                  <a:pt x="2437942" y="950074"/>
                </a:lnTo>
                <a:lnTo>
                  <a:pt x="2436076" y="948207"/>
                </a:lnTo>
                <a:lnTo>
                  <a:pt x="2434958" y="947737"/>
                </a:lnTo>
                <a:lnTo>
                  <a:pt x="2432329" y="947737"/>
                </a:lnTo>
                <a:lnTo>
                  <a:pt x="2431211" y="948207"/>
                </a:lnTo>
                <a:lnTo>
                  <a:pt x="2429345" y="950074"/>
                </a:lnTo>
                <a:lnTo>
                  <a:pt x="2428875" y="951191"/>
                </a:lnTo>
                <a:lnTo>
                  <a:pt x="2428875" y="953820"/>
                </a:lnTo>
                <a:lnTo>
                  <a:pt x="2429345" y="954938"/>
                </a:lnTo>
                <a:lnTo>
                  <a:pt x="2431211" y="956805"/>
                </a:lnTo>
                <a:lnTo>
                  <a:pt x="2432329" y="957262"/>
                </a:lnTo>
                <a:lnTo>
                  <a:pt x="2434958" y="957262"/>
                </a:lnTo>
                <a:lnTo>
                  <a:pt x="2436076" y="956805"/>
                </a:lnTo>
                <a:lnTo>
                  <a:pt x="2437942" y="954938"/>
                </a:lnTo>
                <a:lnTo>
                  <a:pt x="2438400" y="953820"/>
                </a:lnTo>
                <a:lnTo>
                  <a:pt x="2438400" y="951191"/>
                </a:lnTo>
                <a:close/>
              </a:path>
              <a:path w="2914650" h="962025">
                <a:moveTo>
                  <a:pt x="2438400" y="299262"/>
                </a:moveTo>
                <a:lnTo>
                  <a:pt x="2437942" y="298132"/>
                </a:lnTo>
                <a:lnTo>
                  <a:pt x="2436076" y="296278"/>
                </a:lnTo>
                <a:lnTo>
                  <a:pt x="2434958" y="295808"/>
                </a:lnTo>
                <a:lnTo>
                  <a:pt x="2432329" y="295808"/>
                </a:lnTo>
                <a:lnTo>
                  <a:pt x="2431211" y="296278"/>
                </a:lnTo>
                <a:lnTo>
                  <a:pt x="2429345" y="298132"/>
                </a:lnTo>
                <a:lnTo>
                  <a:pt x="2428875" y="299262"/>
                </a:lnTo>
                <a:lnTo>
                  <a:pt x="2428875" y="301891"/>
                </a:lnTo>
                <a:lnTo>
                  <a:pt x="2429345" y="303009"/>
                </a:lnTo>
                <a:lnTo>
                  <a:pt x="2431211" y="304876"/>
                </a:lnTo>
                <a:lnTo>
                  <a:pt x="2432329" y="305333"/>
                </a:lnTo>
                <a:lnTo>
                  <a:pt x="2434958" y="305333"/>
                </a:lnTo>
                <a:lnTo>
                  <a:pt x="2436076" y="304876"/>
                </a:lnTo>
                <a:lnTo>
                  <a:pt x="2437942" y="303009"/>
                </a:lnTo>
                <a:lnTo>
                  <a:pt x="2438400" y="301891"/>
                </a:lnTo>
                <a:lnTo>
                  <a:pt x="2438400" y="299262"/>
                </a:lnTo>
                <a:close/>
              </a:path>
              <a:path w="2914650" h="962025">
                <a:moveTo>
                  <a:pt x="2486025" y="951191"/>
                </a:moveTo>
                <a:lnTo>
                  <a:pt x="2485567" y="950074"/>
                </a:lnTo>
                <a:lnTo>
                  <a:pt x="2483701" y="948207"/>
                </a:lnTo>
                <a:lnTo>
                  <a:pt x="2482583" y="947737"/>
                </a:lnTo>
                <a:lnTo>
                  <a:pt x="2479954" y="947737"/>
                </a:lnTo>
                <a:lnTo>
                  <a:pt x="2478836" y="948207"/>
                </a:lnTo>
                <a:lnTo>
                  <a:pt x="2476970" y="950074"/>
                </a:lnTo>
                <a:lnTo>
                  <a:pt x="2476500" y="951191"/>
                </a:lnTo>
                <a:lnTo>
                  <a:pt x="2476500" y="953820"/>
                </a:lnTo>
                <a:lnTo>
                  <a:pt x="2476970" y="954938"/>
                </a:lnTo>
                <a:lnTo>
                  <a:pt x="2478836" y="956805"/>
                </a:lnTo>
                <a:lnTo>
                  <a:pt x="2479954" y="957262"/>
                </a:lnTo>
                <a:lnTo>
                  <a:pt x="2482583" y="957262"/>
                </a:lnTo>
                <a:lnTo>
                  <a:pt x="2483701" y="956805"/>
                </a:lnTo>
                <a:lnTo>
                  <a:pt x="2485567" y="954938"/>
                </a:lnTo>
                <a:lnTo>
                  <a:pt x="2486025" y="953820"/>
                </a:lnTo>
                <a:lnTo>
                  <a:pt x="2486025" y="951191"/>
                </a:lnTo>
                <a:close/>
              </a:path>
              <a:path w="2914650" h="962025">
                <a:moveTo>
                  <a:pt x="2486025" y="299262"/>
                </a:moveTo>
                <a:lnTo>
                  <a:pt x="2485567" y="298132"/>
                </a:lnTo>
                <a:lnTo>
                  <a:pt x="2483701" y="296278"/>
                </a:lnTo>
                <a:lnTo>
                  <a:pt x="2482583" y="295808"/>
                </a:lnTo>
                <a:lnTo>
                  <a:pt x="2479954" y="295808"/>
                </a:lnTo>
                <a:lnTo>
                  <a:pt x="2478836" y="296278"/>
                </a:lnTo>
                <a:lnTo>
                  <a:pt x="2476970" y="298132"/>
                </a:lnTo>
                <a:lnTo>
                  <a:pt x="2476500" y="299262"/>
                </a:lnTo>
                <a:lnTo>
                  <a:pt x="2476500" y="301891"/>
                </a:lnTo>
                <a:lnTo>
                  <a:pt x="2476970" y="303009"/>
                </a:lnTo>
                <a:lnTo>
                  <a:pt x="2478836" y="304876"/>
                </a:lnTo>
                <a:lnTo>
                  <a:pt x="2479954" y="305333"/>
                </a:lnTo>
                <a:lnTo>
                  <a:pt x="2482583" y="305333"/>
                </a:lnTo>
                <a:lnTo>
                  <a:pt x="2483701" y="304876"/>
                </a:lnTo>
                <a:lnTo>
                  <a:pt x="2485567" y="303009"/>
                </a:lnTo>
                <a:lnTo>
                  <a:pt x="2486025" y="301891"/>
                </a:lnTo>
                <a:lnTo>
                  <a:pt x="2486025" y="299262"/>
                </a:lnTo>
                <a:close/>
              </a:path>
              <a:path w="2914650" h="962025">
                <a:moveTo>
                  <a:pt x="2533650" y="951191"/>
                </a:moveTo>
                <a:lnTo>
                  <a:pt x="2533192" y="950074"/>
                </a:lnTo>
                <a:lnTo>
                  <a:pt x="2531326" y="948207"/>
                </a:lnTo>
                <a:lnTo>
                  <a:pt x="2530208" y="947737"/>
                </a:lnTo>
                <a:lnTo>
                  <a:pt x="2527579" y="947737"/>
                </a:lnTo>
                <a:lnTo>
                  <a:pt x="2526461" y="948207"/>
                </a:lnTo>
                <a:lnTo>
                  <a:pt x="2524595" y="950074"/>
                </a:lnTo>
                <a:lnTo>
                  <a:pt x="2524125" y="951191"/>
                </a:lnTo>
                <a:lnTo>
                  <a:pt x="2524125" y="953820"/>
                </a:lnTo>
                <a:lnTo>
                  <a:pt x="2524595" y="954938"/>
                </a:lnTo>
                <a:lnTo>
                  <a:pt x="2526461" y="956805"/>
                </a:lnTo>
                <a:lnTo>
                  <a:pt x="2527579" y="957262"/>
                </a:lnTo>
                <a:lnTo>
                  <a:pt x="2530208" y="957262"/>
                </a:lnTo>
                <a:lnTo>
                  <a:pt x="2531326" y="956805"/>
                </a:lnTo>
                <a:lnTo>
                  <a:pt x="2533192" y="954938"/>
                </a:lnTo>
                <a:lnTo>
                  <a:pt x="2533650" y="953820"/>
                </a:lnTo>
                <a:lnTo>
                  <a:pt x="2533650" y="951191"/>
                </a:lnTo>
                <a:close/>
              </a:path>
              <a:path w="2914650" h="962025">
                <a:moveTo>
                  <a:pt x="2533650" y="299262"/>
                </a:moveTo>
                <a:lnTo>
                  <a:pt x="2533192" y="298132"/>
                </a:lnTo>
                <a:lnTo>
                  <a:pt x="2531326" y="296278"/>
                </a:lnTo>
                <a:lnTo>
                  <a:pt x="2530208" y="295808"/>
                </a:lnTo>
                <a:lnTo>
                  <a:pt x="2527579" y="295808"/>
                </a:lnTo>
                <a:lnTo>
                  <a:pt x="2526461" y="296278"/>
                </a:lnTo>
                <a:lnTo>
                  <a:pt x="2524595" y="298132"/>
                </a:lnTo>
                <a:lnTo>
                  <a:pt x="2524125" y="299262"/>
                </a:lnTo>
                <a:lnTo>
                  <a:pt x="2524125" y="301891"/>
                </a:lnTo>
                <a:lnTo>
                  <a:pt x="2524595" y="303009"/>
                </a:lnTo>
                <a:lnTo>
                  <a:pt x="2526461" y="304876"/>
                </a:lnTo>
                <a:lnTo>
                  <a:pt x="2527579" y="305333"/>
                </a:lnTo>
                <a:lnTo>
                  <a:pt x="2530208" y="305333"/>
                </a:lnTo>
                <a:lnTo>
                  <a:pt x="2531326" y="304876"/>
                </a:lnTo>
                <a:lnTo>
                  <a:pt x="2533192" y="303009"/>
                </a:lnTo>
                <a:lnTo>
                  <a:pt x="2533650" y="301891"/>
                </a:lnTo>
                <a:lnTo>
                  <a:pt x="2533650" y="299262"/>
                </a:lnTo>
                <a:close/>
              </a:path>
              <a:path w="2914650" h="962025">
                <a:moveTo>
                  <a:pt x="2581275" y="951191"/>
                </a:moveTo>
                <a:lnTo>
                  <a:pt x="2580817" y="950074"/>
                </a:lnTo>
                <a:lnTo>
                  <a:pt x="2578951" y="948207"/>
                </a:lnTo>
                <a:lnTo>
                  <a:pt x="2577833" y="947737"/>
                </a:lnTo>
                <a:lnTo>
                  <a:pt x="2575204" y="947737"/>
                </a:lnTo>
                <a:lnTo>
                  <a:pt x="2574086" y="948207"/>
                </a:lnTo>
                <a:lnTo>
                  <a:pt x="2572220" y="950074"/>
                </a:lnTo>
                <a:lnTo>
                  <a:pt x="2571750" y="951191"/>
                </a:lnTo>
                <a:lnTo>
                  <a:pt x="2571750" y="953820"/>
                </a:lnTo>
                <a:lnTo>
                  <a:pt x="2572220" y="954938"/>
                </a:lnTo>
                <a:lnTo>
                  <a:pt x="2574086" y="956805"/>
                </a:lnTo>
                <a:lnTo>
                  <a:pt x="2575204" y="957262"/>
                </a:lnTo>
                <a:lnTo>
                  <a:pt x="2577833" y="957262"/>
                </a:lnTo>
                <a:lnTo>
                  <a:pt x="2578951" y="956805"/>
                </a:lnTo>
                <a:lnTo>
                  <a:pt x="2580817" y="954938"/>
                </a:lnTo>
                <a:lnTo>
                  <a:pt x="2581275" y="953820"/>
                </a:lnTo>
                <a:lnTo>
                  <a:pt x="2581275" y="951191"/>
                </a:lnTo>
                <a:close/>
              </a:path>
              <a:path w="2914650" h="962025">
                <a:moveTo>
                  <a:pt x="2581275" y="299262"/>
                </a:moveTo>
                <a:lnTo>
                  <a:pt x="2580817" y="298132"/>
                </a:lnTo>
                <a:lnTo>
                  <a:pt x="2578951" y="296278"/>
                </a:lnTo>
                <a:lnTo>
                  <a:pt x="2577833" y="295808"/>
                </a:lnTo>
                <a:lnTo>
                  <a:pt x="2575204" y="295808"/>
                </a:lnTo>
                <a:lnTo>
                  <a:pt x="2574086" y="296278"/>
                </a:lnTo>
                <a:lnTo>
                  <a:pt x="2572220" y="298132"/>
                </a:lnTo>
                <a:lnTo>
                  <a:pt x="2571750" y="299262"/>
                </a:lnTo>
                <a:lnTo>
                  <a:pt x="2571750" y="301891"/>
                </a:lnTo>
                <a:lnTo>
                  <a:pt x="2572220" y="303009"/>
                </a:lnTo>
                <a:lnTo>
                  <a:pt x="2574086" y="304876"/>
                </a:lnTo>
                <a:lnTo>
                  <a:pt x="2575204" y="305333"/>
                </a:lnTo>
                <a:lnTo>
                  <a:pt x="2577833" y="305333"/>
                </a:lnTo>
                <a:lnTo>
                  <a:pt x="2578951" y="304876"/>
                </a:lnTo>
                <a:lnTo>
                  <a:pt x="2580817" y="303009"/>
                </a:lnTo>
                <a:lnTo>
                  <a:pt x="2581275" y="301891"/>
                </a:lnTo>
                <a:lnTo>
                  <a:pt x="2581275" y="299262"/>
                </a:lnTo>
                <a:close/>
              </a:path>
              <a:path w="2914650" h="962025">
                <a:moveTo>
                  <a:pt x="2628900" y="951191"/>
                </a:moveTo>
                <a:lnTo>
                  <a:pt x="2628442" y="950074"/>
                </a:lnTo>
                <a:lnTo>
                  <a:pt x="2626576" y="948207"/>
                </a:lnTo>
                <a:lnTo>
                  <a:pt x="2625458" y="947737"/>
                </a:lnTo>
                <a:lnTo>
                  <a:pt x="2622829" y="947737"/>
                </a:lnTo>
                <a:lnTo>
                  <a:pt x="2621711" y="948207"/>
                </a:lnTo>
                <a:lnTo>
                  <a:pt x="2619845" y="950074"/>
                </a:lnTo>
                <a:lnTo>
                  <a:pt x="2619375" y="951191"/>
                </a:lnTo>
                <a:lnTo>
                  <a:pt x="2619375" y="953820"/>
                </a:lnTo>
                <a:lnTo>
                  <a:pt x="2619845" y="954938"/>
                </a:lnTo>
                <a:lnTo>
                  <a:pt x="2621711" y="956805"/>
                </a:lnTo>
                <a:lnTo>
                  <a:pt x="2622829" y="957262"/>
                </a:lnTo>
                <a:lnTo>
                  <a:pt x="2625458" y="957262"/>
                </a:lnTo>
                <a:lnTo>
                  <a:pt x="2626576" y="956805"/>
                </a:lnTo>
                <a:lnTo>
                  <a:pt x="2628442" y="954938"/>
                </a:lnTo>
                <a:lnTo>
                  <a:pt x="2628900" y="953820"/>
                </a:lnTo>
                <a:lnTo>
                  <a:pt x="2628900" y="951191"/>
                </a:lnTo>
                <a:close/>
              </a:path>
              <a:path w="2914650" h="962025">
                <a:moveTo>
                  <a:pt x="2628900" y="299262"/>
                </a:moveTo>
                <a:lnTo>
                  <a:pt x="2628442" y="298132"/>
                </a:lnTo>
                <a:lnTo>
                  <a:pt x="2626576" y="296278"/>
                </a:lnTo>
                <a:lnTo>
                  <a:pt x="2625458" y="295808"/>
                </a:lnTo>
                <a:lnTo>
                  <a:pt x="2622829" y="295808"/>
                </a:lnTo>
                <a:lnTo>
                  <a:pt x="2621711" y="296278"/>
                </a:lnTo>
                <a:lnTo>
                  <a:pt x="2619845" y="298132"/>
                </a:lnTo>
                <a:lnTo>
                  <a:pt x="2619375" y="299262"/>
                </a:lnTo>
                <a:lnTo>
                  <a:pt x="2619375" y="301891"/>
                </a:lnTo>
                <a:lnTo>
                  <a:pt x="2619845" y="303009"/>
                </a:lnTo>
                <a:lnTo>
                  <a:pt x="2621711" y="304876"/>
                </a:lnTo>
                <a:lnTo>
                  <a:pt x="2622829" y="305333"/>
                </a:lnTo>
                <a:lnTo>
                  <a:pt x="2625458" y="305333"/>
                </a:lnTo>
                <a:lnTo>
                  <a:pt x="2626576" y="304876"/>
                </a:lnTo>
                <a:lnTo>
                  <a:pt x="2628442" y="303009"/>
                </a:lnTo>
                <a:lnTo>
                  <a:pt x="2628900" y="301891"/>
                </a:lnTo>
                <a:lnTo>
                  <a:pt x="2628900" y="299262"/>
                </a:lnTo>
                <a:close/>
              </a:path>
              <a:path w="2914650" h="962025">
                <a:moveTo>
                  <a:pt x="2676525" y="951191"/>
                </a:moveTo>
                <a:lnTo>
                  <a:pt x="2676067" y="950074"/>
                </a:lnTo>
                <a:lnTo>
                  <a:pt x="2674201" y="948207"/>
                </a:lnTo>
                <a:lnTo>
                  <a:pt x="2673083" y="947737"/>
                </a:lnTo>
                <a:lnTo>
                  <a:pt x="2670454" y="947737"/>
                </a:lnTo>
                <a:lnTo>
                  <a:pt x="2669336" y="948207"/>
                </a:lnTo>
                <a:lnTo>
                  <a:pt x="2667470" y="950074"/>
                </a:lnTo>
                <a:lnTo>
                  <a:pt x="2667000" y="951191"/>
                </a:lnTo>
                <a:lnTo>
                  <a:pt x="2667000" y="953820"/>
                </a:lnTo>
                <a:lnTo>
                  <a:pt x="2667470" y="954938"/>
                </a:lnTo>
                <a:lnTo>
                  <a:pt x="2669336" y="956805"/>
                </a:lnTo>
                <a:lnTo>
                  <a:pt x="2670454" y="957262"/>
                </a:lnTo>
                <a:lnTo>
                  <a:pt x="2673083" y="957262"/>
                </a:lnTo>
                <a:lnTo>
                  <a:pt x="2674201" y="956805"/>
                </a:lnTo>
                <a:lnTo>
                  <a:pt x="2676067" y="954938"/>
                </a:lnTo>
                <a:lnTo>
                  <a:pt x="2676525" y="953820"/>
                </a:lnTo>
                <a:lnTo>
                  <a:pt x="2676525" y="951191"/>
                </a:lnTo>
                <a:close/>
              </a:path>
              <a:path w="2914650" h="962025">
                <a:moveTo>
                  <a:pt x="2676525" y="299262"/>
                </a:moveTo>
                <a:lnTo>
                  <a:pt x="2676067" y="298132"/>
                </a:lnTo>
                <a:lnTo>
                  <a:pt x="2674201" y="296278"/>
                </a:lnTo>
                <a:lnTo>
                  <a:pt x="2673083" y="295808"/>
                </a:lnTo>
                <a:lnTo>
                  <a:pt x="2670454" y="295808"/>
                </a:lnTo>
                <a:lnTo>
                  <a:pt x="2669336" y="296278"/>
                </a:lnTo>
                <a:lnTo>
                  <a:pt x="2667470" y="298132"/>
                </a:lnTo>
                <a:lnTo>
                  <a:pt x="2667000" y="299262"/>
                </a:lnTo>
                <a:lnTo>
                  <a:pt x="2667000" y="301891"/>
                </a:lnTo>
                <a:lnTo>
                  <a:pt x="2667470" y="303009"/>
                </a:lnTo>
                <a:lnTo>
                  <a:pt x="2669336" y="304876"/>
                </a:lnTo>
                <a:lnTo>
                  <a:pt x="2670454" y="305333"/>
                </a:lnTo>
                <a:lnTo>
                  <a:pt x="2673083" y="305333"/>
                </a:lnTo>
                <a:lnTo>
                  <a:pt x="2674201" y="304876"/>
                </a:lnTo>
                <a:lnTo>
                  <a:pt x="2676067" y="303009"/>
                </a:lnTo>
                <a:lnTo>
                  <a:pt x="2676525" y="301891"/>
                </a:lnTo>
                <a:lnTo>
                  <a:pt x="2676525" y="299262"/>
                </a:lnTo>
                <a:close/>
              </a:path>
              <a:path w="2914650" h="962025">
                <a:moveTo>
                  <a:pt x="2724150" y="951191"/>
                </a:moveTo>
                <a:lnTo>
                  <a:pt x="2723692" y="950074"/>
                </a:lnTo>
                <a:lnTo>
                  <a:pt x="2721826" y="948207"/>
                </a:lnTo>
                <a:lnTo>
                  <a:pt x="2720708" y="947737"/>
                </a:lnTo>
                <a:lnTo>
                  <a:pt x="2718079" y="947737"/>
                </a:lnTo>
                <a:lnTo>
                  <a:pt x="2716961" y="948207"/>
                </a:lnTo>
                <a:lnTo>
                  <a:pt x="2715095" y="950074"/>
                </a:lnTo>
                <a:lnTo>
                  <a:pt x="2714625" y="951191"/>
                </a:lnTo>
                <a:lnTo>
                  <a:pt x="2714625" y="953820"/>
                </a:lnTo>
                <a:lnTo>
                  <a:pt x="2715095" y="954938"/>
                </a:lnTo>
                <a:lnTo>
                  <a:pt x="2716961" y="956805"/>
                </a:lnTo>
                <a:lnTo>
                  <a:pt x="2718079" y="957262"/>
                </a:lnTo>
                <a:lnTo>
                  <a:pt x="2720708" y="957262"/>
                </a:lnTo>
                <a:lnTo>
                  <a:pt x="2721826" y="956805"/>
                </a:lnTo>
                <a:lnTo>
                  <a:pt x="2723692" y="954938"/>
                </a:lnTo>
                <a:lnTo>
                  <a:pt x="2724150" y="953820"/>
                </a:lnTo>
                <a:lnTo>
                  <a:pt x="2724150" y="951191"/>
                </a:lnTo>
                <a:close/>
              </a:path>
              <a:path w="2914650" h="962025">
                <a:moveTo>
                  <a:pt x="2724150" y="299262"/>
                </a:moveTo>
                <a:lnTo>
                  <a:pt x="2723692" y="298132"/>
                </a:lnTo>
                <a:lnTo>
                  <a:pt x="2721826" y="296278"/>
                </a:lnTo>
                <a:lnTo>
                  <a:pt x="2720708" y="295808"/>
                </a:lnTo>
                <a:lnTo>
                  <a:pt x="2718079" y="295808"/>
                </a:lnTo>
                <a:lnTo>
                  <a:pt x="2716961" y="296278"/>
                </a:lnTo>
                <a:lnTo>
                  <a:pt x="2715095" y="298132"/>
                </a:lnTo>
                <a:lnTo>
                  <a:pt x="2714625" y="299262"/>
                </a:lnTo>
                <a:lnTo>
                  <a:pt x="2714625" y="301891"/>
                </a:lnTo>
                <a:lnTo>
                  <a:pt x="2715095" y="303009"/>
                </a:lnTo>
                <a:lnTo>
                  <a:pt x="2716961" y="304876"/>
                </a:lnTo>
                <a:lnTo>
                  <a:pt x="2718079" y="305333"/>
                </a:lnTo>
                <a:lnTo>
                  <a:pt x="2720708" y="305333"/>
                </a:lnTo>
                <a:lnTo>
                  <a:pt x="2721826" y="304876"/>
                </a:lnTo>
                <a:lnTo>
                  <a:pt x="2723692" y="303009"/>
                </a:lnTo>
                <a:lnTo>
                  <a:pt x="2724150" y="301891"/>
                </a:lnTo>
                <a:lnTo>
                  <a:pt x="2724150" y="299262"/>
                </a:lnTo>
                <a:close/>
              </a:path>
              <a:path w="2914650" h="962025">
                <a:moveTo>
                  <a:pt x="2771775" y="951191"/>
                </a:moveTo>
                <a:lnTo>
                  <a:pt x="2771317" y="950074"/>
                </a:lnTo>
                <a:lnTo>
                  <a:pt x="2769451" y="948207"/>
                </a:lnTo>
                <a:lnTo>
                  <a:pt x="2768333" y="947737"/>
                </a:lnTo>
                <a:lnTo>
                  <a:pt x="2765704" y="947737"/>
                </a:lnTo>
                <a:lnTo>
                  <a:pt x="2764586" y="948207"/>
                </a:lnTo>
                <a:lnTo>
                  <a:pt x="2762720" y="950074"/>
                </a:lnTo>
                <a:lnTo>
                  <a:pt x="2762250" y="951191"/>
                </a:lnTo>
                <a:lnTo>
                  <a:pt x="2762250" y="953820"/>
                </a:lnTo>
                <a:lnTo>
                  <a:pt x="2762720" y="954938"/>
                </a:lnTo>
                <a:lnTo>
                  <a:pt x="2764586" y="956805"/>
                </a:lnTo>
                <a:lnTo>
                  <a:pt x="2765704" y="957262"/>
                </a:lnTo>
                <a:lnTo>
                  <a:pt x="2768333" y="957262"/>
                </a:lnTo>
                <a:lnTo>
                  <a:pt x="2769451" y="956805"/>
                </a:lnTo>
                <a:lnTo>
                  <a:pt x="2771317" y="954938"/>
                </a:lnTo>
                <a:lnTo>
                  <a:pt x="2771775" y="953820"/>
                </a:lnTo>
                <a:lnTo>
                  <a:pt x="2771775" y="951191"/>
                </a:lnTo>
                <a:close/>
              </a:path>
              <a:path w="2914650" h="962025">
                <a:moveTo>
                  <a:pt x="2771775" y="299262"/>
                </a:moveTo>
                <a:lnTo>
                  <a:pt x="2771317" y="298132"/>
                </a:lnTo>
                <a:lnTo>
                  <a:pt x="2769451" y="296278"/>
                </a:lnTo>
                <a:lnTo>
                  <a:pt x="2768333" y="295808"/>
                </a:lnTo>
                <a:lnTo>
                  <a:pt x="2765704" y="295808"/>
                </a:lnTo>
                <a:lnTo>
                  <a:pt x="2764586" y="296278"/>
                </a:lnTo>
                <a:lnTo>
                  <a:pt x="2762720" y="298132"/>
                </a:lnTo>
                <a:lnTo>
                  <a:pt x="2762250" y="299262"/>
                </a:lnTo>
                <a:lnTo>
                  <a:pt x="2762250" y="301891"/>
                </a:lnTo>
                <a:lnTo>
                  <a:pt x="2762720" y="303009"/>
                </a:lnTo>
                <a:lnTo>
                  <a:pt x="2764586" y="304876"/>
                </a:lnTo>
                <a:lnTo>
                  <a:pt x="2765704" y="305333"/>
                </a:lnTo>
                <a:lnTo>
                  <a:pt x="2768333" y="305333"/>
                </a:lnTo>
                <a:lnTo>
                  <a:pt x="2769451" y="304876"/>
                </a:lnTo>
                <a:lnTo>
                  <a:pt x="2771317" y="303009"/>
                </a:lnTo>
                <a:lnTo>
                  <a:pt x="2771775" y="301891"/>
                </a:lnTo>
                <a:lnTo>
                  <a:pt x="2771775" y="299262"/>
                </a:lnTo>
                <a:close/>
              </a:path>
              <a:path w="2914650" h="962025">
                <a:moveTo>
                  <a:pt x="2819400" y="951191"/>
                </a:moveTo>
                <a:lnTo>
                  <a:pt x="2818942" y="950074"/>
                </a:lnTo>
                <a:lnTo>
                  <a:pt x="2817076" y="948207"/>
                </a:lnTo>
                <a:lnTo>
                  <a:pt x="2815958" y="947737"/>
                </a:lnTo>
                <a:lnTo>
                  <a:pt x="2813329" y="947737"/>
                </a:lnTo>
                <a:lnTo>
                  <a:pt x="2812211" y="948207"/>
                </a:lnTo>
                <a:lnTo>
                  <a:pt x="2810345" y="950074"/>
                </a:lnTo>
                <a:lnTo>
                  <a:pt x="2809875" y="951191"/>
                </a:lnTo>
                <a:lnTo>
                  <a:pt x="2809875" y="953820"/>
                </a:lnTo>
                <a:lnTo>
                  <a:pt x="2810345" y="954938"/>
                </a:lnTo>
                <a:lnTo>
                  <a:pt x="2812211" y="956805"/>
                </a:lnTo>
                <a:lnTo>
                  <a:pt x="2813329" y="957262"/>
                </a:lnTo>
                <a:lnTo>
                  <a:pt x="2815958" y="957262"/>
                </a:lnTo>
                <a:lnTo>
                  <a:pt x="2817076" y="956805"/>
                </a:lnTo>
                <a:lnTo>
                  <a:pt x="2818942" y="954938"/>
                </a:lnTo>
                <a:lnTo>
                  <a:pt x="2819400" y="953820"/>
                </a:lnTo>
                <a:lnTo>
                  <a:pt x="2819400" y="951191"/>
                </a:lnTo>
                <a:close/>
              </a:path>
              <a:path w="2914650" h="962025">
                <a:moveTo>
                  <a:pt x="2819400" y="299262"/>
                </a:moveTo>
                <a:lnTo>
                  <a:pt x="2818942" y="298132"/>
                </a:lnTo>
                <a:lnTo>
                  <a:pt x="2817076" y="296278"/>
                </a:lnTo>
                <a:lnTo>
                  <a:pt x="2815958" y="295808"/>
                </a:lnTo>
                <a:lnTo>
                  <a:pt x="2813329" y="295808"/>
                </a:lnTo>
                <a:lnTo>
                  <a:pt x="2812211" y="296278"/>
                </a:lnTo>
                <a:lnTo>
                  <a:pt x="2810345" y="298132"/>
                </a:lnTo>
                <a:lnTo>
                  <a:pt x="2809875" y="299262"/>
                </a:lnTo>
                <a:lnTo>
                  <a:pt x="2809875" y="301891"/>
                </a:lnTo>
                <a:lnTo>
                  <a:pt x="2810345" y="303009"/>
                </a:lnTo>
                <a:lnTo>
                  <a:pt x="2812211" y="304876"/>
                </a:lnTo>
                <a:lnTo>
                  <a:pt x="2813329" y="305333"/>
                </a:lnTo>
                <a:lnTo>
                  <a:pt x="2815958" y="305333"/>
                </a:lnTo>
                <a:lnTo>
                  <a:pt x="2817076" y="304876"/>
                </a:lnTo>
                <a:lnTo>
                  <a:pt x="2818942" y="303009"/>
                </a:lnTo>
                <a:lnTo>
                  <a:pt x="2819400" y="301891"/>
                </a:lnTo>
                <a:lnTo>
                  <a:pt x="2819400" y="299262"/>
                </a:lnTo>
                <a:close/>
              </a:path>
              <a:path w="2914650" h="962025">
                <a:moveTo>
                  <a:pt x="2867025" y="951191"/>
                </a:moveTo>
                <a:lnTo>
                  <a:pt x="2866567" y="950074"/>
                </a:lnTo>
                <a:lnTo>
                  <a:pt x="2864701" y="948207"/>
                </a:lnTo>
                <a:lnTo>
                  <a:pt x="2863583" y="947737"/>
                </a:lnTo>
                <a:lnTo>
                  <a:pt x="2860954" y="947737"/>
                </a:lnTo>
                <a:lnTo>
                  <a:pt x="2859836" y="948207"/>
                </a:lnTo>
                <a:lnTo>
                  <a:pt x="2857970" y="950074"/>
                </a:lnTo>
                <a:lnTo>
                  <a:pt x="2857500" y="951191"/>
                </a:lnTo>
                <a:lnTo>
                  <a:pt x="2857500" y="953820"/>
                </a:lnTo>
                <a:lnTo>
                  <a:pt x="2857970" y="954938"/>
                </a:lnTo>
                <a:lnTo>
                  <a:pt x="2859836" y="956805"/>
                </a:lnTo>
                <a:lnTo>
                  <a:pt x="2860954" y="957262"/>
                </a:lnTo>
                <a:lnTo>
                  <a:pt x="2863583" y="957262"/>
                </a:lnTo>
                <a:lnTo>
                  <a:pt x="2864701" y="956805"/>
                </a:lnTo>
                <a:lnTo>
                  <a:pt x="2866567" y="954938"/>
                </a:lnTo>
                <a:lnTo>
                  <a:pt x="2867025" y="953820"/>
                </a:lnTo>
                <a:lnTo>
                  <a:pt x="2867025" y="951191"/>
                </a:lnTo>
                <a:close/>
              </a:path>
              <a:path w="2914650" h="962025">
                <a:moveTo>
                  <a:pt x="2867025" y="299262"/>
                </a:moveTo>
                <a:lnTo>
                  <a:pt x="2866567" y="298132"/>
                </a:lnTo>
                <a:lnTo>
                  <a:pt x="2864701" y="296278"/>
                </a:lnTo>
                <a:lnTo>
                  <a:pt x="2863583" y="295808"/>
                </a:lnTo>
                <a:lnTo>
                  <a:pt x="2860954" y="295808"/>
                </a:lnTo>
                <a:lnTo>
                  <a:pt x="2859836" y="296278"/>
                </a:lnTo>
                <a:lnTo>
                  <a:pt x="2857970" y="298132"/>
                </a:lnTo>
                <a:lnTo>
                  <a:pt x="2857500" y="299262"/>
                </a:lnTo>
                <a:lnTo>
                  <a:pt x="2857500" y="301891"/>
                </a:lnTo>
                <a:lnTo>
                  <a:pt x="2857970" y="303009"/>
                </a:lnTo>
                <a:lnTo>
                  <a:pt x="2859836" y="304876"/>
                </a:lnTo>
                <a:lnTo>
                  <a:pt x="2860954" y="305333"/>
                </a:lnTo>
                <a:lnTo>
                  <a:pt x="2863583" y="305333"/>
                </a:lnTo>
                <a:lnTo>
                  <a:pt x="2864701" y="304876"/>
                </a:lnTo>
                <a:lnTo>
                  <a:pt x="2866567" y="303009"/>
                </a:lnTo>
                <a:lnTo>
                  <a:pt x="2867025" y="301891"/>
                </a:lnTo>
                <a:lnTo>
                  <a:pt x="2867025" y="299262"/>
                </a:lnTo>
                <a:close/>
              </a:path>
              <a:path w="2914650" h="962025">
                <a:moveTo>
                  <a:pt x="2914650" y="951191"/>
                </a:moveTo>
                <a:lnTo>
                  <a:pt x="2914192" y="950074"/>
                </a:lnTo>
                <a:lnTo>
                  <a:pt x="2912326" y="948207"/>
                </a:lnTo>
                <a:lnTo>
                  <a:pt x="2911208" y="947737"/>
                </a:lnTo>
                <a:lnTo>
                  <a:pt x="2908579" y="947737"/>
                </a:lnTo>
                <a:lnTo>
                  <a:pt x="2907461" y="948207"/>
                </a:lnTo>
                <a:lnTo>
                  <a:pt x="2905595" y="950074"/>
                </a:lnTo>
                <a:lnTo>
                  <a:pt x="2905125" y="951191"/>
                </a:lnTo>
                <a:lnTo>
                  <a:pt x="2905125" y="953820"/>
                </a:lnTo>
                <a:lnTo>
                  <a:pt x="2905595" y="954938"/>
                </a:lnTo>
                <a:lnTo>
                  <a:pt x="2907461" y="956805"/>
                </a:lnTo>
                <a:lnTo>
                  <a:pt x="2908579" y="957262"/>
                </a:lnTo>
                <a:lnTo>
                  <a:pt x="2911208" y="957262"/>
                </a:lnTo>
                <a:lnTo>
                  <a:pt x="2912326" y="956805"/>
                </a:lnTo>
                <a:lnTo>
                  <a:pt x="2914192" y="954938"/>
                </a:lnTo>
                <a:lnTo>
                  <a:pt x="2914650" y="953820"/>
                </a:lnTo>
                <a:lnTo>
                  <a:pt x="2914650" y="951191"/>
                </a:lnTo>
                <a:close/>
              </a:path>
              <a:path w="2914650" h="962025">
                <a:moveTo>
                  <a:pt x="2914650" y="299262"/>
                </a:moveTo>
                <a:lnTo>
                  <a:pt x="2914192" y="298132"/>
                </a:lnTo>
                <a:lnTo>
                  <a:pt x="2912326" y="296278"/>
                </a:lnTo>
                <a:lnTo>
                  <a:pt x="2911208" y="295808"/>
                </a:lnTo>
                <a:lnTo>
                  <a:pt x="2908579" y="295808"/>
                </a:lnTo>
                <a:lnTo>
                  <a:pt x="2907461" y="296278"/>
                </a:lnTo>
                <a:lnTo>
                  <a:pt x="2905595" y="298132"/>
                </a:lnTo>
                <a:lnTo>
                  <a:pt x="2905125" y="299262"/>
                </a:lnTo>
                <a:lnTo>
                  <a:pt x="2905125" y="301891"/>
                </a:lnTo>
                <a:lnTo>
                  <a:pt x="2905595" y="303009"/>
                </a:lnTo>
                <a:lnTo>
                  <a:pt x="2907461" y="304876"/>
                </a:lnTo>
                <a:lnTo>
                  <a:pt x="2908579" y="305333"/>
                </a:lnTo>
                <a:lnTo>
                  <a:pt x="2911208" y="305333"/>
                </a:lnTo>
                <a:lnTo>
                  <a:pt x="2912326" y="304876"/>
                </a:lnTo>
                <a:lnTo>
                  <a:pt x="2914192" y="303009"/>
                </a:lnTo>
                <a:lnTo>
                  <a:pt x="2914650" y="301891"/>
                </a:lnTo>
                <a:lnTo>
                  <a:pt x="2914650" y="299262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345707" y="2787749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45707" y="213581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75084" y="2042728"/>
            <a:ext cx="139700" cy="683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60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 Students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54984" y="28987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31756" y="1925637"/>
            <a:ext cx="9525" cy="962025"/>
          </a:xfrm>
          <a:custGeom>
            <a:avLst/>
            <a:gdLst/>
            <a:ahLst/>
            <a:cxnLst/>
            <a:rect l="l" t="t" r="r" b="b"/>
            <a:pathLst>
              <a:path w="9525" h="9620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9620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9620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9620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96202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96202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9620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96202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96202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96202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5"/>
                </a:lnTo>
                <a:lnTo>
                  <a:pt x="6077" y="523875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96202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96202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96202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96202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96202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96202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96202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96202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96202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96202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50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50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96202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62203" y="28987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18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038975" y="1925637"/>
            <a:ext cx="9525" cy="962025"/>
          </a:xfrm>
          <a:custGeom>
            <a:avLst/>
            <a:gdLst/>
            <a:ahLst/>
            <a:cxnLst/>
            <a:rect l="l" t="t" r="r" b="b"/>
            <a:pathLst>
              <a:path w="9525" h="9620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9620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9620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9620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96202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96202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9620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96202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96202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96202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5"/>
                </a:lnTo>
                <a:lnTo>
                  <a:pt x="6077" y="523875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96202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96202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96202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96202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96202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96202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96202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96202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96202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96202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50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50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96202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937871" y="2883633"/>
            <a:ext cx="202565" cy="3302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219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646193" y="1925637"/>
            <a:ext cx="9525" cy="962025"/>
          </a:xfrm>
          <a:custGeom>
            <a:avLst/>
            <a:gdLst/>
            <a:ahLst/>
            <a:cxnLst/>
            <a:rect l="l" t="t" r="r" b="b"/>
            <a:pathLst>
              <a:path w="9525" h="9620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9620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9620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9620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96202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96202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9620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96202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96202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96202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5"/>
                </a:lnTo>
                <a:lnTo>
                  <a:pt x="6077" y="523875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96202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96202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96202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96202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96202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96202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96202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96202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96202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96202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50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50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96202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576641" y="28987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253412" y="1925637"/>
            <a:ext cx="9525" cy="962025"/>
          </a:xfrm>
          <a:custGeom>
            <a:avLst/>
            <a:gdLst/>
            <a:ahLst/>
            <a:cxnLst/>
            <a:rect l="l" t="t" r="r" b="b"/>
            <a:pathLst>
              <a:path w="9525" h="9620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9620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9620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9620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96202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96202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9620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96202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96202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96202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5"/>
                </a:lnTo>
                <a:lnTo>
                  <a:pt x="6077" y="523875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96202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96202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96202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96202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96202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96202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96202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96202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96202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96202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50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50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96202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183860" y="28987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581637" y="2166035"/>
            <a:ext cx="2914650" cy="707390"/>
          </a:xfrm>
          <a:custGeom>
            <a:avLst/>
            <a:gdLst/>
            <a:ahLst/>
            <a:cxnLst/>
            <a:rect l="l" t="t" r="r" b="b"/>
            <a:pathLst>
              <a:path w="2914650" h="707389">
                <a:moveTo>
                  <a:pt x="485775" y="575652"/>
                </a:moveTo>
                <a:lnTo>
                  <a:pt x="0" y="575652"/>
                </a:lnTo>
                <a:lnTo>
                  <a:pt x="0" y="707339"/>
                </a:lnTo>
                <a:lnTo>
                  <a:pt x="485775" y="707339"/>
                </a:lnTo>
                <a:lnTo>
                  <a:pt x="485775" y="575652"/>
                </a:lnTo>
                <a:close/>
              </a:path>
              <a:path w="2914650" h="707389">
                <a:moveTo>
                  <a:pt x="1093000" y="0"/>
                </a:moveTo>
                <a:lnTo>
                  <a:pt x="607225" y="0"/>
                </a:lnTo>
                <a:lnTo>
                  <a:pt x="607225" y="707339"/>
                </a:lnTo>
                <a:lnTo>
                  <a:pt x="1093000" y="707339"/>
                </a:lnTo>
                <a:lnTo>
                  <a:pt x="1093000" y="0"/>
                </a:lnTo>
                <a:close/>
              </a:path>
              <a:path w="2914650" h="707389">
                <a:moveTo>
                  <a:pt x="1700212" y="510133"/>
                </a:moveTo>
                <a:lnTo>
                  <a:pt x="1214437" y="510133"/>
                </a:lnTo>
                <a:lnTo>
                  <a:pt x="1214437" y="707339"/>
                </a:lnTo>
                <a:lnTo>
                  <a:pt x="1700212" y="707339"/>
                </a:lnTo>
                <a:lnTo>
                  <a:pt x="1700212" y="510133"/>
                </a:lnTo>
                <a:close/>
              </a:path>
              <a:path w="2914650" h="707389">
                <a:moveTo>
                  <a:pt x="2307437" y="684530"/>
                </a:moveTo>
                <a:lnTo>
                  <a:pt x="1821662" y="684530"/>
                </a:lnTo>
                <a:lnTo>
                  <a:pt x="1821662" y="707339"/>
                </a:lnTo>
                <a:lnTo>
                  <a:pt x="2307437" y="707339"/>
                </a:lnTo>
                <a:lnTo>
                  <a:pt x="2307437" y="684530"/>
                </a:lnTo>
                <a:close/>
              </a:path>
              <a:path w="2914650" h="707389">
                <a:moveTo>
                  <a:pt x="2914650" y="697814"/>
                </a:moveTo>
                <a:lnTo>
                  <a:pt x="2428875" y="697814"/>
                </a:lnTo>
                <a:lnTo>
                  <a:pt x="2428875" y="707339"/>
                </a:lnTo>
                <a:lnTo>
                  <a:pt x="2914650" y="707339"/>
                </a:lnTo>
                <a:lnTo>
                  <a:pt x="2914650" y="697814"/>
                </a:lnTo>
                <a:close/>
              </a:path>
            </a:pathLst>
          </a:custGeom>
          <a:solidFill>
            <a:srgbClr val="4DB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700700" y="3933825"/>
            <a:ext cx="3152775" cy="2060575"/>
          </a:xfrm>
          <a:custGeom>
            <a:avLst/>
            <a:gdLst/>
            <a:ahLst/>
            <a:cxnLst/>
            <a:rect l="l" t="t" r="r" b="b"/>
            <a:pathLst>
              <a:path w="3152775" h="2060575">
                <a:moveTo>
                  <a:pt x="9525" y="2054504"/>
                </a:moveTo>
                <a:lnTo>
                  <a:pt x="9067" y="2053386"/>
                </a:lnTo>
                <a:lnTo>
                  <a:pt x="7200" y="2051519"/>
                </a:lnTo>
                <a:lnTo>
                  <a:pt x="6083" y="2051050"/>
                </a:lnTo>
                <a:lnTo>
                  <a:pt x="3454" y="2051050"/>
                </a:lnTo>
                <a:lnTo>
                  <a:pt x="2336" y="2051519"/>
                </a:lnTo>
                <a:lnTo>
                  <a:pt x="469" y="2053386"/>
                </a:lnTo>
                <a:lnTo>
                  <a:pt x="0" y="2054504"/>
                </a:lnTo>
                <a:lnTo>
                  <a:pt x="0" y="2057133"/>
                </a:lnTo>
                <a:lnTo>
                  <a:pt x="469" y="2058250"/>
                </a:lnTo>
                <a:lnTo>
                  <a:pt x="2336" y="2060117"/>
                </a:lnTo>
                <a:lnTo>
                  <a:pt x="3454" y="2060575"/>
                </a:lnTo>
                <a:lnTo>
                  <a:pt x="6083" y="2060575"/>
                </a:lnTo>
                <a:lnTo>
                  <a:pt x="7200" y="2060117"/>
                </a:lnTo>
                <a:lnTo>
                  <a:pt x="9067" y="2058250"/>
                </a:lnTo>
                <a:lnTo>
                  <a:pt x="9525" y="2057133"/>
                </a:lnTo>
                <a:lnTo>
                  <a:pt x="9525" y="2054504"/>
                </a:lnTo>
                <a:close/>
              </a:path>
              <a:path w="3152775" h="2060575">
                <a:moveTo>
                  <a:pt x="9525" y="1028979"/>
                </a:moveTo>
                <a:lnTo>
                  <a:pt x="9067" y="1027861"/>
                </a:lnTo>
                <a:lnTo>
                  <a:pt x="7200" y="1025994"/>
                </a:lnTo>
                <a:lnTo>
                  <a:pt x="6083" y="1025525"/>
                </a:lnTo>
                <a:lnTo>
                  <a:pt x="3454" y="1025525"/>
                </a:lnTo>
                <a:lnTo>
                  <a:pt x="2336" y="1025994"/>
                </a:lnTo>
                <a:lnTo>
                  <a:pt x="469" y="1027861"/>
                </a:lnTo>
                <a:lnTo>
                  <a:pt x="0" y="1028979"/>
                </a:lnTo>
                <a:lnTo>
                  <a:pt x="0" y="1031608"/>
                </a:lnTo>
                <a:lnTo>
                  <a:pt x="469" y="1032725"/>
                </a:lnTo>
                <a:lnTo>
                  <a:pt x="2336" y="1034592"/>
                </a:lnTo>
                <a:lnTo>
                  <a:pt x="3454" y="1035050"/>
                </a:lnTo>
                <a:lnTo>
                  <a:pt x="6083" y="1035050"/>
                </a:lnTo>
                <a:lnTo>
                  <a:pt x="7200" y="1034592"/>
                </a:lnTo>
                <a:lnTo>
                  <a:pt x="9067" y="1032725"/>
                </a:lnTo>
                <a:lnTo>
                  <a:pt x="9525" y="1031608"/>
                </a:lnTo>
                <a:lnTo>
                  <a:pt x="9525" y="1028979"/>
                </a:lnTo>
                <a:close/>
              </a:path>
              <a:path w="3152775" h="20605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3152775" h="2060575">
                <a:moveTo>
                  <a:pt x="57150" y="2054504"/>
                </a:moveTo>
                <a:lnTo>
                  <a:pt x="56692" y="2053386"/>
                </a:lnTo>
                <a:lnTo>
                  <a:pt x="54825" y="2051519"/>
                </a:lnTo>
                <a:lnTo>
                  <a:pt x="53708" y="2051050"/>
                </a:lnTo>
                <a:lnTo>
                  <a:pt x="51079" y="2051050"/>
                </a:lnTo>
                <a:lnTo>
                  <a:pt x="49961" y="2051519"/>
                </a:lnTo>
                <a:lnTo>
                  <a:pt x="48094" y="2053386"/>
                </a:lnTo>
                <a:lnTo>
                  <a:pt x="47625" y="2054504"/>
                </a:lnTo>
                <a:lnTo>
                  <a:pt x="47625" y="2057133"/>
                </a:lnTo>
                <a:lnTo>
                  <a:pt x="48094" y="2058250"/>
                </a:lnTo>
                <a:lnTo>
                  <a:pt x="49961" y="2060117"/>
                </a:lnTo>
                <a:lnTo>
                  <a:pt x="51079" y="2060575"/>
                </a:lnTo>
                <a:lnTo>
                  <a:pt x="53708" y="2060575"/>
                </a:lnTo>
                <a:lnTo>
                  <a:pt x="54825" y="2060117"/>
                </a:lnTo>
                <a:lnTo>
                  <a:pt x="56692" y="2058250"/>
                </a:lnTo>
                <a:lnTo>
                  <a:pt x="57150" y="2057133"/>
                </a:lnTo>
                <a:lnTo>
                  <a:pt x="57150" y="2054504"/>
                </a:lnTo>
                <a:close/>
              </a:path>
              <a:path w="3152775" h="2060575">
                <a:moveTo>
                  <a:pt x="57150" y="1028979"/>
                </a:moveTo>
                <a:lnTo>
                  <a:pt x="56692" y="1027861"/>
                </a:lnTo>
                <a:lnTo>
                  <a:pt x="54825" y="1025994"/>
                </a:lnTo>
                <a:lnTo>
                  <a:pt x="53708" y="1025525"/>
                </a:lnTo>
                <a:lnTo>
                  <a:pt x="51079" y="1025525"/>
                </a:lnTo>
                <a:lnTo>
                  <a:pt x="49961" y="1025994"/>
                </a:lnTo>
                <a:lnTo>
                  <a:pt x="48094" y="1027861"/>
                </a:lnTo>
                <a:lnTo>
                  <a:pt x="47625" y="1028979"/>
                </a:lnTo>
                <a:lnTo>
                  <a:pt x="47625" y="1031608"/>
                </a:lnTo>
                <a:lnTo>
                  <a:pt x="48094" y="1032725"/>
                </a:lnTo>
                <a:lnTo>
                  <a:pt x="49961" y="1034592"/>
                </a:lnTo>
                <a:lnTo>
                  <a:pt x="51079" y="1035050"/>
                </a:lnTo>
                <a:lnTo>
                  <a:pt x="53708" y="1035050"/>
                </a:lnTo>
                <a:lnTo>
                  <a:pt x="54825" y="1034592"/>
                </a:lnTo>
                <a:lnTo>
                  <a:pt x="56692" y="1032725"/>
                </a:lnTo>
                <a:lnTo>
                  <a:pt x="57150" y="1031608"/>
                </a:lnTo>
                <a:lnTo>
                  <a:pt x="57150" y="1028979"/>
                </a:lnTo>
                <a:close/>
              </a:path>
              <a:path w="3152775" h="20605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3152775" h="2060575">
                <a:moveTo>
                  <a:pt x="104775" y="2054504"/>
                </a:moveTo>
                <a:lnTo>
                  <a:pt x="104317" y="2053386"/>
                </a:lnTo>
                <a:lnTo>
                  <a:pt x="102450" y="2051519"/>
                </a:lnTo>
                <a:lnTo>
                  <a:pt x="101333" y="2051050"/>
                </a:lnTo>
                <a:lnTo>
                  <a:pt x="98704" y="2051050"/>
                </a:lnTo>
                <a:lnTo>
                  <a:pt x="97586" y="2051519"/>
                </a:lnTo>
                <a:lnTo>
                  <a:pt x="95719" y="2053386"/>
                </a:lnTo>
                <a:lnTo>
                  <a:pt x="95250" y="2054504"/>
                </a:lnTo>
                <a:lnTo>
                  <a:pt x="95250" y="2057133"/>
                </a:lnTo>
                <a:lnTo>
                  <a:pt x="95719" y="2058250"/>
                </a:lnTo>
                <a:lnTo>
                  <a:pt x="97586" y="2060117"/>
                </a:lnTo>
                <a:lnTo>
                  <a:pt x="98704" y="2060575"/>
                </a:lnTo>
                <a:lnTo>
                  <a:pt x="101333" y="2060575"/>
                </a:lnTo>
                <a:lnTo>
                  <a:pt x="102450" y="2060117"/>
                </a:lnTo>
                <a:lnTo>
                  <a:pt x="104317" y="2058250"/>
                </a:lnTo>
                <a:lnTo>
                  <a:pt x="104775" y="2057133"/>
                </a:lnTo>
                <a:lnTo>
                  <a:pt x="104775" y="2054504"/>
                </a:lnTo>
                <a:close/>
              </a:path>
              <a:path w="3152775" h="2060575">
                <a:moveTo>
                  <a:pt x="104775" y="1028979"/>
                </a:moveTo>
                <a:lnTo>
                  <a:pt x="104317" y="1027861"/>
                </a:lnTo>
                <a:lnTo>
                  <a:pt x="102450" y="1025994"/>
                </a:lnTo>
                <a:lnTo>
                  <a:pt x="101333" y="1025525"/>
                </a:lnTo>
                <a:lnTo>
                  <a:pt x="98704" y="1025525"/>
                </a:lnTo>
                <a:lnTo>
                  <a:pt x="97586" y="1025994"/>
                </a:lnTo>
                <a:lnTo>
                  <a:pt x="95719" y="1027861"/>
                </a:lnTo>
                <a:lnTo>
                  <a:pt x="95250" y="1028979"/>
                </a:lnTo>
                <a:lnTo>
                  <a:pt x="95250" y="1031608"/>
                </a:lnTo>
                <a:lnTo>
                  <a:pt x="95719" y="1032725"/>
                </a:lnTo>
                <a:lnTo>
                  <a:pt x="97586" y="1034592"/>
                </a:lnTo>
                <a:lnTo>
                  <a:pt x="98704" y="1035050"/>
                </a:lnTo>
                <a:lnTo>
                  <a:pt x="101333" y="1035050"/>
                </a:lnTo>
                <a:lnTo>
                  <a:pt x="102450" y="1034592"/>
                </a:lnTo>
                <a:lnTo>
                  <a:pt x="104317" y="1032725"/>
                </a:lnTo>
                <a:lnTo>
                  <a:pt x="104775" y="1031608"/>
                </a:lnTo>
                <a:lnTo>
                  <a:pt x="104775" y="1028979"/>
                </a:lnTo>
                <a:close/>
              </a:path>
              <a:path w="3152775" h="20605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3152775" h="2060575">
                <a:moveTo>
                  <a:pt x="152400" y="2054504"/>
                </a:moveTo>
                <a:lnTo>
                  <a:pt x="151942" y="2053386"/>
                </a:lnTo>
                <a:lnTo>
                  <a:pt x="150075" y="2051519"/>
                </a:lnTo>
                <a:lnTo>
                  <a:pt x="148958" y="2051050"/>
                </a:lnTo>
                <a:lnTo>
                  <a:pt x="146329" y="2051050"/>
                </a:lnTo>
                <a:lnTo>
                  <a:pt x="145211" y="2051519"/>
                </a:lnTo>
                <a:lnTo>
                  <a:pt x="143344" y="2053386"/>
                </a:lnTo>
                <a:lnTo>
                  <a:pt x="142875" y="2054504"/>
                </a:lnTo>
                <a:lnTo>
                  <a:pt x="142875" y="2057133"/>
                </a:lnTo>
                <a:lnTo>
                  <a:pt x="143344" y="2058250"/>
                </a:lnTo>
                <a:lnTo>
                  <a:pt x="145211" y="2060117"/>
                </a:lnTo>
                <a:lnTo>
                  <a:pt x="146329" y="2060575"/>
                </a:lnTo>
                <a:lnTo>
                  <a:pt x="148958" y="2060575"/>
                </a:lnTo>
                <a:lnTo>
                  <a:pt x="150075" y="2060117"/>
                </a:lnTo>
                <a:lnTo>
                  <a:pt x="151942" y="2058250"/>
                </a:lnTo>
                <a:lnTo>
                  <a:pt x="152400" y="2057133"/>
                </a:lnTo>
                <a:lnTo>
                  <a:pt x="152400" y="2054504"/>
                </a:lnTo>
                <a:close/>
              </a:path>
              <a:path w="3152775" h="2060575">
                <a:moveTo>
                  <a:pt x="152400" y="1028979"/>
                </a:moveTo>
                <a:lnTo>
                  <a:pt x="151942" y="1027861"/>
                </a:lnTo>
                <a:lnTo>
                  <a:pt x="150075" y="1025994"/>
                </a:lnTo>
                <a:lnTo>
                  <a:pt x="148958" y="1025525"/>
                </a:lnTo>
                <a:lnTo>
                  <a:pt x="146329" y="1025525"/>
                </a:lnTo>
                <a:lnTo>
                  <a:pt x="145211" y="1025994"/>
                </a:lnTo>
                <a:lnTo>
                  <a:pt x="143344" y="1027861"/>
                </a:lnTo>
                <a:lnTo>
                  <a:pt x="142875" y="1028979"/>
                </a:lnTo>
                <a:lnTo>
                  <a:pt x="142875" y="1031608"/>
                </a:lnTo>
                <a:lnTo>
                  <a:pt x="143344" y="1032725"/>
                </a:lnTo>
                <a:lnTo>
                  <a:pt x="145211" y="1034592"/>
                </a:lnTo>
                <a:lnTo>
                  <a:pt x="146329" y="1035050"/>
                </a:lnTo>
                <a:lnTo>
                  <a:pt x="148958" y="1035050"/>
                </a:lnTo>
                <a:lnTo>
                  <a:pt x="150075" y="1034592"/>
                </a:lnTo>
                <a:lnTo>
                  <a:pt x="151942" y="1032725"/>
                </a:lnTo>
                <a:lnTo>
                  <a:pt x="152400" y="1031608"/>
                </a:lnTo>
                <a:lnTo>
                  <a:pt x="152400" y="1028979"/>
                </a:lnTo>
                <a:close/>
              </a:path>
              <a:path w="3152775" h="20605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3152775" h="2060575">
                <a:moveTo>
                  <a:pt x="200025" y="2054504"/>
                </a:moveTo>
                <a:lnTo>
                  <a:pt x="199567" y="2053386"/>
                </a:lnTo>
                <a:lnTo>
                  <a:pt x="197700" y="2051519"/>
                </a:lnTo>
                <a:lnTo>
                  <a:pt x="196583" y="2051050"/>
                </a:lnTo>
                <a:lnTo>
                  <a:pt x="193954" y="2051050"/>
                </a:lnTo>
                <a:lnTo>
                  <a:pt x="192836" y="2051519"/>
                </a:lnTo>
                <a:lnTo>
                  <a:pt x="190969" y="2053386"/>
                </a:lnTo>
                <a:lnTo>
                  <a:pt x="190500" y="2054504"/>
                </a:lnTo>
                <a:lnTo>
                  <a:pt x="190500" y="2057133"/>
                </a:lnTo>
                <a:lnTo>
                  <a:pt x="190969" y="2058250"/>
                </a:lnTo>
                <a:lnTo>
                  <a:pt x="192836" y="2060117"/>
                </a:lnTo>
                <a:lnTo>
                  <a:pt x="193954" y="2060575"/>
                </a:lnTo>
                <a:lnTo>
                  <a:pt x="196583" y="2060575"/>
                </a:lnTo>
                <a:lnTo>
                  <a:pt x="197700" y="2060117"/>
                </a:lnTo>
                <a:lnTo>
                  <a:pt x="199567" y="2058250"/>
                </a:lnTo>
                <a:lnTo>
                  <a:pt x="200025" y="2057133"/>
                </a:lnTo>
                <a:lnTo>
                  <a:pt x="200025" y="2054504"/>
                </a:lnTo>
                <a:close/>
              </a:path>
              <a:path w="3152775" h="2060575">
                <a:moveTo>
                  <a:pt x="200025" y="1028979"/>
                </a:moveTo>
                <a:lnTo>
                  <a:pt x="199567" y="1027861"/>
                </a:lnTo>
                <a:lnTo>
                  <a:pt x="197700" y="1025994"/>
                </a:lnTo>
                <a:lnTo>
                  <a:pt x="196583" y="1025525"/>
                </a:lnTo>
                <a:lnTo>
                  <a:pt x="193954" y="1025525"/>
                </a:lnTo>
                <a:lnTo>
                  <a:pt x="192836" y="1025994"/>
                </a:lnTo>
                <a:lnTo>
                  <a:pt x="190969" y="1027861"/>
                </a:lnTo>
                <a:lnTo>
                  <a:pt x="190500" y="1028979"/>
                </a:lnTo>
                <a:lnTo>
                  <a:pt x="190500" y="1031608"/>
                </a:lnTo>
                <a:lnTo>
                  <a:pt x="190969" y="1032725"/>
                </a:lnTo>
                <a:lnTo>
                  <a:pt x="192836" y="1034592"/>
                </a:lnTo>
                <a:lnTo>
                  <a:pt x="193954" y="1035050"/>
                </a:lnTo>
                <a:lnTo>
                  <a:pt x="196583" y="1035050"/>
                </a:lnTo>
                <a:lnTo>
                  <a:pt x="197700" y="1034592"/>
                </a:lnTo>
                <a:lnTo>
                  <a:pt x="199567" y="1032725"/>
                </a:lnTo>
                <a:lnTo>
                  <a:pt x="200025" y="1031608"/>
                </a:lnTo>
                <a:lnTo>
                  <a:pt x="200025" y="1028979"/>
                </a:lnTo>
                <a:close/>
              </a:path>
              <a:path w="3152775" h="20605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3152775" h="2060575">
                <a:moveTo>
                  <a:pt x="247650" y="2054504"/>
                </a:moveTo>
                <a:lnTo>
                  <a:pt x="247192" y="2053386"/>
                </a:lnTo>
                <a:lnTo>
                  <a:pt x="245325" y="2051519"/>
                </a:lnTo>
                <a:lnTo>
                  <a:pt x="244208" y="2051050"/>
                </a:lnTo>
                <a:lnTo>
                  <a:pt x="241579" y="2051050"/>
                </a:lnTo>
                <a:lnTo>
                  <a:pt x="240461" y="2051519"/>
                </a:lnTo>
                <a:lnTo>
                  <a:pt x="238594" y="2053386"/>
                </a:lnTo>
                <a:lnTo>
                  <a:pt x="238125" y="2054504"/>
                </a:lnTo>
                <a:lnTo>
                  <a:pt x="238125" y="2057133"/>
                </a:lnTo>
                <a:lnTo>
                  <a:pt x="238594" y="2058250"/>
                </a:lnTo>
                <a:lnTo>
                  <a:pt x="240461" y="2060117"/>
                </a:lnTo>
                <a:lnTo>
                  <a:pt x="241579" y="2060575"/>
                </a:lnTo>
                <a:lnTo>
                  <a:pt x="244208" y="2060575"/>
                </a:lnTo>
                <a:lnTo>
                  <a:pt x="245325" y="2060117"/>
                </a:lnTo>
                <a:lnTo>
                  <a:pt x="247192" y="2058250"/>
                </a:lnTo>
                <a:lnTo>
                  <a:pt x="247650" y="2057133"/>
                </a:lnTo>
                <a:lnTo>
                  <a:pt x="247650" y="2054504"/>
                </a:lnTo>
                <a:close/>
              </a:path>
              <a:path w="3152775" h="2060575">
                <a:moveTo>
                  <a:pt x="247650" y="1028979"/>
                </a:moveTo>
                <a:lnTo>
                  <a:pt x="247192" y="1027861"/>
                </a:lnTo>
                <a:lnTo>
                  <a:pt x="245325" y="1025994"/>
                </a:lnTo>
                <a:lnTo>
                  <a:pt x="244208" y="1025525"/>
                </a:lnTo>
                <a:lnTo>
                  <a:pt x="241579" y="1025525"/>
                </a:lnTo>
                <a:lnTo>
                  <a:pt x="240461" y="1025994"/>
                </a:lnTo>
                <a:lnTo>
                  <a:pt x="238594" y="1027861"/>
                </a:lnTo>
                <a:lnTo>
                  <a:pt x="238125" y="1028979"/>
                </a:lnTo>
                <a:lnTo>
                  <a:pt x="238125" y="1031608"/>
                </a:lnTo>
                <a:lnTo>
                  <a:pt x="238594" y="1032725"/>
                </a:lnTo>
                <a:lnTo>
                  <a:pt x="240461" y="1034592"/>
                </a:lnTo>
                <a:lnTo>
                  <a:pt x="241579" y="1035050"/>
                </a:lnTo>
                <a:lnTo>
                  <a:pt x="244208" y="1035050"/>
                </a:lnTo>
                <a:lnTo>
                  <a:pt x="245325" y="1034592"/>
                </a:lnTo>
                <a:lnTo>
                  <a:pt x="247192" y="1032725"/>
                </a:lnTo>
                <a:lnTo>
                  <a:pt x="247650" y="1031608"/>
                </a:lnTo>
                <a:lnTo>
                  <a:pt x="247650" y="1028979"/>
                </a:lnTo>
                <a:close/>
              </a:path>
              <a:path w="3152775" h="20605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3152775" h="2060575">
                <a:moveTo>
                  <a:pt x="295275" y="2054504"/>
                </a:moveTo>
                <a:lnTo>
                  <a:pt x="294817" y="2053386"/>
                </a:lnTo>
                <a:lnTo>
                  <a:pt x="292950" y="2051519"/>
                </a:lnTo>
                <a:lnTo>
                  <a:pt x="291833" y="2051050"/>
                </a:lnTo>
                <a:lnTo>
                  <a:pt x="289204" y="2051050"/>
                </a:lnTo>
                <a:lnTo>
                  <a:pt x="288086" y="2051519"/>
                </a:lnTo>
                <a:lnTo>
                  <a:pt x="286219" y="2053386"/>
                </a:lnTo>
                <a:lnTo>
                  <a:pt x="285750" y="2054504"/>
                </a:lnTo>
                <a:lnTo>
                  <a:pt x="285750" y="2057133"/>
                </a:lnTo>
                <a:lnTo>
                  <a:pt x="286219" y="2058250"/>
                </a:lnTo>
                <a:lnTo>
                  <a:pt x="288086" y="2060117"/>
                </a:lnTo>
                <a:lnTo>
                  <a:pt x="289204" y="2060575"/>
                </a:lnTo>
                <a:lnTo>
                  <a:pt x="291833" y="2060575"/>
                </a:lnTo>
                <a:lnTo>
                  <a:pt x="292950" y="2060117"/>
                </a:lnTo>
                <a:lnTo>
                  <a:pt x="294817" y="2058250"/>
                </a:lnTo>
                <a:lnTo>
                  <a:pt x="295275" y="2057133"/>
                </a:lnTo>
                <a:lnTo>
                  <a:pt x="295275" y="2054504"/>
                </a:lnTo>
                <a:close/>
              </a:path>
              <a:path w="3152775" h="2060575">
                <a:moveTo>
                  <a:pt x="295275" y="1028979"/>
                </a:moveTo>
                <a:lnTo>
                  <a:pt x="294817" y="1027861"/>
                </a:lnTo>
                <a:lnTo>
                  <a:pt x="292950" y="1025994"/>
                </a:lnTo>
                <a:lnTo>
                  <a:pt x="291833" y="1025525"/>
                </a:lnTo>
                <a:lnTo>
                  <a:pt x="289204" y="1025525"/>
                </a:lnTo>
                <a:lnTo>
                  <a:pt x="288086" y="1025994"/>
                </a:lnTo>
                <a:lnTo>
                  <a:pt x="286219" y="1027861"/>
                </a:lnTo>
                <a:lnTo>
                  <a:pt x="285750" y="1028979"/>
                </a:lnTo>
                <a:lnTo>
                  <a:pt x="285750" y="1031608"/>
                </a:lnTo>
                <a:lnTo>
                  <a:pt x="286219" y="1032725"/>
                </a:lnTo>
                <a:lnTo>
                  <a:pt x="288086" y="1034592"/>
                </a:lnTo>
                <a:lnTo>
                  <a:pt x="289204" y="1035050"/>
                </a:lnTo>
                <a:lnTo>
                  <a:pt x="291833" y="1035050"/>
                </a:lnTo>
                <a:lnTo>
                  <a:pt x="292950" y="1034592"/>
                </a:lnTo>
                <a:lnTo>
                  <a:pt x="294817" y="1032725"/>
                </a:lnTo>
                <a:lnTo>
                  <a:pt x="295275" y="1031608"/>
                </a:lnTo>
                <a:lnTo>
                  <a:pt x="295275" y="1028979"/>
                </a:lnTo>
                <a:close/>
              </a:path>
              <a:path w="3152775" h="20605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3152775" h="2060575">
                <a:moveTo>
                  <a:pt x="342900" y="2054504"/>
                </a:moveTo>
                <a:lnTo>
                  <a:pt x="342442" y="2053386"/>
                </a:lnTo>
                <a:lnTo>
                  <a:pt x="340575" y="2051519"/>
                </a:lnTo>
                <a:lnTo>
                  <a:pt x="339458" y="2051050"/>
                </a:lnTo>
                <a:lnTo>
                  <a:pt x="336829" y="2051050"/>
                </a:lnTo>
                <a:lnTo>
                  <a:pt x="335711" y="2051519"/>
                </a:lnTo>
                <a:lnTo>
                  <a:pt x="333844" y="2053386"/>
                </a:lnTo>
                <a:lnTo>
                  <a:pt x="333375" y="2054504"/>
                </a:lnTo>
                <a:lnTo>
                  <a:pt x="333375" y="2057133"/>
                </a:lnTo>
                <a:lnTo>
                  <a:pt x="333844" y="2058250"/>
                </a:lnTo>
                <a:lnTo>
                  <a:pt x="335711" y="2060117"/>
                </a:lnTo>
                <a:lnTo>
                  <a:pt x="336829" y="2060575"/>
                </a:lnTo>
                <a:lnTo>
                  <a:pt x="339458" y="2060575"/>
                </a:lnTo>
                <a:lnTo>
                  <a:pt x="340575" y="2060117"/>
                </a:lnTo>
                <a:lnTo>
                  <a:pt x="342442" y="2058250"/>
                </a:lnTo>
                <a:lnTo>
                  <a:pt x="342900" y="2057133"/>
                </a:lnTo>
                <a:lnTo>
                  <a:pt x="342900" y="2054504"/>
                </a:lnTo>
                <a:close/>
              </a:path>
              <a:path w="3152775" h="2060575">
                <a:moveTo>
                  <a:pt x="342900" y="1028979"/>
                </a:moveTo>
                <a:lnTo>
                  <a:pt x="342442" y="1027861"/>
                </a:lnTo>
                <a:lnTo>
                  <a:pt x="340575" y="1025994"/>
                </a:lnTo>
                <a:lnTo>
                  <a:pt x="339458" y="1025525"/>
                </a:lnTo>
                <a:lnTo>
                  <a:pt x="336829" y="1025525"/>
                </a:lnTo>
                <a:lnTo>
                  <a:pt x="335711" y="1025994"/>
                </a:lnTo>
                <a:lnTo>
                  <a:pt x="333844" y="1027861"/>
                </a:lnTo>
                <a:lnTo>
                  <a:pt x="333375" y="1028979"/>
                </a:lnTo>
                <a:lnTo>
                  <a:pt x="333375" y="1031608"/>
                </a:lnTo>
                <a:lnTo>
                  <a:pt x="333844" y="1032725"/>
                </a:lnTo>
                <a:lnTo>
                  <a:pt x="335711" y="1034592"/>
                </a:lnTo>
                <a:lnTo>
                  <a:pt x="336829" y="1035050"/>
                </a:lnTo>
                <a:lnTo>
                  <a:pt x="339458" y="1035050"/>
                </a:lnTo>
                <a:lnTo>
                  <a:pt x="340575" y="1034592"/>
                </a:lnTo>
                <a:lnTo>
                  <a:pt x="342442" y="1032725"/>
                </a:lnTo>
                <a:lnTo>
                  <a:pt x="342900" y="1031608"/>
                </a:lnTo>
                <a:lnTo>
                  <a:pt x="342900" y="1028979"/>
                </a:lnTo>
                <a:close/>
              </a:path>
              <a:path w="3152775" h="20605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3152775" h="2060575">
                <a:moveTo>
                  <a:pt x="390525" y="2054504"/>
                </a:moveTo>
                <a:lnTo>
                  <a:pt x="390067" y="2053386"/>
                </a:lnTo>
                <a:lnTo>
                  <a:pt x="388200" y="2051519"/>
                </a:lnTo>
                <a:lnTo>
                  <a:pt x="387083" y="2051050"/>
                </a:lnTo>
                <a:lnTo>
                  <a:pt x="384454" y="2051050"/>
                </a:lnTo>
                <a:lnTo>
                  <a:pt x="383336" y="2051519"/>
                </a:lnTo>
                <a:lnTo>
                  <a:pt x="381469" y="2053386"/>
                </a:lnTo>
                <a:lnTo>
                  <a:pt x="381000" y="2054504"/>
                </a:lnTo>
                <a:lnTo>
                  <a:pt x="381000" y="2057133"/>
                </a:lnTo>
                <a:lnTo>
                  <a:pt x="381469" y="2058250"/>
                </a:lnTo>
                <a:lnTo>
                  <a:pt x="383336" y="2060117"/>
                </a:lnTo>
                <a:lnTo>
                  <a:pt x="384454" y="2060575"/>
                </a:lnTo>
                <a:lnTo>
                  <a:pt x="387083" y="2060575"/>
                </a:lnTo>
                <a:lnTo>
                  <a:pt x="388200" y="2060117"/>
                </a:lnTo>
                <a:lnTo>
                  <a:pt x="390067" y="2058250"/>
                </a:lnTo>
                <a:lnTo>
                  <a:pt x="390525" y="2057133"/>
                </a:lnTo>
                <a:lnTo>
                  <a:pt x="390525" y="2054504"/>
                </a:lnTo>
                <a:close/>
              </a:path>
              <a:path w="3152775" h="2060575">
                <a:moveTo>
                  <a:pt x="390525" y="1028979"/>
                </a:moveTo>
                <a:lnTo>
                  <a:pt x="390067" y="1027861"/>
                </a:lnTo>
                <a:lnTo>
                  <a:pt x="388200" y="1025994"/>
                </a:lnTo>
                <a:lnTo>
                  <a:pt x="387083" y="1025525"/>
                </a:lnTo>
                <a:lnTo>
                  <a:pt x="384454" y="1025525"/>
                </a:lnTo>
                <a:lnTo>
                  <a:pt x="383336" y="1025994"/>
                </a:lnTo>
                <a:lnTo>
                  <a:pt x="381469" y="1027861"/>
                </a:lnTo>
                <a:lnTo>
                  <a:pt x="381000" y="1028979"/>
                </a:lnTo>
                <a:lnTo>
                  <a:pt x="381000" y="1031608"/>
                </a:lnTo>
                <a:lnTo>
                  <a:pt x="381469" y="1032725"/>
                </a:lnTo>
                <a:lnTo>
                  <a:pt x="383336" y="1034592"/>
                </a:lnTo>
                <a:lnTo>
                  <a:pt x="384454" y="1035050"/>
                </a:lnTo>
                <a:lnTo>
                  <a:pt x="387083" y="1035050"/>
                </a:lnTo>
                <a:lnTo>
                  <a:pt x="388200" y="1034592"/>
                </a:lnTo>
                <a:lnTo>
                  <a:pt x="390067" y="1032725"/>
                </a:lnTo>
                <a:lnTo>
                  <a:pt x="390525" y="1031608"/>
                </a:lnTo>
                <a:lnTo>
                  <a:pt x="390525" y="1028979"/>
                </a:lnTo>
                <a:close/>
              </a:path>
              <a:path w="3152775" h="20605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3152775" h="2060575">
                <a:moveTo>
                  <a:pt x="438150" y="2054504"/>
                </a:moveTo>
                <a:lnTo>
                  <a:pt x="437692" y="2053386"/>
                </a:lnTo>
                <a:lnTo>
                  <a:pt x="435825" y="2051519"/>
                </a:lnTo>
                <a:lnTo>
                  <a:pt x="434708" y="2051050"/>
                </a:lnTo>
                <a:lnTo>
                  <a:pt x="432079" y="2051050"/>
                </a:lnTo>
                <a:lnTo>
                  <a:pt x="430961" y="2051519"/>
                </a:lnTo>
                <a:lnTo>
                  <a:pt x="429094" y="2053386"/>
                </a:lnTo>
                <a:lnTo>
                  <a:pt x="428625" y="2054504"/>
                </a:lnTo>
                <a:lnTo>
                  <a:pt x="428625" y="2057133"/>
                </a:lnTo>
                <a:lnTo>
                  <a:pt x="429094" y="2058250"/>
                </a:lnTo>
                <a:lnTo>
                  <a:pt x="430961" y="2060117"/>
                </a:lnTo>
                <a:lnTo>
                  <a:pt x="432079" y="2060575"/>
                </a:lnTo>
                <a:lnTo>
                  <a:pt x="434708" y="2060575"/>
                </a:lnTo>
                <a:lnTo>
                  <a:pt x="435825" y="2060117"/>
                </a:lnTo>
                <a:lnTo>
                  <a:pt x="437692" y="2058250"/>
                </a:lnTo>
                <a:lnTo>
                  <a:pt x="438150" y="2057133"/>
                </a:lnTo>
                <a:lnTo>
                  <a:pt x="438150" y="2054504"/>
                </a:lnTo>
                <a:close/>
              </a:path>
              <a:path w="3152775" h="2060575">
                <a:moveTo>
                  <a:pt x="438150" y="1028979"/>
                </a:moveTo>
                <a:lnTo>
                  <a:pt x="437692" y="1027861"/>
                </a:lnTo>
                <a:lnTo>
                  <a:pt x="435825" y="1025994"/>
                </a:lnTo>
                <a:lnTo>
                  <a:pt x="434708" y="1025525"/>
                </a:lnTo>
                <a:lnTo>
                  <a:pt x="432079" y="1025525"/>
                </a:lnTo>
                <a:lnTo>
                  <a:pt x="430961" y="1025994"/>
                </a:lnTo>
                <a:lnTo>
                  <a:pt x="429094" y="1027861"/>
                </a:lnTo>
                <a:lnTo>
                  <a:pt x="428625" y="1028979"/>
                </a:lnTo>
                <a:lnTo>
                  <a:pt x="428625" y="1031608"/>
                </a:lnTo>
                <a:lnTo>
                  <a:pt x="429094" y="1032725"/>
                </a:lnTo>
                <a:lnTo>
                  <a:pt x="430961" y="1034592"/>
                </a:lnTo>
                <a:lnTo>
                  <a:pt x="432079" y="1035050"/>
                </a:lnTo>
                <a:lnTo>
                  <a:pt x="434708" y="1035050"/>
                </a:lnTo>
                <a:lnTo>
                  <a:pt x="435825" y="1034592"/>
                </a:lnTo>
                <a:lnTo>
                  <a:pt x="437692" y="1032725"/>
                </a:lnTo>
                <a:lnTo>
                  <a:pt x="438150" y="1031608"/>
                </a:lnTo>
                <a:lnTo>
                  <a:pt x="438150" y="1028979"/>
                </a:lnTo>
                <a:close/>
              </a:path>
              <a:path w="3152775" h="20605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3152775" h="2060575">
                <a:moveTo>
                  <a:pt x="485775" y="2054504"/>
                </a:moveTo>
                <a:lnTo>
                  <a:pt x="485317" y="2053386"/>
                </a:lnTo>
                <a:lnTo>
                  <a:pt x="483450" y="2051519"/>
                </a:lnTo>
                <a:lnTo>
                  <a:pt x="482333" y="2051050"/>
                </a:lnTo>
                <a:lnTo>
                  <a:pt x="479704" y="2051050"/>
                </a:lnTo>
                <a:lnTo>
                  <a:pt x="478586" y="2051519"/>
                </a:lnTo>
                <a:lnTo>
                  <a:pt x="476719" y="2053386"/>
                </a:lnTo>
                <a:lnTo>
                  <a:pt x="476250" y="2054504"/>
                </a:lnTo>
                <a:lnTo>
                  <a:pt x="476250" y="2057133"/>
                </a:lnTo>
                <a:lnTo>
                  <a:pt x="476719" y="2058250"/>
                </a:lnTo>
                <a:lnTo>
                  <a:pt x="478586" y="2060117"/>
                </a:lnTo>
                <a:lnTo>
                  <a:pt x="479704" y="2060575"/>
                </a:lnTo>
                <a:lnTo>
                  <a:pt x="482333" y="2060575"/>
                </a:lnTo>
                <a:lnTo>
                  <a:pt x="483450" y="2060117"/>
                </a:lnTo>
                <a:lnTo>
                  <a:pt x="485317" y="2058250"/>
                </a:lnTo>
                <a:lnTo>
                  <a:pt x="485775" y="2057133"/>
                </a:lnTo>
                <a:lnTo>
                  <a:pt x="485775" y="2054504"/>
                </a:lnTo>
                <a:close/>
              </a:path>
              <a:path w="3152775" h="2060575">
                <a:moveTo>
                  <a:pt x="485775" y="1028979"/>
                </a:moveTo>
                <a:lnTo>
                  <a:pt x="485317" y="1027861"/>
                </a:lnTo>
                <a:lnTo>
                  <a:pt x="483450" y="1025994"/>
                </a:lnTo>
                <a:lnTo>
                  <a:pt x="482333" y="1025525"/>
                </a:lnTo>
                <a:lnTo>
                  <a:pt x="479704" y="1025525"/>
                </a:lnTo>
                <a:lnTo>
                  <a:pt x="478586" y="1025994"/>
                </a:lnTo>
                <a:lnTo>
                  <a:pt x="476719" y="1027861"/>
                </a:lnTo>
                <a:lnTo>
                  <a:pt x="476250" y="1028979"/>
                </a:lnTo>
                <a:lnTo>
                  <a:pt x="476250" y="1031608"/>
                </a:lnTo>
                <a:lnTo>
                  <a:pt x="476719" y="1032725"/>
                </a:lnTo>
                <a:lnTo>
                  <a:pt x="478586" y="1034592"/>
                </a:lnTo>
                <a:lnTo>
                  <a:pt x="479704" y="1035050"/>
                </a:lnTo>
                <a:lnTo>
                  <a:pt x="482333" y="1035050"/>
                </a:lnTo>
                <a:lnTo>
                  <a:pt x="483450" y="1034592"/>
                </a:lnTo>
                <a:lnTo>
                  <a:pt x="485317" y="1032725"/>
                </a:lnTo>
                <a:lnTo>
                  <a:pt x="485775" y="1031608"/>
                </a:lnTo>
                <a:lnTo>
                  <a:pt x="485775" y="1028979"/>
                </a:lnTo>
                <a:close/>
              </a:path>
              <a:path w="3152775" h="20605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3152775" h="2060575">
                <a:moveTo>
                  <a:pt x="533400" y="2054504"/>
                </a:moveTo>
                <a:lnTo>
                  <a:pt x="532942" y="2053386"/>
                </a:lnTo>
                <a:lnTo>
                  <a:pt x="531075" y="2051519"/>
                </a:lnTo>
                <a:lnTo>
                  <a:pt x="529958" y="2051050"/>
                </a:lnTo>
                <a:lnTo>
                  <a:pt x="527329" y="2051050"/>
                </a:lnTo>
                <a:lnTo>
                  <a:pt x="526211" y="2051519"/>
                </a:lnTo>
                <a:lnTo>
                  <a:pt x="524344" y="2053386"/>
                </a:lnTo>
                <a:lnTo>
                  <a:pt x="523875" y="2054504"/>
                </a:lnTo>
                <a:lnTo>
                  <a:pt x="523875" y="2057133"/>
                </a:lnTo>
                <a:lnTo>
                  <a:pt x="524344" y="2058250"/>
                </a:lnTo>
                <a:lnTo>
                  <a:pt x="526211" y="2060117"/>
                </a:lnTo>
                <a:lnTo>
                  <a:pt x="527329" y="2060575"/>
                </a:lnTo>
                <a:lnTo>
                  <a:pt x="529958" y="2060575"/>
                </a:lnTo>
                <a:lnTo>
                  <a:pt x="531075" y="2060117"/>
                </a:lnTo>
                <a:lnTo>
                  <a:pt x="532942" y="2058250"/>
                </a:lnTo>
                <a:lnTo>
                  <a:pt x="533400" y="2057133"/>
                </a:lnTo>
                <a:lnTo>
                  <a:pt x="533400" y="2054504"/>
                </a:lnTo>
                <a:close/>
              </a:path>
              <a:path w="3152775" h="2060575">
                <a:moveTo>
                  <a:pt x="533400" y="1028979"/>
                </a:moveTo>
                <a:lnTo>
                  <a:pt x="532942" y="1027861"/>
                </a:lnTo>
                <a:lnTo>
                  <a:pt x="531075" y="1025994"/>
                </a:lnTo>
                <a:lnTo>
                  <a:pt x="529958" y="1025525"/>
                </a:lnTo>
                <a:lnTo>
                  <a:pt x="527329" y="1025525"/>
                </a:lnTo>
                <a:lnTo>
                  <a:pt x="526211" y="1025994"/>
                </a:lnTo>
                <a:lnTo>
                  <a:pt x="524344" y="1027861"/>
                </a:lnTo>
                <a:lnTo>
                  <a:pt x="523875" y="1028979"/>
                </a:lnTo>
                <a:lnTo>
                  <a:pt x="523875" y="1031608"/>
                </a:lnTo>
                <a:lnTo>
                  <a:pt x="524344" y="1032725"/>
                </a:lnTo>
                <a:lnTo>
                  <a:pt x="526211" y="1034592"/>
                </a:lnTo>
                <a:lnTo>
                  <a:pt x="527329" y="1035050"/>
                </a:lnTo>
                <a:lnTo>
                  <a:pt x="529958" y="1035050"/>
                </a:lnTo>
                <a:lnTo>
                  <a:pt x="531075" y="1034592"/>
                </a:lnTo>
                <a:lnTo>
                  <a:pt x="532942" y="1032725"/>
                </a:lnTo>
                <a:lnTo>
                  <a:pt x="533400" y="1031608"/>
                </a:lnTo>
                <a:lnTo>
                  <a:pt x="533400" y="1028979"/>
                </a:lnTo>
                <a:close/>
              </a:path>
              <a:path w="3152775" h="20605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3152775" h="2060575">
                <a:moveTo>
                  <a:pt x="581025" y="2054504"/>
                </a:moveTo>
                <a:lnTo>
                  <a:pt x="580567" y="2053386"/>
                </a:lnTo>
                <a:lnTo>
                  <a:pt x="578700" y="2051519"/>
                </a:lnTo>
                <a:lnTo>
                  <a:pt x="577583" y="2051050"/>
                </a:lnTo>
                <a:lnTo>
                  <a:pt x="574954" y="2051050"/>
                </a:lnTo>
                <a:lnTo>
                  <a:pt x="573836" y="2051519"/>
                </a:lnTo>
                <a:lnTo>
                  <a:pt x="571969" y="2053386"/>
                </a:lnTo>
                <a:lnTo>
                  <a:pt x="571500" y="2054504"/>
                </a:lnTo>
                <a:lnTo>
                  <a:pt x="571500" y="2057133"/>
                </a:lnTo>
                <a:lnTo>
                  <a:pt x="571969" y="2058250"/>
                </a:lnTo>
                <a:lnTo>
                  <a:pt x="573836" y="2060117"/>
                </a:lnTo>
                <a:lnTo>
                  <a:pt x="574954" y="2060575"/>
                </a:lnTo>
                <a:lnTo>
                  <a:pt x="577583" y="2060575"/>
                </a:lnTo>
                <a:lnTo>
                  <a:pt x="578700" y="2060117"/>
                </a:lnTo>
                <a:lnTo>
                  <a:pt x="580567" y="2058250"/>
                </a:lnTo>
                <a:lnTo>
                  <a:pt x="581025" y="2057133"/>
                </a:lnTo>
                <a:lnTo>
                  <a:pt x="581025" y="2054504"/>
                </a:lnTo>
                <a:close/>
              </a:path>
              <a:path w="3152775" h="2060575">
                <a:moveTo>
                  <a:pt x="581025" y="1028979"/>
                </a:moveTo>
                <a:lnTo>
                  <a:pt x="580567" y="1027861"/>
                </a:lnTo>
                <a:lnTo>
                  <a:pt x="578700" y="1025994"/>
                </a:lnTo>
                <a:lnTo>
                  <a:pt x="577583" y="1025525"/>
                </a:lnTo>
                <a:lnTo>
                  <a:pt x="574954" y="1025525"/>
                </a:lnTo>
                <a:lnTo>
                  <a:pt x="573836" y="1025994"/>
                </a:lnTo>
                <a:lnTo>
                  <a:pt x="571969" y="1027861"/>
                </a:lnTo>
                <a:lnTo>
                  <a:pt x="571500" y="1028979"/>
                </a:lnTo>
                <a:lnTo>
                  <a:pt x="571500" y="1031608"/>
                </a:lnTo>
                <a:lnTo>
                  <a:pt x="571969" y="1032725"/>
                </a:lnTo>
                <a:lnTo>
                  <a:pt x="573836" y="1034592"/>
                </a:lnTo>
                <a:lnTo>
                  <a:pt x="574954" y="1035050"/>
                </a:lnTo>
                <a:lnTo>
                  <a:pt x="577583" y="1035050"/>
                </a:lnTo>
                <a:lnTo>
                  <a:pt x="578700" y="1034592"/>
                </a:lnTo>
                <a:lnTo>
                  <a:pt x="580567" y="1032725"/>
                </a:lnTo>
                <a:lnTo>
                  <a:pt x="581025" y="1031608"/>
                </a:lnTo>
                <a:lnTo>
                  <a:pt x="581025" y="1028979"/>
                </a:lnTo>
                <a:close/>
              </a:path>
              <a:path w="3152775" h="20605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3152775" h="2060575">
                <a:moveTo>
                  <a:pt x="628650" y="2054504"/>
                </a:moveTo>
                <a:lnTo>
                  <a:pt x="628192" y="2053386"/>
                </a:lnTo>
                <a:lnTo>
                  <a:pt x="626325" y="2051519"/>
                </a:lnTo>
                <a:lnTo>
                  <a:pt x="625208" y="2051050"/>
                </a:lnTo>
                <a:lnTo>
                  <a:pt x="622579" y="2051050"/>
                </a:lnTo>
                <a:lnTo>
                  <a:pt x="621461" y="2051519"/>
                </a:lnTo>
                <a:lnTo>
                  <a:pt x="619594" y="2053386"/>
                </a:lnTo>
                <a:lnTo>
                  <a:pt x="619125" y="2054504"/>
                </a:lnTo>
                <a:lnTo>
                  <a:pt x="619125" y="2057133"/>
                </a:lnTo>
                <a:lnTo>
                  <a:pt x="619594" y="2058250"/>
                </a:lnTo>
                <a:lnTo>
                  <a:pt x="621461" y="2060117"/>
                </a:lnTo>
                <a:lnTo>
                  <a:pt x="622579" y="2060575"/>
                </a:lnTo>
                <a:lnTo>
                  <a:pt x="625208" y="2060575"/>
                </a:lnTo>
                <a:lnTo>
                  <a:pt x="626325" y="2060117"/>
                </a:lnTo>
                <a:lnTo>
                  <a:pt x="628192" y="2058250"/>
                </a:lnTo>
                <a:lnTo>
                  <a:pt x="628650" y="2057133"/>
                </a:lnTo>
                <a:lnTo>
                  <a:pt x="628650" y="2054504"/>
                </a:lnTo>
                <a:close/>
              </a:path>
              <a:path w="3152775" h="2060575">
                <a:moveTo>
                  <a:pt x="628650" y="1028979"/>
                </a:moveTo>
                <a:lnTo>
                  <a:pt x="628192" y="1027861"/>
                </a:lnTo>
                <a:lnTo>
                  <a:pt x="626325" y="1025994"/>
                </a:lnTo>
                <a:lnTo>
                  <a:pt x="625208" y="1025525"/>
                </a:lnTo>
                <a:lnTo>
                  <a:pt x="622579" y="1025525"/>
                </a:lnTo>
                <a:lnTo>
                  <a:pt x="621461" y="1025994"/>
                </a:lnTo>
                <a:lnTo>
                  <a:pt x="619594" y="1027861"/>
                </a:lnTo>
                <a:lnTo>
                  <a:pt x="619125" y="1028979"/>
                </a:lnTo>
                <a:lnTo>
                  <a:pt x="619125" y="1031608"/>
                </a:lnTo>
                <a:lnTo>
                  <a:pt x="619594" y="1032725"/>
                </a:lnTo>
                <a:lnTo>
                  <a:pt x="621461" y="1034592"/>
                </a:lnTo>
                <a:lnTo>
                  <a:pt x="622579" y="1035050"/>
                </a:lnTo>
                <a:lnTo>
                  <a:pt x="625208" y="1035050"/>
                </a:lnTo>
                <a:lnTo>
                  <a:pt x="626325" y="1034592"/>
                </a:lnTo>
                <a:lnTo>
                  <a:pt x="628192" y="1032725"/>
                </a:lnTo>
                <a:lnTo>
                  <a:pt x="628650" y="1031608"/>
                </a:lnTo>
                <a:lnTo>
                  <a:pt x="628650" y="1028979"/>
                </a:lnTo>
                <a:close/>
              </a:path>
              <a:path w="3152775" h="20605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3152775" h="2060575">
                <a:moveTo>
                  <a:pt x="676275" y="2054504"/>
                </a:moveTo>
                <a:lnTo>
                  <a:pt x="675817" y="2053386"/>
                </a:lnTo>
                <a:lnTo>
                  <a:pt x="673950" y="2051519"/>
                </a:lnTo>
                <a:lnTo>
                  <a:pt x="672833" y="2051050"/>
                </a:lnTo>
                <a:lnTo>
                  <a:pt x="670204" y="2051050"/>
                </a:lnTo>
                <a:lnTo>
                  <a:pt x="669086" y="2051519"/>
                </a:lnTo>
                <a:lnTo>
                  <a:pt x="667219" y="2053386"/>
                </a:lnTo>
                <a:lnTo>
                  <a:pt x="666750" y="2054504"/>
                </a:lnTo>
                <a:lnTo>
                  <a:pt x="666750" y="2057133"/>
                </a:lnTo>
                <a:lnTo>
                  <a:pt x="667219" y="2058250"/>
                </a:lnTo>
                <a:lnTo>
                  <a:pt x="669086" y="2060117"/>
                </a:lnTo>
                <a:lnTo>
                  <a:pt x="670204" y="2060575"/>
                </a:lnTo>
                <a:lnTo>
                  <a:pt x="672833" y="2060575"/>
                </a:lnTo>
                <a:lnTo>
                  <a:pt x="673950" y="2060117"/>
                </a:lnTo>
                <a:lnTo>
                  <a:pt x="675817" y="2058250"/>
                </a:lnTo>
                <a:lnTo>
                  <a:pt x="676275" y="2057133"/>
                </a:lnTo>
                <a:lnTo>
                  <a:pt x="676275" y="2054504"/>
                </a:lnTo>
                <a:close/>
              </a:path>
              <a:path w="3152775" h="2060575">
                <a:moveTo>
                  <a:pt x="676275" y="1028979"/>
                </a:moveTo>
                <a:lnTo>
                  <a:pt x="675817" y="1027861"/>
                </a:lnTo>
                <a:lnTo>
                  <a:pt x="673950" y="1025994"/>
                </a:lnTo>
                <a:lnTo>
                  <a:pt x="672833" y="1025525"/>
                </a:lnTo>
                <a:lnTo>
                  <a:pt x="670204" y="1025525"/>
                </a:lnTo>
                <a:lnTo>
                  <a:pt x="669086" y="1025994"/>
                </a:lnTo>
                <a:lnTo>
                  <a:pt x="667219" y="1027861"/>
                </a:lnTo>
                <a:lnTo>
                  <a:pt x="666750" y="1028979"/>
                </a:lnTo>
                <a:lnTo>
                  <a:pt x="666750" y="1031608"/>
                </a:lnTo>
                <a:lnTo>
                  <a:pt x="667219" y="1032725"/>
                </a:lnTo>
                <a:lnTo>
                  <a:pt x="669086" y="1034592"/>
                </a:lnTo>
                <a:lnTo>
                  <a:pt x="670204" y="1035050"/>
                </a:lnTo>
                <a:lnTo>
                  <a:pt x="672833" y="1035050"/>
                </a:lnTo>
                <a:lnTo>
                  <a:pt x="673950" y="1034592"/>
                </a:lnTo>
                <a:lnTo>
                  <a:pt x="675817" y="1032725"/>
                </a:lnTo>
                <a:lnTo>
                  <a:pt x="676275" y="1031608"/>
                </a:lnTo>
                <a:lnTo>
                  <a:pt x="676275" y="1028979"/>
                </a:lnTo>
                <a:close/>
              </a:path>
              <a:path w="3152775" h="20605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3152775" h="2060575">
                <a:moveTo>
                  <a:pt x="723900" y="2054504"/>
                </a:moveTo>
                <a:lnTo>
                  <a:pt x="723442" y="2053386"/>
                </a:lnTo>
                <a:lnTo>
                  <a:pt x="721575" y="2051519"/>
                </a:lnTo>
                <a:lnTo>
                  <a:pt x="720458" y="2051050"/>
                </a:lnTo>
                <a:lnTo>
                  <a:pt x="717829" y="2051050"/>
                </a:lnTo>
                <a:lnTo>
                  <a:pt x="716711" y="2051519"/>
                </a:lnTo>
                <a:lnTo>
                  <a:pt x="714844" y="2053386"/>
                </a:lnTo>
                <a:lnTo>
                  <a:pt x="714375" y="2054504"/>
                </a:lnTo>
                <a:lnTo>
                  <a:pt x="714375" y="2057133"/>
                </a:lnTo>
                <a:lnTo>
                  <a:pt x="714844" y="2058250"/>
                </a:lnTo>
                <a:lnTo>
                  <a:pt x="716711" y="2060117"/>
                </a:lnTo>
                <a:lnTo>
                  <a:pt x="717829" y="2060575"/>
                </a:lnTo>
                <a:lnTo>
                  <a:pt x="720458" y="2060575"/>
                </a:lnTo>
                <a:lnTo>
                  <a:pt x="721575" y="2060117"/>
                </a:lnTo>
                <a:lnTo>
                  <a:pt x="723442" y="2058250"/>
                </a:lnTo>
                <a:lnTo>
                  <a:pt x="723900" y="2057133"/>
                </a:lnTo>
                <a:lnTo>
                  <a:pt x="723900" y="2054504"/>
                </a:lnTo>
                <a:close/>
              </a:path>
              <a:path w="3152775" h="2060575">
                <a:moveTo>
                  <a:pt x="723900" y="1028979"/>
                </a:moveTo>
                <a:lnTo>
                  <a:pt x="723442" y="1027861"/>
                </a:lnTo>
                <a:lnTo>
                  <a:pt x="721575" y="1025994"/>
                </a:lnTo>
                <a:lnTo>
                  <a:pt x="720458" y="1025525"/>
                </a:lnTo>
                <a:lnTo>
                  <a:pt x="717829" y="1025525"/>
                </a:lnTo>
                <a:lnTo>
                  <a:pt x="716711" y="1025994"/>
                </a:lnTo>
                <a:lnTo>
                  <a:pt x="714844" y="1027861"/>
                </a:lnTo>
                <a:lnTo>
                  <a:pt x="714375" y="1028979"/>
                </a:lnTo>
                <a:lnTo>
                  <a:pt x="714375" y="1031608"/>
                </a:lnTo>
                <a:lnTo>
                  <a:pt x="714844" y="1032725"/>
                </a:lnTo>
                <a:lnTo>
                  <a:pt x="716711" y="1034592"/>
                </a:lnTo>
                <a:lnTo>
                  <a:pt x="717829" y="1035050"/>
                </a:lnTo>
                <a:lnTo>
                  <a:pt x="720458" y="1035050"/>
                </a:lnTo>
                <a:lnTo>
                  <a:pt x="721575" y="1034592"/>
                </a:lnTo>
                <a:lnTo>
                  <a:pt x="723442" y="1032725"/>
                </a:lnTo>
                <a:lnTo>
                  <a:pt x="723900" y="1031608"/>
                </a:lnTo>
                <a:lnTo>
                  <a:pt x="723900" y="1028979"/>
                </a:lnTo>
                <a:close/>
              </a:path>
              <a:path w="3152775" h="20605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3152775" h="2060575">
                <a:moveTo>
                  <a:pt x="771525" y="2054504"/>
                </a:moveTo>
                <a:lnTo>
                  <a:pt x="771067" y="2053386"/>
                </a:lnTo>
                <a:lnTo>
                  <a:pt x="769200" y="2051519"/>
                </a:lnTo>
                <a:lnTo>
                  <a:pt x="768083" y="2051050"/>
                </a:lnTo>
                <a:lnTo>
                  <a:pt x="765454" y="2051050"/>
                </a:lnTo>
                <a:lnTo>
                  <a:pt x="764336" y="2051519"/>
                </a:lnTo>
                <a:lnTo>
                  <a:pt x="762469" y="2053386"/>
                </a:lnTo>
                <a:lnTo>
                  <a:pt x="762000" y="2054504"/>
                </a:lnTo>
                <a:lnTo>
                  <a:pt x="762000" y="2057133"/>
                </a:lnTo>
                <a:lnTo>
                  <a:pt x="762469" y="2058250"/>
                </a:lnTo>
                <a:lnTo>
                  <a:pt x="764336" y="2060117"/>
                </a:lnTo>
                <a:lnTo>
                  <a:pt x="765454" y="2060575"/>
                </a:lnTo>
                <a:lnTo>
                  <a:pt x="768083" y="2060575"/>
                </a:lnTo>
                <a:lnTo>
                  <a:pt x="769200" y="2060117"/>
                </a:lnTo>
                <a:lnTo>
                  <a:pt x="771067" y="2058250"/>
                </a:lnTo>
                <a:lnTo>
                  <a:pt x="771525" y="2057133"/>
                </a:lnTo>
                <a:lnTo>
                  <a:pt x="771525" y="2054504"/>
                </a:lnTo>
                <a:close/>
              </a:path>
              <a:path w="3152775" h="2060575">
                <a:moveTo>
                  <a:pt x="771525" y="1028979"/>
                </a:moveTo>
                <a:lnTo>
                  <a:pt x="771067" y="1027861"/>
                </a:lnTo>
                <a:lnTo>
                  <a:pt x="769200" y="1025994"/>
                </a:lnTo>
                <a:lnTo>
                  <a:pt x="768083" y="1025525"/>
                </a:lnTo>
                <a:lnTo>
                  <a:pt x="765454" y="1025525"/>
                </a:lnTo>
                <a:lnTo>
                  <a:pt x="764336" y="1025994"/>
                </a:lnTo>
                <a:lnTo>
                  <a:pt x="762469" y="1027861"/>
                </a:lnTo>
                <a:lnTo>
                  <a:pt x="762000" y="1028979"/>
                </a:lnTo>
                <a:lnTo>
                  <a:pt x="762000" y="1031608"/>
                </a:lnTo>
                <a:lnTo>
                  <a:pt x="762469" y="1032725"/>
                </a:lnTo>
                <a:lnTo>
                  <a:pt x="764336" y="1034592"/>
                </a:lnTo>
                <a:lnTo>
                  <a:pt x="765454" y="1035050"/>
                </a:lnTo>
                <a:lnTo>
                  <a:pt x="768083" y="1035050"/>
                </a:lnTo>
                <a:lnTo>
                  <a:pt x="769200" y="1034592"/>
                </a:lnTo>
                <a:lnTo>
                  <a:pt x="771067" y="1032725"/>
                </a:lnTo>
                <a:lnTo>
                  <a:pt x="771525" y="1031608"/>
                </a:lnTo>
                <a:lnTo>
                  <a:pt x="771525" y="1028979"/>
                </a:lnTo>
                <a:close/>
              </a:path>
              <a:path w="3152775" h="20605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3152775" h="2060575">
                <a:moveTo>
                  <a:pt x="819150" y="2054504"/>
                </a:moveTo>
                <a:lnTo>
                  <a:pt x="818692" y="2053386"/>
                </a:lnTo>
                <a:lnTo>
                  <a:pt x="816825" y="2051519"/>
                </a:lnTo>
                <a:lnTo>
                  <a:pt x="815708" y="2051050"/>
                </a:lnTo>
                <a:lnTo>
                  <a:pt x="813079" y="2051050"/>
                </a:lnTo>
                <a:lnTo>
                  <a:pt x="811961" y="2051519"/>
                </a:lnTo>
                <a:lnTo>
                  <a:pt x="810094" y="2053386"/>
                </a:lnTo>
                <a:lnTo>
                  <a:pt x="809625" y="2054504"/>
                </a:lnTo>
                <a:lnTo>
                  <a:pt x="809625" y="2057133"/>
                </a:lnTo>
                <a:lnTo>
                  <a:pt x="810094" y="2058250"/>
                </a:lnTo>
                <a:lnTo>
                  <a:pt x="811961" y="2060117"/>
                </a:lnTo>
                <a:lnTo>
                  <a:pt x="813079" y="2060575"/>
                </a:lnTo>
                <a:lnTo>
                  <a:pt x="815708" y="2060575"/>
                </a:lnTo>
                <a:lnTo>
                  <a:pt x="816825" y="2060117"/>
                </a:lnTo>
                <a:lnTo>
                  <a:pt x="818692" y="2058250"/>
                </a:lnTo>
                <a:lnTo>
                  <a:pt x="819150" y="2057133"/>
                </a:lnTo>
                <a:lnTo>
                  <a:pt x="819150" y="2054504"/>
                </a:lnTo>
                <a:close/>
              </a:path>
              <a:path w="3152775" h="2060575">
                <a:moveTo>
                  <a:pt x="819150" y="1028979"/>
                </a:moveTo>
                <a:lnTo>
                  <a:pt x="818692" y="1027861"/>
                </a:lnTo>
                <a:lnTo>
                  <a:pt x="816825" y="1025994"/>
                </a:lnTo>
                <a:lnTo>
                  <a:pt x="815708" y="1025525"/>
                </a:lnTo>
                <a:lnTo>
                  <a:pt x="813079" y="1025525"/>
                </a:lnTo>
                <a:lnTo>
                  <a:pt x="811961" y="1025994"/>
                </a:lnTo>
                <a:lnTo>
                  <a:pt x="810094" y="1027861"/>
                </a:lnTo>
                <a:lnTo>
                  <a:pt x="809625" y="1028979"/>
                </a:lnTo>
                <a:lnTo>
                  <a:pt x="809625" y="1031608"/>
                </a:lnTo>
                <a:lnTo>
                  <a:pt x="810094" y="1032725"/>
                </a:lnTo>
                <a:lnTo>
                  <a:pt x="811961" y="1034592"/>
                </a:lnTo>
                <a:lnTo>
                  <a:pt x="813079" y="1035050"/>
                </a:lnTo>
                <a:lnTo>
                  <a:pt x="815708" y="1035050"/>
                </a:lnTo>
                <a:lnTo>
                  <a:pt x="816825" y="1034592"/>
                </a:lnTo>
                <a:lnTo>
                  <a:pt x="818692" y="1032725"/>
                </a:lnTo>
                <a:lnTo>
                  <a:pt x="819150" y="1031608"/>
                </a:lnTo>
                <a:lnTo>
                  <a:pt x="819150" y="1028979"/>
                </a:lnTo>
                <a:close/>
              </a:path>
              <a:path w="3152775" h="20605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3152775" h="2060575">
                <a:moveTo>
                  <a:pt x="866775" y="2054504"/>
                </a:moveTo>
                <a:lnTo>
                  <a:pt x="866317" y="2053386"/>
                </a:lnTo>
                <a:lnTo>
                  <a:pt x="864450" y="2051519"/>
                </a:lnTo>
                <a:lnTo>
                  <a:pt x="863333" y="2051050"/>
                </a:lnTo>
                <a:lnTo>
                  <a:pt x="860704" y="2051050"/>
                </a:lnTo>
                <a:lnTo>
                  <a:pt x="859586" y="2051519"/>
                </a:lnTo>
                <a:lnTo>
                  <a:pt x="857719" y="2053386"/>
                </a:lnTo>
                <a:lnTo>
                  <a:pt x="857250" y="2054504"/>
                </a:lnTo>
                <a:lnTo>
                  <a:pt x="857250" y="2057133"/>
                </a:lnTo>
                <a:lnTo>
                  <a:pt x="857719" y="2058250"/>
                </a:lnTo>
                <a:lnTo>
                  <a:pt x="859586" y="2060117"/>
                </a:lnTo>
                <a:lnTo>
                  <a:pt x="860704" y="2060575"/>
                </a:lnTo>
                <a:lnTo>
                  <a:pt x="863333" y="2060575"/>
                </a:lnTo>
                <a:lnTo>
                  <a:pt x="864450" y="2060117"/>
                </a:lnTo>
                <a:lnTo>
                  <a:pt x="866317" y="2058250"/>
                </a:lnTo>
                <a:lnTo>
                  <a:pt x="866775" y="2057133"/>
                </a:lnTo>
                <a:lnTo>
                  <a:pt x="866775" y="2054504"/>
                </a:lnTo>
                <a:close/>
              </a:path>
              <a:path w="3152775" h="2060575">
                <a:moveTo>
                  <a:pt x="866775" y="1028979"/>
                </a:moveTo>
                <a:lnTo>
                  <a:pt x="866317" y="1027861"/>
                </a:lnTo>
                <a:lnTo>
                  <a:pt x="864450" y="1025994"/>
                </a:lnTo>
                <a:lnTo>
                  <a:pt x="863333" y="1025525"/>
                </a:lnTo>
                <a:lnTo>
                  <a:pt x="860704" y="1025525"/>
                </a:lnTo>
                <a:lnTo>
                  <a:pt x="859586" y="1025994"/>
                </a:lnTo>
                <a:lnTo>
                  <a:pt x="857719" y="1027861"/>
                </a:lnTo>
                <a:lnTo>
                  <a:pt x="857250" y="1028979"/>
                </a:lnTo>
                <a:lnTo>
                  <a:pt x="857250" y="1031608"/>
                </a:lnTo>
                <a:lnTo>
                  <a:pt x="857719" y="1032725"/>
                </a:lnTo>
                <a:lnTo>
                  <a:pt x="859586" y="1034592"/>
                </a:lnTo>
                <a:lnTo>
                  <a:pt x="860704" y="1035050"/>
                </a:lnTo>
                <a:lnTo>
                  <a:pt x="863333" y="1035050"/>
                </a:lnTo>
                <a:lnTo>
                  <a:pt x="864450" y="1034592"/>
                </a:lnTo>
                <a:lnTo>
                  <a:pt x="866317" y="1032725"/>
                </a:lnTo>
                <a:lnTo>
                  <a:pt x="866775" y="1031608"/>
                </a:lnTo>
                <a:lnTo>
                  <a:pt x="866775" y="1028979"/>
                </a:lnTo>
                <a:close/>
              </a:path>
              <a:path w="3152775" h="20605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3152775" h="2060575">
                <a:moveTo>
                  <a:pt x="914400" y="2054504"/>
                </a:moveTo>
                <a:lnTo>
                  <a:pt x="913942" y="2053386"/>
                </a:lnTo>
                <a:lnTo>
                  <a:pt x="912075" y="2051519"/>
                </a:lnTo>
                <a:lnTo>
                  <a:pt x="910958" y="2051050"/>
                </a:lnTo>
                <a:lnTo>
                  <a:pt x="908329" y="2051050"/>
                </a:lnTo>
                <a:lnTo>
                  <a:pt x="907211" y="2051519"/>
                </a:lnTo>
                <a:lnTo>
                  <a:pt x="905344" y="2053386"/>
                </a:lnTo>
                <a:lnTo>
                  <a:pt x="904875" y="2054504"/>
                </a:lnTo>
                <a:lnTo>
                  <a:pt x="904875" y="2057133"/>
                </a:lnTo>
                <a:lnTo>
                  <a:pt x="905344" y="2058250"/>
                </a:lnTo>
                <a:lnTo>
                  <a:pt x="907211" y="2060117"/>
                </a:lnTo>
                <a:lnTo>
                  <a:pt x="908329" y="2060575"/>
                </a:lnTo>
                <a:lnTo>
                  <a:pt x="910958" y="2060575"/>
                </a:lnTo>
                <a:lnTo>
                  <a:pt x="912075" y="2060117"/>
                </a:lnTo>
                <a:lnTo>
                  <a:pt x="913942" y="2058250"/>
                </a:lnTo>
                <a:lnTo>
                  <a:pt x="914400" y="2057133"/>
                </a:lnTo>
                <a:lnTo>
                  <a:pt x="914400" y="2054504"/>
                </a:lnTo>
                <a:close/>
              </a:path>
              <a:path w="3152775" h="2060575">
                <a:moveTo>
                  <a:pt x="914400" y="1028979"/>
                </a:moveTo>
                <a:lnTo>
                  <a:pt x="913942" y="1027861"/>
                </a:lnTo>
                <a:lnTo>
                  <a:pt x="912075" y="1025994"/>
                </a:lnTo>
                <a:lnTo>
                  <a:pt x="910958" y="1025525"/>
                </a:lnTo>
                <a:lnTo>
                  <a:pt x="908329" y="1025525"/>
                </a:lnTo>
                <a:lnTo>
                  <a:pt x="907211" y="1025994"/>
                </a:lnTo>
                <a:lnTo>
                  <a:pt x="905344" y="1027861"/>
                </a:lnTo>
                <a:lnTo>
                  <a:pt x="904875" y="1028979"/>
                </a:lnTo>
                <a:lnTo>
                  <a:pt x="904875" y="1031608"/>
                </a:lnTo>
                <a:lnTo>
                  <a:pt x="905344" y="1032725"/>
                </a:lnTo>
                <a:lnTo>
                  <a:pt x="907211" y="1034592"/>
                </a:lnTo>
                <a:lnTo>
                  <a:pt x="908329" y="1035050"/>
                </a:lnTo>
                <a:lnTo>
                  <a:pt x="910958" y="1035050"/>
                </a:lnTo>
                <a:lnTo>
                  <a:pt x="912075" y="1034592"/>
                </a:lnTo>
                <a:lnTo>
                  <a:pt x="913942" y="1032725"/>
                </a:lnTo>
                <a:lnTo>
                  <a:pt x="914400" y="1031608"/>
                </a:lnTo>
                <a:lnTo>
                  <a:pt x="914400" y="1028979"/>
                </a:lnTo>
                <a:close/>
              </a:path>
              <a:path w="3152775" h="20605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3152775" h="2060575">
                <a:moveTo>
                  <a:pt x="962025" y="2054504"/>
                </a:moveTo>
                <a:lnTo>
                  <a:pt x="961567" y="2053386"/>
                </a:lnTo>
                <a:lnTo>
                  <a:pt x="959700" y="2051519"/>
                </a:lnTo>
                <a:lnTo>
                  <a:pt x="958583" y="2051050"/>
                </a:lnTo>
                <a:lnTo>
                  <a:pt x="955954" y="2051050"/>
                </a:lnTo>
                <a:lnTo>
                  <a:pt x="954836" y="2051519"/>
                </a:lnTo>
                <a:lnTo>
                  <a:pt x="952969" y="2053386"/>
                </a:lnTo>
                <a:lnTo>
                  <a:pt x="952500" y="2054504"/>
                </a:lnTo>
                <a:lnTo>
                  <a:pt x="952500" y="2057133"/>
                </a:lnTo>
                <a:lnTo>
                  <a:pt x="952969" y="2058250"/>
                </a:lnTo>
                <a:lnTo>
                  <a:pt x="954836" y="2060117"/>
                </a:lnTo>
                <a:lnTo>
                  <a:pt x="955954" y="2060575"/>
                </a:lnTo>
                <a:lnTo>
                  <a:pt x="958583" y="2060575"/>
                </a:lnTo>
                <a:lnTo>
                  <a:pt x="959700" y="2060117"/>
                </a:lnTo>
                <a:lnTo>
                  <a:pt x="961567" y="2058250"/>
                </a:lnTo>
                <a:lnTo>
                  <a:pt x="962025" y="2057133"/>
                </a:lnTo>
                <a:lnTo>
                  <a:pt x="962025" y="2054504"/>
                </a:lnTo>
                <a:close/>
              </a:path>
              <a:path w="3152775" h="2060575">
                <a:moveTo>
                  <a:pt x="962025" y="1028979"/>
                </a:moveTo>
                <a:lnTo>
                  <a:pt x="961567" y="1027861"/>
                </a:lnTo>
                <a:lnTo>
                  <a:pt x="959700" y="1025994"/>
                </a:lnTo>
                <a:lnTo>
                  <a:pt x="958583" y="1025525"/>
                </a:lnTo>
                <a:lnTo>
                  <a:pt x="955954" y="1025525"/>
                </a:lnTo>
                <a:lnTo>
                  <a:pt x="954836" y="1025994"/>
                </a:lnTo>
                <a:lnTo>
                  <a:pt x="952969" y="1027861"/>
                </a:lnTo>
                <a:lnTo>
                  <a:pt x="952500" y="1028979"/>
                </a:lnTo>
                <a:lnTo>
                  <a:pt x="952500" y="1031608"/>
                </a:lnTo>
                <a:lnTo>
                  <a:pt x="952969" y="1032725"/>
                </a:lnTo>
                <a:lnTo>
                  <a:pt x="954836" y="1034592"/>
                </a:lnTo>
                <a:lnTo>
                  <a:pt x="955954" y="1035050"/>
                </a:lnTo>
                <a:lnTo>
                  <a:pt x="958583" y="1035050"/>
                </a:lnTo>
                <a:lnTo>
                  <a:pt x="959700" y="1034592"/>
                </a:lnTo>
                <a:lnTo>
                  <a:pt x="961567" y="1032725"/>
                </a:lnTo>
                <a:lnTo>
                  <a:pt x="962025" y="1031608"/>
                </a:lnTo>
                <a:lnTo>
                  <a:pt x="962025" y="1028979"/>
                </a:lnTo>
                <a:close/>
              </a:path>
              <a:path w="3152775" h="20605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3152775" h="2060575">
                <a:moveTo>
                  <a:pt x="1009650" y="2054504"/>
                </a:moveTo>
                <a:lnTo>
                  <a:pt x="1009192" y="2053386"/>
                </a:lnTo>
                <a:lnTo>
                  <a:pt x="1007325" y="2051519"/>
                </a:lnTo>
                <a:lnTo>
                  <a:pt x="1006208" y="2051050"/>
                </a:lnTo>
                <a:lnTo>
                  <a:pt x="1003579" y="2051050"/>
                </a:lnTo>
                <a:lnTo>
                  <a:pt x="1002461" y="2051519"/>
                </a:lnTo>
                <a:lnTo>
                  <a:pt x="1000594" y="2053386"/>
                </a:lnTo>
                <a:lnTo>
                  <a:pt x="1000125" y="2054504"/>
                </a:lnTo>
                <a:lnTo>
                  <a:pt x="1000125" y="2057133"/>
                </a:lnTo>
                <a:lnTo>
                  <a:pt x="1000594" y="2058250"/>
                </a:lnTo>
                <a:lnTo>
                  <a:pt x="1002461" y="2060117"/>
                </a:lnTo>
                <a:lnTo>
                  <a:pt x="1003579" y="2060575"/>
                </a:lnTo>
                <a:lnTo>
                  <a:pt x="1006208" y="2060575"/>
                </a:lnTo>
                <a:lnTo>
                  <a:pt x="1007325" y="2060117"/>
                </a:lnTo>
                <a:lnTo>
                  <a:pt x="1009192" y="2058250"/>
                </a:lnTo>
                <a:lnTo>
                  <a:pt x="1009650" y="2057133"/>
                </a:lnTo>
                <a:lnTo>
                  <a:pt x="1009650" y="2054504"/>
                </a:lnTo>
                <a:close/>
              </a:path>
              <a:path w="3152775" h="2060575">
                <a:moveTo>
                  <a:pt x="1009650" y="1028979"/>
                </a:moveTo>
                <a:lnTo>
                  <a:pt x="1009192" y="1027861"/>
                </a:lnTo>
                <a:lnTo>
                  <a:pt x="1007325" y="1025994"/>
                </a:lnTo>
                <a:lnTo>
                  <a:pt x="1006208" y="1025525"/>
                </a:lnTo>
                <a:lnTo>
                  <a:pt x="1003579" y="1025525"/>
                </a:lnTo>
                <a:lnTo>
                  <a:pt x="1002461" y="1025994"/>
                </a:lnTo>
                <a:lnTo>
                  <a:pt x="1000594" y="1027861"/>
                </a:lnTo>
                <a:lnTo>
                  <a:pt x="1000125" y="1028979"/>
                </a:lnTo>
                <a:lnTo>
                  <a:pt x="1000125" y="1031608"/>
                </a:lnTo>
                <a:lnTo>
                  <a:pt x="1000594" y="1032725"/>
                </a:lnTo>
                <a:lnTo>
                  <a:pt x="1002461" y="1034592"/>
                </a:lnTo>
                <a:lnTo>
                  <a:pt x="1003579" y="1035050"/>
                </a:lnTo>
                <a:lnTo>
                  <a:pt x="1006208" y="1035050"/>
                </a:lnTo>
                <a:lnTo>
                  <a:pt x="1007325" y="1034592"/>
                </a:lnTo>
                <a:lnTo>
                  <a:pt x="1009192" y="1032725"/>
                </a:lnTo>
                <a:lnTo>
                  <a:pt x="1009650" y="1031608"/>
                </a:lnTo>
                <a:lnTo>
                  <a:pt x="1009650" y="1028979"/>
                </a:lnTo>
                <a:close/>
              </a:path>
              <a:path w="3152775" h="20605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3152775" h="2060575">
                <a:moveTo>
                  <a:pt x="1057275" y="2054504"/>
                </a:moveTo>
                <a:lnTo>
                  <a:pt x="1056817" y="2053386"/>
                </a:lnTo>
                <a:lnTo>
                  <a:pt x="1054950" y="2051519"/>
                </a:lnTo>
                <a:lnTo>
                  <a:pt x="1053833" y="2051050"/>
                </a:lnTo>
                <a:lnTo>
                  <a:pt x="1051204" y="2051050"/>
                </a:lnTo>
                <a:lnTo>
                  <a:pt x="1050086" y="2051519"/>
                </a:lnTo>
                <a:lnTo>
                  <a:pt x="1048219" y="2053386"/>
                </a:lnTo>
                <a:lnTo>
                  <a:pt x="1047750" y="2054504"/>
                </a:lnTo>
                <a:lnTo>
                  <a:pt x="1047750" y="2057133"/>
                </a:lnTo>
                <a:lnTo>
                  <a:pt x="1048219" y="2058250"/>
                </a:lnTo>
                <a:lnTo>
                  <a:pt x="1050086" y="2060117"/>
                </a:lnTo>
                <a:lnTo>
                  <a:pt x="1051204" y="2060575"/>
                </a:lnTo>
                <a:lnTo>
                  <a:pt x="1053833" y="2060575"/>
                </a:lnTo>
                <a:lnTo>
                  <a:pt x="1054950" y="2060117"/>
                </a:lnTo>
                <a:lnTo>
                  <a:pt x="1056817" y="2058250"/>
                </a:lnTo>
                <a:lnTo>
                  <a:pt x="1057275" y="2057133"/>
                </a:lnTo>
                <a:lnTo>
                  <a:pt x="1057275" y="2054504"/>
                </a:lnTo>
                <a:close/>
              </a:path>
              <a:path w="3152775" h="2060575">
                <a:moveTo>
                  <a:pt x="1057275" y="1028979"/>
                </a:moveTo>
                <a:lnTo>
                  <a:pt x="1056817" y="1027861"/>
                </a:lnTo>
                <a:lnTo>
                  <a:pt x="1054950" y="1025994"/>
                </a:lnTo>
                <a:lnTo>
                  <a:pt x="1053833" y="1025525"/>
                </a:lnTo>
                <a:lnTo>
                  <a:pt x="1051204" y="1025525"/>
                </a:lnTo>
                <a:lnTo>
                  <a:pt x="1050086" y="1025994"/>
                </a:lnTo>
                <a:lnTo>
                  <a:pt x="1048219" y="1027861"/>
                </a:lnTo>
                <a:lnTo>
                  <a:pt x="1047750" y="1028979"/>
                </a:lnTo>
                <a:lnTo>
                  <a:pt x="1047750" y="1031608"/>
                </a:lnTo>
                <a:lnTo>
                  <a:pt x="1048219" y="1032725"/>
                </a:lnTo>
                <a:lnTo>
                  <a:pt x="1050086" y="1034592"/>
                </a:lnTo>
                <a:lnTo>
                  <a:pt x="1051204" y="1035050"/>
                </a:lnTo>
                <a:lnTo>
                  <a:pt x="1053833" y="1035050"/>
                </a:lnTo>
                <a:lnTo>
                  <a:pt x="1054950" y="1034592"/>
                </a:lnTo>
                <a:lnTo>
                  <a:pt x="1056817" y="1032725"/>
                </a:lnTo>
                <a:lnTo>
                  <a:pt x="1057275" y="1031608"/>
                </a:lnTo>
                <a:lnTo>
                  <a:pt x="1057275" y="1028979"/>
                </a:lnTo>
                <a:close/>
              </a:path>
              <a:path w="3152775" h="20605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3152775" h="2060575">
                <a:moveTo>
                  <a:pt x="1104900" y="2054504"/>
                </a:moveTo>
                <a:lnTo>
                  <a:pt x="1104442" y="2053386"/>
                </a:lnTo>
                <a:lnTo>
                  <a:pt x="1102575" y="2051519"/>
                </a:lnTo>
                <a:lnTo>
                  <a:pt x="1101458" y="2051050"/>
                </a:lnTo>
                <a:lnTo>
                  <a:pt x="1098829" y="2051050"/>
                </a:lnTo>
                <a:lnTo>
                  <a:pt x="1097711" y="2051519"/>
                </a:lnTo>
                <a:lnTo>
                  <a:pt x="1095844" y="2053386"/>
                </a:lnTo>
                <a:lnTo>
                  <a:pt x="1095375" y="2054504"/>
                </a:lnTo>
                <a:lnTo>
                  <a:pt x="1095375" y="2057133"/>
                </a:lnTo>
                <a:lnTo>
                  <a:pt x="1095844" y="2058250"/>
                </a:lnTo>
                <a:lnTo>
                  <a:pt x="1097711" y="2060117"/>
                </a:lnTo>
                <a:lnTo>
                  <a:pt x="1098829" y="2060575"/>
                </a:lnTo>
                <a:lnTo>
                  <a:pt x="1101458" y="2060575"/>
                </a:lnTo>
                <a:lnTo>
                  <a:pt x="1102575" y="2060117"/>
                </a:lnTo>
                <a:lnTo>
                  <a:pt x="1104442" y="2058250"/>
                </a:lnTo>
                <a:lnTo>
                  <a:pt x="1104900" y="2057133"/>
                </a:lnTo>
                <a:lnTo>
                  <a:pt x="1104900" y="2054504"/>
                </a:lnTo>
                <a:close/>
              </a:path>
              <a:path w="3152775" h="2060575">
                <a:moveTo>
                  <a:pt x="1104900" y="1028979"/>
                </a:moveTo>
                <a:lnTo>
                  <a:pt x="1104442" y="1027861"/>
                </a:lnTo>
                <a:lnTo>
                  <a:pt x="1102575" y="1025994"/>
                </a:lnTo>
                <a:lnTo>
                  <a:pt x="1101458" y="1025525"/>
                </a:lnTo>
                <a:lnTo>
                  <a:pt x="1098829" y="1025525"/>
                </a:lnTo>
                <a:lnTo>
                  <a:pt x="1097711" y="1025994"/>
                </a:lnTo>
                <a:lnTo>
                  <a:pt x="1095844" y="1027861"/>
                </a:lnTo>
                <a:lnTo>
                  <a:pt x="1095375" y="1028979"/>
                </a:lnTo>
                <a:lnTo>
                  <a:pt x="1095375" y="1031608"/>
                </a:lnTo>
                <a:lnTo>
                  <a:pt x="1095844" y="1032725"/>
                </a:lnTo>
                <a:lnTo>
                  <a:pt x="1097711" y="1034592"/>
                </a:lnTo>
                <a:lnTo>
                  <a:pt x="1098829" y="1035050"/>
                </a:lnTo>
                <a:lnTo>
                  <a:pt x="1101458" y="1035050"/>
                </a:lnTo>
                <a:lnTo>
                  <a:pt x="1102575" y="1034592"/>
                </a:lnTo>
                <a:lnTo>
                  <a:pt x="1104442" y="1032725"/>
                </a:lnTo>
                <a:lnTo>
                  <a:pt x="1104900" y="1031608"/>
                </a:lnTo>
                <a:lnTo>
                  <a:pt x="1104900" y="1028979"/>
                </a:lnTo>
                <a:close/>
              </a:path>
              <a:path w="3152775" h="20605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3152775" h="2060575">
                <a:moveTo>
                  <a:pt x="1152525" y="2054504"/>
                </a:moveTo>
                <a:lnTo>
                  <a:pt x="1152067" y="2053386"/>
                </a:lnTo>
                <a:lnTo>
                  <a:pt x="1150200" y="2051519"/>
                </a:lnTo>
                <a:lnTo>
                  <a:pt x="1149083" y="2051050"/>
                </a:lnTo>
                <a:lnTo>
                  <a:pt x="1146454" y="2051050"/>
                </a:lnTo>
                <a:lnTo>
                  <a:pt x="1145336" y="2051519"/>
                </a:lnTo>
                <a:lnTo>
                  <a:pt x="1143469" y="2053386"/>
                </a:lnTo>
                <a:lnTo>
                  <a:pt x="1143000" y="2054504"/>
                </a:lnTo>
                <a:lnTo>
                  <a:pt x="1143000" y="2057133"/>
                </a:lnTo>
                <a:lnTo>
                  <a:pt x="1143469" y="2058250"/>
                </a:lnTo>
                <a:lnTo>
                  <a:pt x="1145336" y="2060117"/>
                </a:lnTo>
                <a:lnTo>
                  <a:pt x="1146454" y="2060575"/>
                </a:lnTo>
                <a:lnTo>
                  <a:pt x="1149083" y="2060575"/>
                </a:lnTo>
                <a:lnTo>
                  <a:pt x="1150200" y="2060117"/>
                </a:lnTo>
                <a:lnTo>
                  <a:pt x="1152067" y="2058250"/>
                </a:lnTo>
                <a:lnTo>
                  <a:pt x="1152525" y="2057133"/>
                </a:lnTo>
                <a:lnTo>
                  <a:pt x="1152525" y="2054504"/>
                </a:lnTo>
                <a:close/>
              </a:path>
              <a:path w="3152775" h="2060575">
                <a:moveTo>
                  <a:pt x="1152525" y="1028979"/>
                </a:moveTo>
                <a:lnTo>
                  <a:pt x="1152067" y="1027861"/>
                </a:lnTo>
                <a:lnTo>
                  <a:pt x="1150200" y="1025994"/>
                </a:lnTo>
                <a:lnTo>
                  <a:pt x="1149083" y="1025525"/>
                </a:lnTo>
                <a:lnTo>
                  <a:pt x="1146454" y="1025525"/>
                </a:lnTo>
                <a:lnTo>
                  <a:pt x="1145336" y="1025994"/>
                </a:lnTo>
                <a:lnTo>
                  <a:pt x="1143469" y="1027861"/>
                </a:lnTo>
                <a:lnTo>
                  <a:pt x="1143000" y="1028979"/>
                </a:lnTo>
                <a:lnTo>
                  <a:pt x="1143000" y="1031608"/>
                </a:lnTo>
                <a:lnTo>
                  <a:pt x="1143469" y="1032725"/>
                </a:lnTo>
                <a:lnTo>
                  <a:pt x="1145336" y="1034592"/>
                </a:lnTo>
                <a:lnTo>
                  <a:pt x="1146454" y="1035050"/>
                </a:lnTo>
                <a:lnTo>
                  <a:pt x="1149083" y="1035050"/>
                </a:lnTo>
                <a:lnTo>
                  <a:pt x="1150200" y="1034592"/>
                </a:lnTo>
                <a:lnTo>
                  <a:pt x="1152067" y="1032725"/>
                </a:lnTo>
                <a:lnTo>
                  <a:pt x="1152525" y="1031608"/>
                </a:lnTo>
                <a:lnTo>
                  <a:pt x="1152525" y="1028979"/>
                </a:lnTo>
                <a:close/>
              </a:path>
              <a:path w="3152775" h="20605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3152775" h="2060575">
                <a:moveTo>
                  <a:pt x="1200150" y="2054504"/>
                </a:moveTo>
                <a:lnTo>
                  <a:pt x="1199692" y="2053386"/>
                </a:lnTo>
                <a:lnTo>
                  <a:pt x="1197825" y="2051519"/>
                </a:lnTo>
                <a:lnTo>
                  <a:pt x="1196708" y="2051050"/>
                </a:lnTo>
                <a:lnTo>
                  <a:pt x="1194079" y="2051050"/>
                </a:lnTo>
                <a:lnTo>
                  <a:pt x="1192961" y="2051519"/>
                </a:lnTo>
                <a:lnTo>
                  <a:pt x="1191094" y="2053386"/>
                </a:lnTo>
                <a:lnTo>
                  <a:pt x="1190625" y="2054504"/>
                </a:lnTo>
                <a:lnTo>
                  <a:pt x="1190625" y="2057133"/>
                </a:lnTo>
                <a:lnTo>
                  <a:pt x="1191094" y="2058250"/>
                </a:lnTo>
                <a:lnTo>
                  <a:pt x="1192961" y="2060117"/>
                </a:lnTo>
                <a:lnTo>
                  <a:pt x="1194079" y="2060575"/>
                </a:lnTo>
                <a:lnTo>
                  <a:pt x="1196708" y="2060575"/>
                </a:lnTo>
                <a:lnTo>
                  <a:pt x="1197825" y="2060117"/>
                </a:lnTo>
                <a:lnTo>
                  <a:pt x="1199692" y="2058250"/>
                </a:lnTo>
                <a:lnTo>
                  <a:pt x="1200150" y="2057133"/>
                </a:lnTo>
                <a:lnTo>
                  <a:pt x="1200150" y="2054504"/>
                </a:lnTo>
                <a:close/>
              </a:path>
              <a:path w="3152775" h="2060575">
                <a:moveTo>
                  <a:pt x="1200150" y="1028979"/>
                </a:moveTo>
                <a:lnTo>
                  <a:pt x="1199692" y="1027861"/>
                </a:lnTo>
                <a:lnTo>
                  <a:pt x="1197825" y="1025994"/>
                </a:lnTo>
                <a:lnTo>
                  <a:pt x="1196708" y="1025525"/>
                </a:lnTo>
                <a:lnTo>
                  <a:pt x="1194079" y="1025525"/>
                </a:lnTo>
                <a:lnTo>
                  <a:pt x="1192961" y="1025994"/>
                </a:lnTo>
                <a:lnTo>
                  <a:pt x="1191094" y="1027861"/>
                </a:lnTo>
                <a:lnTo>
                  <a:pt x="1190625" y="1028979"/>
                </a:lnTo>
                <a:lnTo>
                  <a:pt x="1190625" y="1031608"/>
                </a:lnTo>
                <a:lnTo>
                  <a:pt x="1191094" y="1032725"/>
                </a:lnTo>
                <a:lnTo>
                  <a:pt x="1192961" y="1034592"/>
                </a:lnTo>
                <a:lnTo>
                  <a:pt x="1194079" y="1035050"/>
                </a:lnTo>
                <a:lnTo>
                  <a:pt x="1196708" y="1035050"/>
                </a:lnTo>
                <a:lnTo>
                  <a:pt x="1197825" y="1034592"/>
                </a:lnTo>
                <a:lnTo>
                  <a:pt x="1199692" y="1032725"/>
                </a:lnTo>
                <a:lnTo>
                  <a:pt x="1200150" y="1031608"/>
                </a:lnTo>
                <a:lnTo>
                  <a:pt x="1200150" y="1028979"/>
                </a:lnTo>
                <a:close/>
              </a:path>
              <a:path w="3152775" h="20605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3152775" h="2060575">
                <a:moveTo>
                  <a:pt x="1247775" y="2054504"/>
                </a:moveTo>
                <a:lnTo>
                  <a:pt x="1247317" y="2053386"/>
                </a:lnTo>
                <a:lnTo>
                  <a:pt x="1245450" y="2051519"/>
                </a:lnTo>
                <a:lnTo>
                  <a:pt x="1244333" y="2051050"/>
                </a:lnTo>
                <a:lnTo>
                  <a:pt x="1241704" y="2051050"/>
                </a:lnTo>
                <a:lnTo>
                  <a:pt x="1240586" y="2051519"/>
                </a:lnTo>
                <a:lnTo>
                  <a:pt x="1238719" y="2053386"/>
                </a:lnTo>
                <a:lnTo>
                  <a:pt x="1238250" y="2054504"/>
                </a:lnTo>
                <a:lnTo>
                  <a:pt x="1238250" y="2057133"/>
                </a:lnTo>
                <a:lnTo>
                  <a:pt x="1238719" y="2058250"/>
                </a:lnTo>
                <a:lnTo>
                  <a:pt x="1240586" y="2060117"/>
                </a:lnTo>
                <a:lnTo>
                  <a:pt x="1241704" y="2060575"/>
                </a:lnTo>
                <a:lnTo>
                  <a:pt x="1244333" y="2060575"/>
                </a:lnTo>
                <a:lnTo>
                  <a:pt x="1245450" y="2060117"/>
                </a:lnTo>
                <a:lnTo>
                  <a:pt x="1247317" y="2058250"/>
                </a:lnTo>
                <a:lnTo>
                  <a:pt x="1247775" y="2057133"/>
                </a:lnTo>
                <a:lnTo>
                  <a:pt x="1247775" y="2054504"/>
                </a:lnTo>
                <a:close/>
              </a:path>
              <a:path w="3152775" h="2060575">
                <a:moveTo>
                  <a:pt x="1247775" y="1028979"/>
                </a:moveTo>
                <a:lnTo>
                  <a:pt x="1247317" y="1027861"/>
                </a:lnTo>
                <a:lnTo>
                  <a:pt x="1245450" y="1025994"/>
                </a:lnTo>
                <a:lnTo>
                  <a:pt x="1244333" y="1025525"/>
                </a:lnTo>
                <a:lnTo>
                  <a:pt x="1241704" y="1025525"/>
                </a:lnTo>
                <a:lnTo>
                  <a:pt x="1240586" y="1025994"/>
                </a:lnTo>
                <a:lnTo>
                  <a:pt x="1238719" y="1027861"/>
                </a:lnTo>
                <a:lnTo>
                  <a:pt x="1238250" y="1028979"/>
                </a:lnTo>
                <a:lnTo>
                  <a:pt x="1238250" y="1031608"/>
                </a:lnTo>
                <a:lnTo>
                  <a:pt x="1238719" y="1032725"/>
                </a:lnTo>
                <a:lnTo>
                  <a:pt x="1240586" y="1034592"/>
                </a:lnTo>
                <a:lnTo>
                  <a:pt x="1241704" y="1035050"/>
                </a:lnTo>
                <a:lnTo>
                  <a:pt x="1244333" y="1035050"/>
                </a:lnTo>
                <a:lnTo>
                  <a:pt x="1245450" y="1034592"/>
                </a:lnTo>
                <a:lnTo>
                  <a:pt x="1247317" y="1032725"/>
                </a:lnTo>
                <a:lnTo>
                  <a:pt x="1247775" y="1031608"/>
                </a:lnTo>
                <a:lnTo>
                  <a:pt x="1247775" y="1028979"/>
                </a:lnTo>
                <a:close/>
              </a:path>
              <a:path w="3152775" h="20605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3152775" h="2060575">
                <a:moveTo>
                  <a:pt x="1295400" y="2054504"/>
                </a:moveTo>
                <a:lnTo>
                  <a:pt x="1294942" y="2053386"/>
                </a:lnTo>
                <a:lnTo>
                  <a:pt x="1293075" y="2051519"/>
                </a:lnTo>
                <a:lnTo>
                  <a:pt x="1291958" y="2051050"/>
                </a:lnTo>
                <a:lnTo>
                  <a:pt x="1289329" y="2051050"/>
                </a:lnTo>
                <a:lnTo>
                  <a:pt x="1288211" y="2051519"/>
                </a:lnTo>
                <a:lnTo>
                  <a:pt x="1286344" y="2053386"/>
                </a:lnTo>
                <a:lnTo>
                  <a:pt x="1285875" y="2054504"/>
                </a:lnTo>
                <a:lnTo>
                  <a:pt x="1285875" y="2057133"/>
                </a:lnTo>
                <a:lnTo>
                  <a:pt x="1286344" y="2058250"/>
                </a:lnTo>
                <a:lnTo>
                  <a:pt x="1288211" y="2060117"/>
                </a:lnTo>
                <a:lnTo>
                  <a:pt x="1289329" y="2060575"/>
                </a:lnTo>
                <a:lnTo>
                  <a:pt x="1291958" y="2060575"/>
                </a:lnTo>
                <a:lnTo>
                  <a:pt x="1293075" y="2060117"/>
                </a:lnTo>
                <a:lnTo>
                  <a:pt x="1294942" y="2058250"/>
                </a:lnTo>
                <a:lnTo>
                  <a:pt x="1295400" y="2057133"/>
                </a:lnTo>
                <a:lnTo>
                  <a:pt x="1295400" y="2054504"/>
                </a:lnTo>
                <a:close/>
              </a:path>
              <a:path w="3152775" h="2060575">
                <a:moveTo>
                  <a:pt x="1295400" y="1028979"/>
                </a:moveTo>
                <a:lnTo>
                  <a:pt x="1294942" y="1027861"/>
                </a:lnTo>
                <a:lnTo>
                  <a:pt x="1293075" y="1025994"/>
                </a:lnTo>
                <a:lnTo>
                  <a:pt x="1291958" y="1025525"/>
                </a:lnTo>
                <a:lnTo>
                  <a:pt x="1289329" y="1025525"/>
                </a:lnTo>
                <a:lnTo>
                  <a:pt x="1288211" y="1025994"/>
                </a:lnTo>
                <a:lnTo>
                  <a:pt x="1286344" y="1027861"/>
                </a:lnTo>
                <a:lnTo>
                  <a:pt x="1285875" y="1028979"/>
                </a:lnTo>
                <a:lnTo>
                  <a:pt x="1285875" y="1031608"/>
                </a:lnTo>
                <a:lnTo>
                  <a:pt x="1286344" y="1032725"/>
                </a:lnTo>
                <a:lnTo>
                  <a:pt x="1288211" y="1034592"/>
                </a:lnTo>
                <a:lnTo>
                  <a:pt x="1289329" y="1035050"/>
                </a:lnTo>
                <a:lnTo>
                  <a:pt x="1291958" y="1035050"/>
                </a:lnTo>
                <a:lnTo>
                  <a:pt x="1293075" y="1034592"/>
                </a:lnTo>
                <a:lnTo>
                  <a:pt x="1294942" y="1032725"/>
                </a:lnTo>
                <a:lnTo>
                  <a:pt x="1295400" y="1031608"/>
                </a:lnTo>
                <a:lnTo>
                  <a:pt x="1295400" y="1028979"/>
                </a:lnTo>
                <a:close/>
              </a:path>
              <a:path w="3152775" h="20605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3152775" h="2060575">
                <a:moveTo>
                  <a:pt x="1343025" y="2054504"/>
                </a:moveTo>
                <a:lnTo>
                  <a:pt x="1342567" y="2053386"/>
                </a:lnTo>
                <a:lnTo>
                  <a:pt x="1340700" y="2051519"/>
                </a:lnTo>
                <a:lnTo>
                  <a:pt x="1339583" y="2051050"/>
                </a:lnTo>
                <a:lnTo>
                  <a:pt x="1336954" y="2051050"/>
                </a:lnTo>
                <a:lnTo>
                  <a:pt x="1335836" y="2051519"/>
                </a:lnTo>
                <a:lnTo>
                  <a:pt x="1333969" y="2053386"/>
                </a:lnTo>
                <a:lnTo>
                  <a:pt x="1333500" y="2054504"/>
                </a:lnTo>
                <a:lnTo>
                  <a:pt x="1333500" y="2057133"/>
                </a:lnTo>
                <a:lnTo>
                  <a:pt x="1333969" y="2058250"/>
                </a:lnTo>
                <a:lnTo>
                  <a:pt x="1335836" y="2060117"/>
                </a:lnTo>
                <a:lnTo>
                  <a:pt x="1336954" y="2060575"/>
                </a:lnTo>
                <a:lnTo>
                  <a:pt x="1339583" y="2060575"/>
                </a:lnTo>
                <a:lnTo>
                  <a:pt x="1340700" y="2060117"/>
                </a:lnTo>
                <a:lnTo>
                  <a:pt x="1342567" y="2058250"/>
                </a:lnTo>
                <a:lnTo>
                  <a:pt x="1343025" y="2057133"/>
                </a:lnTo>
                <a:lnTo>
                  <a:pt x="1343025" y="2054504"/>
                </a:lnTo>
                <a:close/>
              </a:path>
              <a:path w="3152775" h="2060575">
                <a:moveTo>
                  <a:pt x="1343025" y="1028979"/>
                </a:moveTo>
                <a:lnTo>
                  <a:pt x="1342567" y="1027861"/>
                </a:lnTo>
                <a:lnTo>
                  <a:pt x="1340700" y="1025994"/>
                </a:lnTo>
                <a:lnTo>
                  <a:pt x="1339583" y="1025525"/>
                </a:lnTo>
                <a:lnTo>
                  <a:pt x="1336954" y="1025525"/>
                </a:lnTo>
                <a:lnTo>
                  <a:pt x="1335836" y="1025994"/>
                </a:lnTo>
                <a:lnTo>
                  <a:pt x="1333969" y="1027861"/>
                </a:lnTo>
                <a:lnTo>
                  <a:pt x="1333500" y="1028979"/>
                </a:lnTo>
                <a:lnTo>
                  <a:pt x="1333500" y="1031608"/>
                </a:lnTo>
                <a:lnTo>
                  <a:pt x="1333969" y="1032725"/>
                </a:lnTo>
                <a:lnTo>
                  <a:pt x="1335836" y="1034592"/>
                </a:lnTo>
                <a:lnTo>
                  <a:pt x="1336954" y="1035050"/>
                </a:lnTo>
                <a:lnTo>
                  <a:pt x="1339583" y="1035050"/>
                </a:lnTo>
                <a:lnTo>
                  <a:pt x="1340700" y="1034592"/>
                </a:lnTo>
                <a:lnTo>
                  <a:pt x="1342567" y="1032725"/>
                </a:lnTo>
                <a:lnTo>
                  <a:pt x="1343025" y="1031608"/>
                </a:lnTo>
                <a:lnTo>
                  <a:pt x="1343025" y="1028979"/>
                </a:lnTo>
                <a:close/>
              </a:path>
              <a:path w="3152775" h="20605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3152775" h="2060575">
                <a:moveTo>
                  <a:pt x="1390650" y="2054504"/>
                </a:moveTo>
                <a:lnTo>
                  <a:pt x="1390192" y="2053386"/>
                </a:lnTo>
                <a:lnTo>
                  <a:pt x="1388325" y="2051519"/>
                </a:lnTo>
                <a:lnTo>
                  <a:pt x="1387208" y="2051050"/>
                </a:lnTo>
                <a:lnTo>
                  <a:pt x="1384579" y="2051050"/>
                </a:lnTo>
                <a:lnTo>
                  <a:pt x="1383461" y="2051519"/>
                </a:lnTo>
                <a:lnTo>
                  <a:pt x="1381594" y="2053386"/>
                </a:lnTo>
                <a:lnTo>
                  <a:pt x="1381125" y="2054504"/>
                </a:lnTo>
                <a:lnTo>
                  <a:pt x="1381125" y="2057133"/>
                </a:lnTo>
                <a:lnTo>
                  <a:pt x="1381594" y="2058250"/>
                </a:lnTo>
                <a:lnTo>
                  <a:pt x="1383461" y="2060117"/>
                </a:lnTo>
                <a:lnTo>
                  <a:pt x="1384579" y="2060575"/>
                </a:lnTo>
                <a:lnTo>
                  <a:pt x="1387208" y="2060575"/>
                </a:lnTo>
                <a:lnTo>
                  <a:pt x="1388325" y="2060117"/>
                </a:lnTo>
                <a:lnTo>
                  <a:pt x="1390192" y="2058250"/>
                </a:lnTo>
                <a:lnTo>
                  <a:pt x="1390650" y="2057133"/>
                </a:lnTo>
                <a:lnTo>
                  <a:pt x="1390650" y="2054504"/>
                </a:lnTo>
                <a:close/>
              </a:path>
              <a:path w="3152775" h="2060575">
                <a:moveTo>
                  <a:pt x="1390650" y="1028979"/>
                </a:moveTo>
                <a:lnTo>
                  <a:pt x="1390192" y="1027861"/>
                </a:lnTo>
                <a:lnTo>
                  <a:pt x="1388325" y="1025994"/>
                </a:lnTo>
                <a:lnTo>
                  <a:pt x="1387208" y="1025525"/>
                </a:lnTo>
                <a:lnTo>
                  <a:pt x="1384579" y="1025525"/>
                </a:lnTo>
                <a:lnTo>
                  <a:pt x="1383461" y="1025994"/>
                </a:lnTo>
                <a:lnTo>
                  <a:pt x="1381594" y="1027861"/>
                </a:lnTo>
                <a:lnTo>
                  <a:pt x="1381125" y="1028979"/>
                </a:lnTo>
                <a:lnTo>
                  <a:pt x="1381125" y="1031608"/>
                </a:lnTo>
                <a:lnTo>
                  <a:pt x="1381594" y="1032725"/>
                </a:lnTo>
                <a:lnTo>
                  <a:pt x="1383461" y="1034592"/>
                </a:lnTo>
                <a:lnTo>
                  <a:pt x="1384579" y="1035050"/>
                </a:lnTo>
                <a:lnTo>
                  <a:pt x="1387208" y="1035050"/>
                </a:lnTo>
                <a:lnTo>
                  <a:pt x="1388325" y="1034592"/>
                </a:lnTo>
                <a:lnTo>
                  <a:pt x="1390192" y="1032725"/>
                </a:lnTo>
                <a:lnTo>
                  <a:pt x="1390650" y="1031608"/>
                </a:lnTo>
                <a:lnTo>
                  <a:pt x="1390650" y="1028979"/>
                </a:lnTo>
                <a:close/>
              </a:path>
              <a:path w="3152775" h="20605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3152775" h="2060575">
                <a:moveTo>
                  <a:pt x="1438275" y="2054504"/>
                </a:moveTo>
                <a:lnTo>
                  <a:pt x="1437817" y="2053386"/>
                </a:lnTo>
                <a:lnTo>
                  <a:pt x="1435950" y="2051519"/>
                </a:lnTo>
                <a:lnTo>
                  <a:pt x="1434833" y="2051050"/>
                </a:lnTo>
                <a:lnTo>
                  <a:pt x="1432204" y="2051050"/>
                </a:lnTo>
                <a:lnTo>
                  <a:pt x="1431086" y="2051519"/>
                </a:lnTo>
                <a:lnTo>
                  <a:pt x="1429219" y="2053386"/>
                </a:lnTo>
                <a:lnTo>
                  <a:pt x="1428750" y="2054504"/>
                </a:lnTo>
                <a:lnTo>
                  <a:pt x="1428750" y="2057133"/>
                </a:lnTo>
                <a:lnTo>
                  <a:pt x="1429219" y="2058250"/>
                </a:lnTo>
                <a:lnTo>
                  <a:pt x="1431086" y="2060117"/>
                </a:lnTo>
                <a:lnTo>
                  <a:pt x="1432204" y="2060575"/>
                </a:lnTo>
                <a:lnTo>
                  <a:pt x="1434833" y="2060575"/>
                </a:lnTo>
                <a:lnTo>
                  <a:pt x="1435950" y="2060117"/>
                </a:lnTo>
                <a:lnTo>
                  <a:pt x="1437817" y="2058250"/>
                </a:lnTo>
                <a:lnTo>
                  <a:pt x="1438275" y="2057133"/>
                </a:lnTo>
                <a:lnTo>
                  <a:pt x="1438275" y="2054504"/>
                </a:lnTo>
                <a:close/>
              </a:path>
              <a:path w="3152775" h="2060575">
                <a:moveTo>
                  <a:pt x="1438275" y="1028979"/>
                </a:moveTo>
                <a:lnTo>
                  <a:pt x="1437817" y="1027861"/>
                </a:lnTo>
                <a:lnTo>
                  <a:pt x="1435950" y="1025994"/>
                </a:lnTo>
                <a:lnTo>
                  <a:pt x="1434833" y="1025525"/>
                </a:lnTo>
                <a:lnTo>
                  <a:pt x="1432204" y="1025525"/>
                </a:lnTo>
                <a:lnTo>
                  <a:pt x="1431086" y="1025994"/>
                </a:lnTo>
                <a:lnTo>
                  <a:pt x="1429219" y="1027861"/>
                </a:lnTo>
                <a:lnTo>
                  <a:pt x="1428750" y="1028979"/>
                </a:lnTo>
                <a:lnTo>
                  <a:pt x="1428750" y="1031608"/>
                </a:lnTo>
                <a:lnTo>
                  <a:pt x="1429219" y="1032725"/>
                </a:lnTo>
                <a:lnTo>
                  <a:pt x="1431086" y="1034592"/>
                </a:lnTo>
                <a:lnTo>
                  <a:pt x="1432204" y="1035050"/>
                </a:lnTo>
                <a:lnTo>
                  <a:pt x="1434833" y="1035050"/>
                </a:lnTo>
                <a:lnTo>
                  <a:pt x="1435950" y="1034592"/>
                </a:lnTo>
                <a:lnTo>
                  <a:pt x="1437817" y="1032725"/>
                </a:lnTo>
                <a:lnTo>
                  <a:pt x="1438275" y="1031608"/>
                </a:lnTo>
                <a:lnTo>
                  <a:pt x="1438275" y="1028979"/>
                </a:lnTo>
                <a:close/>
              </a:path>
              <a:path w="3152775" h="20605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3152775" h="2060575">
                <a:moveTo>
                  <a:pt x="1485900" y="2054504"/>
                </a:moveTo>
                <a:lnTo>
                  <a:pt x="1485442" y="2053386"/>
                </a:lnTo>
                <a:lnTo>
                  <a:pt x="1483575" y="2051519"/>
                </a:lnTo>
                <a:lnTo>
                  <a:pt x="1482458" y="2051050"/>
                </a:lnTo>
                <a:lnTo>
                  <a:pt x="1479829" y="2051050"/>
                </a:lnTo>
                <a:lnTo>
                  <a:pt x="1478711" y="2051519"/>
                </a:lnTo>
                <a:lnTo>
                  <a:pt x="1476844" y="2053386"/>
                </a:lnTo>
                <a:lnTo>
                  <a:pt x="1476375" y="2054504"/>
                </a:lnTo>
                <a:lnTo>
                  <a:pt x="1476375" y="2057133"/>
                </a:lnTo>
                <a:lnTo>
                  <a:pt x="1476844" y="2058250"/>
                </a:lnTo>
                <a:lnTo>
                  <a:pt x="1478711" y="2060117"/>
                </a:lnTo>
                <a:lnTo>
                  <a:pt x="1479829" y="2060575"/>
                </a:lnTo>
                <a:lnTo>
                  <a:pt x="1482458" y="2060575"/>
                </a:lnTo>
                <a:lnTo>
                  <a:pt x="1483575" y="2060117"/>
                </a:lnTo>
                <a:lnTo>
                  <a:pt x="1485442" y="2058250"/>
                </a:lnTo>
                <a:lnTo>
                  <a:pt x="1485900" y="2057133"/>
                </a:lnTo>
                <a:lnTo>
                  <a:pt x="1485900" y="2054504"/>
                </a:lnTo>
                <a:close/>
              </a:path>
              <a:path w="3152775" h="2060575">
                <a:moveTo>
                  <a:pt x="1485900" y="1028979"/>
                </a:moveTo>
                <a:lnTo>
                  <a:pt x="1485442" y="1027861"/>
                </a:lnTo>
                <a:lnTo>
                  <a:pt x="1483575" y="1025994"/>
                </a:lnTo>
                <a:lnTo>
                  <a:pt x="1482458" y="1025525"/>
                </a:lnTo>
                <a:lnTo>
                  <a:pt x="1479829" y="1025525"/>
                </a:lnTo>
                <a:lnTo>
                  <a:pt x="1478711" y="1025994"/>
                </a:lnTo>
                <a:lnTo>
                  <a:pt x="1476844" y="1027861"/>
                </a:lnTo>
                <a:lnTo>
                  <a:pt x="1476375" y="1028979"/>
                </a:lnTo>
                <a:lnTo>
                  <a:pt x="1476375" y="1031608"/>
                </a:lnTo>
                <a:lnTo>
                  <a:pt x="1476844" y="1032725"/>
                </a:lnTo>
                <a:lnTo>
                  <a:pt x="1478711" y="1034592"/>
                </a:lnTo>
                <a:lnTo>
                  <a:pt x="1479829" y="1035050"/>
                </a:lnTo>
                <a:lnTo>
                  <a:pt x="1482458" y="1035050"/>
                </a:lnTo>
                <a:lnTo>
                  <a:pt x="1483575" y="1034592"/>
                </a:lnTo>
                <a:lnTo>
                  <a:pt x="1485442" y="1032725"/>
                </a:lnTo>
                <a:lnTo>
                  <a:pt x="1485900" y="1031608"/>
                </a:lnTo>
                <a:lnTo>
                  <a:pt x="1485900" y="1028979"/>
                </a:lnTo>
                <a:close/>
              </a:path>
              <a:path w="3152775" h="20605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3152775" h="2060575">
                <a:moveTo>
                  <a:pt x="1533525" y="2054504"/>
                </a:moveTo>
                <a:lnTo>
                  <a:pt x="1533067" y="2053386"/>
                </a:lnTo>
                <a:lnTo>
                  <a:pt x="1531200" y="2051519"/>
                </a:lnTo>
                <a:lnTo>
                  <a:pt x="1530083" y="2051050"/>
                </a:lnTo>
                <a:lnTo>
                  <a:pt x="1527454" y="2051050"/>
                </a:lnTo>
                <a:lnTo>
                  <a:pt x="1526336" y="2051519"/>
                </a:lnTo>
                <a:lnTo>
                  <a:pt x="1524469" y="2053386"/>
                </a:lnTo>
                <a:lnTo>
                  <a:pt x="1524000" y="2054504"/>
                </a:lnTo>
                <a:lnTo>
                  <a:pt x="1524000" y="2057133"/>
                </a:lnTo>
                <a:lnTo>
                  <a:pt x="1524469" y="2058250"/>
                </a:lnTo>
                <a:lnTo>
                  <a:pt x="1526336" y="2060117"/>
                </a:lnTo>
                <a:lnTo>
                  <a:pt x="1527454" y="2060575"/>
                </a:lnTo>
                <a:lnTo>
                  <a:pt x="1530083" y="2060575"/>
                </a:lnTo>
                <a:lnTo>
                  <a:pt x="1531200" y="2060117"/>
                </a:lnTo>
                <a:lnTo>
                  <a:pt x="1533067" y="2058250"/>
                </a:lnTo>
                <a:lnTo>
                  <a:pt x="1533525" y="2057133"/>
                </a:lnTo>
                <a:lnTo>
                  <a:pt x="1533525" y="2054504"/>
                </a:lnTo>
                <a:close/>
              </a:path>
              <a:path w="3152775" h="2060575">
                <a:moveTo>
                  <a:pt x="1533525" y="1028979"/>
                </a:moveTo>
                <a:lnTo>
                  <a:pt x="1533067" y="1027861"/>
                </a:lnTo>
                <a:lnTo>
                  <a:pt x="1531200" y="1025994"/>
                </a:lnTo>
                <a:lnTo>
                  <a:pt x="1530083" y="1025525"/>
                </a:lnTo>
                <a:lnTo>
                  <a:pt x="1527454" y="1025525"/>
                </a:lnTo>
                <a:lnTo>
                  <a:pt x="1526336" y="1025994"/>
                </a:lnTo>
                <a:lnTo>
                  <a:pt x="1524469" y="1027861"/>
                </a:lnTo>
                <a:lnTo>
                  <a:pt x="1524000" y="1028979"/>
                </a:lnTo>
                <a:lnTo>
                  <a:pt x="1524000" y="1031608"/>
                </a:lnTo>
                <a:lnTo>
                  <a:pt x="1524469" y="1032725"/>
                </a:lnTo>
                <a:lnTo>
                  <a:pt x="1526336" y="1034592"/>
                </a:lnTo>
                <a:lnTo>
                  <a:pt x="1527454" y="1035050"/>
                </a:lnTo>
                <a:lnTo>
                  <a:pt x="1530083" y="1035050"/>
                </a:lnTo>
                <a:lnTo>
                  <a:pt x="1531200" y="1034592"/>
                </a:lnTo>
                <a:lnTo>
                  <a:pt x="1533067" y="1032725"/>
                </a:lnTo>
                <a:lnTo>
                  <a:pt x="1533525" y="1031608"/>
                </a:lnTo>
                <a:lnTo>
                  <a:pt x="1533525" y="1028979"/>
                </a:lnTo>
                <a:close/>
              </a:path>
              <a:path w="3152775" h="20605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3152775" h="2060575">
                <a:moveTo>
                  <a:pt x="1581150" y="2054504"/>
                </a:moveTo>
                <a:lnTo>
                  <a:pt x="1580692" y="2053386"/>
                </a:lnTo>
                <a:lnTo>
                  <a:pt x="1578825" y="2051519"/>
                </a:lnTo>
                <a:lnTo>
                  <a:pt x="1577708" y="2051050"/>
                </a:lnTo>
                <a:lnTo>
                  <a:pt x="1575079" y="2051050"/>
                </a:lnTo>
                <a:lnTo>
                  <a:pt x="1573961" y="2051519"/>
                </a:lnTo>
                <a:lnTo>
                  <a:pt x="1572094" y="2053386"/>
                </a:lnTo>
                <a:lnTo>
                  <a:pt x="1571625" y="2054504"/>
                </a:lnTo>
                <a:lnTo>
                  <a:pt x="1571625" y="2057133"/>
                </a:lnTo>
                <a:lnTo>
                  <a:pt x="1572094" y="2058250"/>
                </a:lnTo>
                <a:lnTo>
                  <a:pt x="1573961" y="2060117"/>
                </a:lnTo>
                <a:lnTo>
                  <a:pt x="1575079" y="2060575"/>
                </a:lnTo>
                <a:lnTo>
                  <a:pt x="1577708" y="2060575"/>
                </a:lnTo>
                <a:lnTo>
                  <a:pt x="1578825" y="2060117"/>
                </a:lnTo>
                <a:lnTo>
                  <a:pt x="1580692" y="2058250"/>
                </a:lnTo>
                <a:lnTo>
                  <a:pt x="1581150" y="2057133"/>
                </a:lnTo>
                <a:lnTo>
                  <a:pt x="1581150" y="2054504"/>
                </a:lnTo>
                <a:close/>
              </a:path>
              <a:path w="3152775" h="2060575">
                <a:moveTo>
                  <a:pt x="1581150" y="1028979"/>
                </a:moveTo>
                <a:lnTo>
                  <a:pt x="1580692" y="1027861"/>
                </a:lnTo>
                <a:lnTo>
                  <a:pt x="1578825" y="1025994"/>
                </a:lnTo>
                <a:lnTo>
                  <a:pt x="1577708" y="1025525"/>
                </a:lnTo>
                <a:lnTo>
                  <a:pt x="1575079" y="1025525"/>
                </a:lnTo>
                <a:lnTo>
                  <a:pt x="1573961" y="1025994"/>
                </a:lnTo>
                <a:lnTo>
                  <a:pt x="1572094" y="1027861"/>
                </a:lnTo>
                <a:lnTo>
                  <a:pt x="1571625" y="1028979"/>
                </a:lnTo>
                <a:lnTo>
                  <a:pt x="1571625" y="1031608"/>
                </a:lnTo>
                <a:lnTo>
                  <a:pt x="1572094" y="1032725"/>
                </a:lnTo>
                <a:lnTo>
                  <a:pt x="1573961" y="1034592"/>
                </a:lnTo>
                <a:lnTo>
                  <a:pt x="1575079" y="1035050"/>
                </a:lnTo>
                <a:lnTo>
                  <a:pt x="1577708" y="1035050"/>
                </a:lnTo>
                <a:lnTo>
                  <a:pt x="1578825" y="1034592"/>
                </a:lnTo>
                <a:lnTo>
                  <a:pt x="1580692" y="1032725"/>
                </a:lnTo>
                <a:lnTo>
                  <a:pt x="1581150" y="1031608"/>
                </a:lnTo>
                <a:lnTo>
                  <a:pt x="1581150" y="1028979"/>
                </a:lnTo>
                <a:close/>
              </a:path>
              <a:path w="3152775" h="20605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3152775" h="2060575">
                <a:moveTo>
                  <a:pt x="1628775" y="2054504"/>
                </a:moveTo>
                <a:lnTo>
                  <a:pt x="1628317" y="2053386"/>
                </a:lnTo>
                <a:lnTo>
                  <a:pt x="1626450" y="2051519"/>
                </a:lnTo>
                <a:lnTo>
                  <a:pt x="1625333" y="2051050"/>
                </a:lnTo>
                <a:lnTo>
                  <a:pt x="1622704" y="2051050"/>
                </a:lnTo>
                <a:lnTo>
                  <a:pt x="1621586" y="2051519"/>
                </a:lnTo>
                <a:lnTo>
                  <a:pt x="1619719" y="2053386"/>
                </a:lnTo>
                <a:lnTo>
                  <a:pt x="1619250" y="2054504"/>
                </a:lnTo>
                <a:lnTo>
                  <a:pt x="1619250" y="2057133"/>
                </a:lnTo>
                <a:lnTo>
                  <a:pt x="1619719" y="2058250"/>
                </a:lnTo>
                <a:lnTo>
                  <a:pt x="1621586" y="2060117"/>
                </a:lnTo>
                <a:lnTo>
                  <a:pt x="1622704" y="2060575"/>
                </a:lnTo>
                <a:lnTo>
                  <a:pt x="1625333" y="2060575"/>
                </a:lnTo>
                <a:lnTo>
                  <a:pt x="1626450" y="2060117"/>
                </a:lnTo>
                <a:lnTo>
                  <a:pt x="1628317" y="2058250"/>
                </a:lnTo>
                <a:lnTo>
                  <a:pt x="1628775" y="2057133"/>
                </a:lnTo>
                <a:lnTo>
                  <a:pt x="1628775" y="2054504"/>
                </a:lnTo>
                <a:close/>
              </a:path>
              <a:path w="3152775" h="2060575">
                <a:moveTo>
                  <a:pt x="1628775" y="1028979"/>
                </a:moveTo>
                <a:lnTo>
                  <a:pt x="1628317" y="1027861"/>
                </a:lnTo>
                <a:lnTo>
                  <a:pt x="1626450" y="1025994"/>
                </a:lnTo>
                <a:lnTo>
                  <a:pt x="1625333" y="1025525"/>
                </a:lnTo>
                <a:lnTo>
                  <a:pt x="1622704" y="1025525"/>
                </a:lnTo>
                <a:lnTo>
                  <a:pt x="1621586" y="1025994"/>
                </a:lnTo>
                <a:lnTo>
                  <a:pt x="1619719" y="1027861"/>
                </a:lnTo>
                <a:lnTo>
                  <a:pt x="1619250" y="1028979"/>
                </a:lnTo>
                <a:lnTo>
                  <a:pt x="1619250" y="1031608"/>
                </a:lnTo>
                <a:lnTo>
                  <a:pt x="1619719" y="1032725"/>
                </a:lnTo>
                <a:lnTo>
                  <a:pt x="1621586" y="1034592"/>
                </a:lnTo>
                <a:lnTo>
                  <a:pt x="1622704" y="1035050"/>
                </a:lnTo>
                <a:lnTo>
                  <a:pt x="1625333" y="1035050"/>
                </a:lnTo>
                <a:lnTo>
                  <a:pt x="1626450" y="1034592"/>
                </a:lnTo>
                <a:lnTo>
                  <a:pt x="1628317" y="1032725"/>
                </a:lnTo>
                <a:lnTo>
                  <a:pt x="1628775" y="1031608"/>
                </a:lnTo>
                <a:lnTo>
                  <a:pt x="1628775" y="1028979"/>
                </a:lnTo>
                <a:close/>
              </a:path>
              <a:path w="3152775" h="20605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3152775" h="2060575">
                <a:moveTo>
                  <a:pt x="1676400" y="2054504"/>
                </a:moveTo>
                <a:lnTo>
                  <a:pt x="1675942" y="2053386"/>
                </a:lnTo>
                <a:lnTo>
                  <a:pt x="1674075" y="2051519"/>
                </a:lnTo>
                <a:lnTo>
                  <a:pt x="1672958" y="2051050"/>
                </a:lnTo>
                <a:lnTo>
                  <a:pt x="1670329" y="2051050"/>
                </a:lnTo>
                <a:lnTo>
                  <a:pt x="1669211" y="2051519"/>
                </a:lnTo>
                <a:lnTo>
                  <a:pt x="1667344" y="2053386"/>
                </a:lnTo>
                <a:lnTo>
                  <a:pt x="1666875" y="2054504"/>
                </a:lnTo>
                <a:lnTo>
                  <a:pt x="1666875" y="2057133"/>
                </a:lnTo>
                <a:lnTo>
                  <a:pt x="1667344" y="2058250"/>
                </a:lnTo>
                <a:lnTo>
                  <a:pt x="1669211" y="2060117"/>
                </a:lnTo>
                <a:lnTo>
                  <a:pt x="1670329" y="2060575"/>
                </a:lnTo>
                <a:lnTo>
                  <a:pt x="1672958" y="2060575"/>
                </a:lnTo>
                <a:lnTo>
                  <a:pt x="1674075" y="2060117"/>
                </a:lnTo>
                <a:lnTo>
                  <a:pt x="1675942" y="2058250"/>
                </a:lnTo>
                <a:lnTo>
                  <a:pt x="1676400" y="2057133"/>
                </a:lnTo>
                <a:lnTo>
                  <a:pt x="1676400" y="2054504"/>
                </a:lnTo>
                <a:close/>
              </a:path>
              <a:path w="3152775" h="2060575">
                <a:moveTo>
                  <a:pt x="1676400" y="1028979"/>
                </a:moveTo>
                <a:lnTo>
                  <a:pt x="1675942" y="1027861"/>
                </a:lnTo>
                <a:lnTo>
                  <a:pt x="1674075" y="1025994"/>
                </a:lnTo>
                <a:lnTo>
                  <a:pt x="1672958" y="1025525"/>
                </a:lnTo>
                <a:lnTo>
                  <a:pt x="1670329" y="1025525"/>
                </a:lnTo>
                <a:lnTo>
                  <a:pt x="1669211" y="1025994"/>
                </a:lnTo>
                <a:lnTo>
                  <a:pt x="1667344" y="1027861"/>
                </a:lnTo>
                <a:lnTo>
                  <a:pt x="1666875" y="1028979"/>
                </a:lnTo>
                <a:lnTo>
                  <a:pt x="1666875" y="1031608"/>
                </a:lnTo>
                <a:lnTo>
                  <a:pt x="1667344" y="1032725"/>
                </a:lnTo>
                <a:lnTo>
                  <a:pt x="1669211" y="1034592"/>
                </a:lnTo>
                <a:lnTo>
                  <a:pt x="1670329" y="1035050"/>
                </a:lnTo>
                <a:lnTo>
                  <a:pt x="1672958" y="1035050"/>
                </a:lnTo>
                <a:lnTo>
                  <a:pt x="1674075" y="1034592"/>
                </a:lnTo>
                <a:lnTo>
                  <a:pt x="1675942" y="1032725"/>
                </a:lnTo>
                <a:lnTo>
                  <a:pt x="1676400" y="1031608"/>
                </a:lnTo>
                <a:lnTo>
                  <a:pt x="1676400" y="1028979"/>
                </a:lnTo>
                <a:close/>
              </a:path>
              <a:path w="3152775" h="20605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3152775" h="2060575">
                <a:moveTo>
                  <a:pt x="1724025" y="2054504"/>
                </a:moveTo>
                <a:lnTo>
                  <a:pt x="1723567" y="2053386"/>
                </a:lnTo>
                <a:lnTo>
                  <a:pt x="1721700" y="2051519"/>
                </a:lnTo>
                <a:lnTo>
                  <a:pt x="1720583" y="2051050"/>
                </a:lnTo>
                <a:lnTo>
                  <a:pt x="1717954" y="2051050"/>
                </a:lnTo>
                <a:lnTo>
                  <a:pt x="1716836" y="2051519"/>
                </a:lnTo>
                <a:lnTo>
                  <a:pt x="1714969" y="2053386"/>
                </a:lnTo>
                <a:lnTo>
                  <a:pt x="1714500" y="2054504"/>
                </a:lnTo>
                <a:lnTo>
                  <a:pt x="1714500" y="2057133"/>
                </a:lnTo>
                <a:lnTo>
                  <a:pt x="1714969" y="2058250"/>
                </a:lnTo>
                <a:lnTo>
                  <a:pt x="1716836" y="2060117"/>
                </a:lnTo>
                <a:lnTo>
                  <a:pt x="1717954" y="2060575"/>
                </a:lnTo>
                <a:lnTo>
                  <a:pt x="1720583" y="2060575"/>
                </a:lnTo>
                <a:lnTo>
                  <a:pt x="1721700" y="2060117"/>
                </a:lnTo>
                <a:lnTo>
                  <a:pt x="1723567" y="2058250"/>
                </a:lnTo>
                <a:lnTo>
                  <a:pt x="1724025" y="2057133"/>
                </a:lnTo>
                <a:lnTo>
                  <a:pt x="1724025" y="2054504"/>
                </a:lnTo>
                <a:close/>
              </a:path>
              <a:path w="3152775" h="2060575">
                <a:moveTo>
                  <a:pt x="1724025" y="1028979"/>
                </a:moveTo>
                <a:lnTo>
                  <a:pt x="1723567" y="1027861"/>
                </a:lnTo>
                <a:lnTo>
                  <a:pt x="1721700" y="1025994"/>
                </a:lnTo>
                <a:lnTo>
                  <a:pt x="1720583" y="1025525"/>
                </a:lnTo>
                <a:lnTo>
                  <a:pt x="1717954" y="1025525"/>
                </a:lnTo>
                <a:lnTo>
                  <a:pt x="1716836" y="1025994"/>
                </a:lnTo>
                <a:lnTo>
                  <a:pt x="1714969" y="1027861"/>
                </a:lnTo>
                <a:lnTo>
                  <a:pt x="1714500" y="1028979"/>
                </a:lnTo>
                <a:lnTo>
                  <a:pt x="1714500" y="1031608"/>
                </a:lnTo>
                <a:lnTo>
                  <a:pt x="1714969" y="1032725"/>
                </a:lnTo>
                <a:lnTo>
                  <a:pt x="1716836" y="1034592"/>
                </a:lnTo>
                <a:lnTo>
                  <a:pt x="1717954" y="1035050"/>
                </a:lnTo>
                <a:lnTo>
                  <a:pt x="1720583" y="1035050"/>
                </a:lnTo>
                <a:lnTo>
                  <a:pt x="1721700" y="1034592"/>
                </a:lnTo>
                <a:lnTo>
                  <a:pt x="1723567" y="1032725"/>
                </a:lnTo>
                <a:lnTo>
                  <a:pt x="1724025" y="1031608"/>
                </a:lnTo>
                <a:lnTo>
                  <a:pt x="1724025" y="1028979"/>
                </a:lnTo>
                <a:close/>
              </a:path>
              <a:path w="3152775" h="20605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3152775" h="2060575">
                <a:moveTo>
                  <a:pt x="1771650" y="2054504"/>
                </a:moveTo>
                <a:lnTo>
                  <a:pt x="1771192" y="2053386"/>
                </a:lnTo>
                <a:lnTo>
                  <a:pt x="1769325" y="2051519"/>
                </a:lnTo>
                <a:lnTo>
                  <a:pt x="1768208" y="2051050"/>
                </a:lnTo>
                <a:lnTo>
                  <a:pt x="1765579" y="2051050"/>
                </a:lnTo>
                <a:lnTo>
                  <a:pt x="1764461" y="2051519"/>
                </a:lnTo>
                <a:lnTo>
                  <a:pt x="1762594" y="2053386"/>
                </a:lnTo>
                <a:lnTo>
                  <a:pt x="1762125" y="2054504"/>
                </a:lnTo>
                <a:lnTo>
                  <a:pt x="1762125" y="2057133"/>
                </a:lnTo>
                <a:lnTo>
                  <a:pt x="1762594" y="2058250"/>
                </a:lnTo>
                <a:lnTo>
                  <a:pt x="1764461" y="2060117"/>
                </a:lnTo>
                <a:lnTo>
                  <a:pt x="1765579" y="2060575"/>
                </a:lnTo>
                <a:lnTo>
                  <a:pt x="1768208" y="2060575"/>
                </a:lnTo>
                <a:lnTo>
                  <a:pt x="1769325" y="2060117"/>
                </a:lnTo>
                <a:lnTo>
                  <a:pt x="1771192" y="2058250"/>
                </a:lnTo>
                <a:lnTo>
                  <a:pt x="1771650" y="2057133"/>
                </a:lnTo>
                <a:lnTo>
                  <a:pt x="1771650" y="2054504"/>
                </a:lnTo>
                <a:close/>
              </a:path>
              <a:path w="3152775" h="2060575">
                <a:moveTo>
                  <a:pt x="1771650" y="1028979"/>
                </a:moveTo>
                <a:lnTo>
                  <a:pt x="1771192" y="1027861"/>
                </a:lnTo>
                <a:lnTo>
                  <a:pt x="1769325" y="1025994"/>
                </a:lnTo>
                <a:lnTo>
                  <a:pt x="1768208" y="1025525"/>
                </a:lnTo>
                <a:lnTo>
                  <a:pt x="1765579" y="1025525"/>
                </a:lnTo>
                <a:lnTo>
                  <a:pt x="1764461" y="1025994"/>
                </a:lnTo>
                <a:lnTo>
                  <a:pt x="1762594" y="1027861"/>
                </a:lnTo>
                <a:lnTo>
                  <a:pt x="1762125" y="1028979"/>
                </a:lnTo>
                <a:lnTo>
                  <a:pt x="1762125" y="1031608"/>
                </a:lnTo>
                <a:lnTo>
                  <a:pt x="1762594" y="1032725"/>
                </a:lnTo>
                <a:lnTo>
                  <a:pt x="1764461" y="1034592"/>
                </a:lnTo>
                <a:lnTo>
                  <a:pt x="1765579" y="1035050"/>
                </a:lnTo>
                <a:lnTo>
                  <a:pt x="1768208" y="1035050"/>
                </a:lnTo>
                <a:lnTo>
                  <a:pt x="1769325" y="1034592"/>
                </a:lnTo>
                <a:lnTo>
                  <a:pt x="1771192" y="1032725"/>
                </a:lnTo>
                <a:lnTo>
                  <a:pt x="1771650" y="1031608"/>
                </a:lnTo>
                <a:lnTo>
                  <a:pt x="1771650" y="1028979"/>
                </a:lnTo>
                <a:close/>
              </a:path>
              <a:path w="3152775" h="20605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3152775" h="2060575">
                <a:moveTo>
                  <a:pt x="1819275" y="2054504"/>
                </a:moveTo>
                <a:lnTo>
                  <a:pt x="1818817" y="2053386"/>
                </a:lnTo>
                <a:lnTo>
                  <a:pt x="1816950" y="2051519"/>
                </a:lnTo>
                <a:lnTo>
                  <a:pt x="1815833" y="2051050"/>
                </a:lnTo>
                <a:lnTo>
                  <a:pt x="1813204" y="2051050"/>
                </a:lnTo>
                <a:lnTo>
                  <a:pt x="1812086" y="2051519"/>
                </a:lnTo>
                <a:lnTo>
                  <a:pt x="1810219" y="2053386"/>
                </a:lnTo>
                <a:lnTo>
                  <a:pt x="1809750" y="2054504"/>
                </a:lnTo>
                <a:lnTo>
                  <a:pt x="1809750" y="2057133"/>
                </a:lnTo>
                <a:lnTo>
                  <a:pt x="1810219" y="2058250"/>
                </a:lnTo>
                <a:lnTo>
                  <a:pt x="1812086" y="2060117"/>
                </a:lnTo>
                <a:lnTo>
                  <a:pt x="1813204" y="2060575"/>
                </a:lnTo>
                <a:lnTo>
                  <a:pt x="1815833" y="2060575"/>
                </a:lnTo>
                <a:lnTo>
                  <a:pt x="1816950" y="2060117"/>
                </a:lnTo>
                <a:lnTo>
                  <a:pt x="1818817" y="2058250"/>
                </a:lnTo>
                <a:lnTo>
                  <a:pt x="1819275" y="2057133"/>
                </a:lnTo>
                <a:lnTo>
                  <a:pt x="1819275" y="2054504"/>
                </a:lnTo>
                <a:close/>
              </a:path>
              <a:path w="3152775" h="2060575">
                <a:moveTo>
                  <a:pt x="1819275" y="1028979"/>
                </a:moveTo>
                <a:lnTo>
                  <a:pt x="1818817" y="1027861"/>
                </a:lnTo>
                <a:lnTo>
                  <a:pt x="1816950" y="1025994"/>
                </a:lnTo>
                <a:lnTo>
                  <a:pt x="1815833" y="1025525"/>
                </a:lnTo>
                <a:lnTo>
                  <a:pt x="1813204" y="1025525"/>
                </a:lnTo>
                <a:lnTo>
                  <a:pt x="1812086" y="1025994"/>
                </a:lnTo>
                <a:lnTo>
                  <a:pt x="1810219" y="1027861"/>
                </a:lnTo>
                <a:lnTo>
                  <a:pt x="1809750" y="1028979"/>
                </a:lnTo>
                <a:lnTo>
                  <a:pt x="1809750" y="1031608"/>
                </a:lnTo>
                <a:lnTo>
                  <a:pt x="1810219" y="1032725"/>
                </a:lnTo>
                <a:lnTo>
                  <a:pt x="1812086" y="1034592"/>
                </a:lnTo>
                <a:lnTo>
                  <a:pt x="1813204" y="1035050"/>
                </a:lnTo>
                <a:lnTo>
                  <a:pt x="1815833" y="1035050"/>
                </a:lnTo>
                <a:lnTo>
                  <a:pt x="1816950" y="1034592"/>
                </a:lnTo>
                <a:lnTo>
                  <a:pt x="1818817" y="1032725"/>
                </a:lnTo>
                <a:lnTo>
                  <a:pt x="1819275" y="1031608"/>
                </a:lnTo>
                <a:lnTo>
                  <a:pt x="1819275" y="1028979"/>
                </a:lnTo>
                <a:close/>
              </a:path>
              <a:path w="3152775" h="20605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3152775" h="2060575">
                <a:moveTo>
                  <a:pt x="1866900" y="2054504"/>
                </a:moveTo>
                <a:lnTo>
                  <a:pt x="1866442" y="2053386"/>
                </a:lnTo>
                <a:lnTo>
                  <a:pt x="1864575" y="2051519"/>
                </a:lnTo>
                <a:lnTo>
                  <a:pt x="1863458" y="2051050"/>
                </a:lnTo>
                <a:lnTo>
                  <a:pt x="1860829" y="2051050"/>
                </a:lnTo>
                <a:lnTo>
                  <a:pt x="1859711" y="2051519"/>
                </a:lnTo>
                <a:lnTo>
                  <a:pt x="1857844" y="2053386"/>
                </a:lnTo>
                <a:lnTo>
                  <a:pt x="1857375" y="2054504"/>
                </a:lnTo>
                <a:lnTo>
                  <a:pt x="1857375" y="2057133"/>
                </a:lnTo>
                <a:lnTo>
                  <a:pt x="1857844" y="2058250"/>
                </a:lnTo>
                <a:lnTo>
                  <a:pt x="1859711" y="2060117"/>
                </a:lnTo>
                <a:lnTo>
                  <a:pt x="1860829" y="2060575"/>
                </a:lnTo>
                <a:lnTo>
                  <a:pt x="1863458" y="2060575"/>
                </a:lnTo>
                <a:lnTo>
                  <a:pt x="1864575" y="2060117"/>
                </a:lnTo>
                <a:lnTo>
                  <a:pt x="1866442" y="2058250"/>
                </a:lnTo>
                <a:lnTo>
                  <a:pt x="1866900" y="2057133"/>
                </a:lnTo>
                <a:lnTo>
                  <a:pt x="1866900" y="2054504"/>
                </a:lnTo>
                <a:close/>
              </a:path>
              <a:path w="3152775" h="2060575">
                <a:moveTo>
                  <a:pt x="1866900" y="1028979"/>
                </a:moveTo>
                <a:lnTo>
                  <a:pt x="1866442" y="1027861"/>
                </a:lnTo>
                <a:lnTo>
                  <a:pt x="1864575" y="1025994"/>
                </a:lnTo>
                <a:lnTo>
                  <a:pt x="1863458" y="1025525"/>
                </a:lnTo>
                <a:lnTo>
                  <a:pt x="1860829" y="1025525"/>
                </a:lnTo>
                <a:lnTo>
                  <a:pt x="1859711" y="1025994"/>
                </a:lnTo>
                <a:lnTo>
                  <a:pt x="1857844" y="1027861"/>
                </a:lnTo>
                <a:lnTo>
                  <a:pt x="1857375" y="1028979"/>
                </a:lnTo>
                <a:lnTo>
                  <a:pt x="1857375" y="1031608"/>
                </a:lnTo>
                <a:lnTo>
                  <a:pt x="1857844" y="1032725"/>
                </a:lnTo>
                <a:lnTo>
                  <a:pt x="1859711" y="1034592"/>
                </a:lnTo>
                <a:lnTo>
                  <a:pt x="1860829" y="1035050"/>
                </a:lnTo>
                <a:lnTo>
                  <a:pt x="1863458" y="1035050"/>
                </a:lnTo>
                <a:lnTo>
                  <a:pt x="1864575" y="1034592"/>
                </a:lnTo>
                <a:lnTo>
                  <a:pt x="1866442" y="1032725"/>
                </a:lnTo>
                <a:lnTo>
                  <a:pt x="1866900" y="1031608"/>
                </a:lnTo>
                <a:lnTo>
                  <a:pt x="1866900" y="1028979"/>
                </a:lnTo>
                <a:close/>
              </a:path>
              <a:path w="3152775" h="20605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3152775" h="2060575">
                <a:moveTo>
                  <a:pt x="1914525" y="2054504"/>
                </a:moveTo>
                <a:lnTo>
                  <a:pt x="1914067" y="2053386"/>
                </a:lnTo>
                <a:lnTo>
                  <a:pt x="1912200" y="2051519"/>
                </a:lnTo>
                <a:lnTo>
                  <a:pt x="1911083" y="2051050"/>
                </a:lnTo>
                <a:lnTo>
                  <a:pt x="1908454" y="2051050"/>
                </a:lnTo>
                <a:lnTo>
                  <a:pt x="1907336" y="2051519"/>
                </a:lnTo>
                <a:lnTo>
                  <a:pt x="1905469" y="2053386"/>
                </a:lnTo>
                <a:lnTo>
                  <a:pt x="1905000" y="2054504"/>
                </a:lnTo>
                <a:lnTo>
                  <a:pt x="1905000" y="2057133"/>
                </a:lnTo>
                <a:lnTo>
                  <a:pt x="1905469" y="2058250"/>
                </a:lnTo>
                <a:lnTo>
                  <a:pt x="1907336" y="2060117"/>
                </a:lnTo>
                <a:lnTo>
                  <a:pt x="1908454" y="2060575"/>
                </a:lnTo>
                <a:lnTo>
                  <a:pt x="1911083" y="2060575"/>
                </a:lnTo>
                <a:lnTo>
                  <a:pt x="1912200" y="2060117"/>
                </a:lnTo>
                <a:lnTo>
                  <a:pt x="1914067" y="2058250"/>
                </a:lnTo>
                <a:lnTo>
                  <a:pt x="1914525" y="2057133"/>
                </a:lnTo>
                <a:lnTo>
                  <a:pt x="1914525" y="2054504"/>
                </a:lnTo>
                <a:close/>
              </a:path>
              <a:path w="3152775" h="2060575">
                <a:moveTo>
                  <a:pt x="1914525" y="1028979"/>
                </a:moveTo>
                <a:lnTo>
                  <a:pt x="1914067" y="1027861"/>
                </a:lnTo>
                <a:lnTo>
                  <a:pt x="1912200" y="1025994"/>
                </a:lnTo>
                <a:lnTo>
                  <a:pt x="1911083" y="1025525"/>
                </a:lnTo>
                <a:lnTo>
                  <a:pt x="1908454" y="1025525"/>
                </a:lnTo>
                <a:lnTo>
                  <a:pt x="1907336" y="1025994"/>
                </a:lnTo>
                <a:lnTo>
                  <a:pt x="1905469" y="1027861"/>
                </a:lnTo>
                <a:lnTo>
                  <a:pt x="1905000" y="1028979"/>
                </a:lnTo>
                <a:lnTo>
                  <a:pt x="1905000" y="1031608"/>
                </a:lnTo>
                <a:lnTo>
                  <a:pt x="1905469" y="1032725"/>
                </a:lnTo>
                <a:lnTo>
                  <a:pt x="1907336" y="1034592"/>
                </a:lnTo>
                <a:lnTo>
                  <a:pt x="1908454" y="1035050"/>
                </a:lnTo>
                <a:lnTo>
                  <a:pt x="1911083" y="1035050"/>
                </a:lnTo>
                <a:lnTo>
                  <a:pt x="1912200" y="1034592"/>
                </a:lnTo>
                <a:lnTo>
                  <a:pt x="1914067" y="1032725"/>
                </a:lnTo>
                <a:lnTo>
                  <a:pt x="1914525" y="1031608"/>
                </a:lnTo>
                <a:lnTo>
                  <a:pt x="1914525" y="1028979"/>
                </a:lnTo>
                <a:close/>
              </a:path>
              <a:path w="3152775" h="20605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3152775" h="2060575">
                <a:moveTo>
                  <a:pt x="1962150" y="2054504"/>
                </a:moveTo>
                <a:lnTo>
                  <a:pt x="1961692" y="2053386"/>
                </a:lnTo>
                <a:lnTo>
                  <a:pt x="1959825" y="2051519"/>
                </a:lnTo>
                <a:lnTo>
                  <a:pt x="1958708" y="2051050"/>
                </a:lnTo>
                <a:lnTo>
                  <a:pt x="1956079" y="2051050"/>
                </a:lnTo>
                <a:lnTo>
                  <a:pt x="1954961" y="2051519"/>
                </a:lnTo>
                <a:lnTo>
                  <a:pt x="1953094" y="2053386"/>
                </a:lnTo>
                <a:lnTo>
                  <a:pt x="1952625" y="2054504"/>
                </a:lnTo>
                <a:lnTo>
                  <a:pt x="1952625" y="2057133"/>
                </a:lnTo>
                <a:lnTo>
                  <a:pt x="1953094" y="2058250"/>
                </a:lnTo>
                <a:lnTo>
                  <a:pt x="1954961" y="2060117"/>
                </a:lnTo>
                <a:lnTo>
                  <a:pt x="1956079" y="2060575"/>
                </a:lnTo>
                <a:lnTo>
                  <a:pt x="1958708" y="2060575"/>
                </a:lnTo>
                <a:lnTo>
                  <a:pt x="1959825" y="2060117"/>
                </a:lnTo>
                <a:lnTo>
                  <a:pt x="1961692" y="2058250"/>
                </a:lnTo>
                <a:lnTo>
                  <a:pt x="1962150" y="2057133"/>
                </a:lnTo>
                <a:lnTo>
                  <a:pt x="1962150" y="2054504"/>
                </a:lnTo>
                <a:close/>
              </a:path>
              <a:path w="3152775" h="2060575">
                <a:moveTo>
                  <a:pt x="1962150" y="1028979"/>
                </a:moveTo>
                <a:lnTo>
                  <a:pt x="1961692" y="1027861"/>
                </a:lnTo>
                <a:lnTo>
                  <a:pt x="1959825" y="1025994"/>
                </a:lnTo>
                <a:lnTo>
                  <a:pt x="1958708" y="1025525"/>
                </a:lnTo>
                <a:lnTo>
                  <a:pt x="1956079" y="1025525"/>
                </a:lnTo>
                <a:lnTo>
                  <a:pt x="1954961" y="1025994"/>
                </a:lnTo>
                <a:lnTo>
                  <a:pt x="1953094" y="1027861"/>
                </a:lnTo>
                <a:lnTo>
                  <a:pt x="1952625" y="1028979"/>
                </a:lnTo>
                <a:lnTo>
                  <a:pt x="1952625" y="1031608"/>
                </a:lnTo>
                <a:lnTo>
                  <a:pt x="1953094" y="1032725"/>
                </a:lnTo>
                <a:lnTo>
                  <a:pt x="1954961" y="1034592"/>
                </a:lnTo>
                <a:lnTo>
                  <a:pt x="1956079" y="1035050"/>
                </a:lnTo>
                <a:lnTo>
                  <a:pt x="1958708" y="1035050"/>
                </a:lnTo>
                <a:lnTo>
                  <a:pt x="1959825" y="1034592"/>
                </a:lnTo>
                <a:lnTo>
                  <a:pt x="1961692" y="1032725"/>
                </a:lnTo>
                <a:lnTo>
                  <a:pt x="1962150" y="1031608"/>
                </a:lnTo>
                <a:lnTo>
                  <a:pt x="1962150" y="1028979"/>
                </a:lnTo>
                <a:close/>
              </a:path>
              <a:path w="3152775" h="20605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3152775" h="2060575">
                <a:moveTo>
                  <a:pt x="2009775" y="2054504"/>
                </a:moveTo>
                <a:lnTo>
                  <a:pt x="2009317" y="2053386"/>
                </a:lnTo>
                <a:lnTo>
                  <a:pt x="2007450" y="2051519"/>
                </a:lnTo>
                <a:lnTo>
                  <a:pt x="2006333" y="2051050"/>
                </a:lnTo>
                <a:lnTo>
                  <a:pt x="2003704" y="2051050"/>
                </a:lnTo>
                <a:lnTo>
                  <a:pt x="2002586" y="2051519"/>
                </a:lnTo>
                <a:lnTo>
                  <a:pt x="2000719" y="2053386"/>
                </a:lnTo>
                <a:lnTo>
                  <a:pt x="2000250" y="2054504"/>
                </a:lnTo>
                <a:lnTo>
                  <a:pt x="2000250" y="2057133"/>
                </a:lnTo>
                <a:lnTo>
                  <a:pt x="2000719" y="2058250"/>
                </a:lnTo>
                <a:lnTo>
                  <a:pt x="2002586" y="2060117"/>
                </a:lnTo>
                <a:lnTo>
                  <a:pt x="2003704" y="2060575"/>
                </a:lnTo>
                <a:lnTo>
                  <a:pt x="2006333" y="2060575"/>
                </a:lnTo>
                <a:lnTo>
                  <a:pt x="2007450" y="2060117"/>
                </a:lnTo>
                <a:lnTo>
                  <a:pt x="2009317" y="2058250"/>
                </a:lnTo>
                <a:lnTo>
                  <a:pt x="2009775" y="2057133"/>
                </a:lnTo>
                <a:lnTo>
                  <a:pt x="2009775" y="2054504"/>
                </a:lnTo>
                <a:close/>
              </a:path>
              <a:path w="3152775" h="2060575">
                <a:moveTo>
                  <a:pt x="2009775" y="1028979"/>
                </a:moveTo>
                <a:lnTo>
                  <a:pt x="2009317" y="1027861"/>
                </a:lnTo>
                <a:lnTo>
                  <a:pt x="2007450" y="1025994"/>
                </a:lnTo>
                <a:lnTo>
                  <a:pt x="2006333" y="1025525"/>
                </a:lnTo>
                <a:lnTo>
                  <a:pt x="2003704" y="1025525"/>
                </a:lnTo>
                <a:lnTo>
                  <a:pt x="2002586" y="1025994"/>
                </a:lnTo>
                <a:lnTo>
                  <a:pt x="2000719" y="1027861"/>
                </a:lnTo>
                <a:lnTo>
                  <a:pt x="2000250" y="1028979"/>
                </a:lnTo>
                <a:lnTo>
                  <a:pt x="2000250" y="1031608"/>
                </a:lnTo>
                <a:lnTo>
                  <a:pt x="2000719" y="1032725"/>
                </a:lnTo>
                <a:lnTo>
                  <a:pt x="2002586" y="1034592"/>
                </a:lnTo>
                <a:lnTo>
                  <a:pt x="2003704" y="1035050"/>
                </a:lnTo>
                <a:lnTo>
                  <a:pt x="2006333" y="1035050"/>
                </a:lnTo>
                <a:lnTo>
                  <a:pt x="2007450" y="1034592"/>
                </a:lnTo>
                <a:lnTo>
                  <a:pt x="2009317" y="1032725"/>
                </a:lnTo>
                <a:lnTo>
                  <a:pt x="2009775" y="1031608"/>
                </a:lnTo>
                <a:lnTo>
                  <a:pt x="2009775" y="1028979"/>
                </a:lnTo>
                <a:close/>
              </a:path>
              <a:path w="3152775" h="20605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3152775" h="2060575">
                <a:moveTo>
                  <a:pt x="2057400" y="2054504"/>
                </a:moveTo>
                <a:lnTo>
                  <a:pt x="2056942" y="2053386"/>
                </a:lnTo>
                <a:lnTo>
                  <a:pt x="2055075" y="2051519"/>
                </a:lnTo>
                <a:lnTo>
                  <a:pt x="2053958" y="2051050"/>
                </a:lnTo>
                <a:lnTo>
                  <a:pt x="2051329" y="2051050"/>
                </a:lnTo>
                <a:lnTo>
                  <a:pt x="2050211" y="2051519"/>
                </a:lnTo>
                <a:lnTo>
                  <a:pt x="2048344" y="2053386"/>
                </a:lnTo>
                <a:lnTo>
                  <a:pt x="2047875" y="2054504"/>
                </a:lnTo>
                <a:lnTo>
                  <a:pt x="2047875" y="2057133"/>
                </a:lnTo>
                <a:lnTo>
                  <a:pt x="2048344" y="2058250"/>
                </a:lnTo>
                <a:lnTo>
                  <a:pt x="2050211" y="2060117"/>
                </a:lnTo>
                <a:lnTo>
                  <a:pt x="2051329" y="2060575"/>
                </a:lnTo>
                <a:lnTo>
                  <a:pt x="2053958" y="2060575"/>
                </a:lnTo>
                <a:lnTo>
                  <a:pt x="2055075" y="2060117"/>
                </a:lnTo>
                <a:lnTo>
                  <a:pt x="2056942" y="2058250"/>
                </a:lnTo>
                <a:lnTo>
                  <a:pt x="2057400" y="2057133"/>
                </a:lnTo>
                <a:lnTo>
                  <a:pt x="2057400" y="2054504"/>
                </a:lnTo>
                <a:close/>
              </a:path>
              <a:path w="3152775" h="2060575">
                <a:moveTo>
                  <a:pt x="2057400" y="1028979"/>
                </a:moveTo>
                <a:lnTo>
                  <a:pt x="2056942" y="1027861"/>
                </a:lnTo>
                <a:lnTo>
                  <a:pt x="2055075" y="1025994"/>
                </a:lnTo>
                <a:lnTo>
                  <a:pt x="2053958" y="1025525"/>
                </a:lnTo>
                <a:lnTo>
                  <a:pt x="2051329" y="1025525"/>
                </a:lnTo>
                <a:lnTo>
                  <a:pt x="2050211" y="1025994"/>
                </a:lnTo>
                <a:lnTo>
                  <a:pt x="2048344" y="1027861"/>
                </a:lnTo>
                <a:lnTo>
                  <a:pt x="2047875" y="1028979"/>
                </a:lnTo>
                <a:lnTo>
                  <a:pt x="2047875" y="1031608"/>
                </a:lnTo>
                <a:lnTo>
                  <a:pt x="2048344" y="1032725"/>
                </a:lnTo>
                <a:lnTo>
                  <a:pt x="2050211" y="1034592"/>
                </a:lnTo>
                <a:lnTo>
                  <a:pt x="2051329" y="1035050"/>
                </a:lnTo>
                <a:lnTo>
                  <a:pt x="2053958" y="1035050"/>
                </a:lnTo>
                <a:lnTo>
                  <a:pt x="2055075" y="1034592"/>
                </a:lnTo>
                <a:lnTo>
                  <a:pt x="2056942" y="1032725"/>
                </a:lnTo>
                <a:lnTo>
                  <a:pt x="2057400" y="1031608"/>
                </a:lnTo>
                <a:lnTo>
                  <a:pt x="2057400" y="1028979"/>
                </a:lnTo>
                <a:close/>
              </a:path>
              <a:path w="3152775" h="20605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3152775" h="2060575">
                <a:moveTo>
                  <a:pt x="2105025" y="2054504"/>
                </a:moveTo>
                <a:lnTo>
                  <a:pt x="2104567" y="2053386"/>
                </a:lnTo>
                <a:lnTo>
                  <a:pt x="2102700" y="2051519"/>
                </a:lnTo>
                <a:lnTo>
                  <a:pt x="2101583" y="2051050"/>
                </a:lnTo>
                <a:lnTo>
                  <a:pt x="2098954" y="2051050"/>
                </a:lnTo>
                <a:lnTo>
                  <a:pt x="2097836" y="2051519"/>
                </a:lnTo>
                <a:lnTo>
                  <a:pt x="2095969" y="2053386"/>
                </a:lnTo>
                <a:lnTo>
                  <a:pt x="2095500" y="2054504"/>
                </a:lnTo>
                <a:lnTo>
                  <a:pt x="2095500" y="2057133"/>
                </a:lnTo>
                <a:lnTo>
                  <a:pt x="2095969" y="2058250"/>
                </a:lnTo>
                <a:lnTo>
                  <a:pt x="2097836" y="2060117"/>
                </a:lnTo>
                <a:lnTo>
                  <a:pt x="2098954" y="2060575"/>
                </a:lnTo>
                <a:lnTo>
                  <a:pt x="2101583" y="2060575"/>
                </a:lnTo>
                <a:lnTo>
                  <a:pt x="2102700" y="2060117"/>
                </a:lnTo>
                <a:lnTo>
                  <a:pt x="2104567" y="2058250"/>
                </a:lnTo>
                <a:lnTo>
                  <a:pt x="2105025" y="2057133"/>
                </a:lnTo>
                <a:lnTo>
                  <a:pt x="2105025" y="2054504"/>
                </a:lnTo>
                <a:close/>
              </a:path>
              <a:path w="3152775" h="2060575">
                <a:moveTo>
                  <a:pt x="2105025" y="1028979"/>
                </a:moveTo>
                <a:lnTo>
                  <a:pt x="2104567" y="1027861"/>
                </a:lnTo>
                <a:lnTo>
                  <a:pt x="2102700" y="1025994"/>
                </a:lnTo>
                <a:lnTo>
                  <a:pt x="2101583" y="1025525"/>
                </a:lnTo>
                <a:lnTo>
                  <a:pt x="2098954" y="1025525"/>
                </a:lnTo>
                <a:lnTo>
                  <a:pt x="2097836" y="1025994"/>
                </a:lnTo>
                <a:lnTo>
                  <a:pt x="2095969" y="1027861"/>
                </a:lnTo>
                <a:lnTo>
                  <a:pt x="2095500" y="1028979"/>
                </a:lnTo>
                <a:lnTo>
                  <a:pt x="2095500" y="1031608"/>
                </a:lnTo>
                <a:lnTo>
                  <a:pt x="2095969" y="1032725"/>
                </a:lnTo>
                <a:lnTo>
                  <a:pt x="2097836" y="1034592"/>
                </a:lnTo>
                <a:lnTo>
                  <a:pt x="2098954" y="1035050"/>
                </a:lnTo>
                <a:lnTo>
                  <a:pt x="2101583" y="1035050"/>
                </a:lnTo>
                <a:lnTo>
                  <a:pt x="2102700" y="1034592"/>
                </a:lnTo>
                <a:lnTo>
                  <a:pt x="2104567" y="1032725"/>
                </a:lnTo>
                <a:lnTo>
                  <a:pt x="2105025" y="1031608"/>
                </a:lnTo>
                <a:lnTo>
                  <a:pt x="2105025" y="1028979"/>
                </a:lnTo>
                <a:close/>
              </a:path>
              <a:path w="3152775" h="20605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3152775" h="2060575">
                <a:moveTo>
                  <a:pt x="2152650" y="2054504"/>
                </a:moveTo>
                <a:lnTo>
                  <a:pt x="2152192" y="2053386"/>
                </a:lnTo>
                <a:lnTo>
                  <a:pt x="2150326" y="2051519"/>
                </a:lnTo>
                <a:lnTo>
                  <a:pt x="2149208" y="2051050"/>
                </a:lnTo>
                <a:lnTo>
                  <a:pt x="2146579" y="2051050"/>
                </a:lnTo>
                <a:lnTo>
                  <a:pt x="2145449" y="2051519"/>
                </a:lnTo>
                <a:lnTo>
                  <a:pt x="2143595" y="2053386"/>
                </a:lnTo>
                <a:lnTo>
                  <a:pt x="2143125" y="2054504"/>
                </a:lnTo>
                <a:lnTo>
                  <a:pt x="2143125" y="2057133"/>
                </a:lnTo>
                <a:lnTo>
                  <a:pt x="2143595" y="2058250"/>
                </a:lnTo>
                <a:lnTo>
                  <a:pt x="2145449" y="2060117"/>
                </a:lnTo>
                <a:lnTo>
                  <a:pt x="2146579" y="2060575"/>
                </a:lnTo>
                <a:lnTo>
                  <a:pt x="2149208" y="2060575"/>
                </a:lnTo>
                <a:lnTo>
                  <a:pt x="2150326" y="2060117"/>
                </a:lnTo>
                <a:lnTo>
                  <a:pt x="2152192" y="2058250"/>
                </a:lnTo>
                <a:lnTo>
                  <a:pt x="2152650" y="2057133"/>
                </a:lnTo>
                <a:lnTo>
                  <a:pt x="2152650" y="2054504"/>
                </a:lnTo>
                <a:close/>
              </a:path>
              <a:path w="3152775" h="2060575">
                <a:moveTo>
                  <a:pt x="2152650" y="1028979"/>
                </a:moveTo>
                <a:lnTo>
                  <a:pt x="2152192" y="1027861"/>
                </a:lnTo>
                <a:lnTo>
                  <a:pt x="2150326" y="1025994"/>
                </a:lnTo>
                <a:lnTo>
                  <a:pt x="2149208" y="1025525"/>
                </a:lnTo>
                <a:lnTo>
                  <a:pt x="2146579" y="1025525"/>
                </a:lnTo>
                <a:lnTo>
                  <a:pt x="2145449" y="1025994"/>
                </a:lnTo>
                <a:lnTo>
                  <a:pt x="2143595" y="1027861"/>
                </a:lnTo>
                <a:lnTo>
                  <a:pt x="2143125" y="1028979"/>
                </a:lnTo>
                <a:lnTo>
                  <a:pt x="2143125" y="1031608"/>
                </a:lnTo>
                <a:lnTo>
                  <a:pt x="2143595" y="1032725"/>
                </a:lnTo>
                <a:lnTo>
                  <a:pt x="2145449" y="1034592"/>
                </a:lnTo>
                <a:lnTo>
                  <a:pt x="2146579" y="1035050"/>
                </a:lnTo>
                <a:lnTo>
                  <a:pt x="2149208" y="1035050"/>
                </a:lnTo>
                <a:lnTo>
                  <a:pt x="2150326" y="1034592"/>
                </a:lnTo>
                <a:lnTo>
                  <a:pt x="2152192" y="1032725"/>
                </a:lnTo>
                <a:lnTo>
                  <a:pt x="2152650" y="1031608"/>
                </a:lnTo>
                <a:lnTo>
                  <a:pt x="2152650" y="1028979"/>
                </a:lnTo>
                <a:close/>
              </a:path>
              <a:path w="3152775" h="20605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49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49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3152775" h="2060575">
                <a:moveTo>
                  <a:pt x="2200275" y="2054504"/>
                </a:moveTo>
                <a:lnTo>
                  <a:pt x="2199817" y="2053386"/>
                </a:lnTo>
                <a:lnTo>
                  <a:pt x="2197951" y="2051519"/>
                </a:lnTo>
                <a:lnTo>
                  <a:pt x="2196833" y="2051050"/>
                </a:lnTo>
                <a:lnTo>
                  <a:pt x="2194204" y="2051050"/>
                </a:lnTo>
                <a:lnTo>
                  <a:pt x="2193086" y="2051519"/>
                </a:lnTo>
                <a:lnTo>
                  <a:pt x="2191220" y="2053386"/>
                </a:lnTo>
                <a:lnTo>
                  <a:pt x="2190750" y="2054504"/>
                </a:lnTo>
                <a:lnTo>
                  <a:pt x="2190750" y="2057133"/>
                </a:lnTo>
                <a:lnTo>
                  <a:pt x="2191220" y="2058250"/>
                </a:lnTo>
                <a:lnTo>
                  <a:pt x="2193086" y="2060117"/>
                </a:lnTo>
                <a:lnTo>
                  <a:pt x="2194204" y="2060575"/>
                </a:lnTo>
                <a:lnTo>
                  <a:pt x="2196833" y="2060575"/>
                </a:lnTo>
                <a:lnTo>
                  <a:pt x="2197951" y="2060117"/>
                </a:lnTo>
                <a:lnTo>
                  <a:pt x="2199817" y="2058250"/>
                </a:lnTo>
                <a:lnTo>
                  <a:pt x="2200275" y="2057133"/>
                </a:lnTo>
                <a:lnTo>
                  <a:pt x="2200275" y="2054504"/>
                </a:lnTo>
                <a:close/>
              </a:path>
              <a:path w="3152775" h="2060575">
                <a:moveTo>
                  <a:pt x="2200275" y="1028979"/>
                </a:moveTo>
                <a:lnTo>
                  <a:pt x="2199817" y="1027861"/>
                </a:lnTo>
                <a:lnTo>
                  <a:pt x="2197951" y="1025994"/>
                </a:lnTo>
                <a:lnTo>
                  <a:pt x="2196833" y="1025525"/>
                </a:lnTo>
                <a:lnTo>
                  <a:pt x="2194204" y="1025525"/>
                </a:lnTo>
                <a:lnTo>
                  <a:pt x="2193086" y="1025994"/>
                </a:lnTo>
                <a:lnTo>
                  <a:pt x="2191220" y="1027861"/>
                </a:lnTo>
                <a:lnTo>
                  <a:pt x="2190750" y="1028979"/>
                </a:lnTo>
                <a:lnTo>
                  <a:pt x="2190750" y="1031608"/>
                </a:lnTo>
                <a:lnTo>
                  <a:pt x="2191220" y="1032725"/>
                </a:lnTo>
                <a:lnTo>
                  <a:pt x="2193086" y="1034592"/>
                </a:lnTo>
                <a:lnTo>
                  <a:pt x="2194204" y="1035050"/>
                </a:lnTo>
                <a:lnTo>
                  <a:pt x="2196833" y="1035050"/>
                </a:lnTo>
                <a:lnTo>
                  <a:pt x="2197951" y="1034592"/>
                </a:lnTo>
                <a:lnTo>
                  <a:pt x="2199817" y="1032725"/>
                </a:lnTo>
                <a:lnTo>
                  <a:pt x="2200275" y="1031608"/>
                </a:lnTo>
                <a:lnTo>
                  <a:pt x="2200275" y="1028979"/>
                </a:lnTo>
                <a:close/>
              </a:path>
              <a:path w="3152775" h="20605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3152775" h="2060575">
                <a:moveTo>
                  <a:pt x="2247900" y="2054504"/>
                </a:moveTo>
                <a:lnTo>
                  <a:pt x="2247442" y="2053386"/>
                </a:lnTo>
                <a:lnTo>
                  <a:pt x="2245576" y="2051519"/>
                </a:lnTo>
                <a:lnTo>
                  <a:pt x="2244458" y="2051050"/>
                </a:lnTo>
                <a:lnTo>
                  <a:pt x="2241829" y="2051050"/>
                </a:lnTo>
                <a:lnTo>
                  <a:pt x="2240711" y="2051519"/>
                </a:lnTo>
                <a:lnTo>
                  <a:pt x="2238845" y="2053386"/>
                </a:lnTo>
                <a:lnTo>
                  <a:pt x="2238375" y="2054504"/>
                </a:lnTo>
                <a:lnTo>
                  <a:pt x="2238375" y="2057133"/>
                </a:lnTo>
                <a:lnTo>
                  <a:pt x="2238845" y="2058250"/>
                </a:lnTo>
                <a:lnTo>
                  <a:pt x="2240711" y="2060117"/>
                </a:lnTo>
                <a:lnTo>
                  <a:pt x="2241829" y="2060575"/>
                </a:lnTo>
                <a:lnTo>
                  <a:pt x="2244458" y="2060575"/>
                </a:lnTo>
                <a:lnTo>
                  <a:pt x="2245576" y="2060117"/>
                </a:lnTo>
                <a:lnTo>
                  <a:pt x="2247442" y="2058250"/>
                </a:lnTo>
                <a:lnTo>
                  <a:pt x="2247900" y="2057133"/>
                </a:lnTo>
                <a:lnTo>
                  <a:pt x="2247900" y="2054504"/>
                </a:lnTo>
                <a:close/>
              </a:path>
              <a:path w="3152775" h="2060575">
                <a:moveTo>
                  <a:pt x="2247900" y="1028979"/>
                </a:moveTo>
                <a:lnTo>
                  <a:pt x="2247442" y="1027861"/>
                </a:lnTo>
                <a:lnTo>
                  <a:pt x="2245576" y="1025994"/>
                </a:lnTo>
                <a:lnTo>
                  <a:pt x="2244458" y="1025525"/>
                </a:lnTo>
                <a:lnTo>
                  <a:pt x="2241829" y="1025525"/>
                </a:lnTo>
                <a:lnTo>
                  <a:pt x="2240711" y="1025994"/>
                </a:lnTo>
                <a:lnTo>
                  <a:pt x="2238845" y="1027861"/>
                </a:lnTo>
                <a:lnTo>
                  <a:pt x="2238375" y="1028979"/>
                </a:lnTo>
                <a:lnTo>
                  <a:pt x="2238375" y="1031608"/>
                </a:lnTo>
                <a:lnTo>
                  <a:pt x="2238845" y="1032725"/>
                </a:lnTo>
                <a:lnTo>
                  <a:pt x="2240711" y="1034592"/>
                </a:lnTo>
                <a:lnTo>
                  <a:pt x="2241829" y="1035050"/>
                </a:lnTo>
                <a:lnTo>
                  <a:pt x="2244458" y="1035050"/>
                </a:lnTo>
                <a:lnTo>
                  <a:pt x="2245576" y="1034592"/>
                </a:lnTo>
                <a:lnTo>
                  <a:pt x="2247442" y="1032725"/>
                </a:lnTo>
                <a:lnTo>
                  <a:pt x="2247900" y="1031608"/>
                </a:lnTo>
                <a:lnTo>
                  <a:pt x="2247900" y="1028979"/>
                </a:lnTo>
                <a:close/>
              </a:path>
              <a:path w="3152775" h="20605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3152775" h="2060575">
                <a:moveTo>
                  <a:pt x="2295525" y="2054504"/>
                </a:moveTo>
                <a:lnTo>
                  <a:pt x="2295067" y="2053386"/>
                </a:lnTo>
                <a:lnTo>
                  <a:pt x="2293201" y="2051519"/>
                </a:lnTo>
                <a:lnTo>
                  <a:pt x="2292083" y="2051050"/>
                </a:lnTo>
                <a:lnTo>
                  <a:pt x="2289454" y="2051050"/>
                </a:lnTo>
                <a:lnTo>
                  <a:pt x="2288336" y="2051519"/>
                </a:lnTo>
                <a:lnTo>
                  <a:pt x="2286470" y="2053386"/>
                </a:lnTo>
                <a:lnTo>
                  <a:pt x="2286000" y="2054504"/>
                </a:lnTo>
                <a:lnTo>
                  <a:pt x="2286000" y="2057133"/>
                </a:lnTo>
                <a:lnTo>
                  <a:pt x="2286470" y="2058250"/>
                </a:lnTo>
                <a:lnTo>
                  <a:pt x="2288336" y="2060117"/>
                </a:lnTo>
                <a:lnTo>
                  <a:pt x="2289454" y="2060575"/>
                </a:lnTo>
                <a:lnTo>
                  <a:pt x="2292083" y="2060575"/>
                </a:lnTo>
                <a:lnTo>
                  <a:pt x="2293201" y="2060117"/>
                </a:lnTo>
                <a:lnTo>
                  <a:pt x="2295067" y="2058250"/>
                </a:lnTo>
                <a:lnTo>
                  <a:pt x="2295525" y="2057133"/>
                </a:lnTo>
                <a:lnTo>
                  <a:pt x="2295525" y="2054504"/>
                </a:lnTo>
                <a:close/>
              </a:path>
              <a:path w="3152775" h="2060575">
                <a:moveTo>
                  <a:pt x="2295525" y="1028979"/>
                </a:moveTo>
                <a:lnTo>
                  <a:pt x="2295067" y="1027861"/>
                </a:lnTo>
                <a:lnTo>
                  <a:pt x="2293201" y="1025994"/>
                </a:lnTo>
                <a:lnTo>
                  <a:pt x="2292083" y="1025525"/>
                </a:lnTo>
                <a:lnTo>
                  <a:pt x="2289454" y="1025525"/>
                </a:lnTo>
                <a:lnTo>
                  <a:pt x="2288336" y="1025994"/>
                </a:lnTo>
                <a:lnTo>
                  <a:pt x="2286470" y="1027861"/>
                </a:lnTo>
                <a:lnTo>
                  <a:pt x="2286000" y="1028979"/>
                </a:lnTo>
                <a:lnTo>
                  <a:pt x="2286000" y="1031608"/>
                </a:lnTo>
                <a:lnTo>
                  <a:pt x="2286470" y="1032725"/>
                </a:lnTo>
                <a:lnTo>
                  <a:pt x="2288336" y="1034592"/>
                </a:lnTo>
                <a:lnTo>
                  <a:pt x="2289454" y="1035050"/>
                </a:lnTo>
                <a:lnTo>
                  <a:pt x="2292083" y="1035050"/>
                </a:lnTo>
                <a:lnTo>
                  <a:pt x="2293201" y="1034592"/>
                </a:lnTo>
                <a:lnTo>
                  <a:pt x="2295067" y="1032725"/>
                </a:lnTo>
                <a:lnTo>
                  <a:pt x="2295525" y="1031608"/>
                </a:lnTo>
                <a:lnTo>
                  <a:pt x="2295525" y="1028979"/>
                </a:lnTo>
                <a:close/>
              </a:path>
              <a:path w="3152775" h="20605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3152775" h="2060575">
                <a:moveTo>
                  <a:pt x="2343150" y="2054504"/>
                </a:moveTo>
                <a:lnTo>
                  <a:pt x="2342692" y="2053386"/>
                </a:lnTo>
                <a:lnTo>
                  <a:pt x="2340826" y="2051519"/>
                </a:lnTo>
                <a:lnTo>
                  <a:pt x="2339708" y="2051050"/>
                </a:lnTo>
                <a:lnTo>
                  <a:pt x="2337079" y="2051050"/>
                </a:lnTo>
                <a:lnTo>
                  <a:pt x="2335961" y="2051519"/>
                </a:lnTo>
                <a:lnTo>
                  <a:pt x="2334095" y="2053386"/>
                </a:lnTo>
                <a:lnTo>
                  <a:pt x="2333625" y="2054504"/>
                </a:lnTo>
                <a:lnTo>
                  <a:pt x="2333625" y="2057133"/>
                </a:lnTo>
                <a:lnTo>
                  <a:pt x="2334095" y="2058250"/>
                </a:lnTo>
                <a:lnTo>
                  <a:pt x="2335961" y="2060117"/>
                </a:lnTo>
                <a:lnTo>
                  <a:pt x="2337079" y="2060575"/>
                </a:lnTo>
                <a:lnTo>
                  <a:pt x="2339708" y="2060575"/>
                </a:lnTo>
                <a:lnTo>
                  <a:pt x="2340826" y="2060117"/>
                </a:lnTo>
                <a:lnTo>
                  <a:pt x="2342692" y="2058250"/>
                </a:lnTo>
                <a:lnTo>
                  <a:pt x="2343150" y="2057133"/>
                </a:lnTo>
                <a:lnTo>
                  <a:pt x="2343150" y="2054504"/>
                </a:lnTo>
                <a:close/>
              </a:path>
              <a:path w="3152775" h="2060575">
                <a:moveTo>
                  <a:pt x="2343150" y="1028979"/>
                </a:moveTo>
                <a:lnTo>
                  <a:pt x="2342692" y="1027861"/>
                </a:lnTo>
                <a:lnTo>
                  <a:pt x="2340826" y="1025994"/>
                </a:lnTo>
                <a:lnTo>
                  <a:pt x="2339708" y="1025525"/>
                </a:lnTo>
                <a:lnTo>
                  <a:pt x="2337079" y="1025525"/>
                </a:lnTo>
                <a:lnTo>
                  <a:pt x="2335961" y="1025994"/>
                </a:lnTo>
                <a:lnTo>
                  <a:pt x="2334095" y="1027861"/>
                </a:lnTo>
                <a:lnTo>
                  <a:pt x="2333625" y="1028979"/>
                </a:lnTo>
                <a:lnTo>
                  <a:pt x="2333625" y="1031608"/>
                </a:lnTo>
                <a:lnTo>
                  <a:pt x="2334095" y="1032725"/>
                </a:lnTo>
                <a:lnTo>
                  <a:pt x="2335961" y="1034592"/>
                </a:lnTo>
                <a:lnTo>
                  <a:pt x="2337079" y="1035050"/>
                </a:lnTo>
                <a:lnTo>
                  <a:pt x="2339708" y="1035050"/>
                </a:lnTo>
                <a:lnTo>
                  <a:pt x="2340826" y="1034592"/>
                </a:lnTo>
                <a:lnTo>
                  <a:pt x="2342692" y="1032725"/>
                </a:lnTo>
                <a:lnTo>
                  <a:pt x="2343150" y="1031608"/>
                </a:lnTo>
                <a:lnTo>
                  <a:pt x="2343150" y="1028979"/>
                </a:lnTo>
                <a:close/>
              </a:path>
              <a:path w="3152775" h="20605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3152775" h="2060575">
                <a:moveTo>
                  <a:pt x="2390775" y="2054504"/>
                </a:moveTo>
                <a:lnTo>
                  <a:pt x="2390317" y="2053386"/>
                </a:lnTo>
                <a:lnTo>
                  <a:pt x="2388451" y="2051519"/>
                </a:lnTo>
                <a:lnTo>
                  <a:pt x="2387333" y="2051050"/>
                </a:lnTo>
                <a:lnTo>
                  <a:pt x="2384704" y="2051050"/>
                </a:lnTo>
                <a:lnTo>
                  <a:pt x="2383574" y="2051519"/>
                </a:lnTo>
                <a:lnTo>
                  <a:pt x="2381720" y="2053386"/>
                </a:lnTo>
                <a:lnTo>
                  <a:pt x="2381250" y="2054504"/>
                </a:lnTo>
                <a:lnTo>
                  <a:pt x="2381250" y="2057133"/>
                </a:lnTo>
                <a:lnTo>
                  <a:pt x="2381720" y="2058250"/>
                </a:lnTo>
                <a:lnTo>
                  <a:pt x="2383574" y="2060117"/>
                </a:lnTo>
                <a:lnTo>
                  <a:pt x="2384704" y="2060575"/>
                </a:lnTo>
                <a:lnTo>
                  <a:pt x="2387333" y="2060575"/>
                </a:lnTo>
                <a:lnTo>
                  <a:pt x="2388451" y="2060117"/>
                </a:lnTo>
                <a:lnTo>
                  <a:pt x="2390317" y="2058250"/>
                </a:lnTo>
                <a:lnTo>
                  <a:pt x="2390775" y="2057133"/>
                </a:lnTo>
                <a:lnTo>
                  <a:pt x="2390775" y="2054504"/>
                </a:lnTo>
                <a:close/>
              </a:path>
              <a:path w="3152775" h="2060575">
                <a:moveTo>
                  <a:pt x="2390775" y="1028979"/>
                </a:moveTo>
                <a:lnTo>
                  <a:pt x="2390317" y="1027861"/>
                </a:lnTo>
                <a:lnTo>
                  <a:pt x="2388451" y="1025994"/>
                </a:lnTo>
                <a:lnTo>
                  <a:pt x="2387333" y="1025525"/>
                </a:lnTo>
                <a:lnTo>
                  <a:pt x="2384704" y="1025525"/>
                </a:lnTo>
                <a:lnTo>
                  <a:pt x="2383574" y="1025994"/>
                </a:lnTo>
                <a:lnTo>
                  <a:pt x="2381720" y="1027861"/>
                </a:lnTo>
                <a:lnTo>
                  <a:pt x="2381250" y="1028979"/>
                </a:lnTo>
                <a:lnTo>
                  <a:pt x="2381250" y="1031608"/>
                </a:lnTo>
                <a:lnTo>
                  <a:pt x="2381720" y="1032725"/>
                </a:lnTo>
                <a:lnTo>
                  <a:pt x="2383574" y="1034592"/>
                </a:lnTo>
                <a:lnTo>
                  <a:pt x="2384704" y="1035050"/>
                </a:lnTo>
                <a:lnTo>
                  <a:pt x="2387333" y="1035050"/>
                </a:lnTo>
                <a:lnTo>
                  <a:pt x="2388451" y="1034592"/>
                </a:lnTo>
                <a:lnTo>
                  <a:pt x="2390317" y="1032725"/>
                </a:lnTo>
                <a:lnTo>
                  <a:pt x="2390775" y="1031608"/>
                </a:lnTo>
                <a:lnTo>
                  <a:pt x="2390775" y="1028979"/>
                </a:lnTo>
                <a:close/>
              </a:path>
              <a:path w="3152775" h="20605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74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74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3152775" h="2060575">
                <a:moveTo>
                  <a:pt x="2438400" y="2054504"/>
                </a:moveTo>
                <a:lnTo>
                  <a:pt x="2437942" y="2053386"/>
                </a:lnTo>
                <a:lnTo>
                  <a:pt x="2436076" y="2051519"/>
                </a:lnTo>
                <a:lnTo>
                  <a:pt x="2434958" y="2051050"/>
                </a:lnTo>
                <a:lnTo>
                  <a:pt x="2432329" y="2051050"/>
                </a:lnTo>
                <a:lnTo>
                  <a:pt x="2431211" y="2051519"/>
                </a:lnTo>
                <a:lnTo>
                  <a:pt x="2429345" y="2053386"/>
                </a:lnTo>
                <a:lnTo>
                  <a:pt x="2428875" y="2054504"/>
                </a:lnTo>
                <a:lnTo>
                  <a:pt x="2428875" y="2057133"/>
                </a:lnTo>
                <a:lnTo>
                  <a:pt x="2429345" y="2058250"/>
                </a:lnTo>
                <a:lnTo>
                  <a:pt x="2431211" y="2060117"/>
                </a:lnTo>
                <a:lnTo>
                  <a:pt x="2432329" y="2060575"/>
                </a:lnTo>
                <a:lnTo>
                  <a:pt x="2434958" y="2060575"/>
                </a:lnTo>
                <a:lnTo>
                  <a:pt x="2436076" y="2060117"/>
                </a:lnTo>
                <a:lnTo>
                  <a:pt x="2437942" y="2058250"/>
                </a:lnTo>
                <a:lnTo>
                  <a:pt x="2438400" y="2057133"/>
                </a:lnTo>
                <a:lnTo>
                  <a:pt x="2438400" y="2054504"/>
                </a:lnTo>
                <a:close/>
              </a:path>
              <a:path w="3152775" h="2060575">
                <a:moveTo>
                  <a:pt x="2438400" y="1028979"/>
                </a:moveTo>
                <a:lnTo>
                  <a:pt x="2437942" y="1027861"/>
                </a:lnTo>
                <a:lnTo>
                  <a:pt x="2436076" y="1025994"/>
                </a:lnTo>
                <a:lnTo>
                  <a:pt x="2434958" y="1025525"/>
                </a:lnTo>
                <a:lnTo>
                  <a:pt x="2432329" y="1025525"/>
                </a:lnTo>
                <a:lnTo>
                  <a:pt x="2431211" y="1025994"/>
                </a:lnTo>
                <a:lnTo>
                  <a:pt x="2429345" y="1027861"/>
                </a:lnTo>
                <a:lnTo>
                  <a:pt x="2428875" y="1028979"/>
                </a:lnTo>
                <a:lnTo>
                  <a:pt x="2428875" y="1031608"/>
                </a:lnTo>
                <a:lnTo>
                  <a:pt x="2429345" y="1032725"/>
                </a:lnTo>
                <a:lnTo>
                  <a:pt x="2431211" y="1034592"/>
                </a:lnTo>
                <a:lnTo>
                  <a:pt x="2432329" y="1035050"/>
                </a:lnTo>
                <a:lnTo>
                  <a:pt x="2434958" y="1035050"/>
                </a:lnTo>
                <a:lnTo>
                  <a:pt x="2436076" y="1034592"/>
                </a:lnTo>
                <a:lnTo>
                  <a:pt x="2437942" y="1032725"/>
                </a:lnTo>
                <a:lnTo>
                  <a:pt x="2438400" y="1031608"/>
                </a:lnTo>
                <a:lnTo>
                  <a:pt x="2438400" y="1028979"/>
                </a:lnTo>
                <a:close/>
              </a:path>
              <a:path w="3152775" h="20605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3152775" h="2060575">
                <a:moveTo>
                  <a:pt x="2486025" y="2054504"/>
                </a:moveTo>
                <a:lnTo>
                  <a:pt x="2485567" y="2053386"/>
                </a:lnTo>
                <a:lnTo>
                  <a:pt x="2483701" y="2051519"/>
                </a:lnTo>
                <a:lnTo>
                  <a:pt x="2482583" y="2051050"/>
                </a:lnTo>
                <a:lnTo>
                  <a:pt x="2479954" y="2051050"/>
                </a:lnTo>
                <a:lnTo>
                  <a:pt x="2478836" y="2051519"/>
                </a:lnTo>
                <a:lnTo>
                  <a:pt x="2476970" y="2053386"/>
                </a:lnTo>
                <a:lnTo>
                  <a:pt x="2476500" y="2054504"/>
                </a:lnTo>
                <a:lnTo>
                  <a:pt x="2476500" y="2057133"/>
                </a:lnTo>
                <a:lnTo>
                  <a:pt x="2476970" y="2058250"/>
                </a:lnTo>
                <a:lnTo>
                  <a:pt x="2478836" y="2060117"/>
                </a:lnTo>
                <a:lnTo>
                  <a:pt x="2479954" y="2060575"/>
                </a:lnTo>
                <a:lnTo>
                  <a:pt x="2482583" y="2060575"/>
                </a:lnTo>
                <a:lnTo>
                  <a:pt x="2483701" y="2060117"/>
                </a:lnTo>
                <a:lnTo>
                  <a:pt x="2485567" y="2058250"/>
                </a:lnTo>
                <a:lnTo>
                  <a:pt x="2486025" y="2057133"/>
                </a:lnTo>
                <a:lnTo>
                  <a:pt x="2486025" y="2054504"/>
                </a:lnTo>
                <a:close/>
              </a:path>
              <a:path w="3152775" h="2060575">
                <a:moveTo>
                  <a:pt x="2486025" y="1028979"/>
                </a:moveTo>
                <a:lnTo>
                  <a:pt x="2485567" y="1027861"/>
                </a:lnTo>
                <a:lnTo>
                  <a:pt x="2483701" y="1025994"/>
                </a:lnTo>
                <a:lnTo>
                  <a:pt x="2482583" y="1025525"/>
                </a:lnTo>
                <a:lnTo>
                  <a:pt x="2479954" y="1025525"/>
                </a:lnTo>
                <a:lnTo>
                  <a:pt x="2478836" y="1025994"/>
                </a:lnTo>
                <a:lnTo>
                  <a:pt x="2476970" y="1027861"/>
                </a:lnTo>
                <a:lnTo>
                  <a:pt x="2476500" y="1028979"/>
                </a:lnTo>
                <a:lnTo>
                  <a:pt x="2476500" y="1031608"/>
                </a:lnTo>
                <a:lnTo>
                  <a:pt x="2476970" y="1032725"/>
                </a:lnTo>
                <a:lnTo>
                  <a:pt x="2478836" y="1034592"/>
                </a:lnTo>
                <a:lnTo>
                  <a:pt x="2479954" y="1035050"/>
                </a:lnTo>
                <a:lnTo>
                  <a:pt x="2482583" y="1035050"/>
                </a:lnTo>
                <a:lnTo>
                  <a:pt x="2483701" y="1034592"/>
                </a:lnTo>
                <a:lnTo>
                  <a:pt x="2485567" y="1032725"/>
                </a:lnTo>
                <a:lnTo>
                  <a:pt x="2486025" y="1031608"/>
                </a:lnTo>
                <a:lnTo>
                  <a:pt x="2486025" y="1028979"/>
                </a:lnTo>
                <a:close/>
              </a:path>
              <a:path w="3152775" h="20605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3152775" h="2060575">
                <a:moveTo>
                  <a:pt x="2533650" y="2054504"/>
                </a:moveTo>
                <a:lnTo>
                  <a:pt x="2533192" y="2053386"/>
                </a:lnTo>
                <a:lnTo>
                  <a:pt x="2531326" y="2051519"/>
                </a:lnTo>
                <a:lnTo>
                  <a:pt x="2530208" y="2051050"/>
                </a:lnTo>
                <a:lnTo>
                  <a:pt x="2527579" y="2051050"/>
                </a:lnTo>
                <a:lnTo>
                  <a:pt x="2526461" y="2051519"/>
                </a:lnTo>
                <a:lnTo>
                  <a:pt x="2524595" y="2053386"/>
                </a:lnTo>
                <a:lnTo>
                  <a:pt x="2524125" y="2054504"/>
                </a:lnTo>
                <a:lnTo>
                  <a:pt x="2524125" y="2057133"/>
                </a:lnTo>
                <a:lnTo>
                  <a:pt x="2524595" y="2058250"/>
                </a:lnTo>
                <a:lnTo>
                  <a:pt x="2526461" y="2060117"/>
                </a:lnTo>
                <a:lnTo>
                  <a:pt x="2527579" y="2060575"/>
                </a:lnTo>
                <a:lnTo>
                  <a:pt x="2530208" y="2060575"/>
                </a:lnTo>
                <a:lnTo>
                  <a:pt x="2531326" y="2060117"/>
                </a:lnTo>
                <a:lnTo>
                  <a:pt x="2533192" y="2058250"/>
                </a:lnTo>
                <a:lnTo>
                  <a:pt x="2533650" y="2057133"/>
                </a:lnTo>
                <a:lnTo>
                  <a:pt x="2533650" y="2054504"/>
                </a:lnTo>
                <a:close/>
              </a:path>
              <a:path w="3152775" h="2060575">
                <a:moveTo>
                  <a:pt x="2533650" y="1028979"/>
                </a:moveTo>
                <a:lnTo>
                  <a:pt x="2533192" y="1027861"/>
                </a:lnTo>
                <a:lnTo>
                  <a:pt x="2531326" y="1025994"/>
                </a:lnTo>
                <a:lnTo>
                  <a:pt x="2530208" y="1025525"/>
                </a:lnTo>
                <a:lnTo>
                  <a:pt x="2527579" y="1025525"/>
                </a:lnTo>
                <a:lnTo>
                  <a:pt x="2526461" y="1025994"/>
                </a:lnTo>
                <a:lnTo>
                  <a:pt x="2524595" y="1027861"/>
                </a:lnTo>
                <a:lnTo>
                  <a:pt x="2524125" y="1028979"/>
                </a:lnTo>
                <a:lnTo>
                  <a:pt x="2524125" y="1031608"/>
                </a:lnTo>
                <a:lnTo>
                  <a:pt x="2524595" y="1032725"/>
                </a:lnTo>
                <a:lnTo>
                  <a:pt x="2526461" y="1034592"/>
                </a:lnTo>
                <a:lnTo>
                  <a:pt x="2527579" y="1035050"/>
                </a:lnTo>
                <a:lnTo>
                  <a:pt x="2530208" y="1035050"/>
                </a:lnTo>
                <a:lnTo>
                  <a:pt x="2531326" y="1034592"/>
                </a:lnTo>
                <a:lnTo>
                  <a:pt x="2533192" y="1032725"/>
                </a:lnTo>
                <a:lnTo>
                  <a:pt x="2533650" y="1031608"/>
                </a:lnTo>
                <a:lnTo>
                  <a:pt x="2533650" y="1028979"/>
                </a:lnTo>
                <a:close/>
              </a:path>
              <a:path w="3152775" h="20605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3152775" h="2060575">
                <a:moveTo>
                  <a:pt x="2581275" y="2054504"/>
                </a:moveTo>
                <a:lnTo>
                  <a:pt x="2580817" y="2053386"/>
                </a:lnTo>
                <a:lnTo>
                  <a:pt x="2578951" y="2051519"/>
                </a:lnTo>
                <a:lnTo>
                  <a:pt x="2577833" y="2051050"/>
                </a:lnTo>
                <a:lnTo>
                  <a:pt x="2575204" y="2051050"/>
                </a:lnTo>
                <a:lnTo>
                  <a:pt x="2574086" y="2051519"/>
                </a:lnTo>
                <a:lnTo>
                  <a:pt x="2572220" y="2053386"/>
                </a:lnTo>
                <a:lnTo>
                  <a:pt x="2571750" y="2054504"/>
                </a:lnTo>
                <a:lnTo>
                  <a:pt x="2571750" y="2057133"/>
                </a:lnTo>
                <a:lnTo>
                  <a:pt x="2572220" y="2058250"/>
                </a:lnTo>
                <a:lnTo>
                  <a:pt x="2574086" y="2060117"/>
                </a:lnTo>
                <a:lnTo>
                  <a:pt x="2575204" y="2060575"/>
                </a:lnTo>
                <a:lnTo>
                  <a:pt x="2577833" y="2060575"/>
                </a:lnTo>
                <a:lnTo>
                  <a:pt x="2578951" y="2060117"/>
                </a:lnTo>
                <a:lnTo>
                  <a:pt x="2580817" y="2058250"/>
                </a:lnTo>
                <a:lnTo>
                  <a:pt x="2581275" y="2057133"/>
                </a:lnTo>
                <a:lnTo>
                  <a:pt x="2581275" y="2054504"/>
                </a:lnTo>
                <a:close/>
              </a:path>
              <a:path w="3152775" h="2060575">
                <a:moveTo>
                  <a:pt x="2581275" y="1028979"/>
                </a:moveTo>
                <a:lnTo>
                  <a:pt x="2580817" y="1027861"/>
                </a:lnTo>
                <a:lnTo>
                  <a:pt x="2578951" y="1025994"/>
                </a:lnTo>
                <a:lnTo>
                  <a:pt x="2577833" y="1025525"/>
                </a:lnTo>
                <a:lnTo>
                  <a:pt x="2575204" y="1025525"/>
                </a:lnTo>
                <a:lnTo>
                  <a:pt x="2574086" y="1025994"/>
                </a:lnTo>
                <a:lnTo>
                  <a:pt x="2572220" y="1027861"/>
                </a:lnTo>
                <a:lnTo>
                  <a:pt x="2571750" y="1028979"/>
                </a:lnTo>
                <a:lnTo>
                  <a:pt x="2571750" y="1031608"/>
                </a:lnTo>
                <a:lnTo>
                  <a:pt x="2572220" y="1032725"/>
                </a:lnTo>
                <a:lnTo>
                  <a:pt x="2574086" y="1034592"/>
                </a:lnTo>
                <a:lnTo>
                  <a:pt x="2575204" y="1035050"/>
                </a:lnTo>
                <a:lnTo>
                  <a:pt x="2577833" y="1035050"/>
                </a:lnTo>
                <a:lnTo>
                  <a:pt x="2578951" y="1034592"/>
                </a:lnTo>
                <a:lnTo>
                  <a:pt x="2580817" y="1032725"/>
                </a:lnTo>
                <a:lnTo>
                  <a:pt x="2581275" y="1031608"/>
                </a:lnTo>
                <a:lnTo>
                  <a:pt x="2581275" y="1028979"/>
                </a:lnTo>
                <a:close/>
              </a:path>
              <a:path w="3152775" h="20605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3152775" h="2060575">
                <a:moveTo>
                  <a:pt x="2628900" y="2054504"/>
                </a:moveTo>
                <a:lnTo>
                  <a:pt x="2628442" y="2053386"/>
                </a:lnTo>
                <a:lnTo>
                  <a:pt x="2626576" y="2051519"/>
                </a:lnTo>
                <a:lnTo>
                  <a:pt x="2625458" y="2051050"/>
                </a:lnTo>
                <a:lnTo>
                  <a:pt x="2622829" y="2051050"/>
                </a:lnTo>
                <a:lnTo>
                  <a:pt x="2621711" y="2051519"/>
                </a:lnTo>
                <a:lnTo>
                  <a:pt x="2619845" y="2053386"/>
                </a:lnTo>
                <a:lnTo>
                  <a:pt x="2619375" y="2054504"/>
                </a:lnTo>
                <a:lnTo>
                  <a:pt x="2619375" y="2057133"/>
                </a:lnTo>
                <a:lnTo>
                  <a:pt x="2619845" y="2058250"/>
                </a:lnTo>
                <a:lnTo>
                  <a:pt x="2621711" y="2060117"/>
                </a:lnTo>
                <a:lnTo>
                  <a:pt x="2622829" y="2060575"/>
                </a:lnTo>
                <a:lnTo>
                  <a:pt x="2625458" y="2060575"/>
                </a:lnTo>
                <a:lnTo>
                  <a:pt x="2626576" y="2060117"/>
                </a:lnTo>
                <a:lnTo>
                  <a:pt x="2628442" y="2058250"/>
                </a:lnTo>
                <a:lnTo>
                  <a:pt x="2628900" y="2057133"/>
                </a:lnTo>
                <a:lnTo>
                  <a:pt x="2628900" y="2054504"/>
                </a:lnTo>
                <a:close/>
              </a:path>
              <a:path w="3152775" h="2060575">
                <a:moveTo>
                  <a:pt x="2628900" y="1028979"/>
                </a:moveTo>
                <a:lnTo>
                  <a:pt x="2628442" y="1027861"/>
                </a:lnTo>
                <a:lnTo>
                  <a:pt x="2626576" y="1025994"/>
                </a:lnTo>
                <a:lnTo>
                  <a:pt x="2625458" y="1025525"/>
                </a:lnTo>
                <a:lnTo>
                  <a:pt x="2622829" y="1025525"/>
                </a:lnTo>
                <a:lnTo>
                  <a:pt x="2621711" y="1025994"/>
                </a:lnTo>
                <a:lnTo>
                  <a:pt x="2619845" y="1027861"/>
                </a:lnTo>
                <a:lnTo>
                  <a:pt x="2619375" y="1028979"/>
                </a:lnTo>
                <a:lnTo>
                  <a:pt x="2619375" y="1031608"/>
                </a:lnTo>
                <a:lnTo>
                  <a:pt x="2619845" y="1032725"/>
                </a:lnTo>
                <a:lnTo>
                  <a:pt x="2621711" y="1034592"/>
                </a:lnTo>
                <a:lnTo>
                  <a:pt x="2622829" y="1035050"/>
                </a:lnTo>
                <a:lnTo>
                  <a:pt x="2625458" y="1035050"/>
                </a:lnTo>
                <a:lnTo>
                  <a:pt x="2626576" y="1034592"/>
                </a:lnTo>
                <a:lnTo>
                  <a:pt x="2628442" y="1032725"/>
                </a:lnTo>
                <a:lnTo>
                  <a:pt x="2628900" y="1031608"/>
                </a:lnTo>
                <a:lnTo>
                  <a:pt x="2628900" y="1028979"/>
                </a:lnTo>
                <a:close/>
              </a:path>
              <a:path w="3152775" h="20605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3152775" h="2060575">
                <a:moveTo>
                  <a:pt x="2676525" y="2054504"/>
                </a:moveTo>
                <a:lnTo>
                  <a:pt x="2676067" y="2053386"/>
                </a:lnTo>
                <a:lnTo>
                  <a:pt x="2674201" y="2051519"/>
                </a:lnTo>
                <a:lnTo>
                  <a:pt x="2673083" y="2051050"/>
                </a:lnTo>
                <a:lnTo>
                  <a:pt x="2670454" y="2051050"/>
                </a:lnTo>
                <a:lnTo>
                  <a:pt x="2669336" y="2051519"/>
                </a:lnTo>
                <a:lnTo>
                  <a:pt x="2667470" y="2053386"/>
                </a:lnTo>
                <a:lnTo>
                  <a:pt x="2667000" y="2054504"/>
                </a:lnTo>
                <a:lnTo>
                  <a:pt x="2667000" y="2057133"/>
                </a:lnTo>
                <a:lnTo>
                  <a:pt x="2667470" y="2058250"/>
                </a:lnTo>
                <a:lnTo>
                  <a:pt x="2669336" y="2060117"/>
                </a:lnTo>
                <a:lnTo>
                  <a:pt x="2670454" y="2060575"/>
                </a:lnTo>
                <a:lnTo>
                  <a:pt x="2673083" y="2060575"/>
                </a:lnTo>
                <a:lnTo>
                  <a:pt x="2674201" y="2060117"/>
                </a:lnTo>
                <a:lnTo>
                  <a:pt x="2676067" y="2058250"/>
                </a:lnTo>
                <a:lnTo>
                  <a:pt x="2676525" y="2057133"/>
                </a:lnTo>
                <a:lnTo>
                  <a:pt x="2676525" y="2054504"/>
                </a:lnTo>
                <a:close/>
              </a:path>
              <a:path w="3152775" h="2060575">
                <a:moveTo>
                  <a:pt x="2676525" y="1028979"/>
                </a:moveTo>
                <a:lnTo>
                  <a:pt x="2676067" y="1027861"/>
                </a:lnTo>
                <a:lnTo>
                  <a:pt x="2674201" y="1025994"/>
                </a:lnTo>
                <a:lnTo>
                  <a:pt x="2673083" y="1025525"/>
                </a:lnTo>
                <a:lnTo>
                  <a:pt x="2670454" y="1025525"/>
                </a:lnTo>
                <a:lnTo>
                  <a:pt x="2669336" y="1025994"/>
                </a:lnTo>
                <a:lnTo>
                  <a:pt x="2667470" y="1027861"/>
                </a:lnTo>
                <a:lnTo>
                  <a:pt x="2667000" y="1028979"/>
                </a:lnTo>
                <a:lnTo>
                  <a:pt x="2667000" y="1031608"/>
                </a:lnTo>
                <a:lnTo>
                  <a:pt x="2667470" y="1032725"/>
                </a:lnTo>
                <a:lnTo>
                  <a:pt x="2669336" y="1034592"/>
                </a:lnTo>
                <a:lnTo>
                  <a:pt x="2670454" y="1035050"/>
                </a:lnTo>
                <a:lnTo>
                  <a:pt x="2673083" y="1035050"/>
                </a:lnTo>
                <a:lnTo>
                  <a:pt x="2674201" y="1034592"/>
                </a:lnTo>
                <a:lnTo>
                  <a:pt x="2676067" y="1032725"/>
                </a:lnTo>
                <a:lnTo>
                  <a:pt x="2676525" y="1031608"/>
                </a:lnTo>
                <a:lnTo>
                  <a:pt x="2676525" y="1028979"/>
                </a:lnTo>
                <a:close/>
              </a:path>
              <a:path w="3152775" h="20605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3152775" h="2060575">
                <a:moveTo>
                  <a:pt x="2724150" y="2054504"/>
                </a:moveTo>
                <a:lnTo>
                  <a:pt x="2723692" y="2053386"/>
                </a:lnTo>
                <a:lnTo>
                  <a:pt x="2721826" y="2051519"/>
                </a:lnTo>
                <a:lnTo>
                  <a:pt x="2720708" y="2051050"/>
                </a:lnTo>
                <a:lnTo>
                  <a:pt x="2718079" y="2051050"/>
                </a:lnTo>
                <a:lnTo>
                  <a:pt x="2716961" y="2051519"/>
                </a:lnTo>
                <a:lnTo>
                  <a:pt x="2715095" y="2053386"/>
                </a:lnTo>
                <a:lnTo>
                  <a:pt x="2714625" y="2054504"/>
                </a:lnTo>
                <a:lnTo>
                  <a:pt x="2714625" y="2057133"/>
                </a:lnTo>
                <a:lnTo>
                  <a:pt x="2715095" y="2058250"/>
                </a:lnTo>
                <a:lnTo>
                  <a:pt x="2716961" y="2060117"/>
                </a:lnTo>
                <a:lnTo>
                  <a:pt x="2718079" y="2060575"/>
                </a:lnTo>
                <a:lnTo>
                  <a:pt x="2720708" y="2060575"/>
                </a:lnTo>
                <a:lnTo>
                  <a:pt x="2721826" y="2060117"/>
                </a:lnTo>
                <a:lnTo>
                  <a:pt x="2723692" y="2058250"/>
                </a:lnTo>
                <a:lnTo>
                  <a:pt x="2724150" y="2057133"/>
                </a:lnTo>
                <a:lnTo>
                  <a:pt x="2724150" y="2054504"/>
                </a:lnTo>
                <a:close/>
              </a:path>
              <a:path w="3152775" h="2060575">
                <a:moveTo>
                  <a:pt x="2724150" y="1028979"/>
                </a:moveTo>
                <a:lnTo>
                  <a:pt x="2723692" y="1027861"/>
                </a:lnTo>
                <a:lnTo>
                  <a:pt x="2721826" y="1025994"/>
                </a:lnTo>
                <a:lnTo>
                  <a:pt x="2720708" y="1025525"/>
                </a:lnTo>
                <a:lnTo>
                  <a:pt x="2718079" y="1025525"/>
                </a:lnTo>
                <a:lnTo>
                  <a:pt x="2716961" y="1025994"/>
                </a:lnTo>
                <a:lnTo>
                  <a:pt x="2715095" y="1027861"/>
                </a:lnTo>
                <a:lnTo>
                  <a:pt x="2714625" y="1028979"/>
                </a:lnTo>
                <a:lnTo>
                  <a:pt x="2714625" y="1031608"/>
                </a:lnTo>
                <a:lnTo>
                  <a:pt x="2715095" y="1032725"/>
                </a:lnTo>
                <a:lnTo>
                  <a:pt x="2716961" y="1034592"/>
                </a:lnTo>
                <a:lnTo>
                  <a:pt x="2718079" y="1035050"/>
                </a:lnTo>
                <a:lnTo>
                  <a:pt x="2720708" y="1035050"/>
                </a:lnTo>
                <a:lnTo>
                  <a:pt x="2721826" y="1034592"/>
                </a:lnTo>
                <a:lnTo>
                  <a:pt x="2723692" y="1032725"/>
                </a:lnTo>
                <a:lnTo>
                  <a:pt x="2724150" y="1031608"/>
                </a:lnTo>
                <a:lnTo>
                  <a:pt x="2724150" y="1028979"/>
                </a:lnTo>
                <a:close/>
              </a:path>
              <a:path w="3152775" h="20605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3152775" h="2060575">
                <a:moveTo>
                  <a:pt x="2771775" y="2054504"/>
                </a:moveTo>
                <a:lnTo>
                  <a:pt x="2771317" y="2053386"/>
                </a:lnTo>
                <a:lnTo>
                  <a:pt x="2769451" y="2051519"/>
                </a:lnTo>
                <a:lnTo>
                  <a:pt x="2768333" y="2051050"/>
                </a:lnTo>
                <a:lnTo>
                  <a:pt x="2765704" y="2051050"/>
                </a:lnTo>
                <a:lnTo>
                  <a:pt x="2764586" y="2051519"/>
                </a:lnTo>
                <a:lnTo>
                  <a:pt x="2762720" y="2053386"/>
                </a:lnTo>
                <a:lnTo>
                  <a:pt x="2762250" y="2054504"/>
                </a:lnTo>
                <a:lnTo>
                  <a:pt x="2762250" y="2057133"/>
                </a:lnTo>
                <a:lnTo>
                  <a:pt x="2762720" y="2058250"/>
                </a:lnTo>
                <a:lnTo>
                  <a:pt x="2764586" y="2060117"/>
                </a:lnTo>
                <a:lnTo>
                  <a:pt x="2765704" y="2060575"/>
                </a:lnTo>
                <a:lnTo>
                  <a:pt x="2768333" y="2060575"/>
                </a:lnTo>
                <a:lnTo>
                  <a:pt x="2769451" y="2060117"/>
                </a:lnTo>
                <a:lnTo>
                  <a:pt x="2771317" y="2058250"/>
                </a:lnTo>
                <a:lnTo>
                  <a:pt x="2771775" y="2057133"/>
                </a:lnTo>
                <a:lnTo>
                  <a:pt x="2771775" y="2054504"/>
                </a:lnTo>
                <a:close/>
              </a:path>
              <a:path w="3152775" h="2060575">
                <a:moveTo>
                  <a:pt x="2771775" y="1028979"/>
                </a:moveTo>
                <a:lnTo>
                  <a:pt x="2771317" y="1027861"/>
                </a:lnTo>
                <a:lnTo>
                  <a:pt x="2769451" y="1025994"/>
                </a:lnTo>
                <a:lnTo>
                  <a:pt x="2768333" y="1025525"/>
                </a:lnTo>
                <a:lnTo>
                  <a:pt x="2765704" y="1025525"/>
                </a:lnTo>
                <a:lnTo>
                  <a:pt x="2764586" y="1025994"/>
                </a:lnTo>
                <a:lnTo>
                  <a:pt x="2762720" y="1027861"/>
                </a:lnTo>
                <a:lnTo>
                  <a:pt x="2762250" y="1028979"/>
                </a:lnTo>
                <a:lnTo>
                  <a:pt x="2762250" y="1031608"/>
                </a:lnTo>
                <a:lnTo>
                  <a:pt x="2762720" y="1032725"/>
                </a:lnTo>
                <a:lnTo>
                  <a:pt x="2764586" y="1034592"/>
                </a:lnTo>
                <a:lnTo>
                  <a:pt x="2765704" y="1035050"/>
                </a:lnTo>
                <a:lnTo>
                  <a:pt x="2768333" y="1035050"/>
                </a:lnTo>
                <a:lnTo>
                  <a:pt x="2769451" y="1034592"/>
                </a:lnTo>
                <a:lnTo>
                  <a:pt x="2771317" y="1032725"/>
                </a:lnTo>
                <a:lnTo>
                  <a:pt x="2771775" y="1031608"/>
                </a:lnTo>
                <a:lnTo>
                  <a:pt x="2771775" y="1028979"/>
                </a:lnTo>
                <a:close/>
              </a:path>
              <a:path w="3152775" h="20605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3152775" h="2060575">
                <a:moveTo>
                  <a:pt x="2819400" y="2054504"/>
                </a:moveTo>
                <a:lnTo>
                  <a:pt x="2818942" y="2053386"/>
                </a:lnTo>
                <a:lnTo>
                  <a:pt x="2817076" y="2051519"/>
                </a:lnTo>
                <a:lnTo>
                  <a:pt x="2815958" y="2051050"/>
                </a:lnTo>
                <a:lnTo>
                  <a:pt x="2813329" y="2051050"/>
                </a:lnTo>
                <a:lnTo>
                  <a:pt x="2812211" y="2051519"/>
                </a:lnTo>
                <a:lnTo>
                  <a:pt x="2810345" y="2053386"/>
                </a:lnTo>
                <a:lnTo>
                  <a:pt x="2809875" y="2054504"/>
                </a:lnTo>
                <a:lnTo>
                  <a:pt x="2809875" y="2057133"/>
                </a:lnTo>
                <a:lnTo>
                  <a:pt x="2810345" y="2058250"/>
                </a:lnTo>
                <a:lnTo>
                  <a:pt x="2812211" y="2060117"/>
                </a:lnTo>
                <a:lnTo>
                  <a:pt x="2813329" y="2060575"/>
                </a:lnTo>
                <a:lnTo>
                  <a:pt x="2815958" y="2060575"/>
                </a:lnTo>
                <a:lnTo>
                  <a:pt x="2817076" y="2060117"/>
                </a:lnTo>
                <a:lnTo>
                  <a:pt x="2818942" y="2058250"/>
                </a:lnTo>
                <a:lnTo>
                  <a:pt x="2819400" y="2057133"/>
                </a:lnTo>
                <a:lnTo>
                  <a:pt x="2819400" y="2054504"/>
                </a:lnTo>
                <a:close/>
              </a:path>
              <a:path w="3152775" h="2060575">
                <a:moveTo>
                  <a:pt x="2819400" y="1028979"/>
                </a:moveTo>
                <a:lnTo>
                  <a:pt x="2818942" y="1027861"/>
                </a:lnTo>
                <a:lnTo>
                  <a:pt x="2817076" y="1025994"/>
                </a:lnTo>
                <a:lnTo>
                  <a:pt x="2815958" y="1025525"/>
                </a:lnTo>
                <a:lnTo>
                  <a:pt x="2813329" y="1025525"/>
                </a:lnTo>
                <a:lnTo>
                  <a:pt x="2812211" y="1025994"/>
                </a:lnTo>
                <a:lnTo>
                  <a:pt x="2810345" y="1027861"/>
                </a:lnTo>
                <a:lnTo>
                  <a:pt x="2809875" y="1028979"/>
                </a:lnTo>
                <a:lnTo>
                  <a:pt x="2809875" y="1031608"/>
                </a:lnTo>
                <a:lnTo>
                  <a:pt x="2810345" y="1032725"/>
                </a:lnTo>
                <a:lnTo>
                  <a:pt x="2812211" y="1034592"/>
                </a:lnTo>
                <a:lnTo>
                  <a:pt x="2813329" y="1035050"/>
                </a:lnTo>
                <a:lnTo>
                  <a:pt x="2815958" y="1035050"/>
                </a:lnTo>
                <a:lnTo>
                  <a:pt x="2817076" y="1034592"/>
                </a:lnTo>
                <a:lnTo>
                  <a:pt x="2818942" y="1032725"/>
                </a:lnTo>
                <a:lnTo>
                  <a:pt x="2819400" y="1031608"/>
                </a:lnTo>
                <a:lnTo>
                  <a:pt x="2819400" y="1028979"/>
                </a:lnTo>
                <a:close/>
              </a:path>
              <a:path w="3152775" h="20605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3152775" h="2060575">
                <a:moveTo>
                  <a:pt x="2867025" y="2054504"/>
                </a:moveTo>
                <a:lnTo>
                  <a:pt x="2866567" y="2053386"/>
                </a:lnTo>
                <a:lnTo>
                  <a:pt x="2864701" y="2051519"/>
                </a:lnTo>
                <a:lnTo>
                  <a:pt x="2863583" y="2051050"/>
                </a:lnTo>
                <a:lnTo>
                  <a:pt x="2860954" y="2051050"/>
                </a:lnTo>
                <a:lnTo>
                  <a:pt x="2859836" y="2051519"/>
                </a:lnTo>
                <a:lnTo>
                  <a:pt x="2857970" y="2053386"/>
                </a:lnTo>
                <a:lnTo>
                  <a:pt x="2857500" y="2054504"/>
                </a:lnTo>
                <a:lnTo>
                  <a:pt x="2857500" y="2057133"/>
                </a:lnTo>
                <a:lnTo>
                  <a:pt x="2857970" y="2058250"/>
                </a:lnTo>
                <a:lnTo>
                  <a:pt x="2859836" y="2060117"/>
                </a:lnTo>
                <a:lnTo>
                  <a:pt x="2860954" y="2060575"/>
                </a:lnTo>
                <a:lnTo>
                  <a:pt x="2863583" y="2060575"/>
                </a:lnTo>
                <a:lnTo>
                  <a:pt x="2864701" y="2060117"/>
                </a:lnTo>
                <a:lnTo>
                  <a:pt x="2866567" y="2058250"/>
                </a:lnTo>
                <a:lnTo>
                  <a:pt x="2867025" y="2057133"/>
                </a:lnTo>
                <a:lnTo>
                  <a:pt x="2867025" y="2054504"/>
                </a:lnTo>
                <a:close/>
              </a:path>
              <a:path w="3152775" h="2060575">
                <a:moveTo>
                  <a:pt x="2867025" y="1028979"/>
                </a:moveTo>
                <a:lnTo>
                  <a:pt x="2866567" y="1027861"/>
                </a:lnTo>
                <a:lnTo>
                  <a:pt x="2864701" y="1025994"/>
                </a:lnTo>
                <a:lnTo>
                  <a:pt x="2863583" y="1025525"/>
                </a:lnTo>
                <a:lnTo>
                  <a:pt x="2860954" y="1025525"/>
                </a:lnTo>
                <a:lnTo>
                  <a:pt x="2859836" y="1025994"/>
                </a:lnTo>
                <a:lnTo>
                  <a:pt x="2857970" y="1027861"/>
                </a:lnTo>
                <a:lnTo>
                  <a:pt x="2857500" y="1028979"/>
                </a:lnTo>
                <a:lnTo>
                  <a:pt x="2857500" y="1031608"/>
                </a:lnTo>
                <a:lnTo>
                  <a:pt x="2857970" y="1032725"/>
                </a:lnTo>
                <a:lnTo>
                  <a:pt x="2859836" y="1034592"/>
                </a:lnTo>
                <a:lnTo>
                  <a:pt x="2860954" y="1035050"/>
                </a:lnTo>
                <a:lnTo>
                  <a:pt x="2863583" y="1035050"/>
                </a:lnTo>
                <a:lnTo>
                  <a:pt x="2864701" y="1034592"/>
                </a:lnTo>
                <a:lnTo>
                  <a:pt x="2866567" y="1032725"/>
                </a:lnTo>
                <a:lnTo>
                  <a:pt x="2867025" y="1031608"/>
                </a:lnTo>
                <a:lnTo>
                  <a:pt x="2867025" y="1028979"/>
                </a:lnTo>
                <a:close/>
              </a:path>
              <a:path w="3152775" h="20605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3152775" h="2060575">
                <a:moveTo>
                  <a:pt x="2914650" y="2054504"/>
                </a:moveTo>
                <a:lnTo>
                  <a:pt x="2914192" y="2053386"/>
                </a:lnTo>
                <a:lnTo>
                  <a:pt x="2912326" y="2051519"/>
                </a:lnTo>
                <a:lnTo>
                  <a:pt x="2911208" y="2051050"/>
                </a:lnTo>
                <a:lnTo>
                  <a:pt x="2908579" y="2051050"/>
                </a:lnTo>
                <a:lnTo>
                  <a:pt x="2907461" y="2051519"/>
                </a:lnTo>
                <a:lnTo>
                  <a:pt x="2905595" y="2053386"/>
                </a:lnTo>
                <a:lnTo>
                  <a:pt x="2905125" y="2054504"/>
                </a:lnTo>
                <a:lnTo>
                  <a:pt x="2905125" y="2057133"/>
                </a:lnTo>
                <a:lnTo>
                  <a:pt x="2905595" y="2058250"/>
                </a:lnTo>
                <a:lnTo>
                  <a:pt x="2907461" y="2060117"/>
                </a:lnTo>
                <a:lnTo>
                  <a:pt x="2908579" y="2060575"/>
                </a:lnTo>
                <a:lnTo>
                  <a:pt x="2911208" y="2060575"/>
                </a:lnTo>
                <a:lnTo>
                  <a:pt x="2912326" y="2060117"/>
                </a:lnTo>
                <a:lnTo>
                  <a:pt x="2914192" y="2058250"/>
                </a:lnTo>
                <a:lnTo>
                  <a:pt x="2914650" y="2057133"/>
                </a:lnTo>
                <a:lnTo>
                  <a:pt x="2914650" y="2054504"/>
                </a:lnTo>
                <a:close/>
              </a:path>
              <a:path w="3152775" h="2060575">
                <a:moveTo>
                  <a:pt x="2914650" y="1028979"/>
                </a:moveTo>
                <a:lnTo>
                  <a:pt x="2914192" y="1027861"/>
                </a:lnTo>
                <a:lnTo>
                  <a:pt x="2912326" y="1025994"/>
                </a:lnTo>
                <a:lnTo>
                  <a:pt x="2911208" y="1025525"/>
                </a:lnTo>
                <a:lnTo>
                  <a:pt x="2908579" y="1025525"/>
                </a:lnTo>
                <a:lnTo>
                  <a:pt x="2907461" y="1025994"/>
                </a:lnTo>
                <a:lnTo>
                  <a:pt x="2905595" y="1027861"/>
                </a:lnTo>
                <a:lnTo>
                  <a:pt x="2905125" y="1028979"/>
                </a:lnTo>
                <a:lnTo>
                  <a:pt x="2905125" y="1031608"/>
                </a:lnTo>
                <a:lnTo>
                  <a:pt x="2905595" y="1032725"/>
                </a:lnTo>
                <a:lnTo>
                  <a:pt x="2907461" y="1034592"/>
                </a:lnTo>
                <a:lnTo>
                  <a:pt x="2908579" y="1035050"/>
                </a:lnTo>
                <a:lnTo>
                  <a:pt x="2911208" y="1035050"/>
                </a:lnTo>
                <a:lnTo>
                  <a:pt x="2912326" y="1034592"/>
                </a:lnTo>
                <a:lnTo>
                  <a:pt x="2914192" y="1032725"/>
                </a:lnTo>
                <a:lnTo>
                  <a:pt x="2914650" y="1031608"/>
                </a:lnTo>
                <a:lnTo>
                  <a:pt x="2914650" y="1028979"/>
                </a:lnTo>
                <a:close/>
              </a:path>
              <a:path w="3152775" h="20605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3152775" h="2060575">
                <a:moveTo>
                  <a:pt x="2962275" y="2054504"/>
                </a:moveTo>
                <a:lnTo>
                  <a:pt x="2961817" y="2053386"/>
                </a:lnTo>
                <a:lnTo>
                  <a:pt x="2959951" y="2051519"/>
                </a:lnTo>
                <a:lnTo>
                  <a:pt x="2958833" y="2051050"/>
                </a:lnTo>
                <a:lnTo>
                  <a:pt x="2956204" y="2051050"/>
                </a:lnTo>
                <a:lnTo>
                  <a:pt x="2955086" y="2051519"/>
                </a:lnTo>
                <a:lnTo>
                  <a:pt x="2953220" y="2053386"/>
                </a:lnTo>
                <a:lnTo>
                  <a:pt x="2952750" y="2054504"/>
                </a:lnTo>
                <a:lnTo>
                  <a:pt x="2952750" y="2057133"/>
                </a:lnTo>
                <a:lnTo>
                  <a:pt x="2953220" y="2058250"/>
                </a:lnTo>
                <a:lnTo>
                  <a:pt x="2955086" y="2060117"/>
                </a:lnTo>
                <a:lnTo>
                  <a:pt x="2956204" y="2060575"/>
                </a:lnTo>
                <a:lnTo>
                  <a:pt x="2958833" y="2060575"/>
                </a:lnTo>
                <a:lnTo>
                  <a:pt x="2959951" y="2060117"/>
                </a:lnTo>
                <a:lnTo>
                  <a:pt x="2961817" y="2058250"/>
                </a:lnTo>
                <a:lnTo>
                  <a:pt x="2962275" y="2057133"/>
                </a:lnTo>
                <a:lnTo>
                  <a:pt x="2962275" y="2054504"/>
                </a:lnTo>
                <a:close/>
              </a:path>
              <a:path w="3152775" h="2060575">
                <a:moveTo>
                  <a:pt x="2962275" y="1028979"/>
                </a:moveTo>
                <a:lnTo>
                  <a:pt x="2961817" y="1027861"/>
                </a:lnTo>
                <a:lnTo>
                  <a:pt x="2959951" y="1025994"/>
                </a:lnTo>
                <a:lnTo>
                  <a:pt x="2958833" y="1025525"/>
                </a:lnTo>
                <a:lnTo>
                  <a:pt x="2956204" y="1025525"/>
                </a:lnTo>
                <a:lnTo>
                  <a:pt x="2955086" y="1025994"/>
                </a:lnTo>
                <a:lnTo>
                  <a:pt x="2953220" y="1027861"/>
                </a:lnTo>
                <a:lnTo>
                  <a:pt x="2952750" y="1028979"/>
                </a:lnTo>
                <a:lnTo>
                  <a:pt x="2952750" y="1031608"/>
                </a:lnTo>
                <a:lnTo>
                  <a:pt x="2953220" y="1032725"/>
                </a:lnTo>
                <a:lnTo>
                  <a:pt x="2955086" y="1034592"/>
                </a:lnTo>
                <a:lnTo>
                  <a:pt x="2956204" y="1035050"/>
                </a:lnTo>
                <a:lnTo>
                  <a:pt x="2958833" y="1035050"/>
                </a:lnTo>
                <a:lnTo>
                  <a:pt x="2959951" y="1034592"/>
                </a:lnTo>
                <a:lnTo>
                  <a:pt x="2961817" y="1032725"/>
                </a:lnTo>
                <a:lnTo>
                  <a:pt x="2962275" y="1031608"/>
                </a:lnTo>
                <a:lnTo>
                  <a:pt x="2962275" y="1028979"/>
                </a:lnTo>
                <a:close/>
              </a:path>
              <a:path w="3152775" h="20605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3152775" h="2060575">
                <a:moveTo>
                  <a:pt x="3009900" y="2054504"/>
                </a:moveTo>
                <a:lnTo>
                  <a:pt x="3009442" y="2053386"/>
                </a:lnTo>
                <a:lnTo>
                  <a:pt x="3007576" y="2051519"/>
                </a:lnTo>
                <a:lnTo>
                  <a:pt x="3006458" y="2051050"/>
                </a:lnTo>
                <a:lnTo>
                  <a:pt x="3003829" y="2051050"/>
                </a:lnTo>
                <a:lnTo>
                  <a:pt x="3002711" y="2051519"/>
                </a:lnTo>
                <a:lnTo>
                  <a:pt x="3000845" y="2053386"/>
                </a:lnTo>
                <a:lnTo>
                  <a:pt x="3000375" y="2054504"/>
                </a:lnTo>
                <a:lnTo>
                  <a:pt x="3000375" y="2057133"/>
                </a:lnTo>
                <a:lnTo>
                  <a:pt x="3000845" y="2058250"/>
                </a:lnTo>
                <a:lnTo>
                  <a:pt x="3002711" y="2060117"/>
                </a:lnTo>
                <a:lnTo>
                  <a:pt x="3003829" y="2060575"/>
                </a:lnTo>
                <a:lnTo>
                  <a:pt x="3006458" y="2060575"/>
                </a:lnTo>
                <a:lnTo>
                  <a:pt x="3007576" y="2060117"/>
                </a:lnTo>
                <a:lnTo>
                  <a:pt x="3009442" y="2058250"/>
                </a:lnTo>
                <a:lnTo>
                  <a:pt x="3009900" y="2057133"/>
                </a:lnTo>
                <a:lnTo>
                  <a:pt x="3009900" y="2054504"/>
                </a:lnTo>
                <a:close/>
              </a:path>
              <a:path w="3152775" h="2060575">
                <a:moveTo>
                  <a:pt x="3009900" y="1028979"/>
                </a:moveTo>
                <a:lnTo>
                  <a:pt x="3009442" y="1027861"/>
                </a:lnTo>
                <a:lnTo>
                  <a:pt x="3007576" y="1025994"/>
                </a:lnTo>
                <a:lnTo>
                  <a:pt x="3006458" y="1025525"/>
                </a:lnTo>
                <a:lnTo>
                  <a:pt x="3003829" y="1025525"/>
                </a:lnTo>
                <a:lnTo>
                  <a:pt x="3002711" y="1025994"/>
                </a:lnTo>
                <a:lnTo>
                  <a:pt x="3000845" y="1027861"/>
                </a:lnTo>
                <a:lnTo>
                  <a:pt x="3000375" y="1028979"/>
                </a:lnTo>
                <a:lnTo>
                  <a:pt x="3000375" y="1031608"/>
                </a:lnTo>
                <a:lnTo>
                  <a:pt x="3000845" y="1032725"/>
                </a:lnTo>
                <a:lnTo>
                  <a:pt x="3002711" y="1034592"/>
                </a:lnTo>
                <a:lnTo>
                  <a:pt x="3003829" y="1035050"/>
                </a:lnTo>
                <a:lnTo>
                  <a:pt x="3006458" y="1035050"/>
                </a:lnTo>
                <a:lnTo>
                  <a:pt x="3007576" y="1034592"/>
                </a:lnTo>
                <a:lnTo>
                  <a:pt x="3009442" y="1032725"/>
                </a:lnTo>
                <a:lnTo>
                  <a:pt x="3009900" y="1031608"/>
                </a:lnTo>
                <a:lnTo>
                  <a:pt x="3009900" y="1028979"/>
                </a:lnTo>
                <a:close/>
              </a:path>
              <a:path w="3152775" h="206057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3152775" h="2060575">
                <a:moveTo>
                  <a:pt x="3057525" y="2054504"/>
                </a:moveTo>
                <a:lnTo>
                  <a:pt x="3057067" y="2053386"/>
                </a:lnTo>
                <a:lnTo>
                  <a:pt x="3055201" y="2051519"/>
                </a:lnTo>
                <a:lnTo>
                  <a:pt x="3054083" y="2051050"/>
                </a:lnTo>
                <a:lnTo>
                  <a:pt x="3051454" y="2051050"/>
                </a:lnTo>
                <a:lnTo>
                  <a:pt x="3050336" y="2051519"/>
                </a:lnTo>
                <a:lnTo>
                  <a:pt x="3048470" y="2053386"/>
                </a:lnTo>
                <a:lnTo>
                  <a:pt x="3048000" y="2054504"/>
                </a:lnTo>
                <a:lnTo>
                  <a:pt x="3048000" y="2057133"/>
                </a:lnTo>
                <a:lnTo>
                  <a:pt x="3048470" y="2058250"/>
                </a:lnTo>
                <a:lnTo>
                  <a:pt x="3050336" y="2060117"/>
                </a:lnTo>
                <a:lnTo>
                  <a:pt x="3051454" y="2060575"/>
                </a:lnTo>
                <a:lnTo>
                  <a:pt x="3054083" y="2060575"/>
                </a:lnTo>
                <a:lnTo>
                  <a:pt x="3055201" y="2060117"/>
                </a:lnTo>
                <a:lnTo>
                  <a:pt x="3057067" y="2058250"/>
                </a:lnTo>
                <a:lnTo>
                  <a:pt x="3057525" y="2057133"/>
                </a:lnTo>
                <a:lnTo>
                  <a:pt x="3057525" y="2054504"/>
                </a:lnTo>
                <a:close/>
              </a:path>
              <a:path w="3152775" h="2060575">
                <a:moveTo>
                  <a:pt x="3057525" y="1028979"/>
                </a:moveTo>
                <a:lnTo>
                  <a:pt x="3057067" y="1027861"/>
                </a:lnTo>
                <a:lnTo>
                  <a:pt x="3055201" y="1025994"/>
                </a:lnTo>
                <a:lnTo>
                  <a:pt x="3054083" y="1025525"/>
                </a:lnTo>
                <a:lnTo>
                  <a:pt x="3051454" y="1025525"/>
                </a:lnTo>
                <a:lnTo>
                  <a:pt x="3050336" y="1025994"/>
                </a:lnTo>
                <a:lnTo>
                  <a:pt x="3048470" y="1027861"/>
                </a:lnTo>
                <a:lnTo>
                  <a:pt x="3048000" y="1028979"/>
                </a:lnTo>
                <a:lnTo>
                  <a:pt x="3048000" y="1031608"/>
                </a:lnTo>
                <a:lnTo>
                  <a:pt x="3048470" y="1032725"/>
                </a:lnTo>
                <a:lnTo>
                  <a:pt x="3050336" y="1034592"/>
                </a:lnTo>
                <a:lnTo>
                  <a:pt x="3051454" y="1035050"/>
                </a:lnTo>
                <a:lnTo>
                  <a:pt x="3054083" y="1035050"/>
                </a:lnTo>
                <a:lnTo>
                  <a:pt x="3055201" y="1034592"/>
                </a:lnTo>
                <a:lnTo>
                  <a:pt x="3057067" y="1032725"/>
                </a:lnTo>
                <a:lnTo>
                  <a:pt x="3057525" y="1031608"/>
                </a:lnTo>
                <a:lnTo>
                  <a:pt x="3057525" y="1028979"/>
                </a:lnTo>
                <a:close/>
              </a:path>
              <a:path w="3152775" h="206057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3152775" h="2060575">
                <a:moveTo>
                  <a:pt x="3105150" y="2054504"/>
                </a:moveTo>
                <a:lnTo>
                  <a:pt x="3104692" y="2053386"/>
                </a:lnTo>
                <a:lnTo>
                  <a:pt x="3102826" y="2051519"/>
                </a:lnTo>
                <a:lnTo>
                  <a:pt x="3101708" y="2051050"/>
                </a:lnTo>
                <a:lnTo>
                  <a:pt x="3099079" y="2051050"/>
                </a:lnTo>
                <a:lnTo>
                  <a:pt x="3097961" y="2051519"/>
                </a:lnTo>
                <a:lnTo>
                  <a:pt x="3096095" y="2053386"/>
                </a:lnTo>
                <a:lnTo>
                  <a:pt x="3095625" y="2054504"/>
                </a:lnTo>
                <a:lnTo>
                  <a:pt x="3095625" y="2057133"/>
                </a:lnTo>
                <a:lnTo>
                  <a:pt x="3096095" y="2058250"/>
                </a:lnTo>
                <a:lnTo>
                  <a:pt x="3097961" y="2060117"/>
                </a:lnTo>
                <a:lnTo>
                  <a:pt x="3099079" y="2060575"/>
                </a:lnTo>
                <a:lnTo>
                  <a:pt x="3101708" y="2060575"/>
                </a:lnTo>
                <a:lnTo>
                  <a:pt x="3102826" y="2060117"/>
                </a:lnTo>
                <a:lnTo>
                  <a:pt x="3104692" y="2058250"/>
                </a:lnTo>
                <a:lnTo>
                  <a:pt x="3105150" y="2057133"/>
                </a:lnTo>
                <a:lnTo>
                  <a:pt x="3105150" y="2054504"/>
                </a:lnTo>
                <a:close/>
              </a:path>
              <a:path w="3152775" h="2060575">
                <a:moveTo>
                  <a:pt x="3105150" y="1028979"/>
                </a:moveTo>
                <a:lnTo>
                  <a:pt x="3104692" y="1027861"/>
                </a:lnTo>
                <a:lnTo>
                  <a:pt x="3102826" y="1025994"/>
                </a:lnTo>
                <a:lnTo>
                  <a:pt x="3101708" y="1025525"/>
                </a:lnTo>
                <a:lnTo>
                  <a:pt x="3099079" y="1025525"/>
                </a:lnTo>
                <a:lnTo>
                  <a:pt x="3097961" y="1025994"/>
                </a:lnTo>
                <a:lnTo>
                  <a:pt x="3096095" y="1027861"/>
                </a:lnTo>
                <a:lnTo>
                  <a:pt x="3095625" y="1028979"/>
                </a:lnTo>
                <a:lnTo>
                  <a:pt x="3095625" y="1031608"/>
                </a:lnTo>
                <a:lnTo>
                  <a:pt x="3096095" y="1032725"/>
                </a:lnTo>
                <a:lnTo>
                  <a:pt x="3097961" y="1034592"/>
                </a:lnTo>
                <a:lnTo>
                  <a:pt x="3099079" y="1035050"/>
                </a:lnTo>
                <a:lnTo>
                  <a:pt x="3101708" y="1035050"/>
                </a:lnTo>
                <a:lnTo>
                  <a:pt x="3102826" y="1034592"/>
                </a:lnTo>
                <a:lnTo>
                  <a:pt x="3104692" y="1032725"/>
                </a:lnTo>
                <a:lnTo>
                  <a:pt x="3105150" y="1031608"/>
                </a:lnTo>
                <a:lnTo>
                  <a:pt x="3105150" y="1028979"/>
                </a:lnTo>
                <a:close/>
              </a:path>
              <a:path w="3152775" h="206057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3152775" h="2060575">
                <a:moveTo>
                  <a:pt x="3152775" y="2054504"/>
                </a:moveTo>
                <a:lnTo>
                  <a:pt x="3152317" y="2053386"/>
                </a:lnTo>
                <a:lnTo>
                  <a:pt x="3150451" y="2051519"/>
                </a:lnTo>
                <a:lnTo>
                  <a:pt x="3149333" y="2051050"/>
                </a:lnTo>
                <a:lnTo>
                  <a:pt x="3146704" y="2051050"/>
                </a:lnTo>
                <a:lnTo>
                  <a:pt x="3145586" y="2051519"/>
                </a:lnTo>
                <a:lnTo>
                  <a:pt x="3143720" y="2053386"/>
                </a:lnTo>
                <a:lnTo>
                  <a:pt x="3143250" y="2054504"/>
                </a:lnTo>
                <a:lnTo>
                  <a:pt x="3143250" y="2057133"/>
                </a:lnTo>
                <a:lnTo>
                  <a:pt x="3143720" y="2058250"/>
                </a:lnTo>
                <a:lnTo>
                  <a:pt x="3145586" y="2060117"/>
                </a:lnTo>
                <a:lnTo>
                  <a:pt x="3146704" y="2060575"/>
                </a:lnTo>
                <a:lnTo>
                  <a:pt x="3149333" y="2060575"/>
                </a:lnTo>
                <a:lnTo>
                  <a:pt x="3150451" y="2060117"/>
                </a:lnTo>
                <a:lnTo>
                  <a:pt x="3152317" y="2058250"/>
                </a:lnTo>
                <a:lnTo>
                  <a:pt x="3152775" y="2057133"/>
                </a:lnTo>
                <a:lnTo>
                  <a:pt x="3152775" y="2054504"/>
                </a:lnTo>
                <a:close/>
              </a:path>
              <a:path w="3152775" h="2060575">
                <a:moveTo>
                  <a:pt x="3152775" y="1028979"/>
                </a:moveTo>
                <a:lnTo>
                  <a:pt x="3152317" y="1027861"/>
                </a:lnTo>
                <a:lnTo>
                  <a:pt x="3150451" y="1025994"/>
                </a:lnTo>
                <a:lnTo>
                  <a:pt x="3149333" y="1025525"/>
                </a:lnTo>
                <a:lnTo>
                  <a:pt x="3146704" y="1025525"/>
                </a:lnTo>
                <a:lnTo>
                  <a:pt x="3145586" y="1025994"/>
                </a:lnTo>
                <a:lnTo>
                  <a:pt x="3143720" y="1027861"/>
                </a:lnTo>
                <a:lnTo>
                  <a:pt x="3143250" y="1028979"/>
                </a:lnTo>
                <a:lnTo>
                  <a:pt x="3143250" y="1031608"/>
                </a:lnTo>
                <a:lnTo>
                  <a:pt x="3143720" y="1032725"/>
                </a:lnTo>
                <a:lnTo>
                  <a:pt x="3145586" y="1034592"/>
                </a:lnTo>
                <a:lnTo>
                  <a:pt x="3146704" y="1035050"/>
                </a:lnTo>
                <a:lnTo>
                  <a:pt x="3149333" y="1035050"/>
                </a:lnTo>
                <a:lnTo>
                  <a:pt x="3150451" y="1034592"/>
                </a:lnTo>
                <a:lnTo>
                  <a:pt x="3152317" y="1032725"/>
                </a:lnTo>
                <a:lnTo>
                  <a:pt x="3152775" y="1031608"/>
                </a:lnTo>
                <a:lnTo>
                  <a:pt x="3152775" y="1028979"/>
                </a:lnTo>
                <a:close/>
              </a:path>
              <a:path w="3152775" h="206057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442296" y="5899248"/>
            <a:ext cx="180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80682" y="4873724"/>
            <a:ext cx="242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71816" y="6851550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069195" y="4507954"/>
            <a:ext cx="177800" cy="90296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1200" spc="-6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 rot="19560000">
            <a:off x="5026877" y="6268485"/>
            <a:ext cx="89694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Computer</a:t>
            </a:r>
            <a:r>
              <a:rPr sz="900" spc="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3086" dirty="0">
                <a:solidFill>
                  <a:srgbClr val="605D5C"/>
                </a:solidFill>
                <a:latin typeface="Segoe UI"/>
                <a:cs typeface="Segoe UI"/>
              </a:rPr>
              <a:t>Scien…</a:t>
            </a:r>
            <a:endParaRPr sz="1350" baseline="3086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 rot="19560000">
            <a:off x="5006858" y="6356234"/>
            <a:ext cx="119799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Electronics</a:t>
            </a:r>
            <a:r>
              <a:rPr sz="9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6172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1350" spc="-44" baseline="6172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6172" dirty="0">
                <a:solidFill>
                  <a:srgbClr val="605D5C"/>
                </a:solidFill>
                <a:latin typeface="Segoe UI"/>
                <a:cs typeface="Segoe UI"/>
              </a:rPr>
              <a:t>Teleco…</a:t>
            </a:r>
            <a:endParaRPr sz="1350" baseline="6172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 rot="19560000">
            <a:off x="5726474" y="6206269"/>
            <a:ext cx="68524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CSE(AI</a:t>
            </a:r>
            <a:r>
              <a:rPr sz="9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3086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1350" spc="-44" baseline="3086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37" baseline="3086" dirty="0">
                <a:solidFill>
                  <a:srgbClr val="605D5C"/>
                </a:solidFill>
                <a:latin typeface="Segoe UI"/>
                <a:cs typeface="Segoe UI"/>
              </a:rPr>
              <a:t>ML)</a:t>
            </a:r>
            <a:endParaRPr sz="1350" baseline="3086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 rot="19560000">
            <a:off x="5505134" y="6358881"/>
            <a:ext cx="120684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Information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6172" dirty="0">
                <a:solidFill>
                  <a:srgbClr val="605D5C"/>
                </a:solidFill>
                <a:latin typeface="Segoe UI"/>
                <a:cs typeface="Segoe UI"/>
              </a:rPr>
              <a:t>Technology</a:t>
            </a:r>
            <a:endParaRPr sz="1350" baseline="6172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 rot="19560000">
            <a:off x="5761343" y="6357935"/>
            <a:ext cx="120368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Artificial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3086" dirty="0">
                <a:solidFill>
                  <a:srgbClr val="605D5C"/>
                </a:solidFill>
                <a:latin typeface="Segoe UI"/>
                <a:cs typeface="Segoe UI"/>
              </a:rPr>
              <a:t>Intelligence</a:t>
            </a:r>
            <a:r>
              <a:rPr sz="1350" spc="-37" baseline="3086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37" baseline="9259" dirty="0">
                <a:solidFill>
                  <a:srgbClr val="605D5C"/>
                </a:solidFill>
                <a:latin typeface="Segoe UI"/>
                <a:cs typeface="Segoe UI"/>
              </a:rPr>
              <a:t>a…</a:t>
            </a:r>
            <a:endParaRPr sz="1350" baseline="9259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 rot="19560000">
            <a:off x="6008926" y="6359735"/>
            <a:ext cx="1209373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Mechanical</a:t>
            </a:r>
            <a:r>
              <a:rPr sz="900" spc="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6172" dirty="0">
                <a:solidFill>
                  <a:srgbClr val="605D5C"/>
                </a:solidFill>
                <a:latin typeface="Segoe UI"/>
                <a:cs typeface="Segoe UI"/>
              </a:rPr>
              <a:t>Engineering</a:t>
            </a:r>
            <a:endParaRPr sz="1350" baseline="6172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 rot="19560000">
            <a:off x="6306613" y="6345503"/>
            <a:ext cx="1160706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CSE(Artificial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6172" dirty="0">
                <a:solidFill>
                  <a:srgbClr val="605D5C"/>
                </a:solidFill>
                <a:latin typeface="Segoe UI"/>
                <a:cs typeface="Segoe UI"/>
              </a:rPr>
              <a:t>Intellige…</a:t>
            </a:r>
            <a:endParaRPr sz="1350" baseline="6172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 rot="19560000">
            <a:off x="6550962" y="6348324"/>
            <a:ext cx="1170817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CSE(IoT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3086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1350" spc="-60" baseline="3086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6172" dirty="0">
                <a:solidFill>
                  <a:srgbClr val="605D5C"/>
                </a:solidFill>
                <a:latin typeface="Segoe UI"/>
                <a:cs typeface="Segoe UI"/>
              </a:rPr>
              <a:t>Cyber</a:t>
            </a:r>
            <a:r>
              <a:rPr sz="1350" spc="-52" baseline="6172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37" baseline="9259" dirty="0">
                <a:solidFill>
                  <a:srgbClr val="605D5C"/>
                </a:solidFill>
                <a:latin typeface="Segoe UI"/>
                <a:cs typeface="Segoe UI"/>
              </a:rPr>
              <a:t>Se…</a:t>
            </a:r>
            <a:endParaRPr sz="1350" baseline="9259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 rot="19560000">
            <a:off x="7038448" y="6273098"/>
            <a:ext cx="91332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CSE(Data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3086" dirty="0">
                <a:solidFill>
                  <a:srgbClr val="605D5C"/>
                </a:solidFill>
                <a:latin typeface="Segoe UI"/>
                <a:cs typeface="Segoe UI"/>
              </a:rPr>
              <a:t>Science)</a:t>
            </a:r>
            <a:endParaRPr sz="1350" baseline="3086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 rot="19560000">
            <a:off x="7076438" y="6342246"/>
            <a:ext cx="1149332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Instrumentation</a:t>
            </a:r>
            <a:r>
              <a:rPr sz="900" spc="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baseline="6172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1350" spc="15" baseline="6172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75" baseline="9259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1350" baseline="9259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 rot="19560000">
            <a:off x="7291717" y="6354450"/>
            <a:ext cx="1191042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CSE(Software</a:t>
            </a:r>
            <a:r>
              <a:rPr sz="900" spc="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6172" dirty="0">
                <a:solidFill>
                  <a:srgbClr val="605D5C"/>
                </a:solidFill>
                <a:latin typeface="Segoe UI"/>
                <a:cs typeface="Segoe UI"/>
              </a:rPr>
              <a:t>Enginee…</a:t>
            </a:r>
            <a:endParaRPr sz="1350" baseline="6172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 rot="19560000">
            <a:off x="7854205" y="6255060"/>
            <a:ext cx="851620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350" spc="-15" baseline="3086" dirty="0">
                <a:solidFill>
                  <a:srgbClr val="605D5C"/>
                </a:solidFill>
                <a:latin typeface="Segoe UI"/>
                <a:cs typeface="Segoe UI"/>
              </a:rPr>
              <a:t>Engineering</a:t>
            </a:r>
            <a:endParaRPr sz="1350" baseline="3086">
              <a:latin typeface="Segoe UI"/>
              <a:cs typeface="Segoe U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806772" y="3933825"/>
            <a:ext cx="2985135" cy="2051050"/>
            <a:chOff x="5806772" y="3933825"/>
            <a:chExt cx="2985135" cy="2051050"/>
          </a:xfrm>
        </p:grpSpPr>
        <p:sp>
          <p:nvSpPr>
            <p:cNvPr id="63" name="object 63"/>
            <p:cNvSpPr/>
            <p:nvPr/>
          </p:nvSpPr>
          <p:spPr>
            <a:xfrm>
              <a:off x="5806770" y="4436541"/>
              <a:ext cx="2985135" cy="1548765"/>
            </a:xfrm>
            <a:custGeom>
              <a:avLst/>
              <a:gdLst/>
              <a:ahLst/>
              <a:cxnLst/>
              <a:rect l="l" t="t" r="r" b="b"/>
              <a:pathLst>
                <a:path w="2985134" h="1548764">
                  <a:moveTo>
                    <a:pt x="199428" y="232410"/>
                  </a:moveTo>
                  <a:lnTo>
                    <a:pt x="0" y="232410"/>
                  </a:lnTo>
                  <a:lnTo>
                    <a:pt x="0" y="1548333"/>
                  </a:lnTo>
                  <a:lnTo>
                    <a:pt x="199428" y="1548333"/>
                  </a:lnTo>
                  <a:lnTo>
                    <a:pt x="199428" y="232410"/>
                  </a:lnTo>
                  <a:close/>
                </a:path>
                <a:path w="2985134" h="1548764">
                  <a:moveTo>
                    <a:pt x="452666" y="25044"/>
                  </a:moveTo>
                  <a:lnTo>
                    <a:pt x="253238" y="25044"/>
                  </a:lnTo>
                  <a:lnTo>
                    <a:pt x="253238" y="1548333"/>
                  </a:lnTo>
                  <a:lnTo>
                    <a:pt x="452666" y="1548333"/>
                  </a:lnTo>
                  <a:lnTo>
                    <a:pt x="452666" y="25044"/>
                  </a:lnTo>
                  <a:close/>
                </a:path>
                <a:path w="2985134" h="1548764">
                  <a:moveTo>
                    <a:pt x="705916" y="183146"/>
                  </a:moveTo>
                  <a:lnTo>
                    <a:pt x="506488" y="183146"/>
                  </a:lnTo>
                  <a:lnTo>
                    <a:pt x="506488" y="1548333"/>
                  </a:lnTo>
                  <a:lnTo>
                    <a:pt x="705916" y="1548333"/>
                  </a:lnTo>
                  <a:lnTo>
                    <a:pt x="705916" y="183146"/>
                  </a:lnTo>
                  <a:close/>
                </a:path>
                <a:path w="2985134" h="1548764">
                  <a:moveTo>
                    <a:pt x="959154" y="309448"/>
                  </a:moveTo>
                  <a:lnTo>
                    <a:pt x="759726" y="309448"/>
                  </a:lnTo>
                  <a:lnTo>
                    <a:pt x="759726" y="1548333"/>
                  </a:lnTo>
                  <a:lnTo>
                    <a:pt x="959154" y="1548333"/>
                  </a:lnTo>
                  <a:lnTo>
                    <a:pt x="959154" y="309448"/>
                  </a:lnTo>
                  <a:close/>
                </a:path>
                <a:path w="2985134" h="1548764">
                  <a:moveTo>
                    <a:pt x="1212405" y="463715"/>
                  </a:moveTo>
                  <a:lnTo>
                    <a:pt x="1012977" y="463715"/>
                  </a:lnTo>
                  <a:lnTo>
                    <a:pt x="1012977" y="1548333"/>
                  </a:lnTo>
                  <a:lnTo>
                    <a:pt x="1212405" y="1548333"/>
                  </a:lnTo>
                  <a:lnTo>
                    <a:pt x="1212405" y="463715"/>
                  </a:lnTo>
                  <a:close/>
                </a:path>
                <a:path w="2985134" h="1548764">
                  <a:moveTo>
                    <a:pt x="1465643" y="23393"/>
                  </a:moveTo>
                  <a:lnTo>
                    <a:pt x="1266215" y="23393"/>
                  </a:lnTo>
                  <a:lnTo>
                    <a:pt x="1266215" y="1548333"/>
                  </a:lnTo>
                  <a:lnTo>
                    <a:pt x="1465643" y="1548333"/>
                  </a:lnTo>
                  <a:lnTo>
                    <a:pt x="1465643" y="23393"/>
                  </a:lnTo>
                  <a:close/>
                </a:path>
                <a:path w="2985134" h="1548764">
                  <a:moveTo>
                    <a:pt x="1718894" y="137147"/>
                  </a:moveTo>
                  <a:lnTo>
                    <a:pt x="1519466" y="137147"/>
                  </a:lnTo>
                  <a:lnTo>
                    <a:pt x="1519466" y="1548333"/>
                  </a:lnTo>
                  <a:lnTo>
                    <a:pt x="1718894" y="1548333"/>
                  </a:lnTo>
                  <a:lnTo>
                    <a:pt x="1718894" y="137147"/>
                  </a:lnTo>
                  <a:close/>
                </a:path>
                <a:path w="2985134" h="1548764">
                  <a:moveTo>
                    <a:pt x="1972132" y="91313"/>
                  </a:moveTo>
                  <a:lnTo>
                    <a:pt x="1772704" y="91313"/>
                  </a:lnTo>
                  <a:lnTo>
                    <a:pt x="1772704" y="1548333"/>
                  </a:lnTo>
                  <a:lnTo>
                    <a:pt x="1972132" y="1548333"/>
                  </a:lnTo>
                  <a:lnTo>
                    <a:pt x="1972132" y="91313"/>
                  </a:lnTo>
                  <a:close/>
                </a:path>
                <a:path w="2985134" h="1548764">
                  <a:moveTo>
                    <a:pt x="2225383" y="165608"/>
                  </a:moveTo>
                  <a:lnTo>
                    <a:pt x="2025942" y="165608"/>
                  </a:lnTo>
                  <a:lnTo>
                    <a:pt x="2025942" y="1548333"/>
                  </a:lnTo>
                  <a:lnTo>
                    <a:pt x="2225383" y="1548333"/>
                  </a:lnTo>
                  <a:lnTo>
                    <a:pt x="2225383" y="165608"/>
                  </a:lnTo>
                  <a:close/>
                </a:path>
                <a:path w="2985134" h="1548764">
                  <a:moveTo>
                    <a:pt x="2478621" y="307886"/>
                  </a:moveTo>
                  <a:lnTo>
                    <a:pt x="2279192" y="307886"/>
                  </a:lnTo>
                  <a:lnTo>
                    <a:pt x="2279192" y="1548333"/>
                  </a:lnTo>
                  <a:lnTo>
                    <a:pt x="2478621" y="1548333"/>
                  </a:lnTo>
                  <a:lnTo>
                    <a:pt x="2478621" y="307886"/>
                  </a:lnTo>
                  <a:close/>
                </a:path>
                <a:path w="2985134" h="1548764">
                  <a:moveTo>
                    <a:pt x="2731871" y="218694"/>
                  </a:moveTo>
                  <a:lnTo>
                    <a:pt x="2532430" y="218694"/>
                  </a:lnTo>
                  <a:lnTo>
                    <a:pt x="2532430" y="1548333"/>
                  </a:lnTo>
                  <a:lnTo>
                    <a:pt x="2731871" y="1548333"/>
                  </a:lnTo>
                  <a:lnTo>
                    <a:pt x="2731871" y="218694"/>
                  </a:lnTo>
                  <a:close/>
                </a:path>
                <a:path w="2985134" h="1548764">
                  <a:moveTo>
                    <a:pt x="2985109" y="0"/>
                  </a:moveTo>
                  <a:lnTo>
                    <a:pt x="2785681" y="0"/>
                  </a:lnTo>
                  <a:lnTo>
                    <a:pt x="2785681" y="1548333"/>
                  </a:lnTo>
                  <a:lnTo>
                    <a:pt x="2985109" y="1548333"/>
                  </a:lnTo>
                  <a:lnTo>
                    <a:pt x="2985109" y="0"/>
                  </a:lnTo>
                  <a:close/>
                </a:path>
              </a:pathLst>
            </a:custGeom>
            <a:solidFill>
              <a:srgbClr val="2EC2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806770" y="4295775"/>
              <a:ext cx="2985135" cy="604520"/>
            </a:xfrm>
            <a:custGeom>
              <a:avLst/>
              <a:gdLst/>
              <a:ahLst/>
              <a:cxnLst/>
              <a:rect l="l" t="t" r="r" b="b"/>
              <a:pathLst>
                <a:path w="2985134" h="604520">
                  <a:moveTo>
                    <a:pt x="199428" y="199224"/>
                  </a:moveTo>
                  <a:lnTo>
                    <a:pt x="0" y="199224"/>
                  </a:lnTo>
                  <a:lnTo>
                    <a:pt x="0" y="373176"/>
                  </a:lnTo>
                  <a:lnTo>
                    <a:pt x="199428" y="373176"/>
                  </a:lnTo>
                  <a:lnTo>
                    <a:pt x="199428" y="199224"/>
                  </a:lnTo>
                  <a:close/>
                </a:path>
                <a:path w="2985134" h="604520">
                  <a:moveTo>
                    <a:pt x="452666" y="27876"/>
                  </a:moveTo>
                  <a:lnTo>
                    <a:pt x="253238" y="27876"/>
                  </a:lnTo>
                  <a:lnTo>
                    <a:pt x="253238" y="165811"/>
                  </a:lnTo>
                  <a:lnTo>
                    <a:pt x="452666" y="165811"/>
                  </a:lnTo>
                  <a:lnTo>
                    <a:pt x="452666" y="27876"/>
                  </a:lnTo>
                  <a:close/>
                </a:path>
                <a:path w="2985134" h="604520">
                  <a:moveTo>
                    <a:pt x="705916" y="186740"/>
                  </a:moveTo>
                  <a:lnTo>
                    <a:pt x="506488" y="186740"/>
                  </a:lnTo>
                  <a:lnTo>
                    <a:pt x="506488" y="323913"/>
                  </a:lnTo>
                  <a:lnTo>
                    <a:pt x="705916" y="323913"/>
                  </a:lnTo>
                  <a:lnTo>
                    <a:pt x="705916" y="186740"/>
                  </a:lnTo>
                  <a:close/>
                </a:path>
                <a:path w="2985134" h="604520">
                  <a:moveTo>
                    <a:pt x="959154" y="278142"/>
                  </a:moveTo>
                  <a:lnTo>
                    <a:pt x="759726" y="278142"/>
                  </a:lnTo>
                  <a:lnTo>
                    <a:pt x="759726" y="450215"/>
                  </a:lnTo>
                  <a:lnTo>
                    <a:pt x="959154" y="450215"/>
                  </a:lnTo>
                  <a:lnTo>
                    <a:pt x="959154" y="278142"/>
                  </a:lnTo>
                  <a:close/>
                </a:path>
                <a:path w="2985134" h="604520">
                  <a:moveTo>
                    <a:pt x="1212405" y="409803"/>
                  </a:moveTo>
                  <a:lnTo>
                    <a:pt x="1012977" y="409803"/>
                  </a:lnTo>
                  <a:lnTo>
                    <a:pt x="1012977" y="604481"/>
                  </a:lnTo>
                  <a:lnTo>
                    <a:pt x="1212405" y="604481"/>
                  </a:lnTo>
                  <a:lnTo>
                    <a:pt x="1212405" y="409803"/>
                  </a:lnTo>
                  <a:close/>
                </a:path>
                <a:path w="2985134" h="604520">
                  <a:moveTo>
                    <a:pt x="1465643" y="95542"/>
                  </a:moveTo>
                  <a:lnTo>
                    <a:pt x="1266215" y="95542"/>
                  </a:lnTo>
                  <a:lnTo>
                    <a:pt x="1266215" y="164160"/>
                  </a:lnTo>
                  <a:lnTo>
                    <a:pt x="1465643" y="164160"/>
                  </a:lnTo>
                  <a:lnTo>
                    <a:pt x="1465643" y="95542"/>
                  </a:lnTo>
                  <a:close/>
                </a:path>
                <a:path w="2985134" h="604520">
                  <a:moveTo>
                    <a:pt x="1718894" y="146431"/>
                  </a:moveTo>
                  <a:lnTo>
                    <a:pt x="1519466" y="146431"/>
                  </a:lnTo>
                  <a:lnTo>
                    <a:pt x="1519466" y="277914"/>
                  </a:lnTo>
                  <a:lnTo>
                    <a:pt x="1718894" y="277914"/>
                  </a:lnTo>
                  <a:lnTo>
                    <a:pt x="1718894" y="146431"/>
                  </a:lnTo>
                  <a:close/>
                </a:path>
                <a:path w="2985134" h="604520">
                  <a:moveTo>
                    <a:pt x="1972132" y="75171"/>
                  </a:moveTo>
                  <a:lnTo>
                    <a:pt x="1772704" y="75171"/>
                  </a:lnTo>
                  <a:lnTo>
                    <a:pt x="1772704" y="232079"/>
                  </a:lnTo>
                  <a:lnTo>
                    <a:pt x="1972132" y="232079"/>
                  </a:lnTo>
                  <a:lnTo>
                    <a:pt x="1972132" y="75171"/>
                  </a:lnTo>
                  <a:close/>
                </a:path>
                <a:path w="2985134" h="604520">
                  <a:moveTo>
                    <a:pt x="2225383" y="98971"/>
                  </a:moveTo>
                  <a:lnTo>
                    <a:pt x="2025942" y="98971"/>
                  </a:lnTo>
                  <a:lnTo>
                    <a:pt x="2025942" y="306374"/>
                  </a:lnTo>
                  <a:lnTo>
                    <a:pt x="2225383" y="306374"/>
                  </a:lnTo>
                  <a:lnTo>
                    <a:pt x="2225383" y="98971"/>
                  </a:lnTo>
                  <a:close/>
                </a:path>
                <a:path w="2985134" h="604520">
                  <a:moveTo>
                    <a:pt x="2478621" y="264426"/>
                  </a:moveTo>
                  <a:lnTo>
                    <a:pt x="2279192" y="264426"/>
                  </a:lnTo>
                  <a:lnTo>
                    <a:pt x="2279192" y="448652"/>
                  </a:lnTo>
                  <a:lnTo>
                    <a:pt x="2478621" y="448652"/>
                  </a:lnTo>
                  <a:lnTo>
                    <a:pt x="2478621" y="264426"/>
                  </a:lnTo>
                  <a:close/>
                </a:path>
                <a:path w="2985134" h="604520">
                  <a:moveTo>
                    <a:pt x="2731871" y="189712"/>
                  </a:moveTo>
                  <a:lnTo>
                    <a:pt x="2532430" y="189712"/>
                  </a:lnTo>
                  <a:lnTo>
                    <a:pt x="2532430" y="359460"/>
                  </a:lnTo>
                  <a:lnTo>
                    <a:pt x="2731871" y="359460"/>
                  </a:lnTo>
                  <a:lnTo>
                    <a:pt x="2731871" y="189712"/>
                  </a:lnTo>
                  <a:close/>
                </a:path>
                <a:path w="2985134" h="604520">
                  <a:moveTo>
                    <a:pt x="2985109" y="0"/>
                  </a:moveTo>
                  <a:lnTo>
                    <a:pt x="2785681" y="0"/>
                  </a:lnTo>
                  <a:lnTo>
                    <a:pt x="2785681" y="140766"/>
                  </a:lnTo>
                  <a:lnTo>
                    <a:pt x="2985109" y="140766"/>
                  </a:lnTo>
                  <a:lnTo>
                    <a:pt x="2985109" y="0"/>
                  </a:lnTo>
                  <a:close/>
                </a:path>
              </a:pathLst>
            </a:custGeom>
            <a:solidFill>
              <a:srgbClr val="00A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806770" y="4215345"/>
              <a:ext cx="2985135" cy="490855"/>
            </a:xfrm>
            <a:custGeom>
              <a:avLst/>
              <a:gdLst/>
              <a:ahLst/>
              <a:cxnLst/>
              <a:rect l="l" t="t" r="r" b="b"/>
              <a:pathLst>
                <a:path w="2985134" h="490854">
                  <a:moveTo>
                    <a:pt x="199428" y="147777"/>
                  </a:moveTo>
                  <a:lnTo>
                    <a:pt x="0" y="147777"/>
                  </a:lnTo>
                  <a:lnTo>
                    <a:pt x="0" y="279654"/>
                  </a:lnTo>
                  <a:lnTo>
                    <a:pt x="199428" y="279654"/>
                  </a:lnTo>
                  <a:lnTo>
                    <a:pt x="199428" y="147777"/>
                  </a:lnTo>
                  <a:close/>
                </a:path>
                <a:path w="2985134" h="490854">
                  <a:moveTo>
                    <a:pt x="452666" y="48336"/>
                  </a:moveTo>
                  <a:lnTo>
                    <a:pt x="253238" y="48336"/>
                  </a:lnTo>
                  <a:lnTo>
                    <a:pt x="253238" y="108305"/>
                  </a:lnTo>
                  <a:lnTo>
                    <a:pt x="452666" y="108305"/>
                  </a:lnTo>
                  <a:lnTo>
                    <a:pt x="452666" y="48336"/>
                  </a:lnTo>
                  <a:close/>
                </a:path>
                <a:path w="2985134" h="490854">
                  <a:moveTo>
                    <a:pt x="705916" y="182257"/>
                  </a:moveTo>
                  <a:lnTo>
                    <a:pt x="506488" y="182257"/>
                  </a:lnTo>
                  <a:lnTo>
                    <a:pt x="506488" y="267169"/>
                  </a:lnTo>
                  <a:lnTo>
                    <a:pt x="705916" y="267169"/>
                  </a:lnTo>
                  <a:lnTo>
                    <a:pt x="705916" y="182257"/>
                  </a:lnTo>
                  <a:close/>
                </a:path>
                <a:path w="2985134" h="490854">
                  <a:moveTo>
                    <a:pt x="959154" y="214045"/>
                  </a:moveTo>
                  <a:lnTo>
                    <a:pt x="759726" y="214045"/>
                  </a:lnTo>
                  <a:lnTo>
                    <a:pt x="759726" y="358571"/>
                  </a:lnTo>
                  <a:lnTo>
                    <a:pt x="959154" y="358571"/>
                  </a:lnTo>
                  <a:lnTo>
                    <a:pt x="959154" y="214045"/>
                  </a:lnTo>
                  <a:close/>
                </a:path>
                <a:path w="2985134" h="490854">
                  <a:moveTo>
                    <a:pt x="1212405" y="330327"/>
                  </a:moveTo>
                  <a:lnTo>
                    <a:pt x="1012977" y="330327"/>
                  </a:lnTo>
                  <a:lnTo>
                    <a:pt x="1012977" y="490232"/>
                  </a:lnTo>
                  <a:lnTo>
                    <a:pt x="1212405" y="490232"/>
                  </a:lnTo>
                  <a:lnTo>
                    <a:pt x="1212405" y="330327"/>
                  </a:lnTo>
                  <a:close/>
                </a:path>
                <a:path w="2985134" h="490854">
                  <a:moveTo>
                    <a:pt x="1465643" y="61595"/>
                  </a:moveTo>
                  <a:lnTo>
                    <a:pt x="1266215" y="61595"/>
                  </a:lnTo>
                  <a:lnTo>
                    <a:pt x="1266215" y="175971"/>
                  </a:lnTo>
                  <a:lnTo>
                    <a:pt x="1465643" y="175971"/>
                  </a:lnTo>
                  <a:lnTo>
                    <a:pt x="1465643" y="61595"/>
                  </a:lnTo>
                  <a:close/>
                </a:path>
                <a:path w="2985134" h="490854">
                  <a:moveTo>
                    <a:pt x="1718894" y="51562"/>
                  </a:moveTo>
                  <a:lnTo>
                    <a:pt x="1519466" y="51562"/>
                  </a:lnTo>
                  <a:lnTo>
                    <a:pt x="1519466" y="226860"/>
                  </a:lnTo>
                  <a:lnTo>
                    <a:pt x="1718894" y="226860"/>
                  </a:lnTo>
                  <a:lnTo>
                    <a:pt x="1718894" y="51562"/>
                  </a:lnTo>
                  <a:close/>
                </a:path>
                <a:path w="2985134" h="490854">
                  <a:moveTo>
                    <a:pt x="1972132" y="65925"/>
                  </a:moveTo>
                  <a:lnTo>
                    <a:pt x="1772704" y="65925"/>
                  </a:lnTo>
                  <a:lnTo>
                    <a:pt x="1772704" y="155600"/>
                  </a:lnTo>
                  <a:lnTo>
                    <a:pt x="1972132" y="155600"/>
                  </a:lnTo>
                  <a:lnTo>
                    <a:pt x="1972132" y="65925"/>
                  </a:lnTo>
                  <a:close/>
                </a:path>
                <a:path w="2985134" h="490854">
                  <a:moveTo>
                    <a:pt x="2225383" y="75692"/>
                  </a:moveTo>
                  <a:lnTo>
                    <a:pt x="2025942" y="75692"/>
                  </a:lnTo>
                  <a:lnTo>
                    <a:pt x="2025942" y="179400"/>
                  </a:lnTo>
                  <a:lnTo>
                    <a:pt x="2225383" y="179400"/>
                  </a:lnTo>
                  <a:lnTo>
                    <a:pt x="2225383" y="75692"/>
                  </a:lnTo>
                  <a:close/>
                </a:path>
                <a:path w="2985134" h="490854">
                  <a:moveTo>
                    <a:pt x="2478621" y="295732"/>
                  </a:moveTo>
                  <a:lnTo>
                    <a:pt x="2279192" y="295732"/>
                  </a:lnTo>
                  <a:lnTo>
                    <a:pt x="2279192" y="344855"/>
                  </a:lnTo>
                  <a:lnTo>
                    <a:pt x="2478621" y="344855"/>
                  </a:lnTo>
                  <a:lnTo>
                    <a:pt x="2478621" y="295732"/>
                  </a:lnTo>
                  <a:close/>
                </a:path>
                <a:path w="2985134" h="490854">
                  <a:moveTo>
                    <a:pt x="2731871" y="142836"/>
                  </a:moveTo>
                  <a:lnTo>
                    <a:pt x="2532430" y="142836"/>
                  </a:lnTo>
                  <a:lnTo>
                    <a:pt x="2532430" y="270141"/>
                  </a:lnTo>
                  <a:lnTo>
                    <a:pt x="2731871" y="270141"/>
                  </a:lnTo>
                  <a:lnTo>
                    <a:pt x="2731871" y="142836"/>
                  </a:lnTo>
                  <a:close/>
                </a:path>
                <a:path w="2985134" h="490854">
                  <a:moveTo>
                    <a:pt x="2985109" y="0"/>
                  </a:moveTo>
                  <a:lnTo>
                    <a:pt x="2785681" y="0"/>
                  </a:lnTo>
                  <a:lnTo>
                    <a:pt x="2785681" y="80429"/>
                  </a:lnTo>
                  <a:lnTo>
                    <a:pt x="2985109" y="80429"/>
                  </a:lnTo>
                  <a:lnTo>
                    <a:pt x="2985109" y="0"/>
                  </a:lnTo>
                  <a:close/>
                </a:path>
              </a:pathLst>
            </a:custGeom>
            <a:solidFill>
              <a:srgbClr val="C3B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806770" y="4090746"/>
              <a:ext cx="2985135" cy="455295"/>
            </a:xfrm>
            <a:custGeom>
              <a:avLst/>
              <a:gdLst/>
              <a:ahLst/>
              <a:cxnLst/>
              <a:rect l="l" t="t" r="r" b="b"/>
              <a:pathLst>
                <a:path w="2985134" h="455295">
                  <a:moveTo>
                    <a:pt x="199428" y="70358"/>
                  </a:moveTo>
                  <a:lnTo>
                    <a:pt x="0" y="70358"/>
                  </a:lnTo>
                  <a:lnTo>
                    <a:pt x="0" y="272376"/>
                  </a:lnTo>
                  <a:lnTo>
                    <a:pt x="199428" y="272376"/>
                  </a:lnTo>
                  <a:lnTo>
                    <a:pt x="199428" y="70358"/>
                  </a:lnTo>
                  <a:close/>
                </a:path>
                <a:path w="2985134" h="455295">
                  <a:moveTo>
                    <a:pt x="452666" y="64985"/>
                  </a:moveTo>
                  <a:lnTo>
                    <a:pt x="253238" y="64985"/>
                  </a:lnTo>
                  <a:lnTo>
                    <a:pt x="253238" y="172935"/>
                  </a:lnTo>
                  <a:lnTo>
                    <a:pt x="452666" y="172935"/>
                  </a:lnTo>
                  <a:lnTo>
                    <a:pt x="452666" y="64985"/>
                  </a:lnTo>
                  <a:close/>
                </a:path>
                <a:path w="2985134" h="455295">
                  <a:moveTo>
                    <a:pt x="705916" y="110896"/>
                  </a:moveTo>
                  <a:lnTo>
                    <a:pt x="506488" y="110896"/>
                  </a:lnTo>
                  <a:lnTo>
                    <a:pt x="506488" y="306857"/>
                  </a:lnTo>
                  <a:lnTo>
                    <a:pt x="705916" y="306857"/>
                  </a:lnTo>
                  <a:lnTo>
                    <a:pt x="705916" y="110896"/>
                  </a:lnTo>
                  <a:close/>
                </a:path>
                <a:path w="2985134" h="455295">
                  <a:moveTo>
                    <a:pt x="959154" y="118389"/>
                  </a:moveTo>
                  <a:lnTo>
                    <a:pt x="759726" y="118389"/>
                  </a:lnTo>
                  <a:lnTo>
                    <a:pt x="759726" y="338645"/>
                  </a:lnTo>
                  <a:lnTo>
                    <a:pt x="959154" y="338645"/>
                  </a:lnTo>
                  <a:lnTo>
                    <a:pt x="959154" y="118389"/>
                  </a:lnTo>
                  <a:close/>
                </a:path>
                <a:path w="2985134" h="455295">
                  <a:moveTo>
                    <a:pt x="1212405" y="253288"/>
                  </a:moveTo>
                  <a:lnTo>
                    <a:pt x="1012977" y="253288"/>
                  </a:lnTo>
                  <a:lnTo>
                    <a:pt x="1012977" y="454926"/>
                  </a:lnTo>
                  <a:lnTo>
                    <a:pt x="1212405" y="454926"/>
                  </a:lnTo>
                  <a:lnTo>
                    <a:pt x="1212405" y="253288"/>
                  </a:lnTo>
                  <a:close/>
                </a:path>
                <a:path w="2985134" h="455295">
                  <a:moveTo>
                    <a:pt x="1465643" y="41325"/>
                  </a:moveTo>
                  <a:lnTo>
                    <a:pt x="1266215" y="41325"/>
                  </a:lnTo>
                  <a:lnTo>
                    <a:pt x="1266215" y="186194"/>
                  </a:lnTo>
                  <a:lnTo>
                    <a:pt x="1465643" y="186194"/>
                  </a:lnTo>
                  <a:lnTo>
                    <a:pt x="1465643" y="41325"/>
                  </a:lnTo>
                  <a:close/>
                </a:path>
                <a:path w="2985134" h="455295">
                  <a:moveTo>
                    <a:pt x="1718894" y="44678"/>
                  </a:moveTo>
                  <a:lnTo>
                    <a:pt x="1519466" y="44678"/>
                  </a:lnTo>
                  <a:lnTo>
                    <a:pt x="1519466" y="176161"/>
                  </a:lnTo>
                  <a:lnTo>
                    <a:pt x="1718894" y="176161"/>
                  </a:lnTo>
                  <a:lnTo>
                    <a:pt x="1718894" y="44678"/>
                  </a:lnTo>
                  <a:close/>
                </a:path>
                <a:path w="2985134" h="455295">
                  <a:moveTo>
                    <a:pt x="1972132" y="0"/>
                  </a:moveTo>
                  <a:lnTo>
                    <a:pt x="1772704" y="0"/>
                  </a:lnTo>
                  <a:lnTo>
                    <a:pt x="1772704" y="190525"/>
                  </a:lnTo>
                  <a:lnTo>
                    <a:pt x="1972132" y="190525"/>
                  </a:lnTo>
                  <a:lnTo>
                    <a:pt x="1972132" y="0"/>
                  </a:lnTo>
                  <a:close/>
                </a:path>
                <a:path w="2985134" h="455295">
                  <a:moveTo>
                    <a:pt x="2225383" y="62014"/>
                  </a:moveTo>
                  <a:lnTo>
                    <a:pt x="2025942" y="62014"/>
                  </a:lnTo>
                  <a:lnTo>
                    <a:pt x="2025942" y="200291"/>
                  </a:lnTo>
                  <a:lnTo>
                    <a:pt x="2225383" y="200291"/>
                  </a:lnTo>
                  <a:lnTo>
                    <a:pt x="2225383" y="62014"/>
                  </a:lnTo>
                  <a:close/>
                </a:path>
                <a:path w="2985134" h="455295">
                  <a:moveTo>
                    <a:pt x="2478621" y="186969"/>
                  </a:moveTo>
                  <a:lnTo>
                    <a:pt x="2279192" y="186969"/>
                  </a:lnTo>
                  <a:lnTo>
                    <a:pt x="2279192" y="420331"/>
                  </a:lnTo>
                  <a:lnTo>
                    <a:pt x="2478621" y="420331"/>
                  </a:lnTo>
                  <a:lnTo>
                    <a:pt x="2478621" y="186969"/>
                  </a:lnTo>
                  <a:close/>
                </a:path>
                <a:path w="2985134" h="455295">
                  <a:moveTo>
                    <a:pt x="2731871" y="140131"/>
                  </a:moveTo>
                  <a:lnTo>
                    <a:pt x="2532430" y="140131"/>
                  </a:lnTo>
                  <a:lnTo>
                    <a:pt x="2532430" y="267436"/>
                  </a:lnTo>
                  <a:lnTo>
                    <a:pt x="2731871" y="267436"/>
                  </a:lnTo>
                  <a:lnTo>
                    <a:pt x="2731871" y="140131"/>
                  </a:lnTo>
                  <a:close/>
                </a:path>
                <a:path w="2985134" h="455295">
                  <a:moveTo>
                    <a:pt x="2985109" y="44170"/>
                  </a:moveTo>
                  <a:lnTo>
                    <a:pt x="2785681" y="44170"/>
                  </a:lnTo>
                  <a:lnTo>
                    <a:pt x="2785681" y="124599"/>
                  </a:lnTo>
                  <a:lnTo>
                    <a:pt x="2985109" y="124599"/>
                  </a:lnTo>
                  <a:lnTo>
                    <a:pt x="2985109" y="44170"/>
                  </a:lnTo>
                  <a:close/>
                </a:path>
              </a:pathLst>
            </a:custGeom>
            <a:solidFill>
              <a:srgbClr val="5B85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66497" y="4124452"/>
              <a:ext cx="1466215" cy="85090"/>
            </a:xfrm>
            <a:custGeom>
              <a:avLst/>
              <a:gdLst/>
              <a:ahLst/>
              <a:cxnLst/>
              <a:rect l="l" t="t" r="r" b="b"/>
              <a:pathLst>
                <a:path w="1466215" h="85089">
                  <a:moveTo>
                    <a:pt x="199428" y="77800"/>
                  </a:moveTo>
                  <a:lnTo>
                    <a:pt x="0" y="77800"/>
                  </a:lnTo>
                  <a:lnTo>
                    <a:pt x="0" y="84683"/>
                  </a:lnTo>
                  <a:lnTo>
                    <a:pt x="199428" y="84683"/>
                  </a:lnTo>
                  <a:lnTo>
                    <a:pt x="199428" y="77800"/>
                  </a:lnTo>
                  <a:close/>
                </a:path>
                <a:path w="1466215" h="85089">
                  <a:moveTo>
                    <a:pt x="705916" y="0"/>
                  </a:moveTo>
                  <a:lnTo>
                    <a:pt x="506488" y="0"/>
                  </a:lnTo>
                  <a:lnTo>
                    <a:pt x="506488" y="7620"/>
                  </a:lnTo>
                  <a:lnTo>
                    <a:pt x="705916" y="7620"/>
                  </a:lnTo>
                  <a:lnTo>
                    <a:pt x="705916" y="0"/>
                  </a:lnTo>
                  <a:close/>
                </a:path>
                <a:path w="1466215" h="85089">
                  <a:moveTo>
                    <a:pt x="959167" y="2209"/>
                  </a:moveTo>
                  <a:lnTo>
                    <a:pt x="759739" y="2209"/>
                  </a:lnTo>
                  <a:lnTo>
                    <a:pt x="759739" y="10972"/>
                  </a:lnTo>
                  <a:lnTo>
                    <a:pt x="959167" y="10972"/>
                  </a:lnTo>
                  <a:lnTo>
                    <a:pt x="959167" y="2209"/>
                  </a:lnTo>
                  <a:close/>
                </a:path>
                <a:path w="1466215" h="85089">
                  <a:moveTo>
                    <a:pt x="1465656" y="16789"/>
                  </a:moveTo>
                  <a:lnTo>
                    <a:pt x="1266215" y="16789"/>
                  </a:lnTo>
                  <a:lnTo>
                    <a:pt x="1266215" y="28308"/>
                  </a:lnTo>
                  <a:lnTo>
                    <a:pt x="1465656" y="28308"/>
                  </a:lnTo>
                  <a:lnTo>
                    <a:pt x="1465656" y="16789"/>
                  </a:lnTo>
                  <a:close/>
                </a:path>
              </a:pathLst>
            </a:custGeom>
            <a:solidFill>
              <a:srgbClr val="F18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806770" y="3968889"/>
              <a:ext cx="2985135" cy="375285"/>
            </a:xfrm>
            <a:custGeom>
              <a:avLst/>
              <a:gdLst/>
              <a:ahLst/>
              <a:cxnLst/>
              <a:rect l="l" t="t" r="r" b="b"/>
              <a:pathLst>
                <a:path w="2985134" h="375285">
                  <a:moveTo>
                    <a:pt x="199428" y="46304"/>
                  </a:moveTo>
                  <a:lnTo>
                    <a:pt x="0" y="46304"/>
                  </a:lnTo>
                  <a:lnTo>
                    <a:pt x="0" y="192214"/>
                  </a:lnTo>
                  <a:lnTo>
                    <a:pt x="199428" y="192214"/>
                  </a:lnTo>
                  <a:lnTo>
                    <a:pt x="199428" y="46304"/>
                  </a:lnTo>
                  <a:close/>
                </a:path>
                <a:path w="2985134" h="375285">
                  <a:moveTo>
                    <a:pt x="452666" y="54902"/>
                  </a:moveTo>
                  <a:lnTo>
                    <a:pt x="253238" y="54902"/>
                  </a:lnTo>
                  <a:lnTo>
                    <a:pt x="253238" y="186842"/>
                  </a:lnTo>
                  <a:lnTo>
                    <a:pt x="452666" y="186842"/>
                  </a:lnTo>
                  <a:lnTo>
                    <a:pt x="452666" y="54902"/>
                  </a:lnTo>
                  <a:close/>
                </a:path>
                <a:path w="2985134" h="375285">
                  <a:moveTo>
                    <a:pt x="705916" y="43319"/>
                  </a:moveTo>
                  <a:lnTo>
                    <a:pt x="506488" y="43319"/>
                  </a:lnTo>
                  <a:lnTo>
                    <a:pt x="506488" y="232752"/>
                  </a:lnTo>
                  <a:lnTo>
                    <a:pt x="705916" y="232752"/>
                  </a:lnTo>
                  <a:lnTo>
                    <a:pt x="705916" y="43319"/>
                  </a:lnTo>
                  <a:close/>
                </a:path>
                <a:path w="2985134" h="375285">
                  <a:moveTo>
                    <a:pt x="959154" y="68186"/>
                  </a:moveTo>
                  <a:lnTo>
                    <a:pt x="759726" y="68186"/>
                  </a:lnTo>
                  <a:lnTo>
                    <a:pt x="759726" y="233362"/>
                  </a:lnTo>
                  <a:lnTo>
                    <a:pt x="959154" y="233362"/>
                  </a:lnTo>
                  <a:lnTo>
                    <a:pt x="959154" y="68186"/>
                  </a:lnTo>
                  <a:close/>
                </a:path>
                <a:path w="2985134" h="375285">
                  <a:moveTo>
                    <a:pt x="1212405" y="110947"/>
                  </a:moveTo>
                  <a:lnTo>
                    <a:pt x="1012977" y="110947"/>
                  </a:lnTo>
                  <a:lnTo>
                    <a:pt x="1012977" y="375145"/>
                  </a:lnTo>
                  <a:lnTo>
                    <a:pt x="1212405" y="375145"/>
                  </a:lnTo>
                  <a:lnTo>
                    <a:pt x="1212405" y="110947"/>
                  </a:lnTo>
                  <a:close/>
                </a:path>
                <a:path w="2985134" h="375285">
                  <a:moveTo>
                    <a:pt x="1465643" y="48818"/>
                  </a:moveTo>
                  <a:lnTo>
                    <a:pt x="1266215" y="48818"/>
                  </a:lnTo>
                  <a:lnTo>
                    <a:pt x="1266215" y="155562"/>
                  </a:lnTo>
                  <a:lnTo>
                    <a:pt x="1465643" y="155562"/>
                  </a:lnTo>
                  <a:lnTo>
                    <a:pt x="1465643" y="48818"/>
                  </a:lnTo>
                  <a:close/>
                </a:path>
                <a:path w="2985134" h="375285">
                  <a:moveTo>
                    <a:pt x="1718894" y="0"/>
                  </a:moveTo>
                  <a:lnTo>
                    <a:pt x="1519466" y="0"/>
                  </a:lnTo>
                  <a:lnTo>
                    <a:pt x="1519466" y="157772"/>
                  </a:lnTo>
                  <a:lnTo>
                    <a:pt x="1718894" y="157772"/>
                  </a:lnTo>
                  <a:lnTo>
                    <a:pt x="1718894" y="0"/>
                  </a:lnTo>
                  <a:close/>
                </a:path>
                <a:path w="2985134" h="375285">
                  <a:moveTo>
                    <a:pt x="1972132" y="9779"/>
                  </a:moveTo>
                  <a:lnTo>
                    <a:pt x="1772704" y="9779"/>
                  </a:lnTo>
                  <a:lnTo>
                    <a:pt x="1772704" y="121856"/>
                  </a:lnTo>
                  <a:lnTo>
                    <a:pt x="1972132" y="121856"/>
                  </a:lnTo>
                  <a:lnTo>
                    <a:pt x="1972132" y="9779"/>
                  </a:lnTo>
                  <a:close/>
                </a:path>
                <a:path w="2985134" h="375285">
                  <a:moveTo>
                    <a:pt x="2225383" y="45605"/>
                  </a:moveTo>
                  <a:lnTo>
                    <a:pt x="2025942" y="45605"/>
                  </a:lnTo>
                  <a:lnTo>
                    <a:pt x="2025942" y="172351"/>
                  </a:lnTo>
                  <a:lnTo>
                    <a:pt x="2225383" y="172351"/>
                  </a:lnTo>
                  <a:lnTo>
                    <a:pt x="2225383" y="45605"/>
                  </a:lnTo>
                  <a:close/>
                </a:path>
                <a:path w="2985134" h="375285">
                  <a:moveTo>
                    <a:pt x="2478621" y="100037"/>
                  </a:moveTo>
                  <a:lnTo>
                    <a:pt x="2279192" y="100037"/>
                  </a:lnTo>
                  <a:lnTo>
                    <a:pt x="2279192" y="308825"/>
                  </a:lnTo>
                  <a:lnTo>
                    <a:pt x="2478621" y="308825"/>
                  </a:lnTo>
                  <a:lnTo>
                    <a:pt x="2478621" y="100037"/>
                  </a:lnTo>
                  <a:close/>
                </a:path>
                <a:path w="2985134" h="375285">
                  <a:moveTo>
                    <a:pt x="2731871" y="63957"/>
                  </a:moveTo>
                  <a:lnTo>
                    <a:pt x="2532430" y="63957"/>
                  </a:lnTo>
                  <a:lnTo>
                    <a:pt x="2532430" y="261988"/>
                  </a:lnTo>
                  <a:lnTo>
                    <a:pt x="2731871" y="261988"/>
                  </a:lnTo>
                  <a:lnTo>
                    <a:pt x="2731871" y="63957"/>
                  </a:lnTo>
                  <a:close/>
                </a:path>
                <a:path w="2985134" h="375285">
                  <a:moveTo>
                    <a:pt x="2985109" y="25260"/>
                  </a:moveTo>
                  <a:lnTo>
                    <a:pt x="2785681" y="25260"/>
                  </a:lnTo>
                  <a:lnTo>
                    <a:pt x="2785681" y="166027"/>
                  </a:lnTo>
                  <a:lnTo>
                    <a:pt x="2985109" y="166027"/>
                  </a:lnTo>
                  <a:lnTo>
                    <a:pt x="2985109" y="25260"/>
                  </a:lnTo>
                  <a:close/>
                </a:path>
              </a:pathLst>
            </a:custGeom>
            <a:solidFill>
              <a:srgbClr val="E1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806770" y="3951363"/>
              <a:ext cx="2985135" cy="128905"/>
            </a:xfrm>
            <a:custGeom>
              <a:avLst/>
              <a:gdLst/>
              <a:ahLst/>
              <a:cxnLst/>
              <a:rect l="l" t="t" r="r" b="b"/>
              <a:pathLst>
                <a:path w="2985134" h="128904">
                  <a:moveTo>
                    <a:pt x="199428" y="27355"/>
                  </a:moveTo>
                  <a:lnTo>
                    <a:pt x="0" y="27355"/>
                  </a:lnTo>
                  <a:lnTo>
                    <a:pt x="0" y="63830"/>
                  </a:lnTo>
                  <a:lnTo>
                    <a:pt x="199428" y="63830"/>
                  </a:lnTo>
                  <a:lnTo>
                    <a:pt x="199428" y="27355"/>
                  </a:lnTo>
                  <a:close/>
                </a:path>
                <a:path w="2985134" h="128904">
                  <a:moveTo>
                    <a:pt x="452666" y="24447"/>
                  </a:moveTo>
                  <a:lnTo>
                    <a:pt x="253238" y="24447"/>
                  </a:lnTo>
                  <a:lnTo>
                    <a:pt x="253238" y="72428"/>
                  </a:lnTo>
                  <a:lnTo>
                    <a:pt x="452666" y="72428"/>
                  </a:lnTo>
                  <a:lnTo>
                    <a:pt x="452666" y="24447"/>
                  </a:lnTo>
                  <a:close/>
                </a:path>
                <a:path w="2985134" h="128904">
                  <a:moveTo>
                    <a:pt x="705916" y="15125"/>
                  </a:moveTo>
                  <a:lnTo>
                    <a:pt x="506488" y="15125"/>
                  </a:lnTo>
                  <a:lnTo>
                    <a:pt x="506488" y="60845"/>
                  </a:lnTo>
                  <a:lnTo>
                    <a:pt x="705916" y="60845"/>
                  </a:lnTo>
                  <a:lnTo>
                    <a:pt x="705916" y="15125"/>
                  </a:lnTo>
                  <a:close/>
                </a:path>
                <a:path w="2985134" h="128904">
                  <a:moveTo>
                    <a:pt x="959154" y="16878"/>
                  </a:moveTo>
                  <a:lnTo>
                    <a:pt x="759726" y="16878"/>
                  </a:lnTo>
                  <a:lnTo>
                    <a:pt x="759726" y="85712"/>
                  </a:lnTo>
                  <a:lnTo>
                    <a:pt x="959154" y="85712"/>
                  </a:lnTo>
                  <a:lnTo>
                    <a:pt x="959154" y="16878"/>
                  </a:lnTo>
                  <a:close/>
                </a:path>
                <a:path w="2985134" h="128904">
                  <a:moveTo>
                    <a:pt x="1212405" y="72847"/>
                  </a:moveTo>
                  <a:lnTo>
                    <a:pt x="1012977" y="72847"/>
                  </a:lnTo>
                  <a:lnTo>
                    <a:pt x="1012977" y="128473"/>
                  </a:lnTo>
                  <a:lnTo>
                    <a:pt x="1212405" y="128473"/>
                  </a:lnTo>
                  <a:lnTo>
                    <a:pt x="1212405" y="72847"/>
                  </a:lnTo>
                  <a:close/>
                </a:path>
                <a:path w="2985134" h="128904">
                  <a:moveTo>
                    <a:pt x="1465643" y="35839"/>
                  </a:moveTo>
                  <a:lnTo>
                    <a:pt x="1266215" y="35839"/>
                  </a:lnTo>
                  <a:lnTo>
                    <a:pt x="1266215" y="66344"/>
                  </a:lnTo>
                  <a:lnTo>
                    <a:pt x="1465643" y="66344"/>
                  </a:lnTo>
                  <a:lnTo>
                    <a:pt x="1465643" y="35839"/>
                  </a:lnTo>
                  <a:close/>
                </a:path>
                <a:path w="2985134" h="128904">
                  <a:moveTo>
                    <a:pt x="1718894" y="0"/>
                  </a:moveTo>
                  <a:lnTo>
                    <a:pt x="1519466" y="0"/>
                  </a:lnTo>
                  <a:lnTo>
                    <a:pt x="1519466" y="17526"/>
                  </a:lnTo>
                  <a:lnTo>
                    <a:pt x="1718894" y="17526"/>
                  </a:lnTo>
                  <a:lnTo>
                    <a:pt x="1718894" y="0"/>
                  </a:lnTo>
                  <a:close/>
                </a:path>
                <a:path w="2985134" h="128904">
                  <a:moveTo>
                    <a:pt x="1972132" y="4889"/>
                  </a:moveTo>
                  <a:lnTo>
                    <a:pt x="1772704" y="4889"/>
                  </a:lnTo>
                  <a:lnTo>
                    <a:pt x="1772704" y="27305"/>
                  </a:lnTo>
                  <a:lnTo>
                    <a:pt x="1972132" y="27305"/>
                  </a:lnTo>
                  <a:lnTo>
                    <a:pt x="1972132" y="4889"/>
                  </a:lnTo>
                  <a:close/>
                </a:path>
                <a:path w="2985134" h="128904">
                  <a:moveTo>
                    <a:pt x="2225383" y="28562"/>
                  </a:moveTo>
                  <a:lnTo>
                    <a:pt x="2025942" y="28562"/>
                  </a:lnTo>
                  <a:lnTo>
                    <a:pt x="2025942" y="63131"/>
                  </a:lnTo>
                  <a:lnTo>
                    <a:pt x="2225383" y="63131"/>
                  </a:lnTo>
                  <a:lnTo>
                    <a:pt x="2225383" y="28562"/>
                  </a:lnTo>
                  <a:close/>
                </a:path>
                <a:path w="2985134" h="128904">
                  <a:moveTo>
                    <a:pt x="2478621" y="43878"/>
                  </a:moveTo>
                  <a:lnTo>
                    <a:pt x="2279192" y="43878"/>
                  </a:lnTo>
                  <a:lnTo>
                    <a:pt x="2279192" y="117563"/>
                  </a:lnTo>
                  <a:lnTo>
                    <a:pt x="2478621" y="117563"/>
                  </a:lnTo>
                  <a:lnTo>
                    <a:pt x="2478621" y="43878"/>
                  </a:lnTo>
                  <a:close/>
                </a:path>
                <a:path w="2985134" h="128904">
                  <a:moveTo>
                    <a:pt x="2731871" y="53187"/>
                  </a:moveTo>
                  <a:lnTo>
                    <a:pt x="2532430" y="53187"/>
                  </a:lnTo>
                  <a:lnTo>
                    <a:pt x="2532430" y="81483"/>
                  </a:lnTo>
                  <a:lnTo>
                    <a:pt x="2731871" y="81483"/>
                  </a:lnTo>
                  <a:lnTo>
                    <a:pt x="2731871" y="53187"/>
                  </a:lnTo>
                  <a:close/>
                </a:path>
                <a:path w="2985134" h="128904">
                  <a:moveTo>
                    <a:pt x="2985109" y="22682"/>
                  </a:moveTo>
                  <a:lnTo>
                    <a:pt x="2785681" y="22682"/>
                  </a:lnTo>
                  <a:lnTo>
                    <a:pt x="2785681" y="42786"/>
                  </a:lnTo>
                  <a:lnTo>
                    <a:pt x="2985109" y="42786"/>
                  </a:lnTo>
                  <a:lnTo>
                    <a:pt x="2985109" y="22682"/>
                  </a:lnTo>
                  <a:close/>
                </a:path>
              </a:pathLst>
            </a:custGeom>
            <a:solidFill>
              <a:srgbClr val="32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806770" y="3933825"/>
              <a:ext cx="2985135" cy="90805"/>
            </a:xfrm>
            <a:custGeom>
              <a:avLst/>
              <a:gdLst/>
              <a:ahLst/>
              <a:cxnLst/>
              <a:rect l="l" t="t" r="r" b="b"/>
              <a:pathLst>
                <a:path w="2985134" h="90804">
                  <a:moveTo>
                    <a:pt x="199428" y="0"/>
                  </a:moveTo>
                  <a:lnTo>
                    <a:pt x="0" y="0"/>
                  </a:lnTo>
                  <a:lnTo>
                    <a:pt x="0" y="44894"/>
                  </a:lnTo>
                  <a:lnTo>
                    <a:pt x="199428" y="44894"/>
                  </a:lnTo>
                  <a:lnTo>
                    <a:pt x="199428" y="0"/>
                  </a:lnTo>
                  <a:close/>
                </a:path>
                <a:path w="2985134" h="90804">
                  <a:moveTo>
                    <a:pt x="452666" y="0"/>
                  </a:moveTo>
                  <a:lnTo>
                    <a:pt x="253238" y="0"/>
                  </a:lnTo>
                  <a:lnTo>
                    <a:pt x="253238" y="41986"/>
                  </a:lnTo>
                  <a:lnTo>
                    <a:pt x="452666" y="41986"/>
                  </a:lnTo>
                  <a:lnTo>
                    <a:pt x="452666" y="0"/>
                  </a:lnTo>
                  <a:close/>
                </a:path>
                <a:path w="2985134" h="90804">
                  <a:moveTo>
                    <a:pt x="705916" y="0"/>
                  </a:moveTo>
                  <a:lnTo>
                    <a:pt x="506488" y="0"/>
                  </a:lnTo>
                  <a:lnTo>
                    <a:pt x="506488" y="32664"/>
                  </a:lnTo>
                  <a:lnTo>
                    <a:pt x="705916" y="32664"/>
                  </a:lnTo>
                  <a:lnTo>
                    <a:pt x="705916" y="0"/>
                  </a:lnTo>
                  <a:close/>
                </a:path>
                <a:path w="2985134" h="90804">
                  <a:moveTo>
                    <a:pt x="959154" y="0"/>
                  </a:moveTo>
                  <a:lnTo>
                    <a:pt x="759726" y="0"/>
                  </a:lnTo>
                  <a:lnTo>
                    <a:pt x="759726" y="34417"/>
                  </a:lnTo>
                  <a:lnTo>
                    <a:pt x="959154" y="34417"/>
                  </a:lnTo>
                  <a:lnTo>
                    <a:pt x="959154" y="0"/>
                  </a:lnTo>
                  <a:close/>
                </a:path>
                <a:path w="2985134" h="90804">
                  <a:moveTo>
                    <a:pt x="1212405" y="0"/>
                  </a:moveTo>
                  <a:lnTo>
                    <a:pt x="1012977" y="0"/>
                  </a:lnTo>
                  <a:lnTo>
                    <a:pt x="1012977" y="90385"/>
                  </a:lnTo>
                  <a:lnTo>
                    <a:pt x="1212405" y="90385"/>
                  </a:lnTo>
                  <a:lnTo>
                    <a:pt x="1212405" y="0"/>
                  </a:lnTo>
                  <a:close/>
                </a:path>
                <a:path w="2985134" h="90804">
                  <a:moveTo>
                    <a:pt x="1465643" y="0"/>
                  </a:moveTo>
                  <a:lnTo>
                    <a:pt x="1266215" y="0"/>
                  </a:lnTo>
                  <a:lnTo>
                    <a:pt x="1266215" y="53378"/>
                  </a:lnTo>
                  <a:lnTo>
                    <a:pt x="1465643" y="53378"/>
                  </a:lnTo>
                  <a:lnTo>
                    <a:pt x="1465643" y="0"/>
                  </a:lnTo>
                  <a:close/>
                </a:path>
                <a:path w="2985134" h="90804">
                  <a:moveTo>
                    <a:pt x="1718894" y="0"/>
                  </a:moveTo>
                  <a:lnTo>
                    <a:pt x="1519466" y="0"/>
                  </a:lnTo>
                  <a:lnTo>
                    <a:pt x="1519466" y="17538"/>
                  </a:lnTo>
                  <a:lnTo>
                    <a:pt x="1718894" y="17538"/>
                  </a:lnTo>
                  <a:lnTo>
                    <a:pt x="1718894" y="0"/>
                  </a:lnTo>
                  <a:close/>
                </a:path>
                <a:path w="2985134" h="90804">
                  <a:moveTo>
                    <a:pt x="1972132" y="0"/>
                  </a:moveTo>
                  <a:lnTo>
                    <a:pt x="1772704" y="0"/>
                  </a:lnTo>
                  <a:lnTo>
                    <a:pt x="1772704" y="22428"/>
                  </a:lnTo>
                  <a:lnTo>
                    <a:pt x="1972132" y="22428"/>
                  </a:lnTo>
                  <a:lnTo>
                    <a:pt x="1972132" y="0"/>
                  </a:lnTo>
                  <a:close/>
                </a:path>
                <a:path w="2985134" h="90804">
                  <a:moveTo>
                    <a:pt x="2225383" y="0"/>
                  </a:moveTo>
                  <a:lnTo>
                    <a:pt x="2025942" y="0"/>
                  </a:lnTo>
                  <a:lnTo>
                    <a:pt x="2025942" y="46101"/>
                  </a:lnTo>
                  <a:lnTo>
                    <a:pt x="2225383" y="46101"/>
                  </a:lnTo>
                  <a:lnTo>
                    <a:pt x="2225383" y="0"/>
                  </a:lnTo>
                  <a:close/>
                </a:path>
                <a:path w="2985134" h="90804">
                  <a:moveTo>
                    <a:pt x="2478621" y="0"/>
                  </a:moveTo>
                  <a:lnTo>
                    <a:pt x="2279192" y="0"/>
                  </a:lnTo>
                  <a:lnTo>
                    <a:pt x="2279192" y="61417"/>
                  </a:lnTo>
                  <a:lnTo>
                    <a:pt x="2478621" y="61417"/>
                  </a:lnTo>
                  <a:lnTo>
                    <a:pt x="2478621" y="0"/>
                  </a:lnTo>
                  <a:close/>
                </a:path>
                <a:path w="2985134" h="90804">
                  <a:moveTo>
                    <a:pt x="2731871" y="0"/>
                  </a:moveTo>
                  <a:lnTo>
                    <a:pt x="2532430" y="0"/>
                  </a:lnTo>
                  <a:lnTo>
                    <a:pt x="2532430" y="70726"/>
                  </a:lnTo>
                  <a:lnTo>
                    <a:pt x="2731871" y="70726"/>
                  </a:lnTo>
                  <a:lnTo>
                    <a:pt x="2731871" y="0"/>
                  </a:lnTo>
                  <a:close/>
                </a:path>
                <a:path w="2985134" h="90804">
                  <a:moveTo>
                    <a:pt x="2985109" y="0"/>
                  </a:moveTo>
                  <a:lnTo>
                    <a:pt x="2785681" y="0"/>
                  </a:lnTo>
                  <a:lnTo>
                    <a:pt x="2785681" y="40220"/>
                  </a:lnTo>
                  <a:lnTo>
                    <a:pt x="2985109" y="40220"/>
                  </a:lnTo>
                  <a:lnTo>
                    <a:pt x="2985109" y="0"/>
                  </a:lnTo>
                  <a:close/>
                </a:path>
              </a:pathLst>
            </a:custGeom>
            <a:solidFill>
              <a:srgbClr val="49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2759" y="3660012"/>
            <a:ext cx="95249" cy="9524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934" y="3660012"/>
            <a:ext cx="95249" cy="95249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77584" y="3660012"/>
            <a:ext cx="95249" cy="95249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5064124" y="3295713"/>
            <a:ext cx="1304290" cy="715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Vs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ahoma"/>
                <a:cs typeface="Tahoma"/>
              </a:rPr>
              <a:t>Cluster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624840" algn="l"/>
                <a:tab pos="880110" algn="l"/>
                <a:tab pos="112649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Cluster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B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C</a:t>
            </a:r>
            <a:endParaRPr sz="1000">
              <a:latin typeface="Segoe UI"/>
              <a:cs typeface="Segoe UI"/>
            </a:endParaRPr>
          </a:p>
          <a:p>
            <a:pPr marL="267335">
              <a:lnSpc>
                <a:spcPct val="100000"/>
              </a:lnSpc>
              <a:spcBef>
                <a:spcPts val="650"/>
              </a:spcBef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100%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75" name="object 7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5234" y="3660012"/>
            <a:ext cx="95249" cy="95249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91934" y="3660012"/>
            <a:ext cx="95249" cy="95249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0059" y="3660012"/>
            <a:ext cx="95249" cy="95249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58659" y="3660012"/>
            <a:ext cx="95249" cy="9524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25359" y="3660012"/>
            <a:ext cx="95249" cy="95249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6430069" y="3613181"/>
            <a:ext cx="11112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4955" algn="l"/>
                <a:tab pos="512445" algn="l"/>
                <a:tab pos="747395" algn="l"/>
                <a:tab pos="1007744" algn="l"/>
              </a:tabLst>
            </a:pP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D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E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G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H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76274" y="5335600"/>
            <a:ext cx="3771900" cy="1390650"/>
          </a:xfrm>
          <a:custGeom>
            <a:avLst/>
            <a:gdLst/>
            <a:ahLst/>
            <a:cxnLst/>
            <a:rect l="l" t="t" r="r" b="b"/>
            <a:pathLst>
              <a:path w="3771900" h="1390650">
                <a:moveTo>
                  <a:pt x="9525" y="1379804"/>
                </a:moveTo>
                <a:lnTo>
                  <a:pt x="9067" y="1378686"/>
                </a:lnTo>
                <a:lnTo>
                  <a:pt x="7200" y="1376819"/>
                </a:lnTo>
                <a:lnTo>
                  <a:pt x="6083" y="1376362"/>
                </a:lnTo>
                <a:lnTo>
                  <a:pt x="3454" y="1376362"/>
                </a:lnTo>
                <a:lnTo>
                  <a:pt x="2336" y="1376819"/>
                </a:lnTo>
                <a:lnTo>
                  <a:pt x="469" y="1378686"/>
                </a:lnTo>
                <a:lnTo>
                  <a:pt x="0" y="1379804"/>
                </a:lnTo>
                <a:lnTo>
                  <a:pt x="0" y="1382433"/>
                </a:lnTo>
                <a:lnTo>
                  <a:pt x="469" y="1383550"/>
                </a:lnTo>
                <a:lnTo>
                  <a:pt x="2336" y="1385417"/>
                </a:lnTo>
                <a:lnTo>
                  <a:pt x="3454" y="1385887"/>
                </a:lnTo>
                <a:lnTo>
                  <a:pt x="6083" y="1385887"/>
                </a:lnTo>
                <a:lnTo>
                  <a:pt x="7200" y="1385417"/>
                </a:lnTo>
                <a:lnTo>
                  <a:pt x="9067" y="1383550"/>
                </a:lnTo>
                <a:lnTo>
                  <a:pt x="9525" y="1382433"/>
                </a:lnTo>
                <a:lnTo>
                  <a:pt x="9525" y="1379804"/>
                </a:lnTo>
                <a:close/>
              </a:path>
              <a:path w="3771900" h="1390650">
                <a:moveTo>
                  <a:pt x="9525" y="467525"/>
                </a:moveTo>
                <a:lnTo>
                  <a:pt x="9067" y="466394"/>
                </a:lnTo>
                <a:lnTo>
                  <a:pt x="7200" y="464540"/>
                </a:lnTo>
                <a:lnTo>
                  <a:pt x="6083" y="464070"/>
                </a:lnTo>
                <a:lnTo>
                  <a:pt x="3454" y="464070"/>
                </a:lnTo>
                <a:lnTo>
                  <a:pt x="2336" y="464540"/>
                </a:lnTo>
                <a:lnTo>
                  <a:pt x="469" y="466394"/>
                </a:lnTo>
                <a:lnTo>
                  <a:pt x="0" y="467525"/>
                </a:lnTo>
                <a:lnTo>
                  <a:pt x="0" y="470154"/>
                </a:lnTo>
                <a:lnTo>
                  <a:pt x="469" y="471271"/>
                </a:lnTo>
                <a:lnTo>
                  <a:pt x="2336" y="473138"/>
                </a:lnTo>
                <a:lnTo>
                  <a:pt x="3454" y="473595"/>
                </a:lnTo>
                <a:lnTo>
                  <a:pt x="6083" y="473595"/>
                </a:lnTo>
                <a:lnTo>
                  <a:pt x="7200" y="473138"/>
                </a:lnTo>
                <a:lnTo>
                  <a:pt x="9067" y="471271"/>
                </a:lnTo>
                <a:lnTo>
                  <a:pt x="9525" y="470154"/>
                </a:lnTo>
                <a:lnTo>
                  <a:pt x="9525" y="467525"/>
                </a:lnTo>
                <a:close/>
              </a:path>
              <a:path w="3771900" h="1390650">
                <a:moveTo>
                  <a:pt x="57150" y="1379804"/>
                </a:moveTo>
                <a:lnTo>
                  <a:pt x="56692" y="1378686"/>
                </a:lnTo>
                <a:lnTo>
                  <a:pt x="54825" y="1376819"/>
                </a:lnTo>
                <a:lnTo>
                  <a:pt x="53708" y="1376362"/>
                </a:lnTo>
                <a:lnTo>
                  <a:pt x="51079" y="1376362"/>
                </a:lnTo>
                <a:lnTo>
                  <a:pt x="49961" y="1376819"/>
                </a:lnTo>
                <a:lnTo>
                  <a:pt x="48094" y="1378686"/>
                </a:lnTo>
                <a:lnTo>
                  <a:pt x="47625" y="1379804"/>
                </a:lnTo>
                <a:lnTo>
                  <a:pt x="47625" y="1382433"/>
                </a:lnTo>
                <a:lnTo>
                  <a:pt x="48094" y="1383550"/>
                </a:lnTo>
                <a:lnTo>
                  <a:pt x="49961" y="1385417"/>
                </a:lnTo>
                <a:lnTo>
                  <a:pt x="51079" y="1385887"/>
                </a:lnTo>
                <a:lnTo>
                  <a:pt x="53708" y="1385887"/>
                </a:lnTo>
                <a:lnTo>
                  <a:pt x="54825" y="1385417"/>
                </a:lnTo>
                <a:lnTo>
                  <a:pt x="56692" y="1383550"/>
                </a:lnTo>
                <a:lnTo>
                  <a:pt x="57150" y="1382433"/>
                </a:lnTo>
                <a:lnTo>
                  <a:pt x="57150" y="1379804"/>
                </a:lnTo>
                <a:close/>
              </a:path>
              <a:path w="3771900" h="1390650">
                <a:moveTo>
                  <a:pt x="57150" y="467525"/>
                </a:moveTo>
                <a:lnTo>
                  <a:pt x="56692" y="466394"/>
                </a:lnTo>
                <a:lnTo>
                  <a:pt x="54825" y="464540"/>
                </a:lnTo>
                <a:lnTo>
                  <a:pt x="53708" y="464070"/>
                </a:lnTo>
                <a:lnTo>
                  <a:pt x="51079" y="464070"/>
                </a:lnTo>
                <a:lnTo>
                  <a:pt x="49961" y="464540"/>
                </a:lnTo>
                <a:lnTo>
                  <a:pt x="48094" y="466394"/>
                </a:lnTo>
                <a:lnTo>
                  <a:pt x="47625" y="467525"/>
                </a:lnTo>
                <a:lnTo>
                  <a:pt x="47625" y="470154"/>
                </a:lnTo>
                <a:lnTo>
                  <a:pt x="48094" y="471271"/>
                </a:lnTo>
                <a:lnTo>
                  <a:pt x="49961" y="473138"/>
                </a:lnTo>
                <a:lnTo>
                  <a:pt x="51079" y="473595"/>
                </a:lnTo>
                <a:lnTo>
                  <a:pt x="53708" y="473595"/>
                </a:lnTo>
                <a:lnTo>
                  <a:pt x="54825" y="473138"/>
                </a:lnTo>
                <a:lnTo>
                  <a:pt x="56692" y="471271"/>
                </a:lnTo>
                <a:lnTo>
                  <a:pt x="57150" y="470154"/>
                </a:lnTo>
                <a:lnTo>
                  <a:pt x="57150" y="467525"/>
                </a:lnTo>
                <a:close/>
              </a:path>
              <a:path w="3771900" h="1390650">
                <a:moveTo>
                  <a:pt x="104775" y="1379804"/>
                </a:moveTo>
                <a:lnTo>
                  <a:pt x="104317" y="1378686"/>
                </a:lnTo>
                <a:lnTo>
                  <a:pt x="102450" y="1376819"/>
                </a:lnTo>
                <a:lnTo>
                  <a:pt x="101333" y="1376362"/>
                </a:lnTo>
                <a:lnTo>
                  <a:pt x="98704" y="1376362"/>
                </a:lnTo>
                <a:lnTo>
                  <a:pt x="97586" y="1376819"/>
                </a:lnTo>
                <a:lnTo>
                  <a:pt x="95719" y="1378686"/>
                </a:lnTo>
                <a:lnTo>
                  <a:pt x="95250" y="1379804"/>
                </a:lnTo>
                <a:lnTo>
                  <a:pt x="95250" y="1382433"/>
                </a:lnTo>
                <a:lnTo>
                  <a:pt x="95719" y="1383550"/>
                </a:lnTo>
                <a:lnTo>
                  <a:pt x="97586" y="1385417"/>
                </a:lnTo>
                <a:lnTo>
                  <a:pt x="98704" y="1385887"/>
                </a:lnTo>
                <a:lnTo>
                  <a:pt x="101333" y="1385887"/>
                </a:lnTo>
                <a:lnTo>
                  <a:pt x="102450" y="1385417"/>
                </a:lnTo>
                <a:lnTo>
                  <a:pt x="104317" y="1383550"/>
                </a:lnTo>
                <a:lnTo>
                  <a:pt x="104775" y="1382433"/>
                </a:lnTo>
                <a:lnTo>
                  <a:pt x="104775" y="1379804"/>
                </a:lnTo>
                <a:close/>
              </a:path>
              <a:path w="3771900" h="1390650">
                <a:moveTo>
                  <a:pt x="104775" y="467525"/>
                </a:moveTo>
                <a:lnTo>
                  <a:pt x="104317" y="466394"/>
                </a:lnTo>
                <a:lnTo>
                  <a:pt x="102450" y="464540"/>
                </a:lnTo>
                <a:lnTo>
                  <a:pt x="101333" y="464070"/>
                </a:lnTo>
                <a:lnTo>
                  <a:pt x="98704" y="464070"/>
                </a:lnTo>
                <a:lnTo>
                  <a:pt x="97586" y="464540"/>
                </a:lnTo>
                <a:lnTo>
                  <a:pt x="95719" y="466394"/>
                </a:lnTo>
                <a:lnTo>
                  <a:pt x="95250" y="467525"/>
                </a:lnTo>
                <a:lnTo>
                  <a:pt x="95250" y="470154"/>
                </a:lnTo>
                <a:lnTo>
                  <a:pt x="95719" y="471271"/>
                </a:lnTo>
                <a:lnTo>
                  <a:pt x="97586" y="473138"/>
                </a:lnTo>
                <a:lnTo>
                  <a:pt x="98704" y="473595"/>
                </a:lnTo>
                <a:lnTo>
                  <a:pt x="101333" y="473595"/>
                </a:lnTo>
                <a:lnTo>
                  <a:pt x="102450" y="473138"/>
                </a:lnTo>
                <a:lnTo>
                  <a:pt x="104317" y="471271"/>
                </a:lnTo>
                <a:lnTo>
                  <a:pt x="104775" y="470154"/>
                </a:lnTo>
                <a:lnTo>
                  <a:pt x="104775" y="467525"/>
                </a:lnTo>
                <a:close/>
              </a:path>
              <a:path w="3771900" h="1390650">
                <a:moveTo>
                  <a:pt x="152400" y="1379804"/>
                </a:moveTo>
                <a:lnTo>
                  <a:pt x="151942" y="1378686"/>
                </a:lnTo>
                <a:lnTo>
                  <a:pt x="150075" y="1376819"/>
                </a:lnTo>
                <a:lnTo>
                  <a:pt x="148958" y="1376362"/>
                </a:lnTo>
                <a:lnTo>
                  <a:pt x="146329" y="1376362"/>
                </a:lnTo>
                <a:lnTo>
                  <a:pt x="145211" y="1376819"/>
                </a:lnTo>
                <a:lnTo>
                  <a:pt x="143344" y="1378686"/>
                </a:lnTo>
                <a:lnTo>
                  <a:pt x="142875" y="1379804"/>
                </a:lnTo>
                <a:lnTo>
                  <a:pt x="142875" y="1382433"/>
                </a:lnTo>
                <a:lnTo>
                  <a:pt x="143344" y="1383550"/>
                </a:lnTo>
                <a:lnTo>
                  <a:pt x="145211" y="1385417"/>
                </a:lnTo>
                <a:lnTo>
                  <a:pt x="146329" y="1385887"/>
                </a:lnTo>
                <a:lnTo>
                  <a:pt x="148958" y="1385887"/>
                </a:lnTo>
                <a:lnTo>
                  <a:pt x="150075" y="1385417"/>
                </a:lnTo>
                <a:lnTo>
                  <a:pt x="151942" y="1383550"/>
                </a:lnTo>
                <a:lnTo>
                  <a:pt x="152400" y="1382433"/>
                </a:lnTo>
                <a:lnTo>
                  <a:pt x="152400" y="1379804"/>
                </a:lnTo>
                <a:close/>
              </a:path>
              <a:path w="3771900" h="1390650">
                <a:moveTo>
                  <a:pt x="152400" y="467525"/>
                </a:moveTo>
                <a:lnTo>
                  <a:pt x="151942" y="466394"/>
                </a:lnTo>
                <a:lnTo>
                  <a:pt x="150075" y="464540"/>
                </a:lnTo>
                <a:lnTo>
                  <a:pt x="148958" y="464070"/>
                </a:lnTo>
                <a:lnTo>
                  <a:pt x="146329" y="464070"/>
                </a:lnTo>
                <a:lnTo>
                  <a:pt x="145211" y="464540"/>
                </a:lnTo>
                <a:lnTo>
                  <a:pt x="143344" y="466394"/>
                </a:lnTo>
                <a:lnTo>
                  <a:pt x="142875" y="467525"/>
                </a:lnTo>
                <a:lnTo>
                  <a:pt x="142875" y="470154"/>
                </a:lnTo>
                <a:lnTo>
                  <a:pt x="143344" y="471271"/>
                </a:lnTo>
                <a:lnTo>
                  <a:pt x="145211" y="473138"/>
                </a:lnTo>
                <a:lnTo>
                  <a:pt x="146329" y="473595"/>
                </a:lnTo>
                <a:lnTo>
                  <a:pt x="148958" y="473595"/>
                </a:lnTo>
                <a:lnTo>
                  <a:pt x="150075" y="473138"/>
                </a:lnTo>
                <a:lnTo>
                  <a:pt x="151942" y="471271"/>
                </a:lnTo>
                <a:lnTo>
                  <a:pt x="152400" y="470154"/>
                </a:lnTo>
                <a:lnTo>
                  <a:pt x="152400" y="467525"/>
                </a:lnTo>
                <a:close/>
              </a:path>
              <a:path w="3771900" h="1390650">
                <a:moveTo>
                  <a:pt x="200025" y="1379804"/>
                </a:moveTo>
                <a:lnTo>
                  <a:pt x="199567" y="1378686"/>
                </a:lnTo>
                <a:lnTo>
                  <a:pt x="197700" y="1376819"/>
                </a:lnTo>
                <a:lnTo>
                  <a:pt x="196583" y="1376362"/>
                </a:lnTo>
                <a:lnTo>
                  <a:pt x="193954" y="1376362"/>
                </a:lnTo>
                <a:lnTo>
                  <a:pt x="192836" y="1376819"/>
                </a:lnTo>
                <a:lnTo>
                  <a:pt x="190969" y="1378686"/>
                </a:lnTo>
                <a:lnTo>
                  <a:pt x="190500" y="1379804"/>
                </a:lnTo>
                <a:lnTo>
                  <a:pt x="190500" y="1382433"/>
                </a:lnTo>
                <a:lnTo>
                  <a:pt x="190969" y="1383550"/>
                </a:lnTo>
                <a:lnTo>
                  <a:pt x="192836" y="1385417"/>
                </a:lnTo>
                <a:lnTo>
                  <a:pt x="193954" y="1385887"/>
                </a:lnTo>
                <a:lnTo>
                  <a:pt x="196583" y="1385887"/>
                </a:lnTo>
                <a:lnTo>
                  <a:pt x="197700" y="1385417"/>
                </a:lnTo>
                <a:lnTo>
                  <a:pt x="199567" y="1383550"/>
                </a:lnTo>
                <a:lnTo>
                  <a:pt x="200025" y="1382433"/>
                </a:lnTo>
                <a:lnTo>
                  <a:pt x="200025" y="1379804"/>
                </a:lnTo>
                <a:close/>
              </a:path>
              <a:path w="3771900" h="1390650">
                <a:moveTo>
                  <a:pt x="200025" y="467525"/>
                </a:moveTo>
                <a:lnTo>
                  <a:pt x="199567" y="466394"/>
                </a:lnTo>
                <a:lnTo>
                  <a:pt x="197700" y="464540"/>
                </a:lnTo>
                <a:lnTo>
                  <a:pt x="196583" y="464070"/>
                </a:lnTo>
                <a:lnTo>
                  <a:pt x="193954" y="464070"/>
                </a:lnTo>
                <a:lnTo>
                  <a:pt x="192836" y="464540"/>
                </a:lnTo>
                <a:lnTo>
                  <a:pt x="190969" y="466394"/>
                </a:lnTo>
                <a:lnTo>
                  <a:pt x="190500" y="467525"/>
                </a:lnTo>
                <a:lnTo>
                  <a:pt x="190500" y="470154"/>
                </a:lnTo>
                <a:lnTo>
                  <a:pt x="190969" y="471271"/>
                </a:lnTo>
                <a:lnTo>
                  <a:pt x="192836" y="473138"/>
                </a:lnTo>
                <a:lnTo>
                  <a:pt x="193954" y="473595"/>
                </a:lnTo>
                <a:lnTo>
                  <a:pt x="196583" y="473595"/>
                </a:lnTo>
                <a:lnTo>
                  <a:pt x="197700" y="473138"/>
                </a:lnTo>
                <a:lnTo>
                  <a:pt x="199567" y="471271"/>
                </a:lnTo>
                <a:lnTo>
                  <a:pt x="200025" y="470154"/>
                </a:lnTo>
                <a:lnTo>
                  <a:pt x="200025" y="467525"/>
                </a:lnTo>
                <a:close/>
              </a:path>
              <a:path w="3771900" h="1390650">
                <a:moveTo>
                  <a:pt x="247650" y="1379804"/>
                </a:moveTo>
                <a:lnTo>
                  <a:pt x="247192" y="1378686"/>
                </a:lnTo>
                <a:lnTo>
                  <a:pt x="245325" y="1376819"/>
                </a:lnTo>
                <a:lnTo>
                  <a:pt x="244208" y="1376362"/>
                </a:lnTo>
                <a:lnTo>
                  <a:pt x="241579" y="1376362"/>
                </a:lnTo>
                <a:lnTo>
                  <a:pt x="240461" y="1376819"/>
                </a:lnTo>
                <a:lnTo>
                  <a:pt x="238594" y="1378686"/>
                </a:lnTo>
                <a:lnTo>
                  <a:pt x="238125" y="1379804"/>
                </a:lnTo>
                <a:lnTo>
                  <a:pt x="238125" y="1382433"/>
                </a:lnTo>
                <a:lnTo>
                  <a:pt x="238594" y="1383550"/>
                </a:lnTo>
                <a:lnTo>
                  <a:pt x="240461" y="1385417"/>
                </a:lnTo>
                <a:lnTo>
                  <a:pt x="241579" y="1385887"/>
                </a:lnTo>
                <a:lnTo>
                  <a:pt x="244208" y="1385887"/>
                </a:lnTo>
                <a:lnTo>
                  <a:pt x="245325" y="1385417"/>
                </a:lnTo>
                <a:lnTo>
                  <a:pt x="247192" y="1383550"/>
                </a:lnTo>
                <a:lnTo>
                  <a:pt x="247650" y="1382433"/>
                </a:lnTo>
                <a:lnTo>
                  <a:pt x="247650" y="1379804"/>
                </a:lnTo>
                <a:close/>
              </a:path>
              <a:path w="3771900" h="1390650">
                <a:moveTo>
                  <a:pt x="247650" y="467525"/>
                </a:moveTo>
                <a:lnTo>
                  <a:pt x="247192" y="466394"/>
                </a:lnTo>
                <a:lnTo>
                  <a:pt x="245325" y="464540"/>
                </a:lnTo>
                <a:lnTo>
                  <a:pt x="244208" y="464070"/>
                </a:lnTo>
                <a:lnTo>
                  <a:pt x="241579" y="464070"/>
                </a:lnTo>
                <a:lnTo>
                  <a:pt x="240461" y="464540"/>
                </a:lnTo>
                <a:lnTo>
                  <a:pt x="238594" y="466394"/>
                </a:lnTo>
                <a:lnTo>
                  <a:pt x="238125" y="467525"/>
                </a:lnTo>
                <a:lnTo>
                  <a:pt x="238125" y="470154"/>
                </a:lnTo>
                <a:lnTo>
                  <a:pt x="238594" y="471271"/>
                </a:lnTo>
                <a:lnTo>
                  <a:pt x="240461" y="473138"/>
                </a:lnTo>
                <a:lnTo>
                  <a:pt x="241579" y="473595"/>
                </a:lnTo>
                <a:lnTo>
                  <a:pt x="244208" y="473595"/>
                </a:lnTo>
                <a:lnTo>
                  <a:pt x="245325" y="473138"/>
                </a:lnTo>
                <a:lnTo>
                  <a:pt x="247192" y="471271"/>
                </a:lnTo>
                <a:lnTo>
                  <a:pt x="247650" y="470154"/>
                </a:lnTo>
                <a:lnTo>
                  <a:pt x="247650" y="467525"/>
                </a:lnTo>
                <a:close/>
              </a:path>
              <a:path w="3771900" h="1390650">
                <a:moveTo>
                  <a:pt x="295275" y="1379804"/>
                </a:moveTo>
                <a:lnTo>
                  <a:pt x="294817" y="1378686"/>
                </a:lnTo>
                <a:lnTo>
                  <a:pt x="292950" y="1376819"/>
                </a:lnTo>
                <a:lnTo>
                  <a:pt x="291833" y="1376362"/>
                </a:lnTo>
                <a:lnTo>
                  <a:pt x="289204" y="1376362"/>
                </a:lnTo>
                <a:lnTo>
                  <a:pt x="288086" y="1376819"/>
                </a:lnTo>
                <a:lnTo>
                  <a:pt x="286219" y="1378686"/>
                </a:lnTo>
                <a:lnTo>
                  <a:pt x="285750" y="1379804"/>
                </a:lnTo>
                <a:lnTo>
                  <a:pt x="285750" y="1382433"/>
                </a:lnTo>
                <a:lnTo>
                  <a:pt x="286219" y="1383550"/>
                </a:lnTo>
                <a:lnTo>
                  <a:pt x="288086" y="1385417"/>
                </a:lnTo>
                <a:lnTo>
                  <a:pt x="289204" y="1385887"/>
                </a:lnTo>
                <a:lnTo>
                  <a:pt x="291833" y="1385887"/>
                </a:lnTo>
                <a:lnTo>
                  <a:pt x="292950" y="1385417"/>
                </a:lnTo>
                <a:lnTo>
                  <a:pt x="294817" y="1383550"/>
                </a:lnTo>
                <a:lnTo>
                  <a:pt x="295275" y="1382433"/>
                </a:lnTo>
                <a:lnTo>
                  <a:pt x="295275" y="1379804"/>
                </a:lnTo>
                <a:close/>
              </a:path>
              <a:path w="3771900" h="1390650">
                <a:moveTo>
                  <a:pt x="295275" y="467525"/>
                </a:moveTo>
                <a:lnTo>
                  <a:pt x="294817" y="466394"/>
                </a:lnTo>
                <a:lnTo>
                  <a:pt x="292950" y="464540"/>
                </a:lnTo>
                <a:lnTo>
                  <a:pt x="291833" y="464070"/>
                </a:lnTo>
                <a:lnTo>
                  <a:pt x="289204" y="464070"/>
                </a:lnTo>
                <a:lnTo>
                  <a:pt x="288086" y="464540"/>
                </a:lnTo>
                <a:lnTo>
                  <a:pt x="286219" y="466394"/>
                </a:lnTo>
                <a:lnTo>
                  <a:pt x="285750" y="467525"/>
                </a:lnTo>
                <a:lnTo>
                  <a:pt x="285750" y="470154"/>
                </a:lnTo>
                <a:lnTo>
                  <a:pt x="286219" y="471271"/>
                </a:lnTo>
                <a:lnTo>
                  <a:pt x="288086" y="473138"/>
                </a:lnTo>
                <a:lnTo>
                  <a:pt x="289204" y="473595"/>
                </a:lnTo>
                <a:lnTo>
                  <a:pt x="291833" y="473595"/>
                </a:lnTo>
                <a:lnTo>
                  <a:pt x="292950" y="473138"/>
                </a:lnTo>
                <a:lnTo>
                  <a:pt x="294817" y="471271"/>
                </a:lnTo>
                <a:lnTo>
                  <a:pt x="295275" y="470154"/>
                </a:lnTo>
                <a:lnTo>
                  <a:pt x="295275" y="467525"/>
                </a:lnTo>
                <a:close/>
              </a:path>
              <a:path w="3771900" h="1390650">
                <a:moveTo>
                  <a:pt x="330200" y="1384566"/>
                </a:moveTo>
                <a:lnTo>
                  <a:pt x="329742" y="1383449"/>
                </a:lnTo>
                <a:lnTo>
                  <a:pt x="327875" y="1381582"/>
                </a:lnTo>
                <a:lnTo>
                  <a:pt x="326758" y="1381125"/>
                </a:lnTo>
                <a:lnTo>
                  <a:pt x="324129" y="1381125"/>
                </a:lnTo>
                <a:lnTo>
                  <a:pt x="323011" y="1381582"/>
                </a:lnTo>
                <a:lnTo>
                  <a:pt x="321144" y="1383449"/>
                </a:lnTo>
                <a:lnTo>
                  <a:pt x="320675" y="1384566"/>
                </a:lnTo>
                <a:lnTo>
                  <a:pt x="320675" y="1387195"/>
                </a:lnTo>
                <a:lnTo>
                  <a:pt x="321144" y="1388313"/>
                </a:lnTo>
                <a:lnTo>
                  <a:pt x="323011" y="1390180"/>
                </a:lnTo>
                <a:lnTo>
                  <a:pt x="324129" y="1390650"/>
                </a:lnTo>
                <a:lnTo>
                  <a:pt x="326758" y="1390650"/>
                </a:lnTo>
                <a:lnTo>
                  <a:pt x="327875" y="1390180"/>
                </a:lnTo>
                <a:lnTo>
                  <a:pt x="329742" y="1388313"/>
                </a:lnTo>
                <a:lnTo>
                  <a:pt x="330200" y="1387195"/>
                </a:lnTo>
                <a:lnTo>
                  <a:pt x="330200" y="1384566"/>
                </a:lnTo>
                <a:close/>
              </a:path>
              <a:path w="3771900" h="1390650">
                <a:moveTo>
                  <a:pt x="330200" y="1336941"/>
                </a:moveTo>
                <a:lnTo>
                  <a:pt x="329742" y="1335824"/>
                </a:lnTo>
                <a:lnTo>
                  <a:pt x="327875" y="1333957"/>
                </a:lnTo>
                <a:lnTo>
                  <a:pt x="326758" y="1333500"/>
                </a:lnTo>
                <a:lnTo>
                  <a:pt x="324129" y="1333500"/>
                </a:lnTo>
                <a:lnTo>
                  <a:pt x="323011" y="1333957"/>
                </a:lnTo>
                <a:lnTo>
                  <a:pt x="321144" y="1335824"/>
                </a:lnTo>
                <a:lnTo>
                  <a:pt x="320675" y="1336941"/>
                </a:lnTo>
                <a:lnTo>
                  <a:pt x="320675" y="1339570"/>
                </a:lnTo>
                <a:lnTo>
                  <a:pt x="321144" y="1340688"/>
                </a:lnTo>
                <a:lnTo>
                  <a:pt x="323011" y="1342555"/>
                </a:lnTo>
                <a:lnTo>
                  <a:pt x="324129" y="1343025"/>
                </a:lnTo>
                <a:lnTo>
                  <a:pt x="326758" y="1343025"/>
                </a:lnTo>
                <a:lnTo>
                  <a:pt x="327875" y="1342555"/>
                </a:lnTo>
                <a:lnTo>
                  <a:pt x="329742" y="1340688"/>
                </a:lnTo>
                <a:lnTo>
                  <a:pt x="330200" y="1339570"/>
                </a:lnTo>
                <a:lnTo>
                  <a:pt x="330200" y="1336941"/>
                </a:lnTo>
                <a:close/>
              </a:path>
              <a:path w="3771900" h="1390650">
                <a:moveTo>
                  <a:pt x="330200" y="1289316"/>
                </a:moveTo>
                <a:lnTo>
                  <a:pt x="329742" y="1288199"/>
                </a:lnTo>
                <a:lnTo>
                  <a:pt x="327875" y="1286332"/>
                </a:lnTo>
                <a:lnTo>
                  <a:pt x="326758" y="1285875"/>
                </a:lnTo>
                <a:lnTo>
                  <a:pt x="324129" y="1285875"/>
                </a:lnTo>
                <a:lnTo>
                  <a:pt x="323011" y="1286332"/>
                </a:lnTo>
                <a:lnTo>
                  <a:pt x="321144" y="1288199"/>
                </a:lnTo>
                <a:lnTo>
                  <a:pt x="320675" y="1289316"/>
                </a:lnTo>
                <a:lnTo>
                  <a:pt x="320675" y="1291945"/>
                </a:lnTo>
                <a:lnTo>
                  <a:pt x="321144" y="1293063"/>
                </a:lnTo>
                <a:lnTo>
                  <a:pt x="323011" y="1294930"/>
                </a:lnTo>
                <a:lnTo>
                  <a:pt x="324129" y="1295400"/>
                </a:lnTo>
                <a:lnTo>
                  <a:pt x="326758" y="1295400"/>
                </a:lnTo>
                <a:lnTo>
                  <a:pt x="327875" y="1294930"/>
                </a:lnTo>
                <a:lnTo>
                  <a:pt x="329742" y="1293063"/>
                </a:lnTo>
                <a:lnTo>
                  <a:pt x="330200" y="1291945"/>
                </a:lnTo>
                <a:lnTo>
                  <a:pt x="330200" y="1289316"/>
                </a:lnTo>
                <a:close/>
              </a:path>
              <a:path w="3771900" h="1390650">
                <a:moveTo>
                  <a:pt x="330200" y="1241691"/>
                </a:moveTo>
                <a:lnTo>
                  <a:pt x="329742" y="1240574"/>
                </a:lnTo>
                <a:lnTo>
                  <a:pt x="327875" y="1238707"/>
                </a:lnTo>
                <a:lnTo>
                  <a:pt x="326758" y="1238250"/>
                </a:lnTo>
                <a:lnTo>
                  <a:pt x="324129" y="1238250"/>
                </a:lnTo>
                <a:lnTo>
                  <a:pt x="323011" y="1238707"/>
                </a:lnTo>
                <a:lnTo>
                  <a:pt x="321144" y="1240574"/>
                </a:lnTo>
                <a:lnTo>
                  <a:pt x="320675" y="1241691"/>
                </a:lnTo>
                <a:lnTo>
                  <a:pt x="320675" y="1244320"/>
                </a:lnTo>
                <a:lnTo>
                  <a:pt x="321144" y="1245438"/>
                </a:lnTo>
                <a:lnTo>
                  <a:pt x="323011" y="1247305"/>
                </a:lnTo>
                <a:lnTo>
                  <a:pt x="324129" y="1247775"/>
                </a:lnTo>
                <a:lnTo>
                  <a:pt x="326758" y="1247775"/>
                </a:lnTo>
                <a:lnTo>
                  <a:pt x="327875" y="1247305"/>
                </a:lnTo>
                <a:lnTo>
                  <a:pt x="329742" y="1245438"/>
                </a:lnTo>
                <a:lnTo>
                  <a:pt x="330200" y="1244320"/>
                </a:lnTo>
                <a:lnTo>
                  <a:pt x="330200" y="1241691"/>
                </a:lnTo>
                <a:close/>
              </a:path>
              <a:path w="3771900" h="1390650">
                <a:moveTo>
                  <a:pt x="330200" y="1194066"/>
                </a:moveTo>
                <a:lnTo>
                  <a:pt x="329742" y="1192949"/>
                </a:lnTo>
                <a:lnTo>
                  <a:pt x="327875" y="1191082"/>
                </a:lnTo>
                <a:lnTo>
                  <a:pt x="326758" y="1190625"/>
                </a:lnTo>
                <a:lnTo>
                  <a:pt x="324129" y="1190625"/>
                </a:lnTo>
                <a:lnTo>
                  <a:pt x="323011" y="1191082"/>
                </a:lnTo>
                <a:lnTo>
                  <a:pt x="321144" y="1192949"/>
                </a:lnTo>
                <a:lnTo>
                  <a:pt x="320675" y="1194066"/>
                </a:lnTo>
                <a:lnTo>
                  <a:pt x="320675" y="1196695"/>
                </a:lnTo>
                <a:lnTo>
                  <a:pt x="321144" y="1197813"/>
                </a:lnTo>
                <a:lnTo>
                  <a:pt x="323011" y="1199680"/>
                </a:lnTo>
                <a:lnTo>
                  <a:pt x="324129" y="1200150"/>
                </a:lnTo>
                <a:lnTo>
                  <a:pt x="326758" y="1200150"/>
                </a:lnTo>
                <a:lnTo>
                  <a:pt x="327875" y="1199680"/>
                </a:lnTo>
                <a:lnTo>
                  <a:pt x="329742" y="1197813"/>
                </a:lnTo>
                <a:lnTo>
                  <a:pt x="330200" y="1196695"/>
                </a:lnTo>
                <a:lnTo>
                  <a:pt x="330200" y="1194066"/>
                </a:lnTo>
                <a:close/>
              </a:path>
              <a:path w="3771900" h="1390650">
                <a:moveTo>
                  <a:pt x="330200" y="1146441"/>
                </a:moveTo>
                <a:lnTo>
                  <a:pt x="329742" y="1145324"/>
                </a:lnTo>
                <a:lnTo>
                  <a:pt x="327875" y="1143457"/>
                </a:lnTo>
                <a:lnTo>
                  <a:pt x="326758" y="1143000"/>
                </a:lnTo>
                <a:lnTo>
                  <a:pt x="324129" y="1143000"/>
                </a:lnTo>
                <a:lnTo>
                  <a:pt x="323011" y="1143457"/>
                </a:lnTo>
                <a:lnTo>
                  <a:pt x="321144" y="1145324"/>
                </a:lnTo>
                <a:lnTo>
                  <a:pt x="320675" y="1146441"/>
                </a:lnTo>
                <a:lnTo>
                  <a:pt x="320675" y="1149070"/>
                </a:lnTo>
                <a:lnTo>
                  <a:pt x="321144" y="1150188"/>
                </a:lnTo>
                <a:lnTo>
                  <a:pt x="323011" y="1152055"/>
                </a:lnTo>
                <a:lnTo>
                  <a:pt x="324129" y="1152525"/>
                </a:lnTo>
                <a:lnTo>
                  <a:pt x="326758" y="1152525"/>
                </a:lnTo>
                <a:lnTo>
                  <a:pt x="327875" y="1152055"/>
                </a:lnTo>
                <a:lnTo>
                  <a:pt x="329742" y="1150188"/>
                </a:lnTo>
                <a:lnTo>
                  <a:pt x="330200" y="1149070"/>
                </a:lnTo>
                <a:lnTo>
                  <a:pt x="330200" y="1146441"/>
                </a:lnTo>
                <a:close/>
              </a:path>
              <a:path w="3771900" h="1390650">
                <a:moveTo>
                  <a:pt x="330200" y="1098816"/>
                </a:moveTo>
                <a:lnTo>
                  <a:pt x="329742" y="1097699"/>
                </a:lnTo>
                <a:lnTo>
                  <a:pt x="327875" y="1095832"/>
                </a:lnTo>
                <a:lnTo>
                  <a:pt x="326758" y="1095375"/>
                </a:lnTo>
                <a:lnTo>
                  <a:pt x="324129" y="1095375"/>
                </a:lnTo>
                <a:lnTo>
                  <a:pt x="323011" y="1095832"/>
                </a:lnTo>
                <a:lnTo>
                  <a:pt x="321144" y="1097699"/>
                </a:lnTo>
                <a:lnTo>
                  <a:pt x="320675" y="1098816"/>
                </a:lnTo>
                <a:lnTo>
                  <a:pt x="320675" y="1101445"/>
                </a:lnTo>
                <a:lnTo>
                  <a:pt x="321144" y="1102563"/>
                </a:lnTo>
                <a:lnTo>
                  <a:pt x="323011" y="1104430"/>
                </a:lnTo>
                <a:lnTo>
                  <a:pt x="324129" y="1104900"/>
                </a:lnTo>
                <a:lnTo>
                  <a:pt x="326758" y="1104900"/>
                </a:lnTo>
                <a:lnTo>
                  <a:pt x="327875" y="1104430"/>
                </a:lnTo>
                <a:lnTo>
                  <a:pt x="329742" y="1102563"/>
                </a:lnTo>
                <a:lnTo>
                  <a:pt x="330200" y="1101445"/>
                </a:lnTo>
                <a:lnTo>
                  <a:pt x="330200" y="1098816"/>
                </a:lnTo>
                <a:close/>
              </a:path>
              <a:path w="3771900" h="1390650">
                <a:moveTo>
                  <a:pt x="330200" y="1051191"/>
                </a:moveTo>
                <a:lnTo>
                  <a:pt x="329742" y="1050074"/>
                </a:lnTo>
                <a:lnTo>
                  <a:pt x="327875" y="1048207"/>
                </a:lnTo>
                <a:lnTo>
                  <a:pt x="326758" y="1047750"/>
                </a:lnTo>
                <a:lnTo>
                  <a:pt x="324129" y="1047750"/>
                </a:lnTo>
                <a:lnTo>
                  <a:pt x="323011" y="1048207"/>
                </a:lnTo>
                <a:lnTo>
                  <a:pt x="321144" y="1050074"/>
                </a:lnTo>
                <a:lnTo>
                  <a:pt x="320675" y="1051191"/>
                </a:lnTo>
                <a:lnTo>
                  <a:pt x="320675" y="1053820"/>
                </a:lnTo>
                <a:lnTo>
                  <a:pt x="321144" y="1054938"/>
                </a:lnTo>
                <a:lnTo>
                  <a:pt x="323011" y="1056805"/>
                </a:lnTo>
                <a:lnTo>
                  <a:pt x="324129" y="1057275"/>
                </a:lnTo>
                <a:lnTo>
                  <a:pt x="326758" y="1057275"/>
                </a:lnTo>
                <a:lnTo>
                  <a:pt x="327875" y="1056805"/>
                </a:lnTo>
                <a:lnTo>
                  <a:pt x="329742" y="1054938"/>
                </a:lnTo>
                <a:lnTo>
                  <a:pt x="330200" y="1053820"/>
                </a:lnTo>
                <a:lnTo>
                  <a:pt x="330200" y="1051191"/>
                </a:lnTo>
                <a:close/>
              </a:path>
              <a:path w="3771900" h="1390650">
                <a:moveTo>
                  <a:pt x="330200" y="1003566"/>
                </a:moveTo>
                <a:lnTo>
                  <a:pt x="329742" y="1002449"/>
                </a:lnTo>
                <a:lnTo>
                  <a:pt x="327875" y="1000582"/>
                </a:lnTo>
                <a:lnTo>
                  <a:pt x="326758" y="1000125"/>
                </a:lnTo>
                <a:lnTo>
                  <a:pt x="324129" y="1000125"/>
                </a:lnTo>
                <a:lnTo>
                  <a:pt x="323011" y="1000582"/>
                </a:lnTo>
                <a:lnTo>
                  <a:pt x="321144" y="1002449"/>
                </a:lnTo>
                <a:lnTo>
                  <a:pt x="320675" y="1003566"/>
                </a:lnTo>
                <a:lnTo>
                  <a:pt x="320675" y="1006195"/>
                </a:lnTo>
                <a:lnTo>
                  <a:pt x="321144" y="1007313"/>
                </a:lnTo>
                <a:lnTo>
                  <a:pt x="323011" y="1009180"/>
                </a:lnTo>
                <a:lnTo>
                  <a:pt x="324129" y="1009650"/>
                </a:lnTo>
                <a:lnTo>
                  <a:pt x="326758" y="1009650"/>
                </a:lnTo>
                <a:lnTo>
                  <a:pt x="327875" y="1009180"/>
                </a:lnTo>
                <a:lnTo>
                  <a:pt x="329742" y="1007313"/>
                </a:lnTo>
                <a:lnTo>
                  <a:pt x="330200" y="1006195"/>
                </a:lnTo>
                <a:lnTo>
                  <a:pt x="330200" y="1003566"/>
                </a:lnTo>
                <a:close/>
              </a:path>
              <a:path w="3771900" h="1390650">
                <a:moveTo>
                  <a:pt x="330200" y="955941"/>
                </a:moveTo>
                <a:lnTo>
                  <a:pt x="329742" y="954824"/>
                </a:lnTo>
                <a:lnTo>
                  <a:pt x="327875" y="952957"/>
                </a:lnTo>
                <a:lnTo>
                  <a:pt x="326758" y="952500"/>
                </a:lnTo>
                <a:lnTo>
                  <a:pt x="324129" y="952500"/>
                </a:lnTo>
                <a:lnTo>
                  <a:pt x="323011" y="952957"/>
                </a:lnTo>
                <a:lnTo>
                  <a:pt x="321144" y="954824"/>
                </a:lnTo>
                <a:lnTo>
                  <a:pt x="320675" y="955941"/>
                </a:lnTo>
                <a:lnTo>
                  <a:pt x="320675" y="958570"/>
                </a:lnTo>
                <a:lnTo>
                  <a:pt x="321144" y="959688"/>
                </a:lnTo>
                <a:lnTo>
                  <a:pt x="323011" y="961555"/>
                </a:lnTo>
                <a:lnTo>
                  <a:pt x="324129" y="962025"/>
                </a:lnTo>
                <a:lnTo>
                  <a:pt x="326758" y="962025"/>
                </a:lnTo>
                <a:lnTo>
                  <a:pt x="327875" y="961555"/>
                </a:lnTo>
                <a:lnTo>
                  <a:pt x="329742" y="959688"/>
                </a:lnTo>
                <a:lnTo>
                  <a:pt x="330200" y="958570"/>
                </a:lnTo>
                <a:lnTo>
                  <a:pt x="330200" y="955941"/>
                </a:lnTo>
                <a:close/>
              </a:path>
              <a:path w="3771900" h="1390650">
                <a:moveTo>
                  <a:pt x="330200" y="908316"/>
                </a:moveTo>
                <a:lnTo>
                  <a:pt x="329742" y="907199"/>
                </a:lnTo>
                <a:lnTo>
                  <a:pt x="327875" y="905332"/>
                </a:lnTo>
                <a:lnTo>
                  <a:pt x="326758" y="904875"/>
                </a:lnTo>
                <a:lnTo>
                  <a:pt x="324129" y="904875"/>
                </a:lnTo>
                <a:lnTo>
                  <a:pt x="323011" y="905332"/>
                </a:lnTo>
                <a:lnTo>
                  <a:pt x="321144" y="907199"/>
                </a:lnTo>
                <a:lnTo>
                  <a:pt x="320675" y="908316"/>
                </a:lnTo>
                <a:lnTo>
                  <a:pt x="320675" y="910945"/>
                </a:lnTo>
                <a:lnTo>
                  <a:pt x="321144" y="912063"/>
                </a:lnTo>
                <a:lnTo>
                  <a:pt x="323011" y="913930"/>
                </a:lnTo>
                <a:lnTo>
                  <a:pt x="324129" y="914400"/>
                </a:lnTo>
                <a:lnTo>
                  <a:pt x="326758" y="914400"/>
                </a:lnTo>
                <a:lnTo>
                  <a:pt x="327875" y="913930"/>
                </a:lnTo>
                <a:lnTo>
                  <a:pt x="329742" y="912063"/>
                </a:lnTo>
                <a:lnTo>
                  <a:pt x="330200" y="910945"/>
                </a:lnTo>
                <a:lnTo>
                  <a:pt x="330200" y="908316"/>
                </a:lnTo>
                <a:close/>
              </a:path>
              <a:path w="3771900" h="1390650">
                <a:moveTo>
                  <a:pt x="330200" y="860691"/>
                </a:moveTo>
                <a:lnTo>
                  <a:pt x="329742" y="859574"/>
                </a:lnTo>
                <a:lnTo>
                  <a:pt x="327875" y="857707"/>
                </a:lnTo>
                <a:lnTo>
                  <a:pt x="326758" y="857250"/>
                </a:lnTo>
                <a:lnTo>
                  <a:pt x="324129" y="857250"/>
                </a:lnTo>
                <a:lnTo>
                  <a:pt x="323011" y="857707"/>
                </a:lnTo>
                <a:lnTo>
                  <a:pt x="321144" y="859574"/>
                </a:lnTo>
                <a:lnTo>
                  <a:pt x="320675" y="860691"/>
                </a:lnTo>
                <a:lnTo>
                  <a:pt x="320675" y="863320"/>
                </a:lnTo>
                <a:lnTo>
                  <a:pt x="321144" y="864438"/>
                </a:lnTo>
                <a:lnTo>
                  <a:pt x="323011" y="866305"/>
                </a:lnTo>
                <a:lnTo>
                  <a:pt x="324129" y="866775"/>
                </a:lnTo>
                <a:lnTo>
                  <a:pt x="326758" y="866775"/>
                </a:lnTo>
                <a:lnTo>
                  <a:pt x="327875" y="866305"/>
                </a:lnTo>
                <a:lnTo>
                  <a:pt x="329742" y="864438"/>
                </a:lnTo>
                <a:lnTo>
                  <a:pt x="330200" y="863320"/>
                </a:lnTo>
                <a:lnTo>
                  <a:pt x="330200" y="860691"/>
                </a:lnTo>
                <a:close/>
              </a:path>
              <a:path w="3771900" h="1390650">
                <a:moveTo>
                  <a:pt x="330200" y="813066"/>
                </a:moveTo>
                <a:lnTo>
                  <a:pt x="329742" y="811949"/>
                </a:lnTo>
                <a:lnTo>
                  <a:pt x="327875" y="810082"/>
                </a:lnTo>
                <a:lnTo>
                  <a:pt x="326758" y="809625"/>
                </a:lnTo>
                <a:lnTo>
                  <a:pt x="324129" y="809625"/>
                </a:lnTo>
                <a:lnTo>
                  <a:pt x="323011" y="810082"/>
                </a:lnTo>
                <a:lnTo>
                  <a:pt x="321144" y="811949"/>
                </a:lnTo>
                <a:lnTo>
                  <a:pt x="320675" y="813066"/>
                </a:lnTo>
                <a:lnTo>
                  <a:pt x="320675" y="815695"/>
                </a:lnTo>
                <a:lnTo>
                  <a:pt x="321144" y="816813"/>
                </a:lnTo>
                <a:lnTo>
                  <a:pt x="323011" y="818680"/>
                </a:lnTo>
                <a:lnTo>
                  <a:pt x="324129" y="819150"/>
                </a:lnTo>
                <a:lnTo>
                  <a:pt x="326758" y="819150"/>
                </a:lnTo>
                <a:lnTo>
                  <a:pt x="327875" y="818680"/>
                </a:lnTo>
                <a:lnTo>
                  <a:pt x="329742" y="816813"/>
                </a:lnTo>
                <a:lnTo>
                  <a:pt x="330200" y="815695"/>
                </a:lnTo>
                <a:lnTo>
                  <a:pt x="330200" y="813066"/>
                </a:lnTo>
                <a:close/>
              </a:path>
              <a:path w="3771900" h="1390650">
                <a:moveTo>
                  <a:pt x="330200" y="765441"/>
                </a:moveTo>
                <a:lnTo>
                  <a:pt x="329742" y="764324"/>
                </a:lnTo>
                <a:lnTo>
                  <a:pt x="327875" y="762457"/>
                </a:lnTo>
                <a:lnTo>
                  <a:pt x="326758" y="762000"/>
                </a:lnTo>
                <a:lnTo>
                  <a:pt x="324129" y="762000"/>
                </a:lnTo>
                <a:lnTo>
                  <a:pt x="323011" y="762457"/>
                </a:lnTo>
                <a:lnTo>
                  <a:pt x="321144" y="764324"/>
                </a:lnTo>
                <a:lnTo>
                  <a:pt x="320675" y="765441"/>
                </a:lnTo>
                <a:lnTo>
                  <a:pt x="320675" y="768070"/>
                </a:lnTo>
                <a:lnTo>
                  <a:pt x="321144" y="769188"/>
                </a:lnTo>
                <a:lnTo>
                  <a:pt x="323011" y="771055"/>
                </a:lnTo>
                <a:lnTo>
                  <a:pt x="324129" y="771525"/>
                </a:lnTo>
                <a:lnTo>
                  <a:pt x="326758" y="771525"/>
                </a:lnTo>
                <a:lnTo>
                  <a:pt x="327875" y="771055"/>
                </a:lnTo>
                <a:lnTo>
                  <a:pt x="329742" y="769188"/>
                </a:lnTo>
                <a:lnTo>
                  <a:pt x="330200" y="768070"/>
                </a:lnTo>
                <a:lnTo>
                  <a:pt x="330200" y="765441"/>
                </a:lnTo>
                <a:close/>
              </a:path>
              <a:path w="3771900" h="1390650">
                <a:moveTo>
                  <a:pt x="330200" y="717816"/>
                </a:moveTo>
                <a:lnTo>
                  <a:pt x="329742" y="716699"/>
                </a:lnTo>
                <a:lnTo>
                  <a:pt x="327875" y="714832"/>
                </a:lnTo>
                <a:lnTo>
                  <a:pt x="326758" y="714375"/>
                </a:lnTo>
                <a:lnTo>
                  <a:pt x="324129" y="714375"/>
                </a:lnTo>
                <a:lnTo>
                  <a:pt x="323011" y="714832"/>
                </a:lnTo>
                <a:lnTo>
                  <a:pt x="321144" y="716699"/>
                </a:lnTo>
                <a:lnTo>
                  <a:pt x="320675" y="717816"/>
                </a:lnTo>
                <a:lnTo>
                  <a:pt x="320675" y="720445"/>
                </a:lnTo>
                <a:lnTo>
                  <a:pt x="321144" y="721563"/>
                </a:lnTo>
                <a:lnTo>
                  <a:pt x="323011" y="723430"/>
                </a:lnTo>
                <a:lnTo>
                  <a:pt x="324129" y="723900"/>
                </a:lnTo>
                <a:lnTo>
                  <a:pt x="326758" y="723900"/>
                </a:lnTo>
                <a:lnTo>
                  <a:pt x="327875" y="723430"/>
                </a:lnTo>
                <a:lnTo>
                  <a:pt x="329742" y="721563"/>
                </a:lnTo>
                <a:lnTo>
                  <a:pt x="330200" y="720445"/>
                </a:lnTo>
                <a:lnTo>
                  <a:pt x="330200" y="717816"/>
                </a:lnTo>
                <a:close/>
              </a:path>
              <a:path w="3771900" h="1390650">
                <a:moveTo>
                  <a:pt x="330200" y="670191"/>
                </a:moveTo>
                <a:lnTo>
                  <a:pt x="329742" y="669074"/>
                </a:lnTo>
                <a:lnTo>
                  <a:pt x="327875" y="667207"/>
                </a:lnTo>
                <a:lnTo>
                  <a:pt x="326758" y="666750"/>
                </a:lnTo>
                <a:lnTo>
                  <a:pt x="324129" y="666750"/>
                </a:lnTo>
                <a:lnTo>
                  <a:pt x="323011" y="667207"/>
                </a:lnTo>
                <a:lnTo>
                  <a:pt x="321144" y="669074"/>
                </a:lnTo>
                <a:lnTo>
                  <a:pt x="320675" y="670191"/>
                </a:lnTo>
                <a:lnTo>
                  <a:pt x="320675" y="672820"/>
                </a:lnTo>
                <a:lnTo>
                  <a:pt x="321144" y="673938"/>
                </a:lnTo>
                <a:lnTo>
                  <a:pt x="323011" y="675805"/>
                </a:lnTo>
                <a:lnTo>
                  <a:pt x="324129" y="676275"/>
                </a:lnTo>
                <a:lnTo>
                  <a:pt x="326758" y="676275"/>
                </a:lnTo>
                <a:lnTo>
                  <a:pt x="327875" y="675805"/>
                </a:lnTo>
                <a:lnTo>
                  <a:pt x="329742" y="673938"/>
                </a:lnTo>
                <a:lnTo>
                  <a:pt x="330200" y="672820"/>
                </a:lnTo>
                <a:lnTo>
                  <a:pt x="330200" y="670191"/>
                </a:lnTo>
                <a:close/>
              </a:path>
              <a:path w="3771900" h="1390650">
                <a:moveTo>
                  <a:pt x="330200" y="622566"/>
                </a:moveTo>
                <a:lnTo>
                  <a:pt x="329742" y="621449"/>
                </a:lnTo>
                <a:lnTo>
                  <a:pt x="327875" y="619582"/>
                </a:lnTo>
                <a:lnTo>
                  <a:pt x="326758" y="619125"/>
                </a:lnTo>
                <a:lnTo>
                  <a:pt x="324129" y="619125"/>
                </a:lnTo>
                <a:lnTo>
                  <a:pt x="323011" y="619582"/>
                </a:lnTo>
                <a:lnTo>
                  <a:pt x="321144" y="621449"/>
                </a:lnTo>
                <a:lnTo>
                  <a:pt x="320675" y="622566"/>
                </a:lnTo>
                <a:lnTo>
                  <a:pt x="320675" y="625195"/>
                </a:lnTo>
                <a:lnTo>
                  <a:pt x="321144" y="626313"/>
                </a:lnTo>
                <a:lnTo>
                  <a:pt x="323011" y="628180"/>
                </a:lnTo>
                <a:lnTo>
                  <a:pt x="324129" y="628650"/>
                </a:lnTo>
                <a:lnTo>
                  <a:pt x="326758" y="628650"/>
                </a:lnTo>
                <a:lnTo>
                  <a:pt x="327875" y="628180"/>
                </a:lnTo>
                <a:lnTo>
                  <a:pt x="329742" y="626313"/>
                </a:lnTo>
                <a:lnTo>
                  <a:pt x="330200" y="625195"/>
                </a:lnTo>
                <a:lnTo>
                  <a:pt x="330200" y="622566"/>
                </a:lnTo>
                <a:close/>
              </a:path>
              <a:path w="3771900" h="1390650">
                <a:moveTo>
                  <a:pt x="330200" y="574941"/>
                </a:moveTo>
                <a:lnTo>
                  <a:pt x="329742" y="573824"/>
                </a:lnTo>
                <a:lnTo>
                  <a:pt x="327875" y="571957"/>
                </a:lnTo>
                <a:lnTo>
                  <a:pt x="326758" y="571500"/>
                </a:lnTo>
                <a:lnTo>
                  <a:pt x="324129" y="571500"/>
                </a:lnTo>
                <a:lnTo>
                  <a:pt x="323011" y="571957"/>
                </a:lnTo>
                <a:lnTo>
                  <a:pt x="321144" y="573824"/>
                </a:lnTo>
                <a:lnTo>
                  <a:pt x="320675" y="574941"/>
                </a:lnTo>
                <a:lnTo>
                  <a:pt x="320675" y="577570"/>
                </a:lnTo>
                <a:lnTo>
                  <a:pt x="321144" y="578688"/>
                </a:lnTo>
                <a:lnTo>
                  <a:pt x="323011" y="580555"/>
                </a:lnTo>
                <a:lnTo>
                  <a:pt x="324129" y="581025"/>
                </a:lnTo>
                <a:lnTo>
                  <a:pt x="326758" y="581025"/>
                </a:lnTo>
                <a:lnTo>
                  <a:pt x="327875" y="580555"/>
                </a:lnTo>
                <a:lnTo>
                  <a:pt x="329742" y="578688"/>
                </a:lnTo>
                <a:lnTo>
                  <a:pt x="330200" y="577570"/>
                </a:lnTo>
                <a:lnTo>
                  <a:pt x="330200" y="574941"/>
                </a:lnTo>
                <a:close/>
              </a:path>
              <a:path w="3771900" h="1390650">
                <a:moveTo>
                  <a:pt x="330200" y="527316"/>
                </a:moveTo>
                <a:lnTo>
                  <a:pt x="329742" y="526199"/>
                </a:lnTo>
                <a:lnTo>
                  <a:pt x="327875" y="524332"/>
                </a:lnTo>
                <a:lnTo>
                  <a:pt x="326758" y="523875"/>
                </a:lnTo>
                <a:lnTo>
                  <a:pt x="324129" y="523875"/>
                </a:lnTo>
                <a:lnTo>
                  <a:pt x="323011" y="524332"/>
                </a:lnTo>
                <a:lnTo>
                  <a:pt x="321144" y="526199"/>
                </a:lnTo>
                <a:lnTo>
                  <a:pt x="320675" y="527316"/>
                </a:lnTo>
                <a:lnTo>
                  <a:pt x="320675" y="529945"/>
                </a:lnTo>
                <a:lnTo>
                  <a:pt x="321144" y="531063"/>
                </a:lnTo>
                <a:lnTo>
                  <a:pt x="323011" y="532930"/>
                </a:lnTo>
                <a:lnTo>
                  <a:pt x="324129" y="533400"/>
                </a:lnTo>
                <a:lnTo>
                  <a:pt x="326758" y="533400"/>
                </a:lnTo>
                <a:lnTo>
                  <a:pt x="327875" y="532930"/>
                </a:lnTo>
                <a:lnTo>
                  <a:pt x="329742" y="531063"/>
                </a:lnTo>
                <a:lnTo>
                  <a:pt x="330200" y="529945"/>
                </a:lnTo>
                <a:lnTo>
                  <a:pt x="330200" y="527316"/>
                </a:lnTo>
                <a:close/>
              </a:path>
              <a:path w="3771900" h="1390650">
                <a:moveTo>
                  <a:pt x="330200" y="479691"/>
                </a:moveTo>
                <a:lnTo>
                  <a:pt x="329742" y="478574"/>
                </a:lnTo>
                <a:lnTo>
                  <a:pt x="327875" y="476707"/>
                </a:lnTo>
                <a:lnTo>
                  <a:pt x="326758" y="476250"/>
                </a:lnTo>
                <a:lnTo>
                  <a:pt x="324129" y="476250"/>
                </a:lnTo>
                <a:lnTo>
                  <a:pt x="323011" y="476707"/>
                </a:lnTo>
                <a:lnTo>
                  <a:pt x="321144" y="478574"/>
                </a:lnTo>
                <a:lnTo>
                  <a:pt x="320675" y="479691"/>
                </a:lnTo>
                <a:lnTo>
                  <a:pt x="320675" y="482320"/>
                </a:lnTo>
                <a:lnTo>
                  <a:pt x="321144" y="483438"/>
                </a:lnTo>
                <a:lnTo>
                  <a:pt x="323011" y="485305"/>
                </a:lnTo>
                <a:lnTo>
                  <a:pt x="324129" y="485775"/>
                </a:lnTo>
                <a:lnTo>
                  <a:pt x="326758" y="485775"/>
                </a:lnTo>
                <a:lnTo>
                  <a:pt x="327875" y="485305"/>
                </a:lnTo>
                <a:lnTo>
                  <a:pt x="329742" y="483438"/>
                </a:lnTo>
                <a:lnTo>
                  <a:pt x="330200" y="482320"/>
                </a:lnTo>
                <a:lnTo>
                  <a:pt x="330200" y="479691"/>
                </a:lnTo>
                <a:close/>
              </a:path>
              <a:path w="3771900" h="1390650">
                <a:moveTo>
                  <a:pt x="330200" y="432066"/>
                </a:moveTo>
                <a:lnTo>
                  <a:pt x="329742" y="430949"/>
                </a:lnTo>
                <a:lnTo>
                  <a:pt x="327875" y="429082"/>
                </a:lnTo>
                <a:lnTo>
                  <a:pt x="326758" y="428625"/>
                </a:lnTo>
                <a:lnTo>
                  <a:pt x="324129" y="428625"/>
                </a:lnTo>
                <a:lnTo>
                  <a:pt x="323011" y="429082"/>
                </a:lnTo>
                <a:lnTo>
                  <a:pt x="321144" y="430949"/>
                </a:lnTo>
                <a:lnTo>
                  <a:pt x="320675" y="432066"/>
                </a:lnTo>
                <a:lnTo>
                  <a:pt x="320675" y="434695"/>
                </a:lnTo>
                <a:lnTo>
                  <a:pt x="321144" y="435813"/>
                </a:lnTo>
                <a:lnTo>
                  <a:pt x="323011" y="437680"/>
                </a:lnTo>
                <a:lnTo>
                  <a:pt x="324129" y="438150"/>
                </a:lnTo>
                <a:lnTo>
                  <a:pt x="326758" y="438150"/>
                </a:lnTo>
                <a:lnTo>
                  <a:pt x="327875" y="437680"/>
                </a:lnTo>
                <a:lnTo>
                  <a:pt x="329742" y="435813"/>
                </a:lnTo>
                <a:lnTo>
                  <a:pt x="330200" y="434695"/>
                </a:lnTo>
                <a:lnTo>
                  <a:pt x="330200" y="432066"/>
                </a:lnTo>
                <a:close/>
              </a:path>
              <a:path w="3771900" h="1390650">
                <a:moveTo>
                  <a:pt x="330200" y="384441"/>
                </a:moveTo>
                <a:lnTo>
                  <a:pt x="329742" y="383324"/>
                </a:lnTo>
                <a:lnTo>
                  <a:pt x="327875" y="381457"/>
                </a:lnTo>
                <a:lnTo>
                  <a:pt x="326758" y="381000"/>
                </a:lnTo>
                <a:lnTo>
                  <a:pt x="324129" y="381000"/>
                </a:lnTo>
                <a:lnTo>
                  <a:pt x="323011" y="381457"/>
                </a:lnTo>
                <a:lnTo>
                  <a:pt x="321144" y="383324"/>
                </a:lnTo>
                <a:lnTo>
                  <a:pt x="320675" y="384441"/>
                </a:lnTo>
                <a:lnTo>
                  <a:pt x="320675" y="387070"/>
                </a:lnTo>
                <a:lnTo>
                  <a:pt x="321144" y="388188"/>
                </a:lnTo>
                <a:lnTo>
                  <a:pt x="323011" y="390055"/>
                </a:lnTo>
                <a:lnTo>
                  <a:pt x="324129" y="390525"/>
                </a:lnTo>
                <a:lnTo>
                  <a:pt x="326758" y="390525"/>
                </a:lnTo>
                <a:lnTo>
                  <a:pt x="327875" y="390055"/>
                </a:lnTo>
                <a:lnTo>
                  <a:pt x="329742" y="388188"/>
                </a:lnTo>
                <a:lnTo>
                  <a:pt x="330200" y="387070"/>
                </a:lnTo>
                <a:lnTo>
                  <a:pt x="330200" y="384441"/>
                </a:lnTo>
                <a:close/>
              </a:path>
              <a:path w="3771900" h="1390650">
                <a:moveTo>
                  <a:pt x="330200" y="336816"/>
                </a:moveTo>
                <a:lnTo>
                  <a:pt x="329742" y="335699"/>
                </a:lnTo>
                <a:lnTo>
                  <a:pt x="327875" y="333832"/>
                </a:lnTo>
                <a:lnTo>
                  <a:pt x="326758" y="333375"/>
                </a:lnTo>
                <a:lnTo>
                  <a:pt x="324129" y="333375"/>
                </a:lnTo>
                <a:lnTo>
                  <a:pt x="323011" y="333832"/>
                </a:lnTo>
                <a:lnTo>
                  <a:pt x="321144" y="335699"/>
                </a:lnTo>
                <a:lnTo>
                  <a:pt x="320675" y="336816"/>
                </a:lnTo>
                <a:lnTo>
                  <a:pt x="320675" y="339445"/>
                </a:lnTo>
                <a:lnTo>
                  <a:pt x="321144" y="340563"/>
                </a:lnTo>
                <a:lnTo>
                  <a:pt x="323011" y="342430"/>
                </a:lnTo>
                <a:lnTo>
                  <a:pt x="324129" y="342900"/>
                </a:lnTo>
                <a:lnTo>
                  <a:pt x="326758" y="342900"/>
                </a:lnTo>
                <a:lnTo>
                  <a:pt x="327875" y="342430"/>
                </a:lnTo>
                <a:lnTo>
                  <a:pt x="329742" y="340563"/>
                </a:lnTo>
                <a:lnTo>
                  <a:pt x="330200" y="339445"/>
                </a:lnTo>
                <a:lnTo>
                  <a:pt x="330200" y="336816"/>
                </a:lnTo>
                <a:close/>
              </a:path>
              <a:path w="3771900" h="1390650">
                <a:moveTo>
                  <a:pt x="330200" y="289191"/>
                </a:moveTo>
                <a:lnTo>
                  <a:pt x="329742" y="288074"/>
                </a:lnTo>
                <a:lnTo>
                  <a:pt x="327875" y="286207"/>
                </a:lnTo>
                <a:lnTo>
                  <a:pt x="326758" y="285750"/>
                </a:lnTo>
                <a:lnTo>
                  <a:pt x="324129" y="285750"/>
                </a:lnTo>
                <a:lnTo>
                  <a:pt x="323011" y="286207"/>
                </a:lnTo>
                <a:lnTo>
                  <a:pt x="321144" y="288074"/>
                </a:lnTo>
                <a:lnTo>
                  <a:pt x="320675" y="289191"/>
                </a:lnTo>
                <a:lnTo>
                  <a:pt x="320675" y="291820"/>
                </a:lnTo>
                <a:lnTo>
                  <a:pt x="321144" y="292938"/>
                </a:lnTo>
                <a:lnTo>
                  <a:pt x="323011" y="294805"/>
                </a:lnTo>
                <a:lnTo>
                  <a:pt x="324129" y="295275"/>
                </a:lnTo>
                <a:lnTo>
                  <a:pt x="326758" y="295275"/>
                </a:lnTo>
                <a:lnTo>
                  <a:pt x="327875" y="294805"/>
                </a:lnTo>
                <a:lnTo>
                  <a:pt x="329742" y="292938"/>
                </a:lnTo>
                <a:lnTo>
                  <a:pt x="330200" y="291820"/>
                </a:lnTo>
                <a:lnTo>
                  <a:pt x="330200" y="289191"/>
                </a:lnTo>
                <a:close/>
              </a:path>
              <a:path w="3771900" h="1390650">
                <a:moveTo>
                  <a:pt x="330200" y="241566"/>
                </a:moveTo>
                <a:lnTo>
                  <a:pt x="329742" y="240449"/>
                </a:lnTo>
                <a:lnTo>
                  <a:pt x="327875" y="238582"/>
                </a:lnTo>
                <a:lnTo>
                  <a:pt x="326758" y="238125"/>
                </a:lnTo>
                <a:lnTo>
                  <a:pt x="324129" y="238125"/>
                </a:lnTo>
                <a:lnTo>
                  <a:pt x="323011" y="238582"/>
                </a:lnTo>
                <a:lnTo>
                  <a:pt x="321144" y="240449"/>
                </a:lnTo>
                <a:lnTo>
                  <a:pt x="320675" y="241566"/>
                </a:lnTo>
                <a:lnTo>
                  <a:pt x="320675" y="244195"/>
                </a:lnTo>
                <a:lnTo>
                  <a:pt x="321144" y="245313"/>
                </a:lnTo>
                <a:lnTo>
                  <a:pt x="323011" y="247180"/>
                </a:lnTo>
                <a:lnTo>
                  <a:pt x="324129" y="247650"/>
                </a:lnTo>
                <a:lnTo>
                  <a:pt x="326758" y="247650"/>
                </a:lnTo>
                <a:lnTo>
                  <a:pt x="327875" y="247180"/>
                </a:lnTo>
                <a:lnTo>
                  <a:pt x="329742" y="245313"/>
                </a:lnTo>
                <a:lnTo>
                  <a:pt x="330200" y="244195"/>
                </a:lnTo>
                <a:lnTo>
                  <a:pt x="330200" y="241566"/>
                </a:lnTo>
                <a:close/>
              </a:path>
              <a:path w="3771900" h="1390650">
                <a:moveTo>
                  <a:pt x="330200" y="193941"/>
                </a:moveTo>
                <a:lnTo>
                  <a:pt x="329742" y="192824"/>
                </a:lnTo>
                <a:lnTo>
                  <a:pt x="327875" y="190957"/>
                </a:lnTo>
                <a:lnTo>
                  <a:pt x="326758" y="190500"/>
                </a:lnTo>
                <a:lnTo>
                  <a:pt x="324129" y="190500"/>
                </a:lnTo>
                <a:lnTo>
                  <a:pt x="323011" y="190957"/>
                </a:lnTo>
                <a:lnTo>
                  <a:pt x="321144" y="192824"/>
                </a:lnTo>
                <a:lnTo>
                  <a:pt x="320675" y="193941"/>
                </a:lnTo>
                <a:lnTo>
                  <a:pt x="320675" y="196570"/>
                </a:lnTo>
                <a:lnTo>
                  <a:pt x="321144" y="197688"/>
                </a:lnTo>
                <a:lnTo>
                  <a:pt x="323011" y="199555"/>
                </a:lnTo>
                <a:lnTo>
                  <a:pt x="324129" y="200025"/>
                </a:lnTo>
                <a:lnTo>
                  <a:pt x="326758" y="200025"/>
                </a:lnTo>
                <a:lnTo>
                  <a:pt x="327875" y="199555"/>
                </a:lnTo>
                <a:lnTo>
                  <a:pt x="329742" y="197688"/>
                </a:lnTo>
                <a:lnTo>
                  <a:pt x="330200" y="196570"/>
                </a:lnTo>
                <a:lnTo>
                  <a:pt x="330200" y="193941"/>
                </a:lnTo>
                <a:close/>
              </a:path>
              <a:path w="3771900" h="1390650">
                <a:moveTo>
                  <a:pt x="330200" y="146316"/>
                </a:moveTo>
                <a:lnTo>
                  <a:pt x="329742" y="145199"/>
                </a:lnTo>
                <a:lnTo>
                  <a:pt x="327875" y="143332"/>
                </a:lnTo>
                <a:lnTo>
                  <a:pt x="326758" y="142875"/>
                </a:lnTo>
                <a:lnTo>
                  <a:pt x="324129" y="142875"/>
                </a:lnTo>
                <a:lnTo>
                  <a:pt x="323011" y="143332"/>
                </a:lnTo>
                <a:lnTo>
                  <a:pt x="321144" y="145199"/>
                </a:lnTo>
                <a:lnTo>
                  <a:pt x="320675" y="146316"/>
                </a:lnTo>
                <a:lnTo>
                  <a:pt x="320675" y="148945"/>
                </a:lnTo>
                <a:lnTo>
                  <a:pt x="321144" y="150063"/>
                </a:lnTo>
                <a:lnTo>
                  <a:pt x="323011" y="151930"/>
                </a:lnTo>
                <a:lnTo>
                  <a:pt x="324129" y="152400"/>
                </a:lnTo>
                <a:lnTo>
                  <a:pt x="326758" y="152400"/>
                </a:lnTo>
                <a:lnTo>
                  <a:pt x="327875" y="151930"/>
                </a:lnTo>
                <a:lnTo>
                  <a:pt x="329742" y="150063"/>
                </a:lnTo>
                <a:lnTo>
                  <a:pt x="330200" y="148945"/>
                </a:lnTo>
                <a:lnTo>
                  <a:pt x="330200" y="146316"/>
                </a:lnTo>
                <a:close/>
              </a:path>
              <a:path w="3771900" h="1390650">
                <a:moveTo>
                  <a:pt x="330200" y="98691"/>
                </a:moveTo>
                <a:lnTo>
                  <a:pt x="329742" y="97574"/>
                </a:lnTo>
                <a:lnTo>
                  <a:pt x="327875" y="95707"/>
                </a:lnTo>
                <a:lnTo>
                  <a:pt x="326758" y="95250"/>
                </a:lnTo>
                <a:lnTo>
                  <a:pt x="324129" y="95250"/>
                </a:lnTo>
                <a:lnTo>
                  <a:pt x="323011" y="95707"/>
                </a:lnTo>
                <a:lnTo>
                  <a:pt x="321144" y="97574"/>
                </a:lnTo>
                <a:lnTo>
                  <a:pt x="320675" y="98691"/>
                </a:lnTo>
                <a:lnTo>
                  <a:pt x="320675" y="101320"/>
                </a:lnTo>
                <a:lnTo>
                  <a:pt x="321144" y="102438"/>
                </a:lnTo>
                <a:lnTo>
                  <a:pt x="323011" y="104305"/>
                </a:lnTo>
                <a:lnTo>
                  <a:pt x="324129" y="104775"/>
                </a:lnTo>
                <a:lnTo>
                  <a:pt x="326758" y="104775"/>
                </a:lnTo>
                <a:lnTo>
                  <a:pt x="327875" y="104305"/>
                </a:lnTo>
                <a:lnTo>
                  <a:pt x="329742" y="102438"/>
                </a:lnTo>
                <a:lnTo>
                  <a:pt x="330200" y="101320"/>
                </a:lnTo>
                <a:lnTo>
                  <a:pt x="330200" y="98691"/>
                </a:lnTo>
                <a:close/>
              </a:path>
              <a:path w="3771900" h="1390650">
                <a:moveTo>
                  <a:pt x="330200" y="51066"/>
                </a:moveTo>
                <a:lnTo>
                  <a:pt x="329742" y="49949"/>
                </a:lnTo>
                <a:lnTo>
                  <a:pt x="327875" y="48082"/>
                </a:lnTo>
                <a:lnTo>
                  <a:pt x="326758" y="47625"/>
                </a:lnTo>
                <a:lnTo>
                  <a:pt x="324129" y="47625"/>
                </a:lnTo>
                <a:lnTo>
                  <a:pt x="323011" y="48082"/>
                </a:lnTo>
                <a:lnTo>
                  <a:pt x="321144" y="49949"/>
                </a:lnTo>
                <a:lnTo>
                  <a:pt x="320675" y="51066"/>
                </a:lnTo>
                <a:lnTo>
                  <a:pt x="320675" y="53695"/>
                </a:lnTo>
                <a:lnTo>
                  <a:pt x="321144" y="54813"/>
                </a:lnTo>
                <a:lnTo>
                  <a:pt x="323011" y="56680"/>
                </a:lnTo>
                <a:lnTo>
                  <a:pt x="324129" y="57150"/>
                </a:lnTo>
                <a:lnTo>
                  <a:pt x="326758" y="57150"/>
                </a:lnTo>
                <a:lnTo>
                  <a:pt x="327875" y="56680"/>
                </a:lnTo>
                <a:lnTo>
                  <a:pt x="329742" y="54813"/>
                </a:lnTo>
                <a:lnTo>
                  <a:pt x="330200" y="53695"/>
                </a:lnTo>
                <a:lnTo>
                  <a:pt x="330200" y="51066"/>
                </a:lnTo>
                <a:close/>
              </a:path>
              <a:path w="3771900" h="1390650">
                <a:moveTo>
                  <a:pt x="330200" y="3441"/>
                </a:moveTo>
                <a:lnTo>
                  <a:pt x="329742" y="2324"/>
                </a:lnTo>
                <a:lnTo>
                  <a:pt x="327875" y="457"/>
                </a:lnTo>
                <a:lnTo>
                  <a:pt x="326758" y="0"/>
                </a:lnTo>
                <a:lnTo>
                  <a:pt x="324129" y="0"/>
                </a:lnTo>
                <a:lnTo>
                  <a:pt x="323011" y="457"/>
                </a:lnTo>
                <a:lnTo>
                  <a:pt x="321144" y="2324"/>
                </a:lnTo>
                <a:lnTo>
                  <a:pt x="320675" y="3441"/>
                </a:lnTo>
                <a:lnTo>
                  <a:pt x="320675" y="6070"/>
                </a:lnTo>
                <a:lnTo>
                  <a:pt x="321144" y="7188"/>
                </a:lnTo>
                <a:lnTo>
                  <a:pt x="323011" y="9055"/>
                </a:lnTo>
                <a:lnTo>
                  <a:pt x="324129" y="9525"/>
                </a:lnTo>
                <a:lnTo>
                  <a:pt x="326758" y="9525"/>
                </a:lnTo>
                <a:lnTo>
                  <a:pt x="327875" y="9055"/>
                </a:lnTo>
                <a:lnTo>
                  <a:pt x="329742" y="7188"/>
                </a:lnTo>
                <a:lnTo>
                  <a:pt x="330200" y="6070"/>
                </a:lnTo>
                <a:lnTo>
                  <a:pt x="330200" y="3441"/>
                </a:lnTo>
                <a:close/>
              </a:path>
              <a:path w="3771900" h="1390650">
                <a:moveTo>
                  <a:pt x="342900" y="1379804"/>
                </a:moveTo>
                <a:lnTo>
                  <a:pt x="342442" y="1378686"/>
                </a:lnTo>
                <a:lnTo>
                  <a:pt x="340575" y="1376819"/>
                </a:lnTo>
                <a:lnTo>
                  <a:pt x="339458" y="1376362"/>
                </a:lnTo>
                <a:lnTo>
                  <a:pt x="336829" y="1376362"/>
                </a:lnTo>
                <a:lnTo>
                  <a:pt x="335711" y="1376819"/>
                </a:lnTo>
                <a:lnTo>
                  <a:pt x="333844" y="1378686"/>
                </a:lnTo>
                <a:lnTo>
                  <a:pt x="333375" y="1379804"/>
                </a:lnTo>
                <a:lnTo>
                  <a:pt x="333375" y="1382433"/>
                </a:lnTo>
                <a:lnTo>
                  <a:pt x="333844" y="1383550"/>
                </a:lnTo>
                <a:lnTo>
                  <a:pt x="335711" y="1385417"/>
                </a:lnTo>
                <a:lnTo>
                  <a:pt x="336829" y="1385887"/>
                </a:lnTo>
                <a:lnTo>
                  <a:pt x="339458" y="1385887"/>
                </a:lnTo>
                <a:lnTo>
                  <a:pt x="340575" y="1385417"/>
                </a:lnTo>
                <a:lnTo>
                  <a:pt x="342442" y="1383550"/>
                </a:lnTo>
                <a:lnTo>
                  <a:pt x="342900" y="1382433"/>
                </a:lnTo>
                <a:lnTo>
                  <a:pt x="342900" y="1379804"/>
                </a:lnTo>
                <a:close/>
              </a:path>
              <a:path w="3771900" h="1390650">
                <a:moveTo>
                  <a:pt x="342900" y="467525"/>
                </a:moveTo>
                <a:lnTo>
                  <a:pt x="342442" y="466394"/>
                </a:lnTo>
                <a:lnTo>
                  <a:pt x="340575" y="464540"/>
                </a:lnTo>
                <a:lnTo>
                  <a:pt x="339458" y="464070"/>
                </a:lnTo>
                <a:lnTo>
                  <a:pt x="336829" y="464070"/>
                </a:lnTo>
                <a:lnTo>
                  <a:pt x="335711" y="464540"/>
                </a:lnTo>
                <a:lnTo>
                  <a:pt x="333844" y="466394"/>
                </a:lnTo>
                <a:lnTo>
                  <a:pt x="333375" y="467525"/>
                </a:lnTo>
                <a:lnTo>
                  <a:pt x="333375" y="470154"/>
                </a:lnTo>
                <a:lnTo>
                  <a:pt x="333844" y="471271"/>
                </a:lnTo>
                <a:lnTo>
                  <a:pt x="335711" y="473138"/>
                </a:lnTo>
                <a:lnTo>
                  <a:pt x="336829" y="473595"/>
                </a:lnTo>
                <a:lnTo>
                  <a:pt x="339458" y="473595"/>
                </a:lnTo>
                <a:lnTo>
                  <a:pt x="340575" y="473138"/>
                </a:lnTo>
                <a:lnTo>
                  <a:pt x="342442" y="471271"/>
                </a:lnTo>
                <a:lnTo>
                  <a:pt x="342900" y="470154"/>
                </a:lnTo>
                <a:lnTo>
                  <a:pt x="342900" y="467525"/>
                </a:lnTo>
                <a:close/>
              </a:path>
              <a:path w="3771900" h="1390650">
                <a:moveTo>
                  <a:pt x="390525" y="1379804"/>
                </a:moveTo>
                <a:lnTo>
                  <a:pt x="390067" y="1378686"/>
                </a:lnTo>
                <a:lnTo>
                  <a:pt x="388200" y="1376819"/>
                </a:lnTo>
                <a:lnTo>
                  <a:pt x="387083" y="1376362"/>
                </a:lnTo>
                <a:lnTo>
                  <a:pt x="384454" y="1376362"/>
                </a:lnTo>
                <a:lnTo>
                  <a:pt x="383336" y="1376819"/>
                </a:lnTo>
                <a:lnTo>
                  <a:pt x="381469" y="1378686"/>
                </a:lnTo>
                <a:lnTo>
                  <a:pt x="381000" y="1379804"/>
                </a:lnTo>
                <a:lnTo>
                  <a:pt x="381000" y="1382433"/>
                </a:lnTo>
                <a:lnTo>
                  <a:pt x="381469" y="1383550"/>
                </a:lnTo>
                <a:lnTo>
                  <a:pt x="383336" y="1385417"/>
                </a:lnTo>
                <a:lnTo>
                  <a:pt x="384454" y="1385887"/>
                </a:lnTo>
                <a:lnTo>
                  <a:pt x="387083" y="1385887"/>
                </a:lnTo>
                <a:lnTo>
                  <a:pt x="388200" y="1385417"/>
                </a:lnTo>
                <a:lnTo>
                  <a:pt x="390067" y="1383550"/>
                </a:lnTo>
                <a:lnTo>
                  <a:pt x="390525" y="1382433"/>
                </a:lnTo>
                <a:lnTo>
                  <a:pt x="390525" y="1379804"/>
                </a:lnTo>
                <a:close/>
              </a:path>
              <a:path w="3771900" h="1390650">
                <a:moveTo>
                  <a:pt x="390525" y="467525"/>
                </a:moveTo>
                <a:lnTo>
                  <a:pt x="390067" y="466394"/>
                </a:lnTo>
                <a:lnTo>
                  <a:pt x="388200" y="464540"/>
                </a:lnTo>
                <a:lnTo>
                  <a:pt x="387083" y="464070"/>
                </a:lnTo>
                <a:lnTo>
                  <a:pt x="384454" y="464070"/>
                </a:lnTo>
                <a:lnTo>
                  <a:pt x="383336" y="464540"/>
                </a:lnTo>
                <a:lnTo>
                  <a:pt x="381469" y="466394"/>
                </a:lnTo>
                <a:lnTo>
                  <a:pt x="381000" y="467525"/>
                </a:lnTo>
                <a:lnTo>
                  <a:pt x="381000" y="470154"/>
                </a:lnTo>
                <a:lnTo>
                  <a:pt x="381469" y="471271"/>
                </a:lnTo>
                <a:lnTo>
                  <a:pt x="383336" y="473138"/>
                </a:lnTo>
                <a:lnTo>
                  <a:pt x="384454" y="473595"/>
                </a:lnTo>
                <a:lnTo>
                  <a:pt x="387083" y="473595"/>
                </a:lnTo>
                <a:lnTo>
                  <a:pt x="388200" y="473138"/>
                </a:lnTo>
                <a:lnTo>
                  <a:pt x="390067" y="471271"/>
                </a:lnTo>
                <a:lnTo>
                  <a:pt x="390525" y="470154"/>
                </a:lnTo>
                <a:lnTo>
                  <a:pt x="390525" y="467525"/>
                </a:lnTo>
                <a:close/>
              </a:path>
              <a:path w="3771900" h="1390650">
                <a:moveTo>
                  <a:pt x="438150" y="1379804"/>
                </a:moveTo>
                <a:lnTo>
                  <a:pt x="437692" y="1378686"/>
                </a:lnTo>
                <a:lnTo>
                  <a:pt x="435825" y="1376819"/>
                </a:lnTo>
                <a:lnTo>
                  <a:pt x="434708" y="1376362"/>
                </a:lnTo>
                <a:lnTo>
                  <a:pt x="432079" y="1376362"/>
                </a:lnTo>
                <a:lnTo>
                  <a:pt x="430961" y="1376819"/>
                </a:lnTo>
                <a:lnTo>
                  <a:pt x="429094" y="1378686"/>
                </a:lnTo>
                <a:lnTo>
                  <a:pt x="428625" y="1379804"/>
                </a:lnTo>
                <a:lnTo>
                  <a:pt x="428625" y="1382433"/>
                </a:lnTo>
                <a:lnTo>
                  <a:pt x="429094" y="1383550"/>
                </a:lnTo>
                <a:lnTo>
                  <a:pt x="430961" y="1385417"/>
                </a:lnTo>
                <a:lnTo>
                  <a:pt x="432079" y="1385887"/>
                </a:lnTo>
                <a:lnTo>
                  <a:pt x="434708" y="1385887"/>
                </a:lnTo>
                <a:lnTo>
                  <a:pt x="435825" y="1385417"/>
                </a:lnTo>
                <a:lnTo>
                  <a:pt x="437692" y="1383550"/>
                </a:lnTo>
                <a:lnTo>
                  <a:pt x="438150" y="1382433"/>
                </a:lnTo>
                <a:lnTo>
                  <a:pt x="438150" y="1379804"/>
                </a:lnTo>
                <a:close/>
              </a:path>
              <a:path w="3771900" h="1390650">
                <a:moveTo>
                  <a:pt x="438150" y="467525"/>
                </a:moveTo>
                <a:lnTo>
                  <a:pt x="437692" y="466394"/>
                </a:lnTo>
                <a:lnTo>
                  <a:pt x="435825" y="464540"/>
                </a:lnTo>
                <a:lnTo>
                  <a:pt x="434708" y="464070"/>
                </a:lnTo>
                <a:lnTo>
                  <a:pt x="432079" y="464070"/>
                </a:lnTo>
                <a:lnTo>
                  <a:pt x="430961" y="464540"/>
                </a:lnTo>
                <a:lnTo>
                  <a:pt x="429094" y="466394"/>
                </a:lnTo>
                <a:lnTo>
                  <a:pt x="428625" y="467525"/>
                </a:lnTo>
                <a:lnTo>
                  <a:pt x="428625" y="470154"/>
                </a:lnTo>
                <a:lnTo>
                  <a:pt x="429094" y="471271"/>
                </a:lnTo>
                <a:lnTo>
                  <a:pt x="430961" y="473138"/>
                </a:lnTo>
                <a:lnTo>
                  <a:pt x="432079" y="473595"/>
                </a:lnTo>
                <a:lnTo>
                  <a:pt x="434708" y="473595"/>
                </a:lnTo>
                <a:lnTo>
                  <a:pt x="435825" y="473138"/>
                </a:lnTo>
                <a:lnTo>
                  <a:pt x="437692" y="471271"/>
                </a:lnTo>
                <a:lnTo>
                  <a:pt x="438150" y="470154"/>
                </a:lnTo>
                <a:lnTo>
                  <a:pt x="438150" y="467525"/>
                </a:lnTo>
                <a:close/>
              </a:path>
              <a:path w="3771900" h="1390650">
                <a:moveTo>
                  <a:pt x="485775" y="1379804"/>
                </a:moveTo>
                <a:lnTo>
                  <a:pt x="485317" y="1378686"/>
                </a:lnTo>
                <a:lnTo>
                  <a:pt x="483450" y="1376819"/>
                </a:lnTo>
                <a:lnTo>
                  <a:pt x="482333" y="1376362"/>
                </a:lnTo>
                <a:lnTo>
                  <a:pt x="479704" y="1376362"/>
                </a:lnTo>
                <a:lnTo>
                  <a:pt x="478586" y="1376819"/>
                </a:lnTo>
                <a:lnTo>
                  <a:pt x="476719" y="1378686"/>
                </a:lnTo>
                <a:lnTo>
                  <a:pt x="476250" y="1379804"/>
                </a:lnTo>
                <a:lnTo>
                  <a:pt x="476250" y="1382433"/>
                </a:lnTo>
                <a:lnTo>
                  <a:pt x="476719" y="1383550"/>
                </a:lnTo>
                <a:lnTo>
                  <a:pt x="478586" y="1385417"/>
                </a:lnTo>
                <a:lnTo>
                  <a:pt x="479704" y="1385887"/>
                </a:lnTo>
                <a:lnTo>
                  <a:pt x="482333" y="1385887"/>
                </a:lnTo>
                <a:lnTo>
                  <a:pt x="483450" y="1385417"/>
                </a:lnTo>
                <a:lnTo>
                  <a:pt x="485317" y="1383550"/>
                </a:lnTo>
                <a:lnTo>
                  <a:pt x="485775" y="1382433"/>
                </a:lnTo>
                <a:lnTo>
                  <a:pt x="485775" y="1379804"/>
                </a:lnTo>
                <a:close/>
              </a:path>
              <a:path w="3771900" h="1390650">
                <a:moveTo>
                  <a:pt x="485775" y="467525"/>
                </a:moveTo>
                <a:lnTo>
                  <a:pt x="485317" y="466394"/>
                </a:lnTo>
                <a:lnTo>
                  <a:pt x="483450" y="464540"/>
                </a:lnTo>
                <a:lnTo>
                  <a:pt x="482333" y="464070"/>
                </a:lnTo>
                <a:lnTo>
                  <a:pt x="479704" y="464070"/>
                </a:lnTo>
                <a:lnTo>
                  <a:pt x="478586" y="464540"/>
                </a:lnTo>
                <a:lnTo>
                  <a:pt x="476719" y="466394"/>
                </a:lnTo>
                <a:lnTo>
                  <a:pt x="476250" y="467525"/>
                </a:lnTo>
                <a:lnTo>
                  <a:pt x="476250" y="470154"/>
                </a:lnTo>
                <a:lnTo>
                  <a:pt x="476719" y="471271"/>
                </a:lnTo>
                <a:lnTo>
                  <a:pt x="478586" y="473138"/>
                </a:lnTo>
                <a:lnTo>
                  <a:pt x="479704" y="473595"/>
                </a:lnTo>
                <a:lnTo>
                  <a:pt x="482333" y="473595"/>
                </a:lnTo>
                <a:lnTo>
                  <a:pt x="483450" y="473138"/>
                </a:lnTo>
                <a:lnTo>
                  <a:pt x="485317" y="471271"/>
                </a:lnTo>
                <a:lnTo>
                  <a:pt x="485775" y="470154"/>
                </a:lnTo>
                <a:lnTo>
                  <a:pt x="485775" y="467525"/>
                </a:lnTo>
                <a:close/>
              </a:path>
              <a:path w="3771900" h="1390650">
                <a:moveTo>
                  <a:pt x="533400" y="1379804"/>
                </a:moveTo>
                <a:lnTo>
                  <a:pt x="532942" y="1378686"/>
                </a:lnTo>
                <a:lnTo>
                  <a:pt x="531075" y="1376819"/>
                </a:lnTo>
                <a:lnTo>
                  <a:pt x="529958" y="1376362"/>
                </a:lnTo>
                <a:lnTo>
                  <a:pt x="527329" y="1376362"/>
                </a:lnTo>
                <a:lnTo>
                  <a:pt x="526211" y="1376819"/>
                </a:lnTo>
                <a:lnTo>
                  <a:pt x="524344" y="1378686"/>
                </a:lnTo>
                <a:lnTo>
                  <a:pt x="523875" y="1379804"/>
                </a:lnTo>
                <a:lnTo>
                  <a:pt x="523875" y="1382433"/>
                </a:lnTo>
                <a:lnTo>
                  <a:pt x="524344" y="1383550"/>
                </a:lnTo>
                <a:lnTo>
                  <a:pt x="526211" y="1385417"/>
                </a:lnTo>
                <a:lnTo>
                  <a:pt x="527329" y="1385887"/>
                </a:lnTo>
                <a:lnTo>
                  <a:pt x="529958" y="1385887"/>
                </a:lnTo>
                <a:lnTo>
                  <a:pt x="531075" y="1385417"/>
                </a:lnTo>
                <a:lnTo>
                  <a:pt x="532942" y="1383550"/>
                </a:lnTo>
                <a:lnTo>
                  <a:pt x="533400" y="1382433"/>
                </a:lnTo>
                <a:lnTo>
                  <a:pt x="533400" y="1379804"/>
                </a:lnTo>
                <a:close/>
              </a:path>
              <a:path w="3771900" h="1390650">
                <a:moveTo>
                  <a:pt x="533400" y="467525"/>
                </a:moveTo>
                <a:lnTo>
                  <a:pt x="532942" y="466394"/>
                </a:lnTo>
                <a:lnTo>
                  <a:pt x="531075" y="464540"/>
                </a:lnTo>
                <a:lnTo>
                  <a:pt x="529958" y="464070"/>
                </a:lnTo>
                <a:lnTo>
                  <a:pt x="527329" y="464070"/>
                </a:lnTo>
                <a:lnTo>
                  <a:pt x="526211" y="464540"/>
                </a:lnTo>
                <a:lnTo>
                  <a:pt x="524344" y="466394"/>
                </a:lnTo>
                <a:lnTo>
                  <a:pt x="523875" y="467525"/>
                </a:lnTo>
                <a:lnTo>
                  <a:pt x="523875" y="470154"/>
                </a:lnTo>
                <a:lnTo>
                  <a:pt x="524344" y="471271"/>
                </a:lnTo>
                <a:lnTo>
                  <a:pt x="526211" y="473138"/>
                </a:lnTo>
                <a:lnTo>
                  <a:pt x="527329" y="473595"/>
                </a:lnTo>
                <a:lnTo>
                  <a:pt x="529958" y="473595"/>
                </a:lnTo>
                <a:lnTo>
                  <a:pt x="531075" y="473138"/>
                </a:lnTo>
                <a:lnTo>
                  <a:pt x="532942" y="471271"/>
                </a:lnTo>
                <a:lnTo>
                  <a:pt x="533400" y="470154"/>
                </a:lnTo>
                <a:lnTo>
                  <a:pt x="533400" y="467525"/>
                </a:lnTo>
                <a:close/>
              </a:path>
              <a:path w="3771900" h="1390650">
                <a:moveTo>
                  <a:pt x="581025" y="1379804"/>
                </a:moveTo>
                <a:lnTo>
                  <a:pt x="580567" y="1378686"/>
                </a:lnTo>
                <a:lnTo>
                  <a:pt x="578700" y="1376819"/>
                </a:lnTo>
                <a:lnTo>
                  <a:pt x="577583" y="1376362"/>
                </a:lnTo>
                <a:lnTo>
                  <a:pt x="574954" y="1376362"/>
                </a:lnTo>
                <a:lnTo>
                  <a:pt x="573836" y="1376819"/>
                </a:lnTo>
                <a:lnTo>
                  <a:pt x="571969" y="1378686"/>
                </a:lnTo>
                <a:lnTo>
                  <a:pt x="571500" y="1379804"/>
                </a:lnTo>
                <a:lnTo>
                  <a:pt x="571500" y="1382433"/>
                </a:lnTo>
                <a:lnTo>
                  <a:pt x="571969" y="1383550"/>
                </a:lnTo>
                <a:lnTo>
                  <a:pt x="573836" y="1385417"/>
                </a:lnTo>
                <a:lnTo>
                  <a:pt x="574954" y="1385887"/>
                </a:lnTo>
                <a:lnTo>
                  <a:pt x="577583" y="1385887"/>
                </a:lnTo>
                <a:lnTo>
                  <a:pt x="578700" y="1385417"/>
                </a:lnTo>
                <a:lnTo>
                  <a:pt x="580567" y="1383550"/>
                </a:lnTo>
                <a:lnTo>
                  <a:pt x="581025" y="1382433"/>
                </a:lnTo>
                <a:lnTo>
                  <a:pt x="581025" y="1379804"/>
                </a:lnTo>
                <a:close/>
              </a:path>
              <a:path w="3771900" h="1390650">
                <a:moveTo>
                  <a:pt x="581025" y="467525"/>
                </a:moveTo>
                <a:lnTo>
                  <a:pt x="580567" y="466394"/>
                </a:lnTo>
                <a:lnTo>
                  <a:pt x="578700" y="464540"/>
                </a:lnTo>
                <a:lnTo>
                  <a:pt x="577583" y="464070"/>
                </a:lnTo>
                <a:lnTo>
                  <a:pt x="574954" y="464070"/>
                </a:lnTo>
                <a:lnTo>
                  <a:pt x="573836" y="464540"/>
                </a:lnTo>
                <a:lnTo>
                  <a:pt x="571969" y="466394"/>
                </a:lnTo>
                <a:lnTo>
                  <a:pt x="571500" y="467525"/>
                </a:lnTo>
                <a:lnTo>
                  <a:pt x="571500" y="470154"/>
                </a:lnTo>
                <a:lnTo>
                  <a:pt x="571969" y="471271"/>
                </a:lnTo>
                <a:lnTo>
                  <a:pt x="573836" y="473138"/>
                </a:lnTo>
                <a:lnTo>
                  <a:pt x="574954" y="473595"/>
                </a:lnTo>
                <a:lnTo>
                  <a:pt x="577583" y="473595"/>
                </a:lnTo>
                <a:lnTo>
                  <a:pt x="578700" y="473138"/>
                </a:lnTo>
                <a:lnTo>
                  <a:pt x="580567" y="471271"/>
                </a:lnTo>
                <a:lnTo>
                  <a:pt x="581025" y="470154"/>
                </a:lnTo>
                <a:lnTo>
                  <a:pt x="581025" y="467525"/>
                </a:lnTo>
                <a:close/>
              </a:path>
              <a:path w="3771900" h="1390650">
                <a:moveTo>
                  <a:pt x="628650" y="1379804"/>
                </a:moveTo>
                <a:lnTo>
                  <a:pt x="628192" y="1378686"/>
                </a:lnTo>
                <a:lnTo>
                  <a:pt x="626325" y="1376819"/>
                </a:lnTo>
                <a:lnTo>
                  <a:pt x="625208" y="1376362"/>
                </a:lnTo>
                <a:lnTo>
                  <a:pt x="622579" y="1376362"/>
                </a:lnTo>
                <a:lnTo>
                  <a:pt x="621461" y="1376819"/>
                </a:lnTo>
                <a:lnTo>
                  <a:pt x="619594" y="1378686"/>
                </a:lnTo>
                <a:lnTo>
                  <a:pt x="619125" y="1379804"/>
                </a:lnTo>
                <a:lnTo>
                  <a:pt x="619125" y="1382433"/>
                </a:lnTo>
                <a:lnTo>
                  <a:pt x="619594" y="1383550"/>
                </a:lnTo>
                <a:lnTo>
                  <a:pt x="621461" y="1385417"/>
                </a:lnTo>
                <a:lnTo>
                  <a:pt x="622579" y="1385887"/>
                </a:lnTo>
                <a:lnTo>
                  <a:pt x="625208" y="1385887"/>
                </a:lnTo>
                <a:lnTo>
                  <a:pt x="626325" y="1385417"/>
                </a:lnTo>
                <a:lnTo>
                  <a:pt x="628192" y="1383550"/>
                </a:lnTo>
                <a:lnTo>
                  <a:pt x="628650" y="1382433"/>
                </a:lnTo>
                <a:lnTo>
                  <a:pt x="628650" y="1379804"/>
                </a:lnTo>
                <a:close/>
              </a:path>
              <a:path w="3771900" h="1390650">
                <a:moveTo>
                  <a:pt x="628650" y="467525"/>
                </a:moveTo>
                <a:lnTo>
                  <a:pt x="628192" y="466394"/>
                </a:lnTo>
                <a:lnTo>
                  <a:pt x="626325" y="464540"/>
                </a:lnTo>
                <a:lnTo>
                  <a:pt x="625208" y="464070"/>
                </a:lnTo>
                <a:lnTo>
                  <a:pt x="622579" y="464070"/>
                </a:lnTo>
                <a:lnTo>
                  <a:pt x="621461" y="464540"/>
                </a:lnTo>
                <a:lnTo>
                  <a:pt x="619594" y="466394"/>
                </a:lnTo>
                <a:lnTo>
                  <a:pt x="619125" y="467525"/>
                </a:lnTo>
                <a:lnTo>
                  <a:pt x="619125" y="470154"/>
                </a:lnTo>
                <a:lnTo>
                  <a:pt x="619594" y="471271"/>
                </a:lnTo>
                <a:lnTo>
                  <a:pt x="621461" y="473138"/>
                </a:lnTo>
                <a:lnTo>
                  <a:pt x="622579" y="473595"/>
                </a:lnTo>
                <a:lnTo>
                  <a:pt x="625208" y="473595"/>
                </a:lnTo>
                <a:lnTo>
                  <a:pt x="626325" y="473138"/>
                </a:lnTo>
                <a:lnTo>
                  <a:pt x="628192" y="471271"/>
                </a:lnTo>
                <a:lnTo>
                  <a:pt x="628650" y="470154"/>
                </a:lnTo>
                <a:lnTo>
                  <a:pt x="628650" y="467525"/>
                </a:lnTo>
                <a:close/>
              </a:path>
              <a:path w="3771900" h="1390650">
                <a:moveTo>
                  <a:pt x="676275" y="1379804"/>
                </a:moveTo>
                <a:lnTo>
                  <a:pt x="675817" y="1378686"/>
                </a:lnTo>
                <a:lnTo>
                  <a:pt x="673950" y="1376819"/>
                </a:lnTo>
                <a:lnTo>
                  <a:pt x="672833" y="1376362"/>
                </a:lnTo>
                <a:lnTo>
                  <a:pt x="670204" y="1376362"/>
                </a:lnTo>
                <a:lnTo>
                  <a:pt x="669086" y="1376819"/>
                </a:lnTo>
                <a:lnTo>
                  <a:pt x="667219" y="1378686"/>
                </a:lnTo>
                <a:lnTo>
                  <a:pt x="666750" y="1379804"/>
                </a:lnTo>
                <a:lnTo>
                  <a:pt x="666750" y="1382433"/>
                </a:lnTo>
                <a:lnTo>
                  <a:pt x="667219" y="1383550"/>
                </a:lnTo>
                <a:lnTo>
                  <a:pt x="669086" y="1385417"/>
                </a:lnTo>
                <a:lnTo>
                  <a:pt x="670204" y="1385887"/>
                </a:lnTo>
                <a:lnTo>
                  <a:pt x="672833" y="1385887"/>
                </a:lnTo>
                <a:lnTo>
                  <a:pt x="673950" y="1385417"/>
                </a:lnTo>
                <a:lnTo>
                  <a:pt x="675817" y="1383550"/>
                </a:lnTo>
                <a:lnTo>
                  <a:pt x="676275" y="1382433"/>
                </a:lnTo>
                <a:lnTo>
                  <a:pt x="676275" y="1379804"/>
                </a:lnTo>
                <a:close/>
              </a:path>
              <a:path w="3771900" h="1390650">
                <a:moveTo>
                  <a:pt x="676275" y="467525"/>
                </a:moveTo>
                <a:lnTo>
                  <a:pt x="675817" y="466394"/>
                </a:lnTo>
                <a:lnTo>
                  <a:pt x="673950" y="464540"/>
                </a:lnTo>
                <a:lnTo>
                  <a:pt x="672833" y="464070"/>
                </a:lnTo>
                <a:lnTo>
                  <a:pt x="670204" y="464070"/>
                </a:lnTo>
                <a:lnTo>
                  <a:pt x="669086" y="464540"/>
                </a:lnTo>
                <a:lnTo>
                  <a:pt x="667219" y="466394"/>
                </a:lnTo>
                <a:lnTo>
                  <a:pt x="666750" y="467525"/>
                </a:lnTo>
                <a:lnTo>
                  <a:pt x="666750" y="470154"/>
                </a:lnTo>
                <a:lnTo>
                  <a:pt x="667219" y="471271"/>
                </a:lnTo>
                <a:lnTo>
                  <a:pt x="669086" y="473138"/>
                </a:lnTo>
                <a:lnTo>
                  <a:pt x="670204" y="473595"/>
                </a:lnTo>
                <a:lnTo>
                  <a:pt x="672833" y="473595"/>
                </a:lnTo>
                <a:lnTo>
                  <a:pt x="673950" y="473138"/>
                </a:lnTo>
                <a:lnTo>
                  <a:pt x="675817" y="471271"/>
                </a:lnTo>
                <a:lnTo>
                  <a:pt x="676275" y="470154"/>
                </a:lnTo>
                <a:lnTo>
                  <a:pt x="676275" y="467525"/>
                </a:lnTo>
                <a:close/>
              </a:path>
              <a:path w="3771900" h="1390650">
                <a:moveTo>
                  <a:pt x="723900" y="1379804"/>
                </a:moveTo>
                <a:lnTo>
                  <a:pt x="723442" y="1378686"/>
                </a:lnTo>
                <a:lnTo>
                  <a:pt x="721575" y="1376819"/>
                </a:lnTo>
                <a:lnTo>
                  <a:pt x="720458" y="1376362"/>
                </a:lnTo>
                <a:lnTo>
                  <a:pt x="717829" y="1376362"/>
                </a:lnTo>
                <a:lnTo>
                  <a:pt x="716711" y="1376819"/>
                </a:lnTo>
                <a:lnTo>
                  <a:pt x="714844" y="1378686"/>
                </a:lnTo>
                <a:lnTo>
                  <a:pt x="714375" y="1379804"/>
                </a:lnTo>
                <a:lnTo>
                  <a:pt x="714375" y="1382433"/>
                </a:lnTo>
                <a:lnTo>
                  <a:pt x="714844" y="1383550"/>
                </a:lnTo>
                <a:lnTo>
                  <a:pt x="716711" y="1385417"/>
                </a:lnTo>
                <a:lnTo>
                  <a:pt x="717829" y="1385887"/>
                </a:lnTo>
                <a:lnTo>
                  <a:pt x="720458" y="1385887"/>
                </a:lnTo>
                <a:lnTo>
                  <a:pt x="721575" y="1385417"/>
                </a:lnTo>
                <a:lnTo>
                  <a:pt x="723442" y="1383550"/>
                </a:lnTo>
                <a:lnTo>
                  <a:pt x="723900" y="1382433"/>
                </a:lnTo>
                <a:lnTo>
                  <a:pt x="723900" y="1379804"/>
                </a:lnTo>
                <a:close/>
              </a:path>
              <a:path w="3771900" h="1390650">
                <a:moveTo>
                  <a:pt x="723900" y="467525"/>
                </a:moveTo>
                <a:lnTo>
                  <a:pt x="723442" y="466394"/>
                </a:lnTo>
                <a:lnTo>
                  <a:pt x="721575" y="464540"/>
                </a:lnTo>
                <a:lnTo>
                  <a:pt x="720458" y="464070"/>
                </a:lnTo>
                <a:lnTo>
                  <a:pt x="717829" y="464070"/>
                </a:lnTo>
                <a:lnTo>
                  <a:pt x="716711" y="464540"/>
                </a:lnTo>
                <a:lnTo>
                  <a:pt x="714844" y="466394"/>
                </a:lnTo>
                <a:lnTo>
                  <a:pt x="714375" y="467525"/>
                </a:lnTo>
                <a:lnTo>
                  <a:pt x="714375" y="470154"/>
                </a:lnTo>
                <a:lnTo>
                  <a:pt x="714844" y="471271"/>
                </a:lnTo>
                <a:lnTo>
                  <a:pt x="716711" y="473138"/>
                </a:lnTo>
                <a:lnTo>
                  <a:pt x="717829" y="473595"/>
                </a:lnTo>
                <a:lnTo>
                  <a:pt x="720458" y="473595"/>
                </a:lnTo>
                <a:lnTo>
                  <a:pt x="721575" y="473138"/>
                </a:lnTo>
                <a:lnTo>
                  <a:pt x="723442" y="471271"/>
                </a:lnTo>
                <a:lnTo>
                  <a:pt x="723900" y="470154"/>
                </a:lnTo>
                <a:lnTo>
                  <a:pt x="723900" y="467525"/>
                </a:lnTo>
                <a:close/>
              </a:path>
              <a:path w="3771900" h="1390650">
                <a:moveTo>
                  <a:pt x="771525" y="1379804"/>
                </a:moveTo>
                <a:lnTo>
                  <a:pt x="771067" y="1378686"/>
                </a:lnTo>
                <a:lnTo>
                  <a:pt x="769200" y="1376819"/>
                </a:lnTo>
                <a:lnTo>
                  <a:pt x="768083" y="1376362"/>
                </a:lnTo>
                <a:lnTo>
                  <a:pt x="765454" y="1376362"/>
                </a:lnTo>
                <a:lnTo>
                  <a:pt x="764336" y="1376819"/>
                </a:lnTo>
                <a:lnTo>
                  <a:pt x="762469" y="1378686"/>
                </a:lnTo>
                <a:lnTo>
                  <a:pt x="762000" y="1379804"/>
                </a:lnTo>
                <a:lnTo>
                  <a:pt x="762000" y="1382433"/>
                </a:lnTo>
                <a:lnTo>
                  <a:pt x="762469" y="1383550"/>
                </a:lnTo>
                <a:lnTo>
                  <a:pt x="764336" y="1385417"/>
                </a:lnTo>
                <a:lnTo>
                  <a:pt x="765454" y="1385887"/>
                </a:lnTo>
                <a:lnTo>
                  <a:pt x="768083" y="1385887"/>
                </a:lnTo>
                <a:lnTo>
                  <a:pt x="769200" y="1385417"/>
                </a:lnTo>
                <a:lnTo>
                  <a:pt x="771067" y="1383550"/>
                </a:lnTo>
                <a:lnTo>
                  <a:pt x="771525" y="1382433"/>
                </a:lnTo>
                <a:lnTo>
                  <a:pt x="771525" y="1379804"/>
                </a:lnTo>
                <a:close/>
              </a:path>
              <a:path w="3771900" h="1390650">
                <a:moveTo>
                  <a:pt x="771525" y="467525"/>
                </a:moveTo>
                <a:lnTo>
                  <a:pt x="771067" y="466394"/>
                </a:lnTo>
                <a:lnTo>
                  <a:pt x="769200" y="464540"/>
                </a:lnTo>
                <a:lnTo>
                  <a:pt x="768083" y="464070"/>
                </a:lnTo>
                <a:lnTo>
                  <a:pt x="765454" y="464070"/>
                </a:lnTo>
                <a:lnTo>
                  <a:pt x="764336" y="464540"/>
                </a:lnTo>
                <a:lnTo>
                  <a:pt x="762469" y="466394"/>
                </a:lnTo>
                <a:lnTo>
                  <a:pt x="762000" y="467525"/>
                </a:lnTo>
                <a:lnTo>
                  <a:pt x="762000" y="470154"/>
                </a:lnTo>
                <a:lnTo>
                  <a:pt x="762469" y="471271"/>
                </a:lnTo>
                <a:lnTo>
                  <a:pt x="764336" y="473138"/>
                </a:lnTo>
                <a:lnTo>
                  <a:pt x="765454" y="473595"/>
                </a:lnTo>
                <a:lnTo>
                  <a:pt x="768083" y="473595"/>
                </a:lnTo>
                <a:lnTo>
                  <a:pt x="769200" y="473138"/>
                </a:lnTo>
                <a:lnTo>
                  <a:pt x="771067" y="471271"/>
                </a:lnTo>
                <a:lnTo>
                  <a:pt x="771525" y="470154"/>
                </a:lnTo>
                <a:lnTo>
                  <a:pt x="771525" y="467525"/>
                </a:lnTo>
                <a:close/>
              </a:path>
              <a:path w="3771900" h="1390650">
                <a:moveTo>
                  <a:pt x="819150" y="1379804"/>
                </a:moveTo>
                <a:lnTo>
                  <a:pt x="818692" y="1378686"/>
                </a:lnTo>
                <a:lnTo>
                  <a:pt x="816825" y="1376819"/>
                </a:lnTo>
                <a:lnTo>
                  <a:pt x="815708" y="1376362"/>
                </a:lnTo>
                <a:lnTo>
                  <a:pt x="813079" y="1376362"/>
                </a:lnTo>
                <a:lnTo>
                  <a:pt x="811961" y="1376819"/>
                </a:lnTo>
                <a:lnTo>
                  <a:pt x="810094" y="1378686"/>
                </a:lnTo>
                <a:lnTo>
                  <a:pt x="809625" y="1379804"/>
                </a:lnTo>
                <a:lnTo>
                  <a:pt x="809625" y="1382433"/>
                </a:lnTo>
                <a:lnTo>
                  <a:pt x="810094" y="1383550"/>
                </a:lnTo>
                <a:lnTo>
                  <a:pt x="811961" y="1385417"/>
                </a:lnTo>
                <a:lnTo>
                  <a:pt x="813079" y="1385887"/>
                </a:lnTo>
                <a:lnTo>
                  <a:pt x="815708" y="1385887"/>
                </a:lnTo>
                <a:lnTo>
                  <a:pt x="816825" y="1385417"/>
                </a:lnTo>
                <a:lnTo>
                  <a:pt x="818692" y="1383550"/>
                </a:lnTo>
                <a:lnTo>
                  <a:pt x="819150" y="1382433"/>
                </a:lnTo>
                <a:lnTo>
                  <a:pt x="819150" y="1379804"/>
                </a:lnTo>
                <a:close/>
              </a:path>
              <a:path w="3771900" h="1390650">
                <a:moveTo>
                  <a:pt x="819150" y="467525"/>
                </a:moveTo>
                <a:lnTo>
                  <a:pt x="818692" y="466394"/>
                </a:lnTo>
                <a:lnTo>
                  <a:pt x="816825" y="464540"/>
                </a:lnTo>
                <a:lnTo>
                  <a:pt x="815708" y="464070"/>
                </a:lnTo>
                <a:lnTo>
                  <a:pt x="813079" y="464070"/>
                </a:lnTo>
                <a:lnTo>
                  <a:pt x="811961" y="464540"/>
                </a:lnTo>
                <a:lnTo>
                  <a:pt x="810094" y="466394"/>
                </a:lnTo>
                <a:lnTo>
                  <a:pt x="809625" y="467525"/>
                </a:lnTo>
                <a:lnTo>
                  <a:pt x="809625" y="470154"/>
                </a:lnTo>
                <a:lnTo>
                  <a:pt x="810094" y="471271"/>
                </a:lnTo>
                <a:lnTo>
                  <a:pt x="811961" y="473138"/>
                </a:lnTo>
                <a:lnTo>
                  <a:pt x="813079" y="473595"/>
                </a:lnTo>
                <a:lnTo>
                  <a:pt x="815708" y="473595"/>
                </a:lnTo>
                <a:lnTo>
                  <a:pt x="816825" y="473138"/>
                </a:lnTo>
                <a:lnTo>
                  <a:pt x="818692" y="471271"/>
                </a:lnTo>
                <a:lnTo>
                  <a:pt x="819150" y="470154"/>
                </a:lnTo>
                <a:lnTo>
                  <a:pt x="819150" y="467525"/>
                </a:lnTo>
                <a:close/>
              </a:path>
              <a:path w="3771900" h="1390650">
                <a:moveTo>
                  <a:pt x="866775" y="1379804"/>
                </a:moveTo>
                <a:lnTo>
                  <a:pt x="866317" y="1378686"/>
                </a:lnTo>
                <a:lnTo>
                  <a:pt x="864450" y="1376819"/>
                </a:lnTo>
                <a:lnTo>
                  <a:pt x="863333" y="1376362"/>
                </a:lnTo>
                <a:lnTo>
                  <a:pt x="860704" y="1376362"/>
                </a:lnTo>
                <a:lnTo>
                  <a:pt x="859586" y="1376819"/>
                </a:lnTo>
                <a:lnTo>
                  <a:pt x="857719" y="1378686"/>
                </a:lnTo>
                <a:lnTo>
                  <a:pt x="857250" y="1379804"/>
                </a:lnTo>
                <a:lnTo>
                  <a:pt x="857250" y="1382433"/>
                </a:lnTo>
                <a:lnTo>
                  <a:pt x="857719" y="1383550"/>
                </a:lnTo>
                <a:lnTo>
                  <a:pt x="859586" y="1385417"/>
                </a:lnTo>
                <a:lnTo>
                  <a:pt x="860704" y="1385887"/>
                </a:lnTo>
                <a:lnTo>
                  <a:pt x="863333" y="1385887"/>
                </a:lnTo>
                <a:lnTo>
                  <a:pt x="864450" y="1385417"/>
                </a:lnTo>
                <a:lnTo>
                  <a:pt x="866317" y="1383550"/>
                </a:lnTo>
                <a:lnTo>
                  <a:pt x="866775" y="1382433"/>
                </a:lnTo>
                <a:lnTo>
                  <a:pt x="866775" y="1379804"/>
                </a:lnTo>
                <a:close/>
              </a:path>
              <a:path w="3771900" h="1390650">
                <a:moveTo>
                  <a:pt x="866775" y="467525"/>
                </a:moveTo>
                <a:lnTo>
                  <a:pt x="866317" y="466394"/>
                </a:lnTo>
                <a:lnTo>
                  <a:pt x="864450" y="464540"/>
                </a:lnTo>
                <a:lnTo>
                  <a:pt x="863333" y="464070"/>
                </a:lnTo>
                <a:lnTo>
                  <a:pt x="860704" y="464070"/>
                </a:lnTo>
                <a:lnTo>
                  <a:pt x="859586" y="464540"/>
                </a:lnTo>
                <a:lnTo>
                  <a:pt x="857719" y="466394"/>
                </a:lnTo>
                <a:lnTo>
                  <a:pt x="857250" y="467525"/>
                </a:lnTo>
                <a:lnTo>
                  <a:pt x="857250" y="470154"/>
                </a:lnTo>
                <a:lnTo>
                  <a:pt x="857719" y="471271"/>
                </a:lnTo>
                <a:lnTo>
                  <a:pt x="859586" y="473138"/>
                </a:lnTo>
                <a:lnTo>
                  <a:pt x="860704" y="473595"/>
                </a:lnTo>
                <a:lnTo>
                  <a:pt x="863333" y="473595"/>
                </a:lnTo>
                <a:lnTo>
                  <a:pt x="864450" y="473138"/>
                </a:lnTo>
                <a:lnTo>
                  <a:pt x="866317" y="471271"/>
                </a:lnTo>
                <a:lnTo>
                  <a:pt x="866775" y="470154"/>
                </a:lnTo>
                <a:lnTo>
                  <a:pt x="866775" y="467525"/>
                </a:lnTo>
                <a:close/>
              </a:path>
              <a:path w="3771900" h="1390650">
                <a:moveTo>
                  <a:pt x="914400" y="1379804"/>
                </a:moveTo>
                <a:lnTo>
                  <a:pt x="913942" y="1378686"/>
                </a:lnTo>
                <a:lnTo>
                  <a:pt x="912075" y="1376819"/>
                </a:lnTo>
                <a:lnTo>
                  <a:pt x="910958" y="1376362"/>
                </a:lnTo>
                <a:lnTo>
                  <a:pt x="908329" y="1376362"/>
                </a:lnTo>
                <a:lnTo>
                  <a:pt x="907211" y="1376819"/>
                </a:lnTo>
                <a:lnTo>
                  <a:pt x="905344" y="1378686"/>
                </a:lnTo>
                <a:lnTo>
                  <a:pt x="904875" y="1379804"/>
                </a:lnTo>
                <a:lnTo>
                  <a:pt x="904875" y="1382433"/>
                </a:lnTo>
                <a:lnTo>
                  <a:pt x="905344" y="1383550"/>
                </a:lnTo>
                <a:lnTo>
                  <a:pt x="907211" y="1385417"/>
                </a:lnTo>
                <a:lnTo>
                  <a:pt x="908329" y="1385887"/>
                </a:lnTo>
                <a:lnTo>
                  <a:pt x="910958" y="1385887"/>
                </a:lnTo>
                <a:lnTo>
                  <a:pt x="912075" y="1385417"/>
                </a:lnTo>
                <a:lnTo>
                  <a:pt x="913942" y="1383550"/>
                </a:lnTo>
                <a:lnTo>
                  <a:pt x="914400" y="1382433"/>
                </a:lnTo>
                <a:lnTo>
                  <a:pt x="914400" y="1379804"/>
                </a:lnTo>
                <a:close/>
              </a:path>
              <a:path w="3771900" h="1390650">
                <a:moveTo>
                  <a:pt x="914400" y="467525"/>
                </a:moveTo>
                <a:lnTo>
                  <a:pt x="913942" y="466394"/>
                </a:lnTo>
                <a:lnTo>
                  <a:pt x="912075" y="464540"/>
                </a:lnTo>
                <a:lnTo>
                  <a:pt x="910958" y="464070"/>
                </a:lnTo>
                <a:lnTo>
                  <a:pt x="908329" y="464070"/>
                </a:lnTo>
                <a:lnTo>
                  <a:pt x="907211" y="464540"/>
                </a:lnTo>
                <a:lnTo>
                  <a:pt x="905344" y="466394"/>
                </a:lnTo>
                <a:lnTo>
                  <a:pt x="904875" y="467525"/>
                </a:lnTo>
                <a:lnTo>
                  <a:pt x="904875" y="470154"/>
                </a:lnTo>
                <a:lnTo>
                  <a:pt x="905344" y="471271"/>
                </a:lnTo>
                <a:lnTo>
                  <a:pt x="907211" y="473138"/>
                </a:lnTo>
                <a:lnTo>
                  <a:pt x="908329" y="473595"/>
                </a:lnTo>
                <a:lnTo>
                  <a:pt x="910958" y="473595"/>
                </a:lnTo>
                <a:lnTo>
                  <a:pt x="912075" y="473138"/>
                </a:lnTo>
                <a:lnTo>
                  <a:pt x="913942" y="471271"/>
                </a:lnTo>
                <a:lnTo>
                  <a:pt x="914400" y="470154"/>
                </a:lnTo>
                <a:lnTo>
                  <a:pt x="914400" y="467525"/>
                </a:lnTo>
                <a:close/>
              </a:path>
              <a:path w="3771900" h="1390650">
                <a:moveTo>
                  <a:pt x="962025" y="1379804"/>
                </a:moveTo>
                <a:lnTo>
                  <a:pt x="961567" y="1378686"/>
                </a:lnTo>
                <a:lnTo>
                  <a:pt x="959700" y="1376819"/>
                </a:lnTo>
                <a:lnTo>
                  <a:pt x="958583" y="1376362"/>
                </a:lnTo>
                <a:lnTo>
                  <a:pt x="955954" y="1376362"/>
                </a:lnTo>
                <a:lnTo>
                  <a:pt x="954836" y="1376819"/>
                </a:lnTo>
                <a:lnTo>
                  <a:pt x="952969" y="1378686"/>
                </a:lnTo>
                <a:lnTo>
                  <a:pt x="952500" y="1379804"/>
                </a:lnTo>
                <a:lnTo>
                  <a:pt x="952500" y="1382433"/>
                </a:lnTo>
                <a:lnTo>
                  <a:pt x="952969" y="1383550"/>
                </a:lnTo>
                <a:lnTo>
                  <a:pt x="954836" y="1385417"/>
                </a:lnTo>
                <a:lnTo>
                  <a:pt x="955954" y="1385887"/>
                </a:lnTo>
                <a:lnTo>
                  <a:pt x="958583" y="1385887"/>
                </a:lnTo>
                <a:lnTo>
                  <a:pt x="959700" y="1385417"/>
                </a:lnTo>
                <a:lnTo>
                  <a:pt x="961567" y="1383550"/>
                </a:lnTo>
                <a:lnTo>
                  <a:pt x="962025" y="1382433"/>
                </a:lnTo>
                <a:lnTo>
                  <a:pt x="962025" y="1379804"/>
                </a:lnTo>
                <a:close/>
              </a:path>
              <a:path w="3771900" h="1390650">
                <a:moveTo>
                  <a:pt x="962025" y="467525"/>
                </a:moveTo>
                <a:lnTo>
                  <a:pt x="961567" y="466394"/>
                </a:lnTo>
                <a:lnTo>
                  <a:pt x="959700" y="464540"/>
                </a:lnTo>
                <a:lnTo>
                  <a:pt x="958583" y="464070"/>
                </a:lnTo>
                <a:lnTo>
                  <a:pt x="955954" y="464070"/>
                </a:lnTo>
                <a:lnTo>
                  <a:pt x="954836" y="464540"/>
                </a:lnTo>
                <a:lnTo>
                  <a:pt x="952969" y="466394"/>
                </a:lnTo>
                <a:lnTo>
                  <a:pt x="952500" y="467525"/>
                </a:lnTo>
                <a:lnTo>
                  <a:pt x="952500" y="470154"/>
                </a:lnTo>
                <a:lnTo>
                  <a:pt x="952969" y="471271"/>
                </a:lnTo>
                <a:lnTo>
                  <a:pt x="954836" y="473138"/>
                </a:lnTo>
                <a:lnTo>
                  <a:pt x="955954" y="473595"/>
                </a:lnTo>
                <a:lnTo>
                  <a:pt x="958583" y="473595"/>
                </a:lnTo>
                <a:lnTo>
                  <a:pt x="959700" y="473138"/>
                </a:lnTo>
                <a:lnTo>
                  <a:pt x="961567" y="471271"/>
                </a:lnTo>
                <a:lnTo>
                  <a:pt x="962025" y="470154"/>
                </a:lnTo>
                <a:lnTo>
                  <a:pt x="962025" y="467525"/>
                </a:lnTo>
                <a:close/>
              </a:path>
              <a:path w="3771900" h="1390650">
                <a:moveTo>
                  <a:pt x="1009650" y="1379804"/>
                </a:moveTo>
                <a:lnTo>
                  <a:pt x="1009192" y="1378686"/>
                </a:lnTo>
                <a:lnTo>
                  <a:pt x="1007325" y="1376819"/>
                </a:lnTo>
                <a:lnTo>
                  <a:pt x="1006208" y="1376362"/>
                </a:lnTo>
                <a:lnTo>
                  <a:pt x="1003579" y="1376362"/>
                </a:lnTo>
                <a:lnTo>
                  <a:pt x="1002461" y="1376819"/>
                </a:lnTo>
                <a:lnTo>
                  <a:pt x="1000594" y="1378686"/>
                </a:lnTo>
                <a:lnTo>
                  <a:pt x="1000125" y="1379804"/>
                </a:lnTo>
                <a:lnTo>
                  <a:pt x="1000125" y="1382433"/>
                </a:lnTo>
                <a:lnTo>
                  <a:pt x="1000594" y="1383550"/>
                </a:lnTo>
                <a:lnTo>
                  <a:pt x="1002461" y="1385417"/>
                </a:lnTo>
                <a:lnTo>
                  <a:pt x="1003579" y="1385887"/>
                </a:lnTo>
                <a:lnTo>
                  <a:pt x="1006208" y="1385887"/>
                </a:lnTo>
                <a:lnTo>
                  <a:pt x="1007325" y="1385417"/>
                </a:lnTo>
                <a:lnTo>
                  <a:pt x="1009192" y="1383550"/>
                </a:lnTo>
                <a:lnTo>
                  <a:pt x="1009650" y="1382433"/>
                </a:lnTo>
                <a:lnTo>
                  <a:pt x="1009650" y="1379804"/>
                </a:lnTo>
                <a:close/>
              </a:path>
              <a:path w="3771900" h="1390650">
                <a:moveTo>
                  <a:pt x="1009650" y="467525"/>
                </a:moveTo>
                <a:lnTo>
                  <a:pt x="1009192" y="466394"/>
                </a:lnTo>
                <a:lnTo>
                  <a:pt x="1007325" y="464540"/>
                </a:lnTo>
                <a:lnTo>
                  <a:pt x="1006208" y="464070"/>
                </a:lnTo>
                <a:lnTo>
                  <a:pt x="1003579" y="464070"/>
                </a:lnTo>
                <a:lnTo>
                  <a:pt x="1002461" y="464540"/>
                </a:lnTo>
                <a:lnTo>
                  <a:pt x="1000594" y="466394"/>
                </a:lnTo>
                <a:lnTo>
                  <a:pt x="1000125" y="467525"/>
                </a:lnTo>
                <a:lnTo>
                  <a:pt x="1000125" y="470154"/>
                </a:lnTo>
                <a:lnTo>
                  <a:pt x="1000594" y="471271"/>
                </a:lnTo>
                <a:lnTo>
                  <a:pt x="1002461" y="473138"/>
                </a:lnTo>
                <a:lnTo>
                  <a:pt x="1003579" y="473595"/>
                </a:lnTo>
                <a:lnTo>
                  <a:pt x="1006208" y="473595"/>
                </a:lnTo>
                <a:lnTo>
                  <a:pt x="1007325" y="473138"/>
                </a:lnTo>
                <a:lnTo>
                  <a:pt x="1009192" y="471271"/>
                </a:lnTo>
                <a:lnTo>
                  <a:pt x="1009650" y="470154"/>
                </a:lnTo>
                <a:lnTo>
                  <a:pt x="1009650" y="467525"/>
                </a:lnTo>
                <a:close/>
              </a:path>
              <a:path w="3771900" h="1390650">
                <a:moveTo>
                  <a:pt x="1057275" y="1379804"/>
                </a:moveTo>
                <a:lnTo>
                  <a:pt x="1056817" y="1378686"/>
                </a:lnTo>
                <a:lnTo>
                  <a:pt x="1054950" y="1376819"/>
                </a:lnTo>
                <a:lnTo>
                  <a:pt x="1053833" y="1376362"/>
                </a:lnTo>
                <a:lnTo>
                  <a:pt x="1051204" y="1376362"/>
                </a:lnTo>
                <a:lnTo>
                  <a:pt x="1050086" y="1376819"/>
                </a:lnTo>
                <a:lnTo>
                  <a:pt x="1048219" y="1378686"/>
                </a:lnTo>
                <a:lnTo>
                  <a:pt x="1047750" y="1379804"/>
                </a:lnTo>
                <a:lnTo>
                  <a:pt x="1047750" y="1382433"/>
                </a:lnTo>
                <a:lnTo>
                  <a:pt x="1048219" y="1383550"/>
                </a:lnTo>
                <a:lnTo>
                  <a:pt x="1050086" y="1385417"/>
                </a:lnTo>
                <a:lnTo>
                  <a:pt x="1051204" y="1385887"/>
                </a:lnTo>
                <a:lnTo>
                  <a:pt x="1053833" y="1385887"/>
                </a:lnTo>
                <a:lnTo>
                  <a:pt x="1054950" y="1385417"/>
                </a:lnTo>
                <a:lnTo>
                  <a:pt x="1056817" y="1383550"/>
                </a:lnTo>
                <a:lnTo>
                  <a:pt x="1057275" y="1382433"/>
                </a:lnTo>
                <a:lnTo>
                  <a:pt x="1057275" y="1379804"/>
                </a:lnTo>
                <a:close/>
              </a:path>
              <a:path w="3771900" h="1390650">
                <a:moveTo>
                  <a:pt x="1057275" y="467525"/>
                </a:moveTo>
                <a:lnTo>
                  <a:pt x="1056817" y="466394"/>
                </a:lnTo>
                <a:lnTo>
                  <a:pt x="1054950" y="464540"/>
                </a:lnTo>
                <a:lnTo>
                  <a:pt x="1053833" y="464070"/>
                </a:lnTo>
                <a:lnTo>
                  <a:pt x="1051204" y="464070"/>
                </a:lnTo>
                <a:lnTo>
                  <a:pt x="1050086" y="464540"/>
                </a:lnTo>
                <a:lnTo>
                  <a:pt x="1048219" y="466394"/>
                </a:lnTo>
                <a:lnTo>
                  <a:pt x="1047750" y="467525"/>
                </a:lnTo>
                <a:lnTo>
                  <a:pt x="1047750" y="470154"/>
                </a:lnTo>
                <a:lnTo>
                  <a:pt x="1048219" y="471271"/>
                </a:lnTo>
                <a:lnTo>
                  <a:pt x="1050086" y="473138"/>
                </a:lnTo>
                <a:lnTo>
                  <a:pt x="1051204" y="473595"/>
                </a:lnTo>
                <a:lnTo>
                  <a:pt x="1053833" y="473595"/>
                </a:lnTo>
                <a:lnTo>
                  <a:pt x="1054950" y="473138"/>
                </a:lnTo>
                <a:lnTo>
                  <a:pt x="1056817" y="471271"/>
                </a:lnTo>
                <a:lnTo>
                  <a:pt x="1057275" y="470154"/>
                </a:lnTo>
                <a:lnTo>
                  <a:pt x="1057275" y="467525"/>
                </a:lnTo>
                <a:close/>
              </a:path>
              <a:path w="3771900" h="1390650">
                <a:moveTo>
                  <a:pt x="1104900" y="1379804"/>
                </a:moveTo>
                <a:lnTo>
                  <a:pt x="1104442" y="1378686"/>
                </a:lnTo>
                <a:lnTo>
                  <a:pt x="1102575" y="1376819"/>
                </a:lnTo>
                <a:lnTo>
                  <a:pt x="1101458" y="1376362"/>
                </a:lnTo>
                <a:lnTo>
                  <a:pt x="1098829" y="1376362"/>
                </a:lnTo>
                <a:lnTo>
                  <a:pt x="1097711" y="1376819"/>
                </a:lnTo>
                <a:lnTo>
                  <a:pt x="1095844" y="1378686"/>
                </a:lnTo>
                <a:lnTo>
                  <a:pt x="1095375" y="1379804"/>
                </a:lnTo>
                <a:lnTo>
                  <a:pt x="1095375" y="1382433"/>
                </a:lnTo>
                <a:lnTo>
                  <a:pt x="1095844" y="1383550"/>
                </a:lnTo>
                <a:lnTo>
                  <a:pt x="1097711" y="1385417"/>
                </a:lnTo>
                <a:lnTo>
                  <a:pt x="1098829" y="1385887"/>
                </a:lnTo>
                <a:lnTo>
                  <a:pt x="1101458" y="1385887"/>
                </a:lnTo>
                <a:lnTo>
                  <a:pt x="1102575" y="1385417"/>
                </a:lnTo>
                <a:lnTo>
                  <a:pt x="1104442" y="1383550"/>
                </a:lnTo>
                <a:lnTo>
                  <a:pt x="1104900" y="1382433"/>
                </a:lnTo>
                <a:lnTo>
                  <a:pt x="1104900" y="1379804"/>
                </a:lnTo>
                <a:close/>
              </a:path>
              <a:path w="3771900" h="1390650">
                <a:moveTo>
                  <a:pt x="1104900" y="467525"/>
                </a:moveTo>
                <a:lnTo>
                  <a:pt x="1104442" y="466394"/>
                </a:lnTo>
                <a:lnTo>
                  <a:pt x="1102575" y="464540"/>
                </a:lnTo>
                <a:lnTo>
                  <a:pt x="1101458" y="464070"/>
                </a:lnTo>
                <a:lnTo>
                  <a:pt x="1098829" y="464070"/>
                </a:lnTo>
                <a:lnTo>
                  <a:pt x="1097711" y="464540"/>
                </a:lnTo>
                <a:lnTo>
                  <a:pt x="1095844" y="466394"/>
                </a:lnTo>
                <a:lnTo>
                  <a:pt x="1095375" y="467525"/>
                </a:lnTo>
                <a:lnTo>
                  <a:pt x="1095375" y="470154"/>
                </a:lnTo>
                <a:lnTo>
                  <a:pt x="1095844" y="471271"/>
                </a:lnTo>
                <a:lnTo>
                  <a:pt x="1097711" y="473138"/>
                </a:lnTo>
                <a:lnTo>
                  <a:pt x="1098829" y="473595"/>
                </a:lnTo>
                <a:lnTo>
                  <a:pt x="1101458" y="473595"/>
                </a:lnTo>
                <a:lnTo>
                  <a:pt x="1102575" y="473138"/>
                </a:lnTo>
                <a:lnTo>
                  <a:pt x="1104442" y="471271"/>
                </a:lnTo>
                <a:lnTo>
                  <a:pt x="1104900" y="470154"/>
                </a:lnTo>
                <a:lnTo>
                  <a:pt x="1104900" y="467525"/>
                </a:lnTo>
                <a:close/>
              </a:path>
              <a:path w="3771900" h="1390650">
                <a:moveTo>
                  <a:pt x="1152525" y="1379804"/>
                </a:moveTo>
                <a:lnTo>
                  <a:pt x="1152067" y="1378686"/>
                </a:lnTo>
                <a:lnTo>
                  <a:pt x="1150200" y="1376819"/>
                </a:lnTo>
                <a:lnTo>
                  <a:pt x="1149083" y="1376362"/>
                </a:lnTo>
                <a:lnTo>
                  <a:pt x="1146454" y="1376362"/>
                </a:lnTo>
                <a:lnTo>
                  <a:pt x="1145336" y="1376819"/>
                </a:lnTo>
                <a:lnTo>
                  <a:pt x="1143469" y="1378686"/>
                </a:lnTo>
                <a:lnTo>
                  <a:pt x="1143000" y="1379804"/>
                </a:lnTo>
                <a:lnTo>
                  <a:pt x="1143000" y="1382433"/>
                </a:lnTo>
                <a:lnTo>
                  <a:pt x="1143469" y="1383550"/>
                </a:lnTo>
                <a:lnTo>
                  <a:pt x="1145336" y="1385417"/>
                </a:lnTo>
                <a:lnTo>
                  <a:pt x="1146454" y="1385887"/>
                </a:lnTo>
                <a:lnTo>
                  <a:pt x="1149083" y="1385887"/>
                </a:lnTo>
                <a:lnTo>
                  <a:pt x="1150200" y="1385417"/>
                </a:lnTo>
                <a:lnTo>
                  <a:pt x="1152067" y="1383550"/>
                </a:lnTo>
                <a:lnTo>
                  <a:pt x="1152525" y="1382433"/>
                </a:lnTo>
                <a:lnTo>
                  <a:pt x="1152525" y="1379804"/>
                </a:lnTo>
                <a:close/>
              </a:path>
              <a:path w="3771900" h="1390650">
                <a:moveTo>
                  <a:pt x="1152525" y="467525"/>
                </a:moveTo>
                <a:lnTo>
                  <a:pt x="1152067" y="466394"/>
                </a:lnTo>
                <a:lnTo>
                  <a:pt x="1150200" y="464540"/>
                </a:lnTo>
                <a:lnTo>
                  <a:pt x="1149083" y="464070"/>
                </a:lnTo>
                <a:lnTo>
                  <a:pt x="1146454" y="464070"/>
                </a:lnTo>
                <a:lnTo>
                  <a:pt x="1145336" y="464540"/>
                </a:lnTo>
                <a:lnTo>
                  <a:pt x="1143469" y="466394"/>
                </a:lnTo>
                <a:lnTo>
                  <a:pt x="1143000" y="467525"/>
                </a:lnTo>
                <a:lnTo>
                  <a:pt x="1143000" y="470154"/>
                </a:lnTo>
                <a:lnTo>
                  <a:pt x="1143469" y="471271"/>
                </a:lnTo>
                <a:lnTo>
                  <a:pt x="1145336" y="473138"/>
                </a:lnTo>
                <a:lnTo>
                  <a:pt x="1146454" y="473595"/>
                </a:lnTo>
                <a:lnTo>
                  <a:pt x="1149083" y="473595"/>
                </a:lnTo>
                <a:lnTo>
                  <a:pt x="1150200" y="473138"/>
                </a:lnTo>
                <a:lnTo>
                  <a:pt x="1152067" y="471271"/>
                </a:lnTo>
                <a:lnTo>
                  <a:pt x="1152525" y="470154"/>
                </a:lnTo>
                <a:lnTo>
                  <a:pt x="1152525" y="467525"/>
                </a:lnTo>
                <a:close/>
              </a:path>
              <a:path w="3771900" h="1390650">
                <a:moveTo>
                  <a:pt x="1200150" y="1379804"/>
                </a:moveTo>
                <a:lnTo>
                  <a:pt x="1199692" y="1378686"/>
                </a:lnTo>
                <a:lnTo>
                  <a:pt x="1197825" y="1376819"/>
                </a:lnTo>
                <a:lnTo>
                  <a:pt x="1196708" y="1376362"/>
                </a:lnTo>
                <a:lnTo>
                  <a:pt x="1194079" y="1376362"/>
                </a:lnTo>
                <a:lnTo>
                  <a:pt x="1192961" y="1376819"/>
                </a:lnTo>
                <a:lnTo>
                  <a:pt x="1191094" y="1378686"/>
                </a:lnTo>
                <a:lnTo>
                  <a:pt x="1190625" y="1379804"/>
                </a:lnTo>
                <a:lnTo>
                  <a:pt x="1190625" y="1382433"/>
                </a:lnTo>
                <a:lnTo>
                  <a:pt x="1191094" y="1383550"/>
                </a:lnTo>
                <a:lnTo>
                  <a:pt x="1192961" y="1385417"/>
                </a:lnTo>
                <a:lnTo>
                  <a:pt x="1194079" y="1385887"/>
                </a:lnTo>
                <a:lnTo>
                  <a:pt x="1196708" y="1385887"/>
                </a:lnTo>
                <a:lnTo>
                  <a:pt x="1197825" y="1385417"/>
                </a:lnTo>
                <a:lnTo>
                  <a:pt x="1199692" y="1383550"/>
                </a:lnTo>
                <a:lnTo>
                  <a:pt x="1200150" y="1382433"/>
                </a:lnTo>
                <a:lnTo>
                  <a:pt x="1200150" y="1379804"/>
                </a:lnTo>
                <a:close/>
              </a:path>
              <a:path w="3771900" h="1390650">
                <a:moveTo>
                  <a:pt x="1200150" y="467525"/>
                </a:moveTo>
                <a:lnTo>
                  <a:pt x="1199692" y="466394"/>
                </a:lnTo>
                <a:lnTo>
                  <a:pt x="1197825" y="464540"/>
                </a:lnTo>
                <a:lnTo>
                  <a:pt x="1196708" y="464070"/>
                </a:lnTo>
                <a:lnTo>
                  <a:pt x="1194079" y="464070"/>
                </a:lnTo>
                <a:lnTo>
                  <a:pt x="1192961" y="464540"/>
                </a:lnTo>
                <a:lnTo>
                  <a:pt x="1191094" y="466394"/>
                </a:lnTo>
                <a:lnTo>
                  <a:pt x="1190625" y="467525"/>
                </a:lnTo>
                <a:lnTo>
                  <a:pt x="1190625" y="470154"/>
                </a:lnTo>
                <a:lnTo>
                  <a:pt x="1191094" y="471271"/>
                </a:lnTo>
                <a:lnTo>
                  <a:pt x="1192961" y="473138"/>
                </a:lnTo>
                <a:lnTo>
                  <a:pt x="1194079" y="473595"/>
                </a:lnTo>
                <a:lnTo>
                  <a:pt x="1196708" y="473595"/>
                </a:lnTo>
                <a:lnTo>
                  <a:pt x="1197825" y="473138"/>
                </a:lnTo>
                <a:lnTo>
                  <a:pt x="1199692" y="471271"/>
                </a:lnTo>
                <a:lnTo>
                  <a:pt x="1200150" y="470154"/>
                </a:lnTo>
                <a:lnTo>
                  <a:pt x="1200150" y="467525"/>
                </a:lnTo>
                <a:close/>
              </a:path>
              <a:path w="3771900" h="1390650">
                <a:moveTo>
                  <a:pt x="1247775" y="1379804"/>
                </a:moveTo>
                <a:lnTo>
                  <a:pt x="1247317" y="1378686"/>
                </a:lnTo>
                <a:lnTo>
                  <a:pt x="1245450" y="1376819"/>
                </a:lnTo>
                <a:lnTo>
                  <a:pt x="1244333" y="1376362"/>
                </a:lnTo>
                <a:lnTo>
                  <a:pt x="1241704" y="1376362"/>
                </a:lnTo>
                <a:lnTo>
                  <a:pt x="1240586" y="1376819"/>
                </a:lnTo>
                <a:lnTo>
                  <a:pt x="1238719" y="1378686"/>
                </a:lnTo>
                <a:lnTo>
                  <a:pt x="1238250" y="1379804"/>
                </a:lnTo>
                <a:lnTo>
                  <a:pt x="1238250" y="1382433"/>
                </a:lnTo>
                <a:lnTo>
                  <a:pt x="1238719" y="1383550"/>
                </a:lnTo>
                <a:lnTo>
                  <a:pt x="1240586" y="1385417"/>
                </a:lnTo>
                <a:lnTo>
                  <a:pt x="1241704" y="1385887"/>
                </a:lnTo>
                <a:lnTo>
                  <a:pt x="1244333" y="1385887"/>
                </a:lnTo>
                <a:lnTo>
                  <a:pt x="1245450" y="1385417"/>
                </a:lnTo>
                <a:lnTo>
                  <a:pt x="1247317" y="1383550"/>
                </a:lnTo>
                <a:lnTo>
                  <a:pt x="1247775" y="1382433"/>
                </a:lnTo>
                <a:lnTo>
                  <a:pt x="1247775" y="1379804"/>
                </a:lnTo>
                <a:close/>
              </a:path>
              <a:path w="3771900" h="1390650">
                <a:moveTo>
                  <a:pt x="1247775" y="467525"/>
                </a:moveTo>
                <a:lnTo>
                  <a:pt x="1247317" y="466394"/>
                </a:lnTo>
                <a:lnTo>
                  <a:pt x="1245450" y="464540"/>
                </a:lnTo>
                <a:lnTo>
                  <a:pt x="1244333" y="464070"/>
                </a:lnTo>
                <a:lnTo>
                  <a:pt x="1241704" y="464070"/>
                </a:lnTo>
                <a:lnTo>
                  <a:pt x="1240586" y="464540"/>
                </a:lnTo>
                <a:lnTo>
                  <a:pt x="1238719" y="466394"/>
                </a:lnTo>
                <a:lnTo>
                  <a:pt x="1238250" y="467525"/>
                </a:lnTo>
                <a:lnTo>
                  <a:pt x="1238250" y="470154"/>
                </a:lnTo>
                <a:lnTo>
                  <a:pt x="1238719" y="471271"/>
                </a:lnTo>
                <a:lnTo>
                  <a:pt x="1240586" y="473138"/>
                </a:lnTo>
                <a:lnTo>
                  <a:pt x="1241704" y="473595"/>
                </a:lnTo>
                <a:lnTo>
                  <a:pt x="1244333" y="473595"/>
                </a:lnTo>
                <a:lnTo>
                  <a:pt x="1245450" y="473138"/>
                </a:lnTo>
                <a:lnTo>
                  <a:pt x="1247317" y="471271"/>
                </a:lnTo>
                <a:lnTo>
                  <a:pt x="1247775" y="470154"/>
                </a:lnTo>
                <a:lnTo>
                  <a:pt x="1247775" y="467525"/>
                </a:lnTo>
                <a:close/>
              </a:path>
              <a:path w="3771900" h="1390650">
                <a:moveTo>
                  <a:pt x="1295400" y="1379804"/>
                </a:moveTo>
                <a:lnTo>
                  <a:pt x="1294942" y="1378686"/>
                </a:lnTo>
                <a:lnTo>
                  <a:pt x="1293075" y="1376819"/>
                </a:lnTo>
                <a:lnTo>
                  <a:pt x="1291958" y="1376362"/>
                </a:lnTo>
                <a:lnTo>
                  <a:pt x="1289329" y="1376362"/>
                </a:lnTo>
                <a:lnTo>
                  <a:pt x="1288211" y="1376819"/>
                </a:lnTo>
                <a:lnTo>
                  <a:pt x="1286344" y="1378686"/>
                </a:lnTo>
                <a:lnTo>
                  <a:pt x="1285875" y="1379804"/>
                </a:lnTo>
                <a:lnTo>
                  <a:pt x="1285875" y="1382433"/>
                </a:lnTo>
                <a:lnTo>
                  <a:pt x="1286344" y="1383550"/>
                </a:lnTo>
                <a:lnTo>
                  <a:pt x="1288211" y="1385417"/>
                </a:lnTo>
                <a:lnTo>
                  <a:pt x="1289329" y="1385887"/>
                </a:lnTo>
                <a:lnTo>
                  <a:pt x="1291958" y="1385887"/>
                </a:lnTo>
                <a:lnTo>
                  <a:pt x="1293075" y="1385417"/>
                </a:lnTo>
                <a:lnTo>
                  <a:pt x="1294942" y="1383550"/>
                </a:lnTo>
                <a:lnTo>
                  <a:pt x="1295400" y="1382433"/>
                </a:lnTo>
                <a:lnTo>
                  <a:pt x="1295400" y="1379804"/>
                </a:lnTo>
                <a:close/>
              </a:path>
              <a:path w="3771900" h="1390650">
                <a:moveTo>
                  <a:pt x="1295400" y="467525"/>
                </a:moveTo>
                <a:lnTo>
                  <a:pt x="1294942" y="466394"/>
                </a:lnTo>
                <a:lnTo>
                  <a:pt x="1293075" y="464540"/>
                </a:lnTo>
                <a:lnTo>
                  <a:pt x="1291958" y="464070"/>
                </a:lnTo>
                <a:lnTo>
                  <a:pt x="1289329" y="464070"/>
                </a:lnTo>
                <a:lnTo>
                  <a:pt x="1288211" y="464540"/>
                </a:lnTo>
                <a:lnTo>
                  <a:pt x="1286344" y="466394"/>
                </a:lnTo>
                <a:lnTo>
                  <a:pt x="1285875" y="467525"/>
                </a:lnTo>
                <a:lnTo>
                  <a:pt x="1285875" y="470154"/>
                </a:lnTo>
                <a:lnTo>
                  <a:pt x="1286344" y="471271"/>
                </a:lnTo>
                <a:lnTo>
                  <a:pt x="1288211" y="473138"/>
                </a:lnTo>
                <a:lnTo>
                  <a:pt x="1289329" y="473595"/>
                </a:lnTo>
                <a:lnTo>
                  <a:pt x="1291958" y="473595"/>
                </a:lnTo>
                <a:lnTo>
                  <a:pt x="1293075" y="473138"/>
                </a:lnTo>
                <a:lnTo>
                  <a:pt x="1294942" y="471271"/>
                </a:lnTo>
                <a:lnTo>
                  <a:pt x="1295400" y="470154"/>
                </a:lnTo>
                <a:lnTo>
                  <a:pt x="1295400" y="467525"/>
                </a:lnTo>
                <a:close/>
              </a:path>
              <a:path w="3771900" h="1390650">
                <a:moveTo>
                  <a:pt x="1343025" y="1379804"/>
                </a:moveTo>
                <a:lnTo>
                  <a:pt x="1342567" y="1378686"/>
                </a:lnTo>
                <a:lnTo>
                  <a:pt x="1340700" y="1376819"/>
                </a:lnTo>
                <a:lnTo>
                  <a:pt x="1339583" y="1376362"/>
                </a:lnTo>
                <a:lnTo>
                  <a:pt x="1336954" y="1376362"/>
                </a:lnTo>
                <a:lnTo>
                  <a:pt x="1335836" y="1376819"/>
                </a:lnTo>
                <a:lnTo>
                  <a:pt x="1333969" y="1378686"/>
                </a:lnTo>
                <a:lnTo>
                  <a:pt x="1333500" y="1379804"/>
                </a:lnTo>
                <a:lnTo>
                  <a:pt x="1333500" y="1382433"/>
                </a:lnTo>
                <a:lnTo>
                  <a:pt x="1333969" y="1383550"/>
                </a:lnTo>
                <a:lnTo>
                  <a:pt x="1335836" y="1385417"/>
                </a:lnTo>
                <a:lnTo>
                  <a:pt x="1336954" y="1385887"/>
                </a:lnTo>
                <a:lnTo>
                  <a:pt x="1339583" y="1385887"/>
                </a:lnTo>
                <a:lnTo>
                  <a:pt x="1340700" y="1385417"/>
                </a:lnTo>
                <a:lnTo>
                  <a:pt x="1342567" y="1383550"/>
                </a:lnTo>
                <a:lnTo>
                  <a:pt x="1343025" y="1382433"/>
                </a:lnTo>
                <a:lnTo>
                  <a:pt x="1343025" y="1379804"/>
                </a:lnTo>
                <a:close/>
              </a:path>
              <a:path w="3771900" h="1390650">
                <a:moveTo>
                  <a:pt x="1343025" y="467525"/>
                </a:moveTo>
                <a:lnTo>
                  <a:pt x="1342567" y="466394"/>
                </a:lnTo>
                <a:lnTo>
                  <a:pt x="1340700" y="464540"/>
                </a:lnTo>
                <a:lnTo>
                  <a:pt x="1339583" y="464070"/>
                </a:lnTo>
                <a:lnTo>
                  <a:pt x="1336954" y="464070"/>
                </a:lnTo>
                <a:lnTo>
                  <a:pt x="1335836" y="464540"/>
                </a:lnTo>
                <a:lnTo>
                  <a:pt x="1333969" y="466394"/>
                </a:lnTo>
                <a:lnTo>
                  <a:pt x="1333500" y="467525"/>
                </a:lnTo>
                <a:lnTo>
                  <a:pt x="1333500" y="470154"/>
                </a:lnTo>
                <a:lnTo>
                  <a:pt x="1333969" y="471271"/>
                </a:lnTo>
                <a:lnTo>
                  <a:pt x="1335836" y="473138"/>
                </a:lnTo>
                <a:lnTo>
                  <a:pt x="1336954" y="473595"/>
                </a:lnTo>
                <a:lnTo>
                  <a:pt x="1339583" y="473595"/>
                </a:lnTo>
                <a:lnTo>
                  <a:pt x="1340700" y="473138"/>
                </a:lnTo>
                <a:lnTo>
                  <a:pt x="1342567" y="471271"/>
                </a:lnTo>
                <a:lnTo>
                  <a:pt x="1343025" y="470154"/>
                </a:lnTo>
                <a:lnTo>
                  <a:pt x="1343025" y="467525"/>
                </a:lnTo>
                <a:close/>
              </a:path>
              <a:path w="3771900" h="1390650">
                <a:moveTo>
                  <a:pt x="1390650" y="1379804"/>
                </a:moveTo>
                <a:lnTo>
                  <a:pt x="1390192" y="1378686"/>
                </a:lnTo>
                <a:lnTo>
                  <a:pt x="1388325" y="1376819"/>
                </a:lnTo>
                <a:lnTo>
                  <a:pt x="1387208" y="1376362"/>
                </a:lnTo>
                <a:lnTo>
                  <a:pt x="1384579" y="1376362"/>
                </a:lnTo>
                <a:lnTo>
                  <a:pt x="1383461" y="1376819"/>
                </a:lnTo>
                <a:lnTo>
                  <a:pt x="1381594" y="1378686"/>
                </a:lnTo>
                <a:lnTo>
                  <a:pt x="1381125" y="1379804"/>
                </a:lnTo>
                <a:lnTo>
                  <a:pt x="1381125" y="1382433"/>
                </a:lnTo>
                <a:lnTo>
                  <a:pt x="1381594" y="1383550"/>
                </a:lnTo>
                <a:lnTo>
                  <a:pt x="1383461" y="1385417"/>
                </a:lnTo>
                <a:lnTo>
                  <a:pt x="1384579" y="1385887"/>
                </a:lnTo>
                <a:lnTo>
                  <a:pt x="1387208" y="1385887"/>
                </a:lnTo>
                <a:lnTo>
                  <a:pt x="1388325" y="1385417"/>
                </a:lnTo>
                <a:lnTo>
                  <a:pt x="1390192" y="1383550"/>
                </a:lnTo>
                <a:lnTo>
                  <a:pt x="1390650" y="1382433"/>
                </a:lnTo>
                <a:lnTo>
                  <a:pt x="1390650" y="1379804"/>
                </a:lnTo>
                <a:close/>
              </a:path>
              <a:path w="3771900" h="1390650">
                <a:moveTo>
                  <a:pt x="1390650" y="467525"/>
                </a:moveTo>
                <a:lnTo>
                  <a:pt x="1390192" y="466394"/>
                </a:lnTo>
                <a:lnTo>
                  <a:pt x="1388325" y="464540"/>
                </a:lnTo>
                <a:lnTo>
                  <a:pt x="1387208" y="464070"/>
                </a:lnTo>
                <a:lnTo>
                  <a:pt x="1384579" y="464070"/>
                </a:lnTo>
                <a:lnTo>
                  <a:pt x="1383461" y="464540"/>
                </a:lnTo>
                <a:lnTo>
                  <a:pt x="1381594" y="466394"/>
                </a:lnTo>
                <a:lnTo>
                  <a:pt x="1381125" y="467525"/>
                </a:lnTo>
                <a:lnTo>
                  <a:pt x="1381125" y="470154"/>
                </a:lnTo>
                <a:lnTo>
                  <a:pt x="1381594" y="471271"/>
                </a:lnTo>
                <a:lnTo>
                  <a:pt x="1383461" y="473138"/>
                </a:lnTo>
                <a:lnTo>
                  <a:pt x="1384579" y="473595"/>
                </a:lnTo>
                <a:lnTo>
                  <a:pt x="1387208" y="473595"/>
                </a:lnTo>
                <a:lnTo>
                  <a:pt x="1388325" y="473138"/>
                </a:lnTo>
                <a:lnTo>
                  <a:pt x="1390192" y="471271"/>
                </a:lnTo>
                <a:lnTo>
                  <a:pt x="1390650" y="470154"/>
                </a:lnTo>
                <a:lnTo>
                  <a:pt x="1390650" y="467525"/>
                </a:lnTo>
                <a:close/>
              </a:path>
              <a:path w="3771900" h="1390650">
                <a:moveTo>
                  <a:pt x="1438275" y="1379804"/>
                </a:moveTo>
                <a:lnTo>
                  <a:pt x="1437817" y="1378686"/>
                </a:lnTo>
                <a:lnTo>
                  <a:pt x="1435950" y="1376819"/>
                </a:lnTo>
                <a:lnTo>
                  <a:pt x="1434833" y="1376362"/>
                </a:lnTo>
                <a:lnTo>
                  <a:pt x="1432204" y="1376362"/>
                </a:lnTo>
                <a:lnTo>
                  <a:pt x="1431086" y="1376819"/>
                </a:lnTo>
                <a:lnTo>
                  <a:pt x="1429219" y="1378686"/>
                </a:lnTo>
                <a:lnTo>
                  <a:pt x="1428750" y="1379804"/>
                </a:lnTo>
                <a:lnTo>
                  <a:pt x="1428750" y="1382433"/>
                </a:lnTo>
                <a:lnTo>
                  <a:pt x="1429219" y="1383550"/>
                </a:lnTo>
                <a:lnTo>
                  <a:pt x="1431086" y="1385417"/>
                </a:lnTo>
                <a:lnTo>
                  <a:pt x="1432204" y="1385887"/>
                </a:lnTo>
                <a:lnTo>
                  <a:pt x="1434833" y="1385887"/>
                </a:lnTo>
                <a:lnTo>
                  <a:pt x="1435950" y="1385417"/>
                </a:lnTo>
                <a:lnTo>
                  <a:pt x="1437817" y="1383550"/>
                </a:lnTo>
                <a:lnTo>
                  <a:pt x="1438275" y="1382433"/>
                </a:lnTo>
                <a:lnTo>
                  <a:pt x="1438275" y="1379804"/>
                </a:lnTo>
                <a:close/>
              </a:path>
              <a:path w="3771900" h="1390650">
                <a:moveTo>
                  <a:pt x="1438275" y="467525"/>
                </a:moveTo>
                <a:lnTo>
                  <a:pt x="1437817" y="466394"/>
                </a:lnTo>
                <a:lnTo>
                  <a:pt x="1435950" y="464540"/>
                </a:lnTo>
                <a:lnTo>
                  <a:pt x="1434833" y="464070"/>
                </a:lnTo>
                <a:lnTo>
                  <a:pt x="1432204" y="464070"/>
                </a:lnTo>
                <a:lnTo>
                  <a:pt x="1431086" y="464540"/>
                </a:lnTo>
                <a:lnTo>
                  <a:pt x="1429219" y="466394"/>
                </a:lnTo>
                <a:lnTo>
                  <a:pt x="1428750" y="467525"/>
                </a:lnTo>
                <a:lnTo>
                  <a:pt x="1428750" y="470154"/>
                </a:lnTo>
                <a:lnTo>
                  <a:pt x="1429219" y="471271"/>
                </a:lnTo>
                <a:lnTo>
                  <a:pt x="1431086" y="473138"/>
                </a:lnTo>
                <a:lnTo>
                  <a:pt x="1432204" y="473595"/>
                </a:lnTo>
                <a:lnTo>
                  <a:pt x="1434833" y="473595"/>
                </a:lnTo>
                <a:lnTo>
                  <a:pt x="1435950" y="473138"/>
                </a:lnTo>
                <a:lnTo>
                  <a:pt x="1437817" y="471271"/>
                </a:lnTo>
                <a:lnTo>
                  <a:pt x="1438275" y="470154"/>
                </a:lnTo>
                <a:lnTo>
                  <a:pt x="1438275" y="467525"/>
                </a:lnTo>
                <a:close/>
              </a:path>
              <a:path w="3771900" h="1390650">
                <a:moveTo>
                  <a:pt x="1485900" y="1379804"/>
                </a:moveTo>
                <a:lnTo>
                  <a:pt x="1485442" y="1378686"/>
                </a:lnTo>
                <a:lnTo>
                  <a:pt x="1483575" y="1376819"/>
                </a:lnTo>
                <a:lnTo>
                  <a:pt x="1482458" y="1376362"/>
                </a:lnTo>
                <a:lnTo>
                  <a:pt x="1479829" y="1376362"/>
                </a:lnTo>
                <a:lnTo>
                  <a:pt x="1478711" y="1376819"/>
                </a:lnTo>
                <a:lnTo>
                  <a:pt x="1476844" y="1378686"/>
                </a:lnTo>
                <a:lnTo>
                  <a:pt x="1476375" y="1379804"/>
                </a:lnTo>
                <a:lnTo>
                  <a:pt x="1476375" y="1382433"/>
                </a:lnTo>
                <a:lnTo>
                  <a:pt x="1476844" y="1383550"/>
                </a:lnTo>
                <a:lnTo>
                  <a:pt x="1478711" y="1385417"/>
                </a:lnTo>
                <a:lnTo>
                  <a:pt x="1479829" y="1385887"/>
                </a:lnTo>
                <a:lnTo>
                  <a:pt x="1482458" y="1385887"/>
                </a:lnTo>
                <a:lnTo>
                  <a:pt x="1483575" y="1385417"/>
                </a:lnTo>
                <a:lnTo>
                  <a:pt x="1485442" y="1383550"/>
                </a:lnTo>
                <a:lnTo>
                  <a:pt x="1485900" y="1382433"/>
                </a:lnTo>
                <a:lnTo>
                  <a:pt x="1485900" y="1379804"/>
                </a:lnTo>
                <a:close/>
              </a:path>
              <a:path w="3771900" h="1390650">
                <a:moveTo>
                  <a:pt x="1485900" y="467525"/>
                </a:moveTo>
                <a:lnTo>
                  <a:pt x="1485442" y="466394"/>
                </a:lnTo>
                <a:lnTo>
                  <a:pt x="1483575" y="464540"/>
                </a:lnTo>
                <a:lnTo>
                  <a:pt x="1482458" y="464070"/>
                </a:lnTo>
                <a:lnTo>
                  <a:pt x="1479829" y="464070"/>
                </a:lnTo>
                <a:lnTo>
                  <a:pt x="1478711" y="464540"/>
                </a:lnTo>
                <a:lnTo>
                  <a:pt x="1476844" y="466394"/>
                </a:lnTo>
                <a:lnTo>
                  <a:pt x="1476375" y="467525"/>
                </a:lnTo>
                <a:lnTo>
                  <a:pt x="1476375" y="470154"/>
                </a:lnTo>
                <a:lnTo>
                  <a:pt x="1476844" y="471271"/>
                </a:lnTo>
                <a:lnTo>
                  <a:pt x="1478711" y="473138"/>
                </a:lnTo>
                <a:lnTo>
                  <a:pt x="1479829" y="473595"/>
                </a:lnTo>
                <a:lnTo>
                  <a:pt x="1482458" y="473595"/>
                </a:lnTo>
                <a:lnTo>
                  <a:pt x="1483575" y="473138"/>
                </a:lnTo>
                <a:lnTo>
                  <a:pt x="1485442" y="471271"/>
                </a:lnTo>
                <a:lnTo>
                  <a:pt x="1485900" y="470154"/>
                </a:lnTo>
                <a:lnTo>
                  <a:pt x="1485900" y="467525"/>
                </a:lnTo>
                <a:close/>
              </a:path>
              <a:path w="3771900" h="1390650">
                <a:moveTo>
                  <a:pt x="1533525" y="1379804"/>
                </a:moveTo>
                <a:lnTo>
                  <a:pt x="1533067" y="1378686"/>
                </a:lnTo>
                <a:lnTo>
                  <a:pt x="1531200" y="1376819"/>
                </a:lnTo>
                <a:lnTo>
                  <a:pt x="1530083" y="1376362"/>
                </a:lnTo>
                <a:lnTo>
                  <a:pt x="1527454" y="1376362"/>
                </a:lnTo>
                <a:lnTo>
                  <a:pt x="1526336" y="1376819"/>
                </a:lnTo>
                <a:lnTo>
                  <a:pt x="1524469" y="1378686"/>
                </a:lnTo>
                <a:lnTo>
                  <a:pt x="1524000" y="1379804"/>
                </a:lnTo>
                <a:lnTo>
                  <a:pt x="1524000" y="1382433"/>
                </a:lnTo>
                <a:lnTo>
                  <a:pt x="1524469" y="1383550"/>
                </a:lnTo>
                <a:lnTo>
                  <a:pt x="1526336" y="1385417"/>
                </a:lnTo>
                <a:lnTo>
                  <a:pt x="1527454" y="1385887"/>
                </a:lnTo>
                <a:lnTo>
                  <a:pt x="1530083" y="1385887"/>
                </a:lnTo>
                <a:lnTo>
                  <a:pt x="1531200" y="1385417"/>
                </a:lnTo>
                <a:lnTo>
                  <a:pt x="1533067" y="1383550"/>
                </a:lnTo>
                <a:lnTo>
                  <a:pt x="1533525" y="1382433"/>
                </a:lnTo>
                <a:lnTo>
                  <a:pt x="1533525" y="1379804"/>
                </a:lnTo>
                <a:close/>
              </a:path>
              <a:path w="3771900" h="1390650">
                <a:moveTo>
                  <a:pt x="1533525" y="467525"/>
                </a:moveTo>
                <a:lnTo>
                  <a:pt x="1533067" y="466394"/>
                </a:lnTo>
                <a:lnTo>
                  <a:pt x="1531200" y="464540"/>
                </a:lnTo>
                <a:lnTo>
                  <a:pt x="1530083" y="464070"/>
                </a:lnTo>
                <a:lnTo>
                  <a:pt x="1527454" y="464070"/>
                </a:lnTo>
                <a:lnTo>
                  <a:pt x="1526336" y="464540"/>
                </a:lnTo>
                <a:lnTo>
                  <a:pt x="1524469" y="466394"/>
                </a:lnTo>
                <a:lnTo>
                  <a:pt x="1524000" y="467525"/>
                </a:lnTo>
                <a:lnTo>
                  <a:pt x="1524000" y="470154"/>
                </a:lnTo>
                <a:lnTo>
                  <a:pt x="1524469" y="471271"/>
                </a:lnTo>
                <a:lnTo>
                  <a:pt x="1526336" y="473138"/>
                </a:lnTo>
                <a:lnTo>
                  <a:pt x="1527454" y="473595"/>
                </a:lnTo>
                <a:lnTo>
                  <a:pt x="1530083" y="473595"/>
                </a:lnTo>
                <a:lnTo>
                  <a:pt x="1531200" y="473138"/>
                </a:lnTo>
                <a:lnTo>
                  <a:pt x="1533067" y="471271"/>
                </a:lnTo>
                <a:lnTo>
                  <a:pt x="1533525" y="470154"/>
                </a:lnTo>
                <a:lnTo>
                  <a:pt x="1533525" y="467525"/>
                </a:lnTo>
                <a:close/>
              </a:path>
              <a:path w="3771900" h="1390650">
                <a:moveTo>
                  <a:pt x="1581150" y="1379804"/>
                </a:moveTo>
                <a:lnTo>
                  <a:pt x="1580692" y="1378686"/>
                </a:lnTo>
                <a:lnTo>
                  <a:pt x="1578825" y="1376819"/>
                </a:lnTo>
                <a:lnTo>
                  <a:pt x="1577708" y="1376362"/>
                </a:lnTo>
                <a:lnTo>
                  <a:pt x="1575079" y="1376362"/>
                </a:lnTo>
                <a:lnTo>
                  <a:pt x="1573961" y="1376819"/>
                </a:lnTo>
                <a:lnTo>
                  <a:pt x="1572094" y="1378686"/>
                </a:lnTo>
                <a:lnTo>
                  <a:pt x="1571625" y="1379804"/>
                </a:lnTo>
                <a:lnTo>
                  <a:pt x="1571625" y="1382433"/>
                </a:lnTo>
                <a:lnTo>
                  <a:pt x="1572094" y="1383550"/>
                </a:lnTo>
                <a:lnTo>
                  <a:pt x="1573961" y="1385417"/>
                </a:lnTo>
                <a:lnTo>
                  <a:pt x="1575079" y="1385887"/>
                </a:lnTo>
                <a:lnTo>
                  <a:pt x="1577708" y="1385887"/>
                </a:lnTo>
                <a:lnTo>
                  <a:pt x="1578825" y="1385417"/>
                </a:lnTo>
                <a:lnTo>
                  <a:pt x="1580692" y="1383550"/>
                </a:lnTo>
                <a:lnTo>
                  <a:pt x="1581150" y="1382433"/>
                </a:lnTo>
                <a:lnTo>
                  <a:pt x="1581150" y="1379804"/>
                </a:lnTo>
                <a:close/>
              </a:path>
              <a:path w="3771900" h="1390650">
                <a:moveTo>
                  <a:pt x="1581150" y="467525"/>
                </a:moveTo>
                <a:lnTo>
                  <a:pt x="1580692" y="466394"/>
                </a:lnTo>
                <a:lnTo>
                  <a:pt x="1578825" y="464540"/>
                </a:lnTo>
                <a:lnTo>
                  <a:pt x="1577708" y="464070"/>
                </a:lnTo>
                <a:lnTo>
                  <a:pt x="1575079" y="464070"/>
                </a:lnTo>
                <a:lnTo>
                  <a:pt x="1573961" y="464540"/>
                </a:lnTo>
                <a:lnTo>
                  <a:pt x="1572094" y="466394"/>
                </a:lnTo>
                <a:lnTo>
                  <a:pt x="1571625" y="467525"/>
                </a:lnTo>
                <a:lnTo>
                  <a:pt x="1571625" y="470154"/>
                </a:lnTo>
                <a:lnTo>
                  <a:pt x="1572094" y="471271"/>
                </a:lnTo>
                <a:lnTo>
                  <a:pt x="1573961" y="473138"/>
                </a:lnTo>
                <a:lnTo>
                  <a:pt x="1575079" y="473595"/>
                </a:lnTo>
                <a:lnTo>
                  <a:pt x="1577708" y="473595"/>
                </a:lnTo>
                <a:lnTo>
                  <a:pt x="1578825" y="473138"/>
                </a:lnTo>
                <a:lnTo>
                  <a:pt x="1580692" y="471271"/>
                </a:lnTo>
                <a:lnTo>
                  <a:pt x="1581150" y="470154"/>
                </a:lnTo>
                <a:lnTo>
                  <a:pt x="1581150" y="467525"/>
                </a:lnTo>
                <a:close/>
              </a:path>
              <a:path w="3771900" h="1390650">
                <a:moveTo>
                  <a:pt x="1628775" y="1379804"/>
                </a:moveTo>
                <a:lnTo>
                  <a:pt x="1628317" y="1378686"/>
                </a:lnTo>
                <a:lnTo>
                  <a:pt x="1626450" y="1376819"/>
                </a:lnTo>
                <a:lnTo>
                  <a:pt x="1625333" y="1376362"/>
                </a:lnTo>
                <a:lnTo>
                  <a:pt x="1622704" y="1376362"/>
                </a:lnTo>
                <a:lnTo>
                  <a:pt x="1621586" y="1376819"/>
                </a:lnTo>
                <a:lnTo>
                  <a:pt x="1619719" y="1378686"/>
                </a:lnTo>
                <a:lnTo>
                  <a:pt x="1619250" y="1379804"/>
                </a:lnTo>
                <a:lnTo>
                  <a:pt x="1619250" y="1382433"/>
                </a:lnTo>
                <a:lnTo>
                  <a:pt x="1619719" y="1383550"/>
                </a:lnTo>
                <a:lnTo>
                  <a:pt x="1621586" y="1385417"/>
                </a:lnTo>
                <a:lnTo>
                  <a:pt x="1622704" y="1385887"/>
                </a:lnTo>
                <a:lnTo>
                  <a:pt x="1625333" y="1385887"/>
                </a:lnTo>
                <a:lnTo>
                  <a:pt x="1626450" y="1385417"/>
                </a:lnTo>
                <a:lnTo>
                  <a:pt x="1628317" y="1383550"/>
                </a:lnTo>
                <a:lnTo>
                  <a:pt x="1628775" y="1382433"/>
                </a:lnTo>
                <a:lnTo>
                  <a:pt x="1628775" y="1379804"/>
                </a:lnTo>
                <a:close/>
              </a:path>
              <a:path w="3771900" h="1390650">
                <a:moveTo>
                  <a:pt x="1628775" y="467525"/>
                </a:moveTo>
                <a:lnTo>
                  <a:pt x="1628317" y="466394"/>
                </a:lnTo>
                <a:lnTo>
                  <a:pt x="1626450" y="464540"/>
                </a:lnTo>
                <a:lnTo>
                  <a:pt x="1625333" y="464070"/>
                </a:lnTo>
                <a:lnTo>
                  <a:pt x="1622704" y="464070"/>
                </a:lnTo>
                <a:lnTo>
                  <a:pt x="1621586" y="464540"/>
                </a:lnTo>
                <a:lnTo>
                  <a:pt x="1619719" y="466394"/>
                </a:lnTo>
                <a:lnTo>
                  <a:pt x="1619250" y="467525"/>
                </a:lnTo>
                <a:lnTo>
                  <a:pt x="1619250" y="470154"/>
                </a:lnTo>
                <a:lnTo>
                  <a:pt x="1619719" y="471271"/>
                </a:lnTo>
                <a:lnTo>
                  <a:pt x="1621586" y="473138"/>
                </a:lnTo>
                <a:lnTo>
                  <a:pt x="1622704" y="473595"/>
                </a:lnTo>
                <a:lnTo>
                  <a:pt x="1625333" y="473595"/>
                </a:lnTo>
                <a:lnTo>
                  <a:pt x="1626450" y="473138"/>
                </a:lnTo>
                <a:lnTo>
                  <a:pt x="1628317" y="471271"/>
                </a:lnTo>
                <a:lnTo>
                  <a:pt x="1628775" y="470154"/>
                </a:lnTo>
                <a:lnTo>
                  <a:pt x="1628775" y="467525"/>
                </a:lnTo>
                <a:close/>
              </a:path>
              <a:path w="3771900" h="1390650">
                <a:moveTo>
                  <a:pt x="1676400" y="1379804"/>
                </a:moveTo>
                <a:lnTo>
                  <a:pt x="1675942" y="1378686"/>
                </a:lnTo>
                <a:lnTo>
                  <a:pt x="1674075" y="1376819"/>
                </a:lnTo>
                <a:lnTo>
                  <a:pt x="1672958" y="1376362"/>
                </a:lnTo>
                <a:lnTo>
                  <a:pt x="1670329" y="1376362"/>
                </a:lnTo>
                <a:lnTo>
                  <a:pt x="1669211" y="1376819"/>
                </a:lnTo>
                <a:lnTo>
                  <a:pt x="1667344" y="1378686"/>
                </a:lnTo>
                <a:lnTo>
                  <a:pt x="1666875" y="1379804"/>
                </a:lnTo>
                <a:lnTo>
                  <a:pt x="1666875" y="1382433"/>
                </a:lnTo>
                <a:lnTo>
                  <a:pt x="1667344" y="1383550"/>
                </a:lnTo>
                <a:lnTo>
                  <a:pt x="1669211" y="1385417"/>
                </a:lnTo>
                <a:lnTo>
                  <a:pt x="1670329" y="1385887"/>
                </a:lnTo>
                <a:lnTo>
                  <a:pt x="1672958" y="1385887"/>
                </a:lnTo>
                <a:lnTo>
                  <a:pt x="1674075" y="1385417"/>
                </a:lnTo>
                <a:lnTo>
                  <a:pt x="1675942" y="1383550"/>
                </a:lnTo>
                <a:lnTo>
                  <a:pt x="1676400" y="1382433"/>
                </a:lnTo>
                <a:lnTo>
                  <a:pt x="1676400" y="1379804"/>
                </a:lnTo>
                <a:close/>
              </a:path>
              <a:path w="3771900" h="1390650">
                <a:moveTo>
                  <a:pt x="1676400" y="467525"/>
                </a:moveTo>
                <a:lnTo>
                  <a:pt x="1675942" y="466394"/>
                </a:lnTo>
                <a:lnTo>
                  <a:pt x="1674075" y="464540"/>
                </a:lnTo>
                <a:lnTo>
                  <a:pt x="1672958" y="464070"/>
                </a:lnTo>
                <a:lnTo>
                  <a:pt x="1670329" y="464070"/>
                </a:lnTo>
                <a:lnTo>
                  <a:pt x="1669211" y="464540"/>
                </a:lnTo>
                <a:lnTo>
                  <a:pt x="1667344" y="466394"/>
                </a:lnTo>
                <a:lnTo>
                  <a:pt x="1666875" y="467525"/>
                </a:lnTo>
                <a:lnTo>
                  <a:pt x="1666875" y="470154"/>
                </a:lnTo>
                <a:lnTo>
                  <a:pt x="1667344" y="471271"/>
                </a:lnTo>
                <a:lnTo>
                  <a:pt x="1669211" y="473138"/>
                </a:lnTo>
                <a:lnTo>
                  <a:pt x="1670329" y="473595"/>
                </a:lnTo>
                <a:lnTo>
                  <a:pt x="1672958" y="473595"/>
                </a:lnTo>
                <a:lnTo>
                  <a:pt x="1674075" y="473138"/>
                </a:lnTo>
                <a:lnTo>
                  <a:pt x="1675942" y="471271"/>
                </a:lnTo>
                <a:lnTo>
                  <a:pt x="1676400" y="470154"/>
                </a:lnTo>
                <a:lnTo>
                  <a:pt x="1676400" y="467525"/>
                </a:lnTo>
                <a:close/>
              </a:path>
              <a:path w="3771900" h="1390650">
                <a:moveTo>
                  <a:pt x="1724025" y="1379804"/>
                </a:moveTo>
                <a:lnTo>
                  <a:pt x="1723567" y="1378686"/>
                </a:lnTo>
                <a:lnTo>
                  <a:pt x="1721700" y="1376819"/>
                </a:lnTo>
                <a:lnTo>
                  <a:pt x="1720583" y="1376362"/>
                </a:lnTo>
                <a:lnTo>
                  <a:pt x="1717954" y="1376362"/>
                </a:lnTo>
                <a:lnTo>
                  <a:pt x="1716836" y="1376819"/>
                </a:lnTo>
                <a:lnTo>
                  <a:pt x="1714969" y="1378686"/>
                </a:lnTo>
                <a:lnTo>
                  <a:pt x="1714500" y="1379804"/>
                </a:lnTo>
                <a:lnTo>
                  <a:pt x="1714500" y="1382433"/>
                </a:lnTo>
                <a:lnTo>
                  <a:pt x="1714969" y="1383550"/>
                </a:lnTo>
                <a:lnTo>
                  <a:pt x="1716836" y="1385417"/>
                </a:lnTo>
                <a:lnTo>
                  <a:pt x="1717954" y="1385887"/>
                </a:lnTo>
                <a:lnTo>
                  <a:pt x="1720583" y="1385887"/>
                </a:lnTo>
                <a:lnTo>
                  <a:pt x="1721700" y="1385417"/>
                </a:lnTo>
                <a:lnTo>
                  <a:pt x="1723567" y="1383550"/>
                </a:lnTo>
                <a:lnTo>
                  <a:pt x="1724025" y="1382433"/>
                </a:lnTo>
                <a:lnTo>
                  <a:pt x="1724025" y="1379804"/>
                </a:lnTo>
                <a:close/>
              </a:path>
              <a:path w="3771900" h="1390650">
                <a:moveTo>
                  <a:pt x="1724025" y="467525"/>
                </a:moveTo>
                <a:lnTo>
                  <a:pt x="1723567" y="466394"/>
                </a:lnTo>
                <a:lnTo>
                  <a:pt x="1721700" y="464540"/>
                </a:lnTo>
                <a:lnTo>
                  <a:pt x="1720583" y="464070"/>
                </a:lnTo>
                <a:lnTo>
                  <a:pt x="1717954" y="464070"/>
                </a:lnTo>
                <a:lnTo>
                  <a:pt x="1716836" y="464540"/>
                </a:lnTo>
                <a:lnTo>
                  <a:pt x="1714969" y="466394"/>
                </a:lnTo>
                <a:lnTo>
                  <a:pt x="1714500" y="467525"/>
                </a:lnTo>
                <a:lnTo>
                  <a:pt x="1714500" y="470154"/>
                </a:lnTo>
                <a:lnTo>
                  <a:pt x="1714969" y="471271"/>
                </a:lnTo>
                <a:lnTo>
                  <a:pt x="1716836" y="473138"/>
                </a:lnTo>
                <a:lnTo>
                  <a:pt x="1717954" y="473595"/>
                </a:lnTo>
                <a:lnTo>
                  <a:pt x="1720583" y="473595"/>
                </a:lnTo>
                <a:lnTo>
                  <a:pt x="1721700" y="473138"/>
                </a:lnTo>
                <a:lnTo>
                  <a:pt x="1723567" y="471271"/>
                </a:lnTo>
                <a:lnTo>
                  <a:pt x="1724025" y="470154"/>
                </a:lnTo>
                <a:lnTo>
                  <a:pt x="1724025" y="467525"/>
                </a:lnTo>
                <a:close/>
              </a:path>
              <a:path w="3771900" h="1390650">
                <a:moveTo>
                  <a:pt x="1771650" y="1379804"/>
                </a:moveTo>
                <a:lnTo>
                  <a:pt x="1771192" y="1378686"/>
                </a:lnTo>
                <a:lnTo>
                  <a:pt x="1769325" y="1376819"/>
                </a:lnTo>
                <a:lnTo>
                  <a:pt x="1768208" y="1376362"/>
                </a:lnTo>
                <a:lnTo>
                  <a:pt x="1765579" y="1376362"/>
                </a:lnTo>
                <a:lnTo>
                  <a:pt x="1764461" y="1376819"/>
                </a:lnTo>
                <a:lnTo>
                  <a:pt x="1762594" y="1378686"/>
                </a:lnTo>
                <a:lnTo>
                  <a:pt x="1762125" y="1379804"/>
                </a:lnTo>
                <a:lnTo>
                  <a:pt x="1762125" y="1382433"/>
                </a:lnTo>
                <a:lnTo>
                  <a:pt x="1762594" y="1383550"/>
                </a:lnTo>
                <a:lnTo>
                  <a:pt x="1764461" y="1385417"/>
                </a:lnTo>
                <a:lnTo>
                  <a:pt x="1765579" y="1385887"/>
                </a:lnTo>
                <a:lnTo>
                  <a:pt x="1768208" y="1385887"/>
                </a:lnTo>
                <a:lnTo>
                  <a:pt x="1769325" y="1385417"/>
                </a:lnTo>
                <a:lnTo>
                  <a:pt x="1771192" y="1383550"/>
                </a:lnTo>
                <a:lnTo>
                  <a:pt x="1771650" y="1382433"/>
                </a:lnTo>
                <a:lnTo>
                  <a:pt x="1771650" y="1379804"/>
                </a:lnTo>
                <a:close/>
              </a:path>
              <a:path w="3771900" h="1390650">
                <a:moveTo>
                  <a:pt x="1771650" y="467525"/>
                </a:moveTo>
                <a:lnTo>
                  <a:pt x="1771192" y="466394"/>
                </a:lnTo>
                <a:lnTo>
                  <a:pt x="1769325" y="464540"/>
                </a:lnTo>
                <a:lnTo>
                  <a:pt x="1768208" y="464070"/>
                </a:lnTo>
                <a:lnTo>
                  <a:pt x="1765579" y="464070"/>
                </a:lnTo>
                <a:lnTo>
                  <a:pt x="1764461" y="464540"/>
                </a:lnTo>
                <a:lnTo>
                  <a:pt x="1762594" y="466394"/>
                </a:lnTo>
                <a:lnTo>
                  <a:pt x="1762125" y="467525"/>
                </a:lnTo>
                <a:lnTo>
                  <a:pt x="1762125" y="470154"/>
                </a:lnTo>
                <a:lnTo>
                  <a:pt x="1762594" y="471271"/>
                </a:lnTo>
                <a:lnTo>
                  <a:pt x="1764461" y="473138"/>
                </a:lnTo>
                <a:lnTo>
                  <a:pt x="1765579" y="473595"/>
                </a:lnTo>
                <a:lnTo>
                  <a:pt x="1768208" y="473595"/>
                </a:lnTo>
                <a:lnTo>
                  <a:pt x="1769325" y="473138"/>
                </a:lnTo>
                <a:lnTo>
                  <a:pt x="1771192" y="471271"/>
                </a:lnTo>
                <a:lnTo>
                  <a:pt x="1771650" y="470154"/>
                </a:lnTo>
                <a:lnTo>
                  <a:pt x="1771650" y="467525"/>
                </a:lnTo>
                <a:close/>
              </a:path>
              <a:path w="3771900" h="1390650">
                <a:moveTo>
                  <a:pt x="1819275" y="1379804"/>
                </a:moveTo>
                <a:lnTo>
                  <a:pt x="1818817" y="1378686"/>
                </a:lnTo>
                <a:lnTo>
                  <a:pt x="1816950" y="1376819"/>
                </a:lnTo>
                <a:lnTo>
                  <a:pt x="1815833" y="1376362"/>
                </a:lnTo>
                <a:lnTo>
                  <a:pt x="1813204" y="1376362"/>
                </a:lnTo>
                <a:lnTo>
                  <a:pt x="1812086" y="1376819"/>
                </a:lnTo>
                <a:lnTo>
                  <a:pt x="1810219" y="1378686"/>
                </a:lnTo>
                <a:lnTo>
                  <a:pt x="1809750" y="1379804"/>
                </a:lnTo>
                <a:lnTo>
                  <a:pt x="1809750" y="1382433"/>
                </a:lnTo>
                <a:lnTo>
                  <a:pt x="1810219" y="1383550"/>
                </a:lnTo>
                <a:lnTo>
                  <a:pt x="1812086" y="1385417"/>
                </a:lnTo>
                <a:lnTo>
                  <a:pt x="1813204" y="1385887"/>
                </a:lnTo>
                <a:lnTo>
                  <a:pt x="1815833" y="1385887"/>
                </a:lnTo>
                <a:lnTo>
                  <a:pt x="1816950" y="1385417"/>
                </a:lnTo>
                <a:lnTo>
                  <a:pt x="1818817" y="1383550"/>
                </a:lnTo>
                <a:lnTo>
                  <a:pt x="1819275" y="1382433"/>
                </a:lnTo>
                <a:lnTo>
                  <a:pt x="1819275" y="1379804"/>
                </a:lnTo>
                <a:close/>
              </a:path>
              <a:path w="3771900" h="1390650">
                <a:moveTo>
                  <a:pt x="1819275" y="467525"/>
                </a:moveTo>
                <a:lnTo>
                  <a:pt x="1818817" y="466394"/>
                </a:lnTo>
                <a:lnTo>
                  <a:pt x="1816950" y="464540"/>
                </a:lnTo>
                <a:lnTo>
                  <a:pt x="1815833" y="464070"/>
                </a:lnTo>
                <a:lnTo>
                  <a:pt x="1813204" y="464070"/>
                </a:lnTo>
                <a:lnTo>
                  <a:pt x="1812086" y="464540"/>
                </a:lnTo>
                <a:lnTo>
                  <a:pt x="1810219" y="466394"/>
                </a:lnTo>
                <a:lnTo>
                  <a:pt x="1809750" y="467525"/>
                </a:lnTo>
                <a:lnTo>
                  <a:pt x="1809750" y="470154"/>
                </a:lnTo>
                <a:lnTo>
                  <a:pt x="1810219" y="471271"/>
                </a:lnTo>
                <a:lnTo>
                  <a:pt x="1812086" y="473138"/>
                </a:lnTo>
                <a:lnTo>
                  <a:pt x="1813204" y="473595"/>
                </a:lnTo>
                <a:lnTo>
                  <a:pt x="1815833" y="473595"/>
                </a:lnTo>
                <a:lnTo>
                  <a:pt x="1816950" y="473138"/>
                </a:lnTo>
                <a:lnTo>
                  <a:pt x="1818817" y="471271"/>
                </a:lnTo>
                <a:lnTo>
                  <a:pt x="1819275" y="470154"/>
                </a:lnTo>
                <a:lnTo>
                  <a:pt x="1819275" y="467525"/>
                </a:lnTo>
                <a:close/>
              </a:path>
              <a:path w="3771900" h="1390650">
                <a:moveTo>
                  <a:pt x="1866900" y="1379804"/>
                </a:moveTo>
                <a:lnTo>
                  <a:pt x="1866442" y="1378686"/>
                </a:lnTo>
                <a:lnTo>
                  <a:pt x="1864575" y="1376819"/>
                </a:lnTo>
                <a:lnTo>
                  <a:pt x="1863458" y="1376362"/>
                </a:lnTo>
                <a:lnTo>
                  <a:pt x="1860829" y="1376362"/>
                </a:lnTo>
                <a:lnTo>
                  <a:pt x="1859711" y="1376819"/>
                </a:lnTo>
                <a:lnTo>
                  <a:pt x="1857844" y="1378686"/>
                </a:lnTo>
                <a:lnTo>
                  <a:pt x="1857375" y="1379804"/>
                </a:lnTo>
                <a:lnTo>
                  <a:pt x="1857375" y="1382433"/>
                </a:lnTo>
                <a:lnTo>
                  <a:pt x="1857844" y="1383550"/>
                </a:lnTo>
                <a:lnTo>
                  <a:pt x="1859711" y="1385417"/>
                </a:lnTo>
                <a:lnTo>
                  <a:pt x="1860829" y="1385887"/>
                </a:lnTo>
                <a:lnTo>
                  <a:pt x="1863458" y="1385887"/>
                </a:lnTo>
                <a:lnTo>
                  <a:pt x="1864575" y="1385417"/>
                </a:lnTo>
                <a:lnTo>
                  <a:pt x="1866442" y="1383550"/>
                </a:lnTo>
                <a:lnTo>
                  <a:pt x="1866900" y="1382433"/>
                </a:lnTo>
                <a:lnTo>
                  <a:pt x="1866900" y="1379804"/>
                </a:lnTo>
                <a:close/>
              </a:path>
              <a:path w="3771900" h="1390650">
                <a:moveTo>
                  <a:pt x="1866900" y="467525"/>
                </a:moveTo>
                <a:lnTo>
                  <a:pt x="1866442" y="466394"/>
                </a:lnTo>
                <a:lnTo>
                  <a:pt x="1864575" y="464540"/>
                </a:lnTo>
                <a:lnTo>
                  <a:pt x="1863458" y="464070"/>
                </a:lnTo>
                <a:lnTo>
                  <a:pt x="1860829" y="464070"/>
                </a:lnTo>
                <a:lnTo>
                  <a:pt x="1859711" y="464540"/>
                </a:lnTo>
                <a:lnTo>
                  <a:pt x="1857844" y="466394"/>
                </a:lnTo>
                <a:lnTo>
                  <a:pt x="1857375" y="467525"/>
                </a:lnTo>
                <a:lnTo>
                  <a:pt x="1857375" y="470154"/>
                </a:lnTo>
                <a:lnTo>
                  <a:pt x="1857844" y="471271"/>
                </a:lnTo>
                <a:lnTo>
                  <a:pt x="1859711" y="473138"/>
                </a:lnTo>
                <a:lnTo>
                  <a:pt x="1860829" y="473595"/>
                </a:lnTo>
                <a:lnTo>
                  <a:pt x="1863458" y="473595"/>
                </a:lnTo>
                <a:lnTo>
                  <a:pt x="1864575" y="473138"/>
                </a:lnTo>
                <a:lnTo>
                  <a:pt x="1866442" y="471271"/>
                </a:lnTo>
                <a:lnTo>
                  <a:pt x="1866900" y="470154"/>
                </a:lnTo>
                <a:lnTo>
                  <a:pt x="1866900" y="467525"/>
                </a:lnTo>
                <a:close/>
              </a:path>
              <a:path w="3771900" h="1390650">
                <a:moveTo>
                  <a:pt x="1914525" y="1379804"/>
                </a:moveTo>
                <a:lnTo>
                  <a:pt x="1914067" y="1378686"/>
                </a:lnTo>
                <a:lnTo>
                  <a:pt x="1912200" y="1376819"/>
                </a:lnTo>
                <a:lnTo>
                  <a:pt x="1911083" y="1376362"/>
                </a:lnTo>
                <a:lnTo>
                  <a:pt x="1908454" y="1376362"/>
                </a:lnTo>
                <a:lnTo>
                  <a:pt x="1907336" y="1376819"/>
                </a:lnTo>
                <a:lnTo>
                  <a:pt x="1905469" y="1378686"/>
                </a:lnTo>
                <a:lnTo>
                  <a:pt x="1905000" y="1379804"/>
                </a:lnTo>
                <a:lnTo>
                  <a:pt x="1905000" y="1382433"/>
                </a:lnTo>
                <a:lnTo>
                  <a:pt x="1905469" y="1383550"/>
                </a:lnTo>
                <a:lnTo>
                  <a:pt x="1907336" y="1385417"/>
                </a:lnTo>
                <a:lnTo>
                  <a:pt x="1908454" y="1385887"/>
                </a:lnTo>
                <a:lnTo>
                  <a:pt x="1911083" y="1385887"/>
                </a:lnTo>
                <a:lnTo>
                  <a:pt x="1912200" y="1385417"/>
                </a:lnTo>
                <a:lnTo>
                  <a:pt x="1914067" y="1383550"/>
                </a:lnTo>
                <a:lnTo>
                  <a:pt x="1914525" y="1382433"/>
                </a:lnTo>
                <a:lnTo>
                  <a:pt x="1914525" y="1379804"/>
                </a:lnTo>
                <a:close/>
              </a:path>
              <a:path w="3771900" h="1390650">
                <a:moveTo>
                  <a:pt x="1914525" y="467525"/>
                </a:moveTo>
                <a:lnTo>
                  <a:pt x="1914067" y="466394"/>
                </a:lnTo>
                <a:lnTo>
                  <a:pt x="1912200" y="464540"/>
                </a:lnTo>
                <a:lnTo>
                  <a:pt x="1911083" y="464070"/>
                </a:lnTo>
                <a:lnTo>
                  <a:pt x="1908454" y="464070"/>
                </a:lnTo>
                <a:lnTo>
                  <a:pt x="1907336" y="464540"/>
                </a:lnTo>
                <a:lnTo>
                  <a:pt x="1905469" y="466394"/>
                </a:lnTo>
                <a:lnTo>
                  <a:pt x="1905000" y="467525"/>
                </a:lnTo>
                <a:lnTo>
                  <a:pt x="1905000" y="470154"/>
                </a:lnTo>
                <a:lnTo>
                  <a:pt x="1905469" y="471271"/>
                </a:lnTo>
                <a:lnTo>
                  <a:pt x="1907336" y="473138"/>
                </a:lnTo>
                <a:lnTo>
                  <a:pt x="1908454" y="473595"/>
                </a:lnTo>
                <a:lnTo>
                  <a:pt x="1911083" y="473595"/>
                </a:lnTo>
                <a:lnTo>
                  <a:pt x="1912200" y="473138"/>
                </a:lnTo>
                <a:lnTo>
                  <a:pt x="1914067" y="471271"/>
                </a:lnTo>
                <a:lnTo>
                  <a:pt x="1914525" y="470154"/>
                </a:lnTo>
                <a:lnTo>
                  <a:pt x="1914525" y="467525"/>
                </a:lnTo>
                <a:close/>
              </a:path>
              <a:path w="3771900" h="1390650">
                <a:moveTo>
                  <a:pt x="1962150" y="1379804"/>
                </a:moveTo>
                <a:lnTo>
                  <a:pt x="1961692" y="1378686"/>
                </a:lnTo>
                <a:lnTo>
                  <a:pt x="1959825" y="1376819"/>
                </a:lnTo>
                <a:lnTo>
                  <a:pt x="1958708" y="1376362"/>
                </a:lnTo>
                <a:lnTo>
                  <a:pt x="1956079" y="1376362"/>
                </a:lnTo>
                <a:lnTo>
                  <a:pt x="1954961" y="1376819"/>
                </a:lnTo>
                <a:lnTo>
                  <a:pt x="1953094" y="1378686"/>
                </a:lnTo>
                <a:lnTo>
                  <a:pt x="1952625" y="1379804"/>
                </a:lnTo>
                <a:lnTo>
                  <a:pt x="1952625" y="1382433"/>
                </a:lnTo>
                <a:lnTo>
                  <a:pt x="1953094" y="1383550"/>
                </a:lnTo>
                <a:lnTo>
                  <a:pt x="1954961" y="1385417"/>
                </a:lnTo>
                <a:lnTo>
                  <a:pt x="1956079" y="1385887"/>
                </a:lnTo>
                <a:lnTo>
                  <a:pt x="1958708" y="1385887"/>
                </a:lnTo>
                <a:lnTo>
                  <a:pt x="1959825" y="1385417"/>
                </a:lnTo>
                <a:lnTo>
                  <a:pt x="1961692" y="1383550"/>
                </a:lnTo>
                <a:lnTo>
                  <a:pt x="1962150" y="1382433"/>
                </a:lnTo>
                <a:lnTo>
                  <a:pt x="1962150" y="1379804"/>
                </a:lnTo>
                <a:close/>
              </a:path>
              <a:path w="3771900" h="1390650">
                <a:moveTo>
                  <a:pt x="1962150" y="467525"/>
                </a:moveTo>
                <a:lnTo>
                  <a:pt x="1961692" y="466394"/>
                </a:lnTo>
                <a:lnTo>
                  <a:pt x="1959825" y="464540"/>
                </a:lnTo>
                <a:lnTo>
                  <a:pt x="1958708" y="464070"/>
                </a:lnTo>
                <a:lnTo>
                  <a:pt x="1956079" y="464070"/>
                </a:lnTo>
                <a:lnTo>
                  <a:pt x="1954961" y="464540"/>
                </a:lnTo>
                <a:lnTo>
                  <a:pt x="1953094" y="466394"/>
                </a:lnTo>
                <a:lnTo>
                  <a:pt x="1952625" y="467525"/>
                </a:lnTo>
                <a:lnTo>
                  <a:pt x="1952625" y="470154"/>
                </a:lnTo>
                <a:lnTo>
                  <a:pt x="1953094" y="471271"/>
                </a:lnTo>
                <a:lnTo>
                  <a:pt x="1954961" y="473138"/>
                </a:lnTo>
                <a:lnTo>
                  <a:pt x="1956079" y="473595"/>
                </a:lnTo>
                <a:lnTo>
                  <a:pt x="1958708" y="473595"/>
                </a:lnTo>
                <a:lnTo>
                  <a:pt x="1959825" y="473138"/>
                </a:lnTo>
                <a:lnTo>
                  <a:pt x="1961692" y="471271"/>
                </a:lnTo>
                <a:lnTo>
                  <a:pt x="1962150" y="470154"/>
                </a:lnTo>
                <a:lnTo>
                  <a:pt x="1962150" y="467525"/>
                </a:lnTo>
                <a:close/>
              </a:path>
              <a:path w="3771900" h="1390650">
                <a:moveTo>
                  <a:pt x="2009775" y="1379804"/>
                </a:moveTo>
                <a:lnTo>
                  <a:pt x="2009317" y="1378686"/>
                </a:lnTo>
                <a:lnTo>
                  <a:pt x="2007450" y="1376819"/>
                </a:lnTo>
                <a:lnTo>
                  <a:pt x="2006333" y="1376362"/>
                </a:lnTo>
                <a:lnTo>
                  <a:pt x="2003704" y="1376362"/>
                </a:lnTo>
                <a:lnTo>
                  <a:pt x="2002586" y="1376819"/>
                </a:lnTo>
                <a:lnTo>
                  <a:pt x="2000719" y="1378686"/>
                </a:lnTo>
                <a:lnTo>
                  <a:pt x="2000250" y="1379804"/>
                </a:lnTo>
                <a:lnTo>
                  <a:pt x="2000250" y="1382433"/>
                </a:lnTo>
                <a:lnTo>
                  <a:pt x="2000719" y="1383550"/>
                </a:lnTo>
                <a:lnTo>
                  <a:pt x="2002586" y="1385417"/>
                </a:lnTo>
                <a:lnTo>
                  <a:pt x="2003704" y="1385887"/>
                </a:lnTo>
                <a:lnTo>
                  <a:pt x="2006333" y="1385887"/>
                </a:lnTo>
                <a:lnTo>
                  <a:pt x="2007450" y="1385417"/>
                </a:lnTo>
                <a:lnTo>
                  <a:pt x="2009317" y="1383550"/>
                </a:lnTo>
                <a:lnTo>
                  <a:pt x="2009775" y="1382433"/>
                </a:lnTo>
                <a:lnTo>
                  <a:pt x="2009775" y="1379804"/>
                </a:lnTo>
                <a:close/>
              </a:path>
              <a:path w="3771900" h="1390650">
                <a:moveTo>
                  <a:pt x="2009775" y="467525"/>
                </a:moveTo>
                <a:lnTo>
                  <a:pt x="2009317" y="466394"/>
                </a:lnTo>
                <a:lnTo>
                  <a:pt x="2007450" y="464540"/>
                </a:lnTo>
                <a:lnTo>
                  <a:pt x="2006333" y="464070"/>
                </a:lnTo>
                <a:lnTo>
                  <a:pt x="2003704" y="464070"/>
                </a:lnTo>
                <a:lnTo>
                  <a:pt x="2002586" y="464540"/>
                </a:lnTo>
                <a:lnTo>
                  <a:pt x="2000719" y="466394"/>
                </a:lnTo>
                <a:lnTo>
                  <a:pt x="2000250" y="467525"/>
                </a:lnTo>
                <a:lnTo>
                  <a:pt x="2000250" y="470154"/>
                </a:lnTo>
                <a:lnTo>
                  <a:pt x="2000719" y="471271"/>
                </a:lnTo>
                <a:lnTo>
                  <a:pt x="2002586" y="473138"/>
                </a:lnTo>
                <a:lnTo>
                  <a:pt x="2003704" y="473595"/>
                </a:lnTo>
                <a:lnTo>
                  <a:pt x="2006333" y="473595"/>
                </a:lnTo>
                <a:lnTo>
                  <a:pt x="2007450" y="473138"/>
                </a:lnTo>
                <a:lnTo>
                  <a:pt x="2009317" y="471271"/>
                </a:lnTo>
                <a:lnTo>
                  <a:pt x="2009775" y="470154"/>
                </a:lnTo>
                <a:lnTo>
                  <a:pt x="2009775" y="467525"/>
                </a:lnTo>
                <a:close/>
              </a:path>
              <a:path w="3771900" h="1390650">
                <a:moveTo>
                  <a:pt x="2057400" y="1379804"/>
                </a:moveTo>
                <a:lnTo>
                  <a:pt x="2056942" y="1378686"/>
                </a:lnTo>
                <a:lnTo>
                  <a:pt x="2055075" y="1376819"/>
                </a:lnTo>
                <a:lnTo>
                  <a:pt x="2053958" y="1376362"/>
                </a:lnTo>
                <a:lnTo>
                  <a:pt x="2051329" y="1376362"/>
                </a:lnTo>
                <a:lnTo>
                  <a:pt x="2050211" y="1376819"/>
                </a:lnTo>
                <a:lnTo>
                  <a:pt x="2048344" y="1378686"/>
                </a:lnTo>
                <a:lnTo>
                  <a:pt x="2047875" y="1379804"/>
                </a:lnTo>
                <a:lnTo>
                  <a:pt x="2047875" y="1382433"/>
                </a:lnTo>
                <a:lnTo>
                  <a:pt x="2048344" y="1383550"/>
                </a:lnTo>
                <a:lnTo>
                  <a:pt x="2050211" y="1385417"/>
                </a:lnTo>
                <a:lnTo>
                  <a:pt x="2051329" y="1385887"/>
                </a:lnTo>
                <a:lnTo>
                  <a:pt x="2053958" y="1385887"/>
                </a:lnTo>
                <a:lnTo>
                  <a:pt x="2055075" y="1385417"/>
                </a:lnTo>
                <a:lnTo>
                  <a:pt x="2056942" y="1383550"/>
                </a:lnTo>
                <a:lnTo>
                  <a:pt x="2057400" y="1382433"/>
                </a:lnTo>
                <a:lnTo>
                  <a:pt x="2057400" y="1379804"/>
                </a:lnTo>
                <a:close/>
              </a:path>
              <a:path w="3771900" h="1390650">
                <a:moveTo>
                  <a:pt x="2057400" y="467525"/>
                </a:moveTo>
                <a:lnTo>
                  <a:pt x="2056942" y="466394"/>
                </a:lnTo>
                <a:lnTo>
                  <a:pt x="2055075" y="464540"/>
                </a:lnTo>
                <a:lnTo>
                  <a:pt x="2053958" y="464070"/>
                </a:lnTo>
                <a:lnTo>
                  <a:pt x="2051329" y="464070"/>
                </a:lnTo>
                <a:lnTo>
                  <a:pt x="2050211" y="464540"/>
                </a:lnTo>
                <a:lnTo>
                  <a:pt x="2048344" y="466394"/>
                </a:lnTo>
                <a:lnTo>
                  <a:pt x="2047875" y="467525"/>
                </a:lnTo>
                <a:lnTo>
                  <a:pt x="2047875" y="470154"/>
                </a:lnTo>
                <a:lnTo>
                  <a:pt x="2048344" y="471271"/>
                </a:lnTo>
                <a:lnTo>
                  <a:pt x="2050211" y="473138"/>
                </a:lnTo>
                <a:lnTo>
                  <a:pt x="2051329" y="473595"/>
                </a:lnTo>
                <a:lnTo>
                  <a:pt x="2053958" y="473595"/>
                </a:lnTo>
                <a:lnTo>
                  <a:pt x="2055075" y="473138"/>
                </a:lnTo>
                <a:lnTo>
                  <a:pt x="2056942" y="471271"/>
                </a:lnTo>
                <a:lnTo>
                  <a:pt x="2057400" y="470154"/>
                </a:lnTo>
                <a:lnTo>
                  <a:pt x="2057400" y="467525"/>
                </a:lnTo>
                <a:close/>
              </a:path>
              <a:path w="3771900" h="1390650">
                <a:moveTo>
                  <a:pt x="2105025" y="1379804"/>
                </a:moveTo>
                <a:lnTo>
                  <a:pt x="2104567" y="1378686"/>
                </a:lnTo>
                <a:lnTo>
                  <a:pt x="2102700" y="1376819"/>
                </a:lnTo>
                <a:lnTo>
                  <a:pt x="2101583" y="1376362"/>
                </a:lnTo>
                <a:lnTo>
                  <a:pt x="2098954" y="1376362"/>
                </a:lnTo>
                <a:lnTo>
                  <a:pt x="2097836" y="1376819"/>
                </a:lnTo>
                <a:lnTo>
                  <a:pt x="2095969" y="1378686"/>
                </a:lnTo>
                <a:lnTo>
                  <a:pt x="2095500" y="1379804"/>
                </a:lnTo>
                <a:lnTo>
                  <a:pt x="2095500" y="1382433"/>
                </a:lnTo>
                <a:lnTo>
                  <a:pt x="2095969" y="1383550"/>
                </a:lnTo>
                <a:lnTo>
                  <a:pt x="2097836" y="1385417"/>
                </a:lnTo>
                <a:lnTo>
                  <a:pt x="2098954" y="1385887"/>
                </a:lnTo>
                <a:lnTo>
                  <a:pt x="2101583" y="1385887"/>
                </a:lnTo>
                <a:lnTo>
                  <a:pt x="2102700" y="1385417"/>
                </a:lnTo>
                <a:lnTo>
                  <a:pt x="2104567" y="1383550"/>
                </a:lnTo>
                <a:lnTo>
                  <a:pt x="2105025" y="1382433"/>
                </a:lnTo>
                <a:lnTo>
                  <a:pt x="2105025" y="1379804"/>
                </a:lnTo>
                <a:close/>
              </a:path>
              <a:path w="3771900" h="1390650">
                <a:moveTo>
                  <a:pt x="2105025" y="467525"/>
                </a:moveTo>
                <a:lnTo>
                  <a:pt x="2104567" y="466394"/>
                </a:lnTo>
                <a:lnTo>
                  <a:pt x="2102700" y="464540"/>
                </a:lnTo>
                <a:lnTo>
                  <a:pt x="2101583" y="464070"/>
                </a:lnTo>
                <a:lnTo>
                  <a:pt x="2098954" y="464070"/>
                </a:lnTo>
                <a:lnTo>
                  <a:pt x="2097836" y="464540"/>
                </a:lnTo>
                <a:lnTo>
                  <a:pt x="2095969" y="466394"/>
                </a:lnTo>
                <a:lnTo>
                  <a:pt x="2095500" y="467525"/>
                </a:lnTo>
                <a:lnTo>
                  <a:pt x="2095500" y="470154"/>
                </a:lnTo>
                <a:lnTo>
                  <a:pt x="2095969" y="471271"/>
                </a:lnTo>
                <a:lnTo>
                  <a:pt x="2097836" y="473138"/>
                </a:lnTo>
                <a:lnTo>
                  <a:pt x="2098954" y="473595"/>
                </a:lnTo>
                <a:lnTo>
                  <a:pt x="2101583" y="473595"/>
                </a:lnTo>
                <a:lnTo>
                  <a:pt x="2102700" y="473138"/>
                </a:lnTo>
                <a:lnTo>
                  <a:pt x="2104567" y="471271"/>
                </a:lnTo>
                <a:lnTo>
                  <a:pt x="2105025" y="470154"/>
                </a:lnTo>
                <a:lnTo>
                  <a:pt x="2105025" y="467525"/>
                </a:lnTo>
                <a:close/>
              </a:path>
              <a:path w="3771900" h="1390650">
                <a:moveTo>
                  <a:pt x="2152650" y="1379804"/>
                </a:moveTo>
                <a:lnTo>
                  <a:pt x="2152192" y="1378686"/>
                </a:lnTo>
                <a:lnTo>
                  <a:pt x="2150326" y="1376819"/>
                </a:lnTo>
                <a:lnTo>
                  <a:pt x="2149208" y="1376362"/>
                </a:lnTo>
                <a:lnTo>
                  <a:pt x="2146579" y="1376362"/>
                </a:lnTo>
                <a:lnTo>
                  <a:pt x="2145461" y="1376819"/>
                </a:lnTo>
                <a:lnTo>
                  <a:pt x="2143595" y="1378686"/>
                </a:lnTo>
                <a:lnTo>
                  <a:pt x="2143125" y="1379804"/>
                </a:lnTo>
                <a:lnTo>
                  <a:pt x="2143125" y="1382433"/>
                </a:lnTo>
                <a:lnTo>
                  <a:pt x="2143595" y="1383550"/>
                </a:lnTo>
                <a:lnTo>
                  <a:pt x="2145461" y="1385417"/>
                </a:lnTo>
                <a:lnTo>
                  <a:pt x="2146579" y="1385887"/>
                </a:lnTo>
                <a:lnTo>
                  <a:pt x="2149208" y="1385887"/>
                </a:lnTo>
                <a:lnTo>
                  <a:pt x="2150326" y="1385417"/>
                </a:lnTo>
                <a:lnTo>
                  <a:pt x="2152192" y="1383550"/>
                </a:lnTo>
                <a:lnTo>
                  <a:pt x="2152650" y="1382433"/>
                </a:lnTo>
                <a:lnTo>
                  <a:pt x="2152650" y="1379804"/>
                </a:lnTo>
                <a:close/>
              </a:path>
              <a:path w="3771900" h="1390650">
                <a:moveTo>
                  <a:pt x="2152650" y="467525"/>
                </a:moveTo>
                <a:lnTo>
                  <a:pt x="2152192" y="466394"/>
                </a:lnTo>
                <a:lnTo>
                  <a:pt x="2150326" y="464540"/>
                </a:lnTo>
                <a:lnTo>
                  <a:pt x="2149208" y="464070"/>
                </a:lnTo>
                <a:lnTo>
                  <a:pt x="2146579" y="464070"/>
                </a:lnTo>
                <a:lnTo>
                  <a:pt x="2145461" y="464540"/>
                </a:lnTo>
                <a:lnTo>
                  <a:pt x="2143595" y="466394"/>
                </a:lnTo>
                <a:lnTo>
                  <a:pt x="2143125" y="467525"/>
                </a:lnTo>
                <a:lnTo>
                  <a:pt x="2143125" y="470154"/>
                </a:lnTo>
                <a:lnTo>
                  <a:pt x="2143595" y="471271"/>
                </a:lnTo>
                <a:lnTo>
                  <a:pt x="2145461" y="473138"/>
                </a:lnTo>
                <a:lnTo>
                  <a:pt x="2146579" y="473595"/>
                </a:lnTo>
                <a:lnTo>
                  <a:pt x="2149208" y="473595"/>
                </a:lnTo>
                <a:lnTo>
                  <a:pt x="2150326" y="473138"/>
                </a:lnTo>
                <a:lnTo>
                  <a:pt x="2152192" y="471271"/>
                </a:lnTo>
                <a:lnTo>
                  <a:pt x="2152650" y="470154"/>
                </a:lnTo>
                <a:lnTo>
                  <a:pt x="2152650" y="467525"/>
                </a:lnTo>
                <a:close/>
              </a:path>
              <a:path w="3771900" h="1390650">
                <a:moveTo>
                  <a:pt x="2200275" y="1379804"/>
                </a:moveTo>
                <a:lnTo>
                  <a:pt x="2199817" y="1378686"/>
                </a:lnTo>
                <a:lnTo>
                  <a:pt x="2197951" y="1376819"/>
                </a:lnTo>
                <a:lnTo>
                  <a:pt x="2196833" y="1376362"/>
                </a:lnTo>
                <a:lnTo>
                  <a:pt x="2194204" y="1376362"/>
                </a:lnTo>
                <a:lnTo>
                  <a:pt x="2193086" y="1376819"/>
                </a:lnTo>
                <a:lnTo>
                  <a:pt x="2191220" y="1378686"/>
                </a:lnTo>
                <a:lnTo>
                  <a:pt x="2190750" y="1379804"/>
                </a:lnTo>
                <a:lnTo>
                  <a:pt x="2190750" y="1382433"/>
                </a:lnTo>
                <a:lnTo>
                  <a:pt x="2191220" y="1383550"/>
                </a:lnTo>
                <a:lnTo>
                  <a:pt x="2193086" y="1385417"/>
                </a:lnTo>
                <a:lnTo>
                  <a:pt x="2194204" y="1385887"/>
                </a:lnTo>
                <a:lnTo>
                  <a:pt x="2196833" y="1385887"/>
                </a:lnTo>
                <a:lnTo>
                  <a:pt x="2197951" y="1385417"/>
                </a:lnTo>
                <a:lnTo>
                  <a:pt x="2199817" y="1383550"/>
                </a:lnTo>
                <a:lnTo>
                  <a:pt x="2200275" y="1382433"/>
                </a:lnTo>
                <a:lnTo>
                  <a:pt x="2200275" y="1379804"/>
                </a:lnTo>
                <a:close/>
              </a:path>
              <a:path w="3771900" h="1390650">
                <a:moveTo>
                  <a:pt x="2200275" y="467525"/>
                </a:moveTo>
                <a:lnTo>
                  <a:pt x="2199817" y="466394"/>
                </a:lnTo>
                <a:lnTo>
                  <a:pt x="2197951" y="464540"/>
                </a:lnTo>
                <a:lnTo>
                  <a:pt x="2196833" y="464070"/>
                </a:lnTo>
                <a:lnTo>
                  <a:pt x="2194204" y="464070"/>
                </a:lnTo>
                <a:lnTo>
                  <a:pt x="2193086" y="464540"/>
                </a:lnTo>
                <a:lnTo>
                  <a:pt x="2191220" y="466394"/>
                </a:lnTo>
                <a:lnTo>
                  <a:pt x="2190750" y="467525"/>
                </a:lnTo>
                <a:lnTo>
                  <a:pt x="2190750" y="470154"/>
                </a:lnTo>
                <a:lnTo>
                  <a:pt x="2191220" y="471271"/>
                </a:lnTo>
                <a:lnTo>
                  <a:pt x="2193086" y="473138"/>
                </a:lnTo>
                <a:lnTo>
                  <a:pt x="2194204" y="473595"/>
                </a:lnTo>
                <a:lnTo>
                  <a:pt x="2196833" y="473595"/>
                </a:lnTo>
                <a:lnTo>
                  <a:pt x="2197951" y="473138"/>
                </a:lnTo>
                <a:lnTo>
                  <a:pt x="2199817" y="471271"/>
                </a:lnTo>
                <a:lnTo>
                  <a:pt x="2200275" y="470154"/>
                </a:lnTo>
                <a:lnTo>
                  <a:pt x="2200275" y="467525"/>
                </a:lnTo>
                <a:close/>
              </a:path>
              <a:path w="3771900" h="1390650">
                <a:moveTo>
                  <a:pt x="2247900" y="1379804"/>
                </a:moveTo>
                <a:lnTo>
                  <a:pt x="2247442" y="1378686"/>
                </a:lnTo>
                <a:lnTo>
                  <a:pt x="2245576" y="1376819"/>
                </a:lnTo>
                <a:lnTo>
                  <a:pt x="2244458" y="1376362"/>
                </a:lnTo>
                <a:lnTo>
                  <a:pt x="2241829" y="1376362"/>
                </a:lnTo>
                <a:lnTo>
                  <a:pt x="2240711" y="1376819"/>
                </a:lnTo>
                <a:lnTo>
                  <a:pt x="2238845" y="1378686"/>
                </a:lnTo>
                <a:lnTo>
                  <a:pt x="2238375" y="1379804"/>
                </a:lnTo>
                <a:lnTo>
                  <a:pt x="2238375" y="1382433"/>
                </a:lnTo>
                <a:lnTo>
                  <a:pt x="2238845" y="1383550"/>
                </a:lnTo>
                <a:lnTo>
                  <a:pt x="2240711" y="1385417"/>
                </a:lnTo>
                <a:lnTo>
                  <a:pt x="2241829" y="1385887"/>
                </a:lnTo>
                <a:lnTo>
                  <a:pt x="2244458" y="1385887"/>
                </a:lnTo>
                <a:lnTo>
                  <a:pt x="2245576" y="1385417"/>
                </a:lnTo>
                <a:lnTo>
                  <a:pt x="2247442" y="1383550"/>
                </a:lnTo>
                <a:lnTo>
                  <a:pt x="2247900" y="1382433"/>
                </a:lnTo>
                <a:lnTo>
                  <a:pt x="2247900" y="1379804"/>
                </a:lnTo>
                <a:close/>
              </a:path>
              <a:path w="3771900" h="1390650">
                <a:moveTo>
                  <a:pt x="2247900" y="467525"/>
                </a:moveTo>
                <a:lnTo>
                  <a:pt x="2247442" y="466394"/>
                </a:lnTo>
                <a:lnTo>
                  <a:pt x="2245576" y="464540"/>
                </a:lnTo>
                <a:lnTo>
                  <a:pt x="2244458" y="464070"/>
                </a:lnTo>
                <a:lnTo>
                  <a:pt x="2241829" y="464070"/>
                </a:lnTo>
                <a:lnTo>
                  <a:pt x="2240711" y="464540"/>
                </a:lnTo>
                <a:lnTo>
                  <a:pt x="2238845" y="466394"/>
                </a:lnTo>
                <a:lnTo>
                  <a:pt x="2238375" y="467525"/>
                </a:lnTo>
                <a:lnTo>
                  <a:pt x="2238375" y="470154"/>
                </a:lnTo>
                <a:lnTo>
                  <a:pt x="2238845" y="471271"/>
                </a:lnTo>
                <a:lnTo>
                  <a:pt x="2240711" y="473138"/>
                </a:lnTo>
                <a:lnTo>
                  <a:pt x="2241829" y="473595"/>
                </a:lnTo>
                <a:lnTo>
                  <a:pt x="2244458" y="473595"/>
                </a:lnTo>
                <a:lnTo>
                  <a:pt x="2245576" y="473138"/>
                </a:lnTo>
                <a:lnTo>
                  <a:pt x="2247442" y="471271"/>
                </a:lnTo>
                <a:lnTo>
                  <a:pt x="2247900" y="470154"/>
                </a:lnTo>
                <a:lnTo>
                  <a:pt x="2247900" y="467525"/>
                </a:lnTo>
                <a:close/>
              </a:path>
              <a:path w="3771900" h="1390650">
                <a:moveTo>
                  <a:pt x="2295525" y="1379804"/>
                </a:moveTo>
                <a:lnTo>
                  <a:pt x="2295067" y="1378686"/>
                </a:lnTo>
                <a:lnTo>
                  <a:pt x="2293201" y="1376819"/>
                </a:lnTo>
                <a:lnTo>
                  <a:pt x="2292083" y="1376362"/>
                </a:lnTo>
                <a:lnTo>
                  <a:pt x="2289454" y="1376362"/>
                </a:lnTo>
                <a:lnTo>
                  <a:pt x="2288336" y="1376819"/>
                </a:lnTo>
                <a:lnTo>
                  <a:pt x="2286470" y="1378686"/>
                </a:lnTo>
                <a:lnTo>
                  <a:pt x="2286000" y="1379804"/>
                </a:lnTo>
                <a:lnTo>
                  <a:pt x="2286000" y="1382433"/>
                </a:lnTo>
                <a:lnTo>
                  <a:pt x="2286470" y="1383550"/>
                </a:lnTo>
                <a:lnTo>
                  <a:pt x="2288336" y="1385417"/>
                </a:lnTo>
                <a:lnTo>
                  <a:pt x="2289454" y="1385887"/>
                </a:lnTo>
                <a:lnTo>
                  <a:pt x="2292083" y="1385887"/>
                </a:lnTo>
                <a:lnTo>
                  <a:pt x="2293201" y="1385417"/>
                </a:lnTo>
                <a:lnTo>
                  <a:pt x="2295067" y="1383550"/>
                </a:lnTo>
                <a:lnTo>
                  <a:pt x="2295525" y="1382433"/>
                </a:lnTo>
                <a:lnTo>
                  <a:pt x="2295525" y="1379804"/>
                </a:lnTo>
                <a:close/>
              </a:path>
              <a:path w="3771900" h="1390650">
                <a:moveTo>
                  <a:pt x="2295525" y="467525"/>
                </a:moveTo>
                <a:lnTo>
                  <a:pt x="2295067" y="466394"/>
                </a:lnTo>
                <a:lnTo>
                  <a:pt x="2293201" y="464540"/>
                </a:lnTo>
                <a:lnTo>
                  <a:pt x="2292083" y="464070"/>
                </a:lnTo>
                <a:lnTo>
                  <a:pt x="2289454" y="464070"/>
                </a:lnTo>
                <a:lnTo>
                  <a:pt x="2288336" y="464540"/>
                </a:lnTo>
                <a:lnTo>
                  <a:pt x="2286470" y="466394"/>
                </a:lnTo>
                <a:lnTo>
                  <a:pt x="2286000" y="467525"/>
                </a:lnTo>
                <a:lnTo>
                  <a:pt x="2286000" y="470154"/>
                </a:lnTo>
                <a:lnTo>
                  <a:pt x="2286470" y="471271"/>
                </a:lnTo>
                <a:lnTo>
                  <a:pt x="2288336" y="473138"/>
                </a:lnTo>
                <a:lnTo>
                  <a:pt x="2289454" y="473595"/>
                </a:lnTo>
                <a:lnTo>
                  <a:pt x="2292083" y="473595"/>
                </a:lnTo>
                <a:lnTo>
                  <a:pt x="2293201" y="473138"/>
                </a:lnTo>
                <a:lnTo>
                  <a:pt x="2295067" y="471271"/>
                </a:lnTo>
                <a:lnTo>
                  <a:pt x="2295525" y="470154"/>
                </a:lnTo>
                <a:lnTo>
                  <a:pt x="2295525" y="467525"/>
                </a:lnTo>
                <a:close/>
              </a:path>
              <a:path w="3771900" h="1390650">
                <a:moveTo>
                  <a:pt x="2343150" y="1379804"/>
                </a:moveTo>
                <a:lnTo>
                  <a:pt x="2342692" y="1378686"/>
                </a:lnTo>
                <a:lnTo>
                  <a:pt x="2340826" y="1376819"/>
                </a:lnTo>
                <a:lnTo>
                  <a:pt x="2339708" y="1376362"/>
                </a:lnTo>
                <a:lnTo>
                  <a:pt x="2337079" y="1376362"/>
                </a:lnTo>
                <a:lnTo>
                  <a:pt x="2335961" y="1376819"/>
                </a:lnTo>
                <a:lnTo>
                  <a:pt x="2334095" y="1378686"/>
                </a:lnTo>
                <a:lnTo>
                  <a:pt x="2333625" y="1379804"/>
                </a:lnTo>
                <a:lnTo>
                  <a:pt x="2333625" y="1382433"/>
                </a:lnTo>
                <a:lnTo>
                  <a:pt x="2334095" y="1383550"/>
                </a:lnTo>
                <a:lnTo>
                  <a:pt x="2335961" y="1385417"/>
                </a:lnTo>
                <a:lnTo>
                  <a:pt x="2337079" y="1385887"/>
                </a:lnTo>
                <a:lnTo>
                  <a:pt x="2339708" y="1385887"/>
                </a:lnTo>
                <a:lnTo>
                  <a:pt x="2340826" y="1385417"/>
                </a:lnTo>
                <a:lnTo>
                  <a:pt x="2342692" y="1383550"/>
                </a:lnTo>
                <a:lnTo>
                  <a:pt x="2343150" y="1382433"/>
                </a:lnTo>
                <a:lnTo>
                  <a:pt x="2343150" y="1379804"/>
                </a:lnTo>
                <a:close/>
              </a:path>
              <a:path w="3771900" h="1390650">
                <a:moveTo>
                  <a:pt x="2343150" y="467525"/>
                </a:moveTo>
                <a:lnTo>
                  <a:pt x="2342692" y="466394"/>
                </a:lnTo>
                <a:lnTo>
                  <a:pt x="2340826" y="464540"/>
                </a:lnTo>
                <a:lnTo>
                  <a:pt x="2339708" y="464070"/>
                </a:lnTo>
                <a:lnTo>
                  <a:pt x="2337079" y="464070"/>
                </a:lnTo>
                <a:lnTo>
                  <a:pt x="2335961" y="464540"/>
                </a:lnTo>
                <a:lnTo>
                  <a:pt x="2334095" y="466394"/>
                </a:lnTo>
                <a:lnTo>
                  <a:pt x="2333625" y="467525"/>
                </a:lnTo>
                <a:lnTo>
                  <a:pt x="2333625" y="470154"/>
                </a:lnTo>
                <a:lnTo>
                  <a:pt x="2334095" y="471271"/>
                </a:lnTo>
                <a:lnTo>
                  <a:pt x="2335961" y="473138"/>
                </a:lnTo>
                <a:lnTo>
                  <a:pt x="2337079" y="473595"/>
                </a:lnTo>
                <a:lnTo>
                  <a:pt x="2339708" y="473595"/>
                </a:lnTo>
                <a:lnTo>
                  <a:pt x="2340826" y="473138"/>
                </a:lnTo>
                <a:lnTo>
                  <a:pt x="2342692" y="471271"/>
                </a:lnTo>
                <a:lnTo>
                  <a:pt x="2343150" y="470154"/>
                </a:lnTo>
                <a:lnTo>
                  <a:pt x="2343150" y="467525"/>
                </a:lnTo>
                <a:close/>
              </a:path>
              <a:path w="3771900" h="1390650">
                <a:moveTo>
                  <a:pt x="2390775" y="1379804"/>
                </a:moveTo>
                <a:lnTo>
                  <a:pt x="2390317" y="1378686"/>
                </a:lnTo>
                <a:lnTo>
                  <a:pt x="2388451" y="1376819"/>
                </a:lnTo>
                <a:lnTo>
                  <a:pt x="2387333" y="1376362"/>
                </a:lnTo>
                <a:lnTo>
                  <a:pt x="2384704" y="1376362"/>
                </a:lnTo>
                <a:lnTo>
                  <a:pt x="2383586" y="1376819"/>
                </a:lnTo>
                <a:lnTo>
                  <a:pt x="2381720" y="1378686"/>
                </a:lnTo>
                <a:lnTo>
                  <a:pt x="2381250" y="1379804"/>
                </a:lnTo>
                <a:lnTo>
                  <a:pt x="2381250" y="1382433"/>
                </a:lnTo>
                <a:lnTo>
                  <a:pt x="2381720" y="1383550"/>
                </a:lnTo>
                <a:lnTo>
                  <a:pt x="2383586" y="1385417"/>
                </a:lnTo>
                <a:lnTo>
                  <a:pt x="2384704" y="1385887"/>
                </a:lnTo>
                <a:lnTo>
                  <a:pt x="2387333" y="1385887"/>
                </a:lnTo>
                <a:lnTo>
                  <a:pt x="2388451" y="1385417"/>
                </a:lnTo>
                <a:lnTo>
                  <a:pt x="2390317" y="1383550"/>
                </a:lnTo>
                <a:lnTo>
                  <a:pt x="2390775" y="1382433"/>
                </a:lnTo>
                <a:lnTo>
                  <a:pt x="2390775" y="1379804"/>
                </a:lnTo>
                <a:close/>
              </a:path>
              <a:path w="3771900" h="1390650">
                <a:moveTo>
                  <a:pt x="2390775" y="467525"/>
                </a:moveTo>
                <a:lnTo>
                  <a:pt x="2390317" y="466394"/>
                </a:lnTo>
                <a:lnTo>
                  <a:pt x="2388451" y="464540"/>
                </a:lnTo>
                <a:lnTo>
                  <a:pt x="2387333" y="464070"/>
                </a:lnTo>
                <a:lnTo>
                  <a:pt x="2384704" y="464070"/>
                </a:lnTo>
                <a:lnTo>
                  <a:pt x="2383586" y="464540"/>
                </a:lnTo>
                <a:lnTo>
                  <a:pt x="2381720" y="466394"/>
                </a:lnTo>
                <a:lnTo>
                  <a:pt x="2381250" y="467525"/>
                </a:lnTo>
                <a:lnTo>
                  <a:pt x="2381250" y="470154"/>
                </a:lnTo>
                <a:lnTo>
                  <a:pt x="2381720" y="471271"/>
                </a:lnTo>
                <a:lnTo>
                  <a:pt x="2383586" y="473138"/>
                </a:lnTo>
                <a:lnTo>
                  <a:pt x="2384704" y="473595"/>
                </a:lnTo>
                <a:lnTo>
                  <a:pt x="2387333" y="473595"/>
                </a:lnTo>
                <a:lnTo>
                  <a:pt x="2388451" y="473138"/>
                </a:lnTo>
                <a:lnTo>
                  <a:pt x="2390317" y="471271"/>
                </a:lnTo>
                <a:lnTo>
                  <a:pt x="2390775" y="470154"/>
                </a:lnTo>
                <a:lnTo>
                  <a:pt x="2390775" y="467525"/>
                </a:lnTo>
                <a:close/>
              </a:path>
              <a:path w="3771900" h="1390650">
                <a:moveTo>
                  <a:pt x="2438400" y="1379804"/>
                </a:moveTo>
                <a:lnTo>
                  <a:pt x="2437942" y="1378686"/>
                </a:lnTo>
                <a:lnTo>
                  <a:pt x="2436076" y="1376819"/>
                </a:lnTo>
                <a:lnTo>
                  <a:pt x="2434958" y="1376362"/>
                </a:lnTo>
                <a:lnTo>
                  <a:pt x="2432329" y="1376362"/>
                </a:lnTo>
                <a:lnTo>
                  <a:pt x="2431211" y="1376819"/>
                </a:lnTo>
                <a:lnTo>
                  <a:pt x="2429345" y="1378686"/>
                </a:lnTo>
                <a:lnTo>
                  <a:pt x="2428875" y="1379804"/>
                </a:lnTo>
                <a:lnTo>
                  <a:pt x="2428875" y="1382433"/>
                </a:lnTo>
                <a:lnTo>
                  <a:pt x="2429345" y="1383550"/>
                </a:lnTo>
                <a:lnTo>
                  <a:pt x="2431211" y="1385417"/>
                </a:lnTo>
                <a:lnTo>
                  <a:pt x="2432329" y="1385887"/>
                </a:lnTo>
                <a:lnTo>
                  <a:pt x="2434958" y="1385887"/>
                </a:lnTo>
                <a:lnTo>
                  <a:pt x="2436076" y="1385417"/>
                </a:lnTo>
                <a:lnTo>
                  <a:pt x="2437942" y="1383550"/>
                </a:lnTo>
                <a:lnTo>
                  <a:pt x="2438400" y="1382433"/>
                </a:lnTo>
                <a:lnTo>
                  <a:pt x="2438400" y="1379804"/>
                </a:lnTo>
                <a:close/>
              </a:path>
              <a:path w="3771900" h="1390650">
                <a:moveTo>
                  <a:pt x="2438400" y="467525"/>
                </a:moveTo>
                <a:lnTo>
                  <a:pt x="2437942" y="466394"/>
                </a:lnTo>
                <a:lnTo>
                  <a:pt x="2436076" y="464540"/>
                </a:lnTo>
                <a:lnTo>
                  <a:pt x="2434958" y="464070"/>
                </a:lnTo>
                <a:lnTo>
                  <a:pt x="2432329" y="464070"/>
                </a:lnTo>
                <a:lnTo>
                  <a:pt x="2431211" y="464540"/>
                </a:lnTo>
                <a:lnTo>
                  <a:pt x="2429345" y="466394"/>
                </a:lnTo>
                <a:lnTo>
                  <a:pt x="2428875" y="467525"/>
                </a:lnTo>
                <a:lnTo>
                  <a:pt x="2428875" y="470154"/>
                </a:lnTo>
                <a:lnTo>
                  <a:pt x="2429345" y="471271"/>
                </a:lnTo>
                <a:lnTo>
                  <a:pt x="2431211" y="473138"/>
                </a:lnTo>
                <a:lnTo>
                  <a:pt x="2432329" y="473595"/>
                </a:lnTo>
                <a:lnTo>
                  <a:pt x="2434958" y="473595"/>
                </a:lnTo>
                <a:lnTo>
                  <a:pt x="2436076" y="473138"/>
                </a:lnTo>
                <a:lnTo>
                  <a:pt x="2437942" y="471271"/>
                </a:lnTo>
                <a:lnTo>
                  <a:pt x="2438400" y="470154"/>
                </a:lnTo>
                <a:lnTo>
                  <a:pt x="2438400" y="467525"/>
                </a:lnTo>
                <a:close/>
              </a:path>
              <a:path w="3771900" h="1390650">
                <a:moveTo>
                  <a:pt x="2486025" y="1379804"/>
                </a:moveTo>
                <a:lnTo>
                  <a:pt x="2485567" y="1378686"/>
                </a:lnTo>
                <a:lnTo>
                  <a:pt x="2483701" y="1376819"/>
                </a:lnTo>
                <a:lnTo>
                  <a:pt x="2482583" y="1376362"/>
                </a:lnTo>
                <a:lnTo>
                  <a:pt x="2479954" y="1376362"/>
                </a:lnTo>
                <a:lnTo>
                  <a:pt x="2478836" y="1376819"/>
                </a:lnTo>
                <a:lnTo>
                  <a:pt x="2476970" y="1378686"/>
                </a:lnTo>
                <a:lnTo>
                  <a:pt x="2476500" y="1379804"/>
                </a:lnTo>
                <a:lnTo>
                  <a:pt x="2476500" y="1382433"/>
                </a:lnTo>
                <a:lnTo>
                  <a:pt x="2476970" y="1383550"/>
                </a:lnTo>
                <a:lnTo>
                  <a:pt x="2478836" y="1385417"/>
                </a:lnTo>
                <a:lnTo>
                  <a:pt x="2479954" y="1385887"/>
                </a:lnTo>
                <a:lnTo>
                  <a:pt x="2482583" y="1385887"/>
                </a:lnTo>
                <a:lnTo>
                  <a:pt x="2483701" y="1385417"/>
                </a:lnTo>
                <a:lnTo>
                  <a:pt x="2485567" y="1383550"/>
                </a:lnTo>
                <a:lnTo>
                  <a:pt x="2486025" y="1382433"/>
                </a:lnTo>
                <a:lnTo>
                  <a:pt x="2486025" y="1379804"/>
                </a:lnTo>
                <a:close/>
              </a:path>
              <a:path w="3771900" h="1390650">
                <a:moveTo>
                  <a:pt x="2486025" y="467525"/>
                </a:moveTo>
                <a:lnTo>
                  <a:pt x="2485567" y="466394"/>
                </a:lnTo>
                <a:lnTo>
                  <a:pt x="2483701" y="464540"/>
                </a:lnTo>
                <a:lnTo>
                  <a:pt x="2482583" y="464070"/>
                </a:lnTo>
                <a:lnTo>
                  <a:pt x="2479954" y="464070"/>
                </a:lnTo>
                <a:lnTo>
                  <a:pt x="2478836" y="464540"/>
                </a:lnTo>
                <a:lnTo>
                  <a:pt x="2476970" y="466394"/>
                </a:lnTo>
                <a:lnTo>
                  <a:pt x="2476500" y="467525"/>
                </a:lnTo>
                <a:lnTo>
                  <a:pt x="2476500" y="470154"/>
                </a:lnTo>
                <a:lnTo>
                  <a:pt x="2476970" y="471271"/>
                </a:lnTo>
                <a:lnTo>
                  <a:pt x="2478836" y="473138"/>
                </a:lnTo>
                <a:lnTo>
                  <a:pt x="2479954" y="473595"/>
                </a:lnTo>
                <a:lnTo>
                  <a:pt x="2482583" y="473595"/>
                </a:lnTo>
                <a:lnTo>
                  <a:pt x="2483701" y="473138"/>
                </a:lnTo>
                <a:lnTo>
                  <a:pt x="2485567" y="471271"/>
                </a:lnTo>
                <a:lnTo>
                  <a:pt x="2486025" y="470154"/>
                </a:lnTo>
                <a:lnTo>
                  <a:pt x="2486025" y="467525"/>
                </a:lnTo>
                <a:close/>
              </a:path>
              <a:path w="3771900" h="1390650">
                <a:moveTo>
                  <a:pt x="2533650" y="1379804"/>
                </a:moveTo>
                <a:lnTo>
                  <a:pt x="2533192" y="1378686"/>
                </a:lnTo>
                <a:lnTo>
                  <a:pt x="2531326" y="1376819"/>
                </a:lnTo>
                <a:lnTo>
                  <a:pt x="2530208" y="1376362"/>
                </a:lnTo>
                <a:lnTo>
                  <a:pt x="2527579" y="1376362"/>
                </a:lnTo>
                <a:lnTo>
                  <a:pt x="2526461" y="1376819"/>
                </a:lnTo>
                <a:lnTo>
                  <a:pt x="2524595" y="1378686"/>
                </a:lnTo>
                <a:lnTo>
                  <a:pt x="2524125" y="1379804"/>
                </a:lnTo>
                <a:lnTo>
                  <a:pt x="2524125" y="1382433"/>
                </a:lnTo>
                <a:lnTo>
                  <a:pt x="2524595" y="1383550"/>
                </a:lnTo>
                <a:lnTo>
                  <a:pt x="2526461" y="1385417"/>
                </a:lnTo>
                <a:lnTo>
                  <a:pt x="2527579" y="1385887"/>
                </a:lnTo>
                <a:lnTo>
                  <a:pt x="2530208" y="1385887"/>
                </a:lnTo>
                <a:lnTo>
                  <a:pt x="2531326" y="1385417"/>
                </a:lnTo>
                <a:lnTo>
                  <a:pt x="2533192" y="1383550"/>
                </a:lnTo>
                <a:lnTo>
                  <a:pt x="2533650" y="1382433"/>
                </a:lnTo>
                <a:lnTo>
                  <a:pt x="2533650" y="1379804"/>
                </a:lnTo>
                <a:close/>
              </a:path>
              <a:path w="3771900" h="1390650">
                <a:moveTo>
                  <a:pt x="2533650" y="467525"/>
                </a:moveTo>
                <a:lnTo>
                  <a:pt x="2533192" y="466394"/>
                </a:lnTo>
                <a:lnTo>
                  <a:pt x="2531326" y="464540"/>
                </a:lnTo>
                <a:lnTo>
                  <a:pt x="2530208" y="464070"/>
                </a:lnTo>
                <a:lnTo>
                  <a:pt x="2527579" y="464070"/>
                </a:lnTo>
                <a:lnTo>
                  <a:pt x="2526461" y="464540"/>
                </a:lnTo>
                <a:lnTo>
                  <a:pt x="2524595" y="466394"/>
                </a:lnTo>
                <a:lnTo>
                  <a:pt x="2524125" y="467525"/>
                </a:lnTo>
                <a:lnTo>
                  <a:pt x="2524125" y="470154"/>
                </a:lnTo>
                <a:lnTo>
                  <a:pt x="2524595" y="471271"/>
                </a:lnTo>
                <a:lnTo>
                  <a:pt x="2526461" y="473138"/>
                </a:lnTo>
                <a:lnTo>
                  <a:pt x="2527579" y="473595"/>
                </a:lnTo>
                <a:lnTo>
                  <a:pt x="2530208" y="473595"/>
                </a:lnTo>
                <a:lnTo>
                  <a:pt x="2531326" y="473138"/>
                </a:lnTo>
                <a:lnTo>
                  <a:pt x="2533192" y="471271"/>
                </a:lnTo>
                <a:lnTo>
                  <a:pt x="2533650" y="470154"/>
                </a:lnTo>
                <a:lnTo>
                  <a:pt x="2533650" y="467525"/>
                </a:lnTo>
                <a:close/>
              </a:path>
              <a:path w="3771900" h="1390650">
                <a:moveTo>
                  <a:pt x="2581275" y="1379804"/>
                </a:moveTo>
                <a:lnTo>
                  <a:pt x="2580817" y="1378686"/>
                </a:lnTo>
                <a:lnTo>
                  <a:pt x="2578951" y="1376819"/>
                </a:lnTo>
                <a:lnTo>
                  <a:pt x="2577833" y="1376362"/>
                </a:lnTo>
                <a:lnTo>
                  <a:pt x="2575204" y="1376362"/>
                </a:lnTo>
                <a:lnTo>
                  <a:pt x="2574086" y="1376819"/>
                </a:lnTo>
                <a:lnTo>
                  <a:pt x="2572220" y="1378686"/>
                </a:lnTo>
                <a:lnTo>
                  <a:pt x="2571750" y="1379804"/>
                </a:lnTo>
                <a:lnTo>
                  <a:pt x="2571750" y="1382433"/>
                </a:lnTo>
                <a:lnTo>
                  <a:pt x="2572220" y="1383550"/>
                </a:lnTo>
                <a:lnTo>
                  <a:pt x="2574086" y="1385417"/>
                </a:lnTo>
                <a:lnTo>
                  <a:pt x="2575204" y="1385887"/>
                </a:lnTo>
                <a:lnTo>
                  <a:pt x="2577833" y="1385887"/>
                </a:lnTo>
                <a:lnTo>
                  <a:pt x="2578951" y="1385417"/>
                </a:lnTo>
                <a:lnTo>
                  <a:pt x="2580817" y="1383550"/>
                </a:lnTo>
                <a:lnTo>
                  <a:pt x="2581275" y="1382433"/>
                </a:lnTo>
                <a:lnTo>
                  <a:pt x="2581275" y="1379804"/>
                </a:lnTo>
                <a:close/>
              </a:path>
              <a:path w="3771900" h="1390650">
                <a:moveTo>
                  <a:pt x="2581275" y="467525"/>
                </a:moveTo>
                <a:lnTo>
                  <a:pt x="2580817" y="466394"/>
                </a:lnTo>
                <a:lnTo>
                  <a:pt x="2578951" y="464540"/>
                </a:lnTo>
                <a:lnTo>
                  <a:pt x="2577833" y="464070"/>
                </a:lnTo>
                <a:lnTo>
                  <a:pt x="2575204" y="464070"/>
                </a:lnTo>
                <a:lnTo>
                  <a:pt x="2574086" y="464540"/>
                </a:lnTo>
                <a:lnTo>
                  <a:pt x="2572220" y="466394"/>
                </a:lnTo>
                <a:lnTo>
                  <a:pt x="2571750" y="467525"/>
                </a:lnTo>
                <a:lnTo>
                  <a:pt x="2571750" y="470154"/>
                </a:lnTo>
                <a:lnTo>
                  <a:pt x="2572220" y="471271"/>
                </a:lnTo>
                <a:lnTo>
                  <a:pt x="2574086" y="473138"/>
                </a:lnTo>
                <a:lnTo>
                  <a:pt x="2575204" y="473595"/>
                </a:lnTo>
                <a:lnTo>
                  <a:pt x="2577833" y="473595"/>
                </a:lnTo>
                <a:lnTo>
                  <a:pt x="2578951" y="473138"/>
                </a:lnTo>
                <a:lnTo>
                  <a:pt x="2580817" y="471271"/>
                </a:lnTo>
                <a:lnTo>
                  <a:pt x="2581275" y="470154"/>
                </a:lnTo>
                <a:lnTo>
                  <a:pt x="2581275" y="467525"/>
                </a:lnTo>
                <a:close/>
              </a:path>
              <a:path w="3771900" h="1390650">
                <a:moveTo>
                  <a:pt x="2628900" y="1379804"/>
                </a:moveTo>
                <a:lnTo>
                  <a:pt x="2628442" y="1378686"/>
                </a:lnTo>
                <a:lnTo>
                  <a:pt x="2626576" y="1376819"/>
                </a:lnTo>
                <a:lnTo>
                  <a:pt x="2625458" y="1376362"/>
                </a:lnTo>
                <a:lnTo>
                  <a:pt x="2622829" y="1376362"/>
                </a:lnTo>
                <a:lnTo>
                  <a:pt x="2621711" y="1376819"/>
                </a:lnTo>
                <a:lnTo>
                  <a:pt x="2619845" y="1378686"/>
                </a:lnTo>
                <a:lnTo>
                  <a:pt x="2619375" y="1379804"/>
                </a:lnTo>
                <a:lnTo>
                  <a:pt x="2619375" y="1382433"/>
                </a:lnTo>
                <a:lnTo>
                  <a:pt x="2619845" y="1383550"/>
                </a:lnTo>
                <a:lnTo>
                  <a:pt x="2621711" y="1385417"/>
                </a:lnTo>
                <a:lnTo>
                  <a:pt x="2622829" y="1385887"/>
                </a:lnTo>
                <a:lnTo>
                  <a:pt x="2625458" y="1385887"/>
                </a:lnTo>
                <a:lnTo>
                  <a:pt x="2626576" y="1385417"/>
                </a:lnTo>
                <a:lnTo>
                  <a:pt x="2628442" y="1383550"/>
                </a:lnTo>
                <a:lnTo>
                  <a:pt x="2628900" y="1382433"/>
                </a:lnTo>
                <a:lnTo>
                  <a:pt x="2628900" y="1379804"/>
                </a:lnTo>
                <a:close/>
              </a:path>
              <a:path w="3771900" h="1390650">
                <a:moveTo>
                  <a:pt x="2628900" y="467525"/>
                </a:moveTo>
                <a:lnTo>
                  <a:pt x="2628442" y="466394"/>
                </a:lnTo>
                <a:lnTo>
                  <a:pt x="2626576" y="464540"/>
                </a:lnTo>
                <a:lnTo>
                  <a:pt x="2625458" y="464070"/>
                </a:lnTo>
                <a:lnTo>
                  <a:pt x="2622829" y="464070"/>
                </a:lnTo>
                <a:lnTo>
                  <a:pt x="2621711" y="464540"/>
                </a:lnTo>
                <a:lnTo>
                  <a:pt x="2619845" y="466394"/>
                </a:lnTo>
                <a:lnTo>
                  <a:pt x="2619375" y="467525"/>
                </a:lnTo>
                <a:lnTo>
                  <a:pt x="2619375" y="470154"/>
                </a:lnTo>
                <a:lnTo>
                  <a:pt x="2619845" y="471271"/>
                </a:lnTo>
                <a:lnTo>
                  <a:pt x="2621711" y="473138"/>
                </a:lnTo>
                <a:lnTo>
                  <a:pt x="2622829" y="473595"/>
                </a:lnTo>
                <a:lnTo>
                  <a:pt x="2625458" y="473595"/>
                </a:lnTo>
                <a:lnTo>
                  <a:pt x="2626576" y="473138"/>
                </a:lnTo>
                <a:lnTo>
                  <a:pt x="2628442" y="471271"/>
                </a:lnTo>
                <a:lnTo>
                  <a:pt x="2628900" y="470154"/>
                </a:lnTo>
                <a:lnTo>
                  <a:pt x="2628900" y="467525"/>
                </a:lnTo>
                <a:close/>
              </a:path>
              <a:path w="3771900" h="1390650">
                <a:moveTo>
                  <a:pt x="2676525" y="1379804"/>
                </a:moveTo>
                <a:lnTo>
                  <a:pt x="2676067" y="1378686"/>
                </a:lnTo>
                <a:lnTo>
                  <a:pt x="2674201" y="1376819"/>
                </a:lnTo>
                <a:lnTo>
                  <a:pt x="2673083" y="1376362"/>
                </a:lnTo>
                <a:lnTo>
                  <a:pt x="2670454" y="1376362"/>
                </a:lnTo>
                <a:lnTo>
                  <a:pt x="2669336" y="1376819"/>
                </a:lnTo>
                <a:lnTo>
                  <a:pt x="2667470" y="1378686"/>
                </a:lnTo>
                <a:lnTo>
                  <a:pt x="2667000" y="1379804"/>
                </a:lnTo>
                <a:lnTo>
                  <a:pt x="2667000" y="1382433"/>
                </a:lnTo>
                <a:lnTo>
                  <a:pt x="2667470" y="1383550"/>
                </a:lnTo>
                <a:lnTo>
                  <a:pt x="2669336" y="1385417"/>
                </a:lnTo>
                <a:lnTo>
                  <a:pt x="2670454" y="1385887"/>
                </a:lnTo>
                <a:lnTo>
                  <a:pt x="2673083" y="1385887"/>
                </a:lnTo>
                <a:lnTo>
                  <a:pt x="2674201" y="1385417"/>
                </a:lnTo>
                <a:lnTo>
                  <a:pt x="2676067" y="1383550"/>
                </a:lnTo>
                <a:lnTo>
                  <a:pt x="2676525" y="1382433"/>
                </a:lnTo>
                <a:lnTo>
                  <a:pt x="2676525" y="1379804"/>
                </a:lnTo>
                <a:close/>
              </a:path>
              <a:path w="3771900" h="1390650">
                <a:moveTo>
                  <a:pt x="2676525" y="467525"/>
                </a:moveTo>
                <a:lnTo>
                  <a:pt x="2676067" y="466394"/>
                </a:lnTo>
                <a:lnTo>
                  <a:pt x="2674201" y="464540"/>
                </a:lnTo>
                <a:lnTo>
                  <a:pt x="2673083" y="464070"/>
                </a:lnTo>
                <a:lnTo>
                  <a:pt x="2670454" y="464070"/>
                </a:lnTo>
                <a:lnTo>
                  <a:pt x="2669336" y="464540"/>
                </a:lnTo>
                <a:lnTo>
                  <a:pt x="2667470" y="466394"/>
                </a:lnTo>
                <a:lnTo>
                  <a:pt x="2667000" y="467525"/>
                </a:lnTo>
                <a:lnTo>
                  <a:pt x="2667000" y="470154"/>
                </a:lnTo>
                <a:lnTo>
                  <a:pt x="2667470" y="471271"/>
                </a:lnTo>
                <a:lnTo>
                  <a:pt x="2669336" y="473138"/>
                </a:lnTo>
                <a:lnTo>
                  <a:pt x="2670454" y="473595"/>
                </a:lnTo>
                <a:lnTo>
                  <a:pt x="2673083" y="473595"/>
                </a:lnTo>
                <a:lnTo>
                  <a:pt x="2674201" y="473138"/>
                </a:lnTo>
                <a:lnTo>
                  <a:pt x="2676067" y="471271"/>
                </a:lnTo>
                <a:lnTo>
                  <a:pt x="2676525" y="470154"/>
                </a:lnTo>
                <a:lnTo>
                  <a:pt x="2676525" y="467525"/>
                </a:lnTo>
                <a:close/>
              </a:path>
              <a:path w="3771900" h="1390650">
                <a:moveTo>
                  <a:pt x="2724150" y="1379804"/>
                </a:moveTo>
                <a:lnTo>
                  <a:pt x="2723692" y="1378686"/>
                </a:lnTo>
                <a:lnTo>
                  <a:pt x="2721826" y="1376819"/>
                </a:lnTo>
                <a:lnTo>
                  <a:pt x="2720708" y="1376362"/>
                </a:lnTo>
                <a:lnTo>
                  <a:pt x="2718079" y="1376362"/>
                </a:lnTo>
                <a:lnTo>
                  <a:pt x="2716961" y="1376819"/>
                </a:lnTo>
                <a:lnTo>
                  <a:pt x="2715095" y="1378686"/>
                </a:lnTo>
                <a:lnTo>
                  <a:pt x="2714625" y="1379804"/>
                </a:lnTo>
                <a:lnTo>
                  <a:pt x="2714625" y="1382433"/>
                </a:lnTo>
                <a:lnTo>
                  <a:pt x="2715095" y="1383550"/>
                </a:lnTo>
                <a:lnTo>
                  <a:pt x="2716961" y="1385417"/>
                </a:lnTo>
                <a:lnTo>
                  <a:pt x="2718079" y="1385887"/>
                </a:lnTo>
                <a:lnTo>
                  <a:pt x="2720708" y="1385887"/>
                </a:lnTo>
                <a:lnTo>
                  <a:pt x="2721826" y="1385417"/>
                </a:lnTo>
                <a:lnTo>
                  <a:pt x="2723692" y="1383550"/>
                </a:lnTo>
                <a:lnTo>
                  <a:pt x="2724150" y="1382433"/>
                </a:lnTo>
                <a:lnTo>
                  <a:pt x="2724150" y="1379804"/>
                </a:lnTo>
                <a:close/>
              </a:path>
              <a:path w="3771900" h="1390650">
                <a:moveTo>
                  <a:pt x="2724150" y="467525"/>
                </a:moveTo>
                <a:lnTo>
                  <a:pt x="2723692" y="466394"/>
                </a:lnTo>
                <a:lnTo>
                  <a:pt x="2721826" y="464540"/>
                </a:lnTo>
                <a:lnTo>
                  <a:pt x="2720708" y="464070"/>
                </a:lnTo>
                <a:lnTo>
                  <a:pt x="2718079" y="464070"/>
                </a:lnTo>
                <a:lnTo>
                  <a:pt x="2716961" y="464540"/>
                </a:lnTo>
                <a:lnTo>
                  <a:pt x="2715095" y="466394"/>
                </a:lnTo>
                <a:lnTo>
                  <a:pt x="2714625" y="467525"/>
                </a:lnTo>
                <a:lnTo>
                  <a:pt x="2714625" y="470154"/>
                </a:lnTo>
                <a:lnTo>
                  <a:pt x="2715095" y="471271"/>
                </a:lnTo>
                <a:lnTo>
                  <a:pt x="2716961" y="473138"/>
                </a:lnTo>
                <a:lnTo>
                  <a:pt x="2718079" y="473595"/>
                </a:lnTo>
                <a:lnTo>
                  <a:pt x="2720708" y="473595"/>
                </a:lnTo>
                <a:lnTo>
                  <a:pt x="2721826" y="473138"/>
                </a:lnTo>
                <a:lnTo>
                  <a:pt x="2723692" y="471271"/>
                </a:lnTo>
                <a:lnTo>
                  <a:pt x="2724150" y="470154"/>
                </a:lnTo>
                <a:lnTo>
                  <a:pt x="2724150" y="467525"/>
                </a:lnTo>
                <a:close/>
              </a:path>
              <a:path w="3771900" h="1390650">
                <a:moveTo>
                  <a:pt x="2771775" y="1379804"/>
                </a:moveTo>
                <a:lnTo>
                  <a:pt x="2771317" y="1378686"/>
                </a:lnTo>
                <a:lnTo>
                  <a:pt x="2769451" y="1376819"/>
                </a:lnTo>
                <a:lnTo>
                  <a:pt x="2768333" y="1376362"/>
                </a:lnTo>
                <a:lnTo>
                  <a:pt x="2765704" y="1376362"/>
                </a:lnTo>
                <a:lnTo>
                  <a:pt x="2764586" y="1376819"/>
                </a:lnTo>
                <a:lnTo>
                  <a:pt x="2762720" y="1378686"/>
                </a:lnTo>
                <a:lnTo>
                  <a:pt x="2762250" y="1379804"/>
                </a:lnTo>
                <a:lnTo>
                  <a:pt x="2762250" y="1382433"/>
                </a:lnTo>
                <a:lnTo>
                  <a:pt x="2762720" y="1383550"/>
                </a:lnTo>
                <a:lnTo>
                  <a:pt x="2764586" y="1385417"/>
                </a:lnTo>
                <a:lnTo>
                  <a:pt x="2765704" y="1385887"/>
                </a:lnTo>
                <a:lnTo>
                  <a:pt x="2768333" y="1385887"/>
                </a:lnTo>
                <a:lnTo>
                  <a:pt x="2769451" y="1385417"/>
                </a:lnTo>
                <a:lnTo>
                  <a:pt x="2771317" y="1383550"/>
                </a:lnTo>
                <a:lnTo>
                  <a:pt x="2771775" y="1382433"/>
                </a:lnTo>
                <a:lnTo>
                  <a:pt x="2771775" y="1379804"/>
                </a:lnTo>
                <a:close/>
              </a:path>
              <a:path w="3771900" h="1390650">
                <a:moveTo>
                  <a:pt x="2771775" y="467525"/>
                </a:moveTo>
                <a:lnTo>
                  <a:pt x="2771317" y="466394"/>
                </a:lnTo>
                <a:lnTo>
                  <a:pt x="2769451" y="464540"/>
                </a:lnTo>
                <a:lnTo>
                  <a:pt x="2768333" y="464070"/>
                </a:lnTo>
                <a:lnTo>
                  <a:pt x="2765704" y="464070"/>
                </a:lnTo>
                <a:lnTo>
                  <a:pt x="2764586" y="464540"/>
                </a:lnTo>
                <a:lnTo>
                  <a:pt x="2762720" y="466394"/>
                </a:lnTo>
                <a:lnTo>
                  <a:pt x="2762250" y="467525"/>
                </a:lnTo>
                <a:lnTo>
                  <a:pt x="2762250" y="470154"/>
                </a:lnTo>
                <a:lnTo>
                  <a:pt x="2762720" y="471271"/>
                </a:lnTo>
                <a:lnTo>
                  <a:pt x="2764586" y="473138"/>
                </a:lnTo>
                <a:lnTo>
                  <a:pt x="2765704" y="473595"/>
                </a:lnTo>
                <a:lnTo>
                  <a:pt x="2768333" y="473595"/>
                </a:lnTo>
                <a:lnTo>
                  <a:pt x="2769451" y="473138"/>
                </a:lnTo>
                <a:lnTo>
                  <a:pt x="2771317" y="471271"/>
                </a:lnTo>
                <a:lnTo>
                  <a:pt x="2771775" y="470154"/>
                </a:lnTo>
                <a:lnTo>
                  <a:pt x="2771775" y="467525"/>
                </a:lnTo>
                <a:close/>
              </a:path>
              <a:path w="3771900" h="1390650">
                <a:moveTo>
                  <a:pt x="2819400" y="1379804"/>
                </a:moveTo>
                <a:lnTo>
                  <a:pt x="2818942" y="1378686"/>
                </a:lnTo>
                <a:lnTo>
                  <a:pt x="2817076" y="1376819"/>
                </a:lnTo>
                <a:lnTo>
                  <a:pt x="2815958" y="1376362"/>
                </a:lnTo>
                <a:lnTo>
                  <a:pt x="2813329" y="1376362"/>
                </a:lnTo>
                <a:lnTo>
                  <a:pt x="2812211" y="1376819"/>
                </a:lnTo>
                <a:lnTo>
                  <a:pt x="2810345" y="1378686"/>
                </a:lnTo>
                <a:lnTo>
                  <a:pt x="2809875" y="1379804"/>
                </a:lnTo>
                <a:lnTo>
                  <a:pt x="2809875" y="1382433"/>
                </a:lnTo>
                <a:lnTo>
                  <a:pt x="2810345" y="1383550"/>
                </a:lnTo>
                <a:lnTo>
                  <a:pt x="2812211" y="1385417"/>
                </a:lnTo>
                <a:lnTo>
                  <a:pt x="2813329" y="1385887"/>
                </a:lnTo>
                <a:lnTo>
                  <a:pt x="2815958" y="1385887"/>
                </a:lnTo>
                <a:lnTo>
                  <a:pt x="2817076" y="1385417"/>
                </a:lnTo>
                <a:lnTo>
                  <a:pt x="2818942" y="1383550"/>
                </a:lnTo>
                <a:lnTo>
                  <a:pt x="2819400" y="1382433"/>
                </a:lnTo>
                <a:lnTo>
                  <a:pt x="2819400" y="1379804"/>
                </a:lnTo>
                <a:close/>
              </a:path>
              <a:path w="3771900" h="1390650">
                <a:moveTo>
                  <a:pt x="2819400" y="467525"/>
                </a:moveTo>
                <a:lnTo>
                  <a:pt x="2818942" y="466394"/>
                </a:lnTo>
                <a:lnTo>
                  <a:pt x="2817076" y="464540"/>
                </a:lnTo>
                <a:lnTo>
                  <a:pt x="2815958" y="464070"/>
                </a:lnTo>
                <a:lnTo>
                  <a:pt x="2813329" y="464070"/>
                </a:lnTo>
                <a:lnTo>
                  <a:pt x="2812211" y="464540"/>
                </a:lnTo>
                <a:lnTo>
                  <a:pt x="2810345" y="466394"/>
                </a:lnTo>
                <a:lnTo>
                  <a:pt x="2809875" y="467525"/>
                </a:lnTo>
                <a:lnTo>
                  <a:pt x="2809875" y="470154"/>
                </a:lnTo>
                <a:lnTo>
                  <a:pt x="2810345" y="471271"/>
                </a:lnTo>
                <a:lnTo>
                  <a:pt x="2812211" y="473138"/>
                </a:lnTo>
                <a:lnTo>
                  <a:pt x="2813329" y="473595"/>
                </a:lnTo>
                <a:lnTo>
                  <a:pt x="2815958" y="473595"/>
                </a:lnTo>
                <a:lnTo>
                  <a:pt x="2817076" y="473138"/>
                </a:lnTo>
                <a:lnTo>
                  <a:pt x="2818942" y="471271"/>
                </a:lnTo>
                <a:lnTo>
                  <a:pt x="2819400" y="470154"/>
                </a:lnTo>
                <a:lnTo>
                  <a:pt x="2819400" y="467525"/>
                </a:lnTo>
                <a:close/>
              </a:path>
              <a:path w="3771900" h="1390650">
                <a:moveTo>
                  <a:pt x="2867025" y="1379804"/>
                </a:moveTo>
                <a:lnTo>
                  <a:pt x="2866567" y="1378686"/>
                </a:lnTo>
                <a:lnTo>
                  <a:pt x="2864701" y="1376819"/>
                </a:lnTo>
                <a:lnTo>
                  <a:pt x="2863583" y="1376362"/>
                </a:lnTo>
                <a:lnTo>
                  <a:pt x="2860954" y="1376362"/>
                </a:lnTo>
                <a:lnTo>
                  <a:pt x="2859836" y="1376819"/>
                </a:lnTo>
                <a:lnTo>
                  <a:pt x="2857970" y="1378686"/>
                </a:lnTo>
                <a:lnTo>
                  <a:pt x="2857500" y="1379804"/>
                </a:lnTo>
                <a:lnTo>
                  <a:pt x="2857500" y="1382433"/>
                </a:lnTo>
                <a:lnTo>
                  <a:pt x="2857970" y="1383550"/>
                </a:lnTo>
                <a:lnTo>
                  <a:pt x="2859836" y="1385417"/>
                </a:lnTo>
                <a:lnTo>
                  <a:pt x="2860954" y="1385887"/>
                </a:lnTo>
                <a:lnTo>
                  <a:pt x="2863583" y="1385887"/>
                </a:lnTo>
                <a:lnTo>
                  <a:pt x="2864701" y="1385417"/>
                </a:lnTo>
                <a:lnTo>
                  <a:pt x="2866567" y="1383550"/>
                </a:lnTo>
                <a:lnTo>
                  <a:pt x="2867025" y="1382433"/>
                </a:lnTo>
                <a:lnTo>
                  <a:pt x="2867025" y="1379804"/>
                </a:lnTo>
                <a:close/>
              </a:path>
              <a:path w="3771900" h="1390650">
                <a:moveTo>
                  <a:pt x="2867025" y="467525"/>
                </a:moveTo>
                <a:lnTo>
                  <a:pt x="2866567" y="466394"/>
                </a:lnTo>
                <a:lnTo>
                  <a:pt x="2864701" y="464540"/>
                </a:lnTo>
                <a:lnTo>
                  <a:pt x="2863583" y="464070"/>
                </a:lnTo>
                <a:lnTo>
                  <a:pt x="2860954" y="464070"/>
                </a:lnTo>
                <a:lnTo>
                  <a:pt x="2859836" y="464540"/>
                </a:lnTo>
                <a:lnTo>
                  <a:pt x="2857970" y="466394"/>
                </a:lnTo>
                <a:lnTo>
                  <a:pt x="2857500" y="467525"/>
                </a:lnTo>
                <a:lnTo>
                  <a:pt x="2857500" y="470154"/>
                </a:lnTo>
                <a:lnTo>
                  <a:pt x="2857970" y="471271"/>
                </a:lnTo>
                <a:lnTo>
                  <a:pt x="2859836" y="473138"/>
                </a:lnTo>
                <a:lnTo>
                  <a:pt x="2860954" y="473595"/>
                </a:lnTo>
                <a:lnTo>
                  <a:pt x="2863583" y="473595"/>
                </a:lnTo>
                <a:lnTo>
                  <a:pt x="2864701" y="473138"/>
                </a:lnTo>
                <a:lnTo>
                  <a:pt x="2866567" y="471271"/>
                </a:lnTo>
                <a:lnTo>
                  <a:pt x="2867025" y="470154"/>
                </a:lnTo>
                <a:lnTo>
                  <a:pt x="2867025" y="467525"/>
                </a:lnTo>
                <a:close/>
              </a:path>
              <a:path w="3771900" h="1390650">
                <a:moveTo>
                  <a:pt x="2914650" y="1379804"/>
                </a:moveTo>
                <a:lnTo>
                  <a:pt x="2914192" y="1378686"/>
                </a:lnTo>
                <a:lnTo>
                  <a:pt x="2912326" y="1376819"/>
                </a:lnTo>
                <a:lnTo>
                  <a:pt x="2911208" y="1376362"/>
                </a:lnTo>
                <a:lnTo>
                  <a:pt x="2908579" y="1376362"/>
                </a:lnTo>
                <a:lnTo>
                  <a:pt x="2907461" y="1376819"/>
                </a:lnTo>
                <a:lnTo>
                  <a:pt x="2905595" y="1378686"/>
                </a:lnTo>
                <a:lnTo>
                  <a:pt x="2905125" y="1379804"/>
                </a:lnTo>
                <a:lnTo>
                  <a:pt x="2905125" y="1382433"/>
                </a:lnTo>
                <a:lnTo>
                  <a:pt x="2905595" y="1383550"/>
                </a:lnTo>
                <a:lnTo>
                  <a:pt x="2907461" y="1385417"/>
                </a:lnTo>
                <a:lnTo>
                  <a:pt x="2908579" y="1385887"/>
                </a:lnTo>
                <a:lnTo>
                  <a:pt x="2911208" y="1385887"/>
                </a:lnTo>
                <a:lnTo>
                  <a:pt x="2912326" y="1385417"/>
                </a:lnTo>
                <a:lnTo>
                  <a:pt x="2914192" y="1383550"/>
                </a:lnTo>
                <a:lnTo>
                  <a:pt x="2914650" y="1382433"/>
                </a:lnTo>
                <a:lnTo>
                  <a:pt x="2914650" y="1379804"/>
                </a:lnTo>
                <a:close/>
              </a:path>
              <a:path w="3771900" h="1390650">
                <a:moveTo>
                  <a:pt x="2914650" y="467525"/>
                </a:moveTo>
                <a:lnTo>
                  <a:pt x="2914192" y="466394"/>
                </a:lnTo>
                <a:lnTo>
                  <a:pt x="2912326" y="464540"/>
                </a:lnTo>
                <a:lnTo>
                  <a:pt x="2911208" y="464070"/>
                </a:lnTo>
                <a:lnTo>
                  <a:pt x="2908579" y="464070"/>
                </a:lnTo>
                <a:lnTo>
                  <a:pt x="2907461" y="464540"/>
                </a:lnTo>
                <a:lnTo>
                  <a:pt x="2905595" y="466394"/>
                </a:lnTo>
                <a:lnTo>
                  <a:pt x="2905125" y="467525"/>
                </a:lnTo>
                <a:lnTo>
                  <a:pt x="2905125" y="470154"/>
                </a:lnTo>
                <a:lnTo>
                  <a:pt x="2905595" y="471271"/>
                </a:lnTo>
                <a:lnTo>
                  <a:pt x="2907461" y="473138"/>
                </a:lnTo>
                <a:lnTo>
                  <a:pt x="2908579" y="473595"/>
                </a:lnTo>
                <a:lnTo>
                  <a:pt x="2911208" y="473595"/>
                </a:lnTo>
                <a:lnTo>
                  <a:pt x="2912326" y="473138"/>
                </a:lnTo>
                <a:lnTo>
                  <a:pt x="2914192" y="471271"/>
                </a:lnTo>
                <a:lnTo>
                  <a:pt x="2914650" y="470154"/>
                </a:lnTo>
                <a:lnTo>
                  <a:pt x="2914650" y="467525"/>
                </a:lnTo>
                <a:close/>
              </a:path>
              <a:path w="3771900" h="1390650">
                <a:moveTo>
                  <a:pt x="2962275" y="1379804"/>
                </a:moveTo>
                <a:lnTo>
                  <a:pt x="2961817" y="1378686"/>
                </a:lnTo>
                <a:lnTo>
                  <a:pt x="2959951" y="1376819"/>
                </a:lnTo>
                <a:lnTo>
                  <a:pt x="2958833" y="1376362"/>
                </a:lnTo>
                <a:lnTo>
                  <a:pt x="2956204" y="1376362"/>
                </a:lnTo>
                <a:lnTo>
                  <a:pt x="2955086" y="1376819"/>
                </a:lnTo>
                <a:lnTo>
                  <a:pt x="2953220" y="1378686"/>
                </a:lnTo>
                <a:lnTo>
                  <a:pt x="2952750" y="1379804"/>
                </a:lnTo>
                <a:lnTo>
                  <a:pt x="2952750" y="1382433"/>
                </a:lnTo>
                <a:lnTo>
                  <a:pt x="2953220" y="1383550"/>
                </a:lnTo>
                <a:lnTo>
                  <a:pt x="2955086" y="1385417"/>
                </a:lnTo>
                <a:lnTo>
                  <a:pt x="2956204" y="1385887"/>
                </a:lnTo>
                <a:lnTo>
                  <a:pt x="2958833" y="1385887"/>
                </a:lnTo>
                <a:lnTo>
                  <a:pt x="2959951" y="1385417"/>
                </a:lnTo>
                <a:lnTo>
                  <a:pt x="2961817" y="1383550"/>
                </a:lnTo>
                <a:lnTo>
                  <a:pt x="2962275" y="1382433"/>
                </a:lnTo>
                <a:lnTo>
                  <a:pt x="2962275" y="1379804"/>
                </a:lnTo>
                <a:close/>
              </a:path>
              <a:path w="3771900" h="1390650">
                <a:moveTo>
                  <a:pt x="2962275" y="467525"/>
                </a:moveTo>
                <a:lnTo>
                  <a:pt x="2961817" y="466394"/>
                </a:lnTo>
                <a:lnTo>
                  <a:pt x="2959951" y="464540"/>
                </a:lnTo>
                <a:lnTo>
                  <a:pt x="2958833" y="464070"/>
                </a:lnTo>
                <a:lnTo>
                  <a:pt x="2956204" y="464070"/>
                </a:lnTo>
                <a:lnTo>
                  <a:pt x="2955086" y="464540"/>
                </a:lnTo>
                <a:lnTo>
                  <a:pt x="2953220" y="466394"/>
                </a:lnTo>
                <a:lnTo>
                  <a:pt x="2952750" y="467525"/>
                </a:lnTo>
                <a:lnTo>
                  <a:pt x="2952750" y="470154"/>
                </a:lnTo>
                <a:lnTo>
                  <a:pt x="2953220" y="471271"/>
                </a:lnTo>
                <a:lnTo>
                  <a:pt x="2955086" y="473138"/>
                </a:lnTo>
                <a:lnTo>
                  <a:pt x="2956204" y="473595"/>
                </a:lnTo>
                <a:lnTo>
                  <a:pt x="2958833" y="473595"/>
                </a:lnTo>
                <a:lnTo>
                  <a:pt x="2959951" y="473138"/>
                </a:lnTo>
                <a:lnTo>
                  <a:pt x="2961817" y="471271"/>
                </a:lnTo>
                <a:lnTo>
                  <a:pt x="2962275" y="470154"/>
                </a:lnTo>
                <a:lnTo>
                  <a:pt x="2962275" y="467525"/>
                </a:lnTo>
                <a:close/>
              </a:path>
              <a:path w="3771900" h="1390650">
                <a:moveTo>
                  <a:pt x="3009900" y="1379804"/>
                </a:moveTo>
                <a:lnTo>
                  <a:pt x="3009442" y="1378686"/>
                </a:lnTo>
                <a:lnTo>
                  <a:pt x="3007576" y="1376819"/>
                </a:lnTo>
                <a:lnTo>
                  <a:pt x="3006458" y="1376362"/>
                </a:lnTo>
                <a:lnTo>
                  <a:pt x="3003829" y="1376362"/>
                </a:lnTo>
                <a:lnTo>
                  <a:pt x="3002711" y="1376819"/>
                </a:lnTo>
                <a:lnTo>
                  <a:pt x="3000845" y="1378686"/>
                </a:lnTo>
                <a:lnTo>
                  <a:pt x="3000375" y="1379804"/>
                </a:lnTo>
                <a:lnTo>
                  <a:pt x="3000375" y="1382433"/>
                </a:lnTo>
                <a:lnTo>
                  <a:pt x="3000845" y="1383550"/>
                </a:lnTo>
                <a:lnTo>
                  <a:pt x="3002711" y="1385417"/>
                </a:lnTo>
                <a:lnTo>
                  <a:pt x="3003829" y="1385887"/>
                </a:lnTo>
                <a:lnTo>
                  <a:pt x="3006458" y="1385887"/>
                </a:lnTo>
                <a:lnTo>
                  <a:pt x="3007576" y="1385417"/>
                </a:lnTo>
                <a:lnTo>
                  <a:pt x="3009442" y="1383550"/>
                </a:lnTo>
                <a:lnTo>
                  <a:pt x="3009900" y="1382433"/>
                </a:lnTo>
                <a:lnTo>
                  <a:pt x="3009900" y="1379804"/>
                </a:lnTo>
                <a:close/>
              </a:path>
              <a:path w="3771900" h="1390650">
                <a:moveTo>
                  <a:pt x="3009900" y="467525"/>
                </a:moveTo>
                <a:lnTo>
                  <a:pt x="3009442" y="466394"/>
                </a:lnTo>
                <a:lnTo>
                  <a:pt x="3007576" y="464540"/>
                </a:lnTo>
                <a:lnTo>
                  <a:pt x="3006458" y="464070"/>
                </a:lnTo>
                <a:lnTo>
                  <a:pt x="3003829" y="464070"/>
                </a:lnTo>
                <a:lnTo>
                  <a:pt x="3002711" y="464540"/>
                </a:lnTo>
                <a:lnTo>
                  <a:pt x="3000845" y="466394"/>
                </a:lnTo>
                <a:lnTo>
                  <a:pt x="3000375" y="467525"/>
                </a:lnTo>
                <a:lnTo>
                  <a:pt x="3000375" y="470154"/>
                </a:lnTo>
                <a:lnTo>
                  <a:pt x="3000845" y="471271"/>
                </a:lnTo>
                <a:lnTo>
                  <a:pt x="3002711" y="473138"/>
                </a:lnTo>
                <a:lnTo>
                  <a:pt x="3003829" y="473595"/>
                </a:lnTo>
                <a:lnTo>
                  <a:pt x="3006458" y="473595"/>
                </a:lnTo>
                <a:lnTo>
                  <a:pt x="3007576" y="473138"/>
                </a:lnTo>
                <a:lnTo>
                  <a:pt x="3009442" y="471271"/>
                </a:lnTo>
                <a:lnTo>
                  <a:pt x="3009900" y="470154"/>
                </a:lnTo>
                <a:lnTo>
                  <a:pt x="3009900" y="467525"/>
                </a:lnTo>
                <a:close/>
              </a:path>
              <a:path w="3771900" h="1390650">
                <a:moveTo>
                  <a:pt x="3057525" y="1379804"/>
                </a:moveTo>
                <a:lnTo>
                  <a:pt x="3057067" y="1378686"/>
                </a:lnTo>
                <a:lnTo>
                  <a:pt x="3055201" y="1376819"/>
                </a:lnTo>
                <a:lnTo>
                  <a:pt x="3054083" y="1376362"/>
                </a:lnTo>
                <a:lnTo>
                  <a:pt x="3051454" y="1376362"/>
                </a:lnTo>
                <a:lnTo>
                  <a:pt x="3050336" y="1376819"/>
                </a:lnTo>
                <a:lnTo>
                  <a:pt x="3048470" y="1378686"/>
                </a:lnTo>
                <a:lnTo>
                  <a:pt x="3048000" y="1379804"/>
                </a:lnTo>
                <a:lnTo>
                  <a:pt x="3048000" y="1382433"/>
                </a:lnTo>
                <a:lnTo>
                  <a:pt x="3048470" y="1383550"/>
                </a:lnTo>
                <a:lnTo>
                  <a:pt x="3050336" y="1385417"/>
                </a:lnTo>
                <a:lnTo>
                  <a:pt x="3051454" y="1385887"/>
                </a:lnTo>
                <a:lnTo>
                  <a:pt x="3054083" y="1385887"/>
                </a:lnTo>
                <a:lnTo>
                  <a:pt x="3055201" y="1385417"/>
                </a:lnTo>
                <a:lnTo>
                  <a:pt x="3057067" y="1383550"/>
                </a:lnTo>
                <a:lnTo>
                  <a:pt x="3057525" y="1382433"/>
                </a:lnTo>
                <a:lnTo>
                  <a:pt x="3057525" y="1379804"/>
                </a:lnTo>
                <a:close/>
              </a:path>
              <a:path w="3771900" h="1390650">
                <a:moveTo>
                  <a:pt x="3057525" y="467525"/>
                </a:moveTo>
                <a:lnTo>
                  <a:pt x="3057067" y="466394"/>
                </a:lnTo>
                <a:lnTo>
                  <a:pt x="3055201" y="464540"/>
                </a:lnTo>
                <a:lnTo>
                  <a:pt x="3054083" y="464070"/>
                </a:lnTo>
                <a:lnTo>
                  <a:pt x="3051454" y="464070"/>
                </a:lnTo>
                <a:lnTo>
                  <a:pt x="3050336" y="464540"/>
                </a:lnTo>
                <a:lnTo>
                  <a:pt x="3048470" y="466394"/>
                </a:lnTo>
                <a:lnTo>
                  <a:pt x="3048000" y="467525"/>
                </a:lnTo>
                <a:lnTo>
                  <a:pt x="3048000" y="470154"/>
                </a:lnTo>
                <a:lnTo>
                  <a:pt x="3048470" y="471271"/>
                </a:lnTo>
                <a:lnTo>
                  <a:pt x="3050336" y="473138"/>
                </a:lnTo>
                <a:lnTo>
                  <a:pt x="3051454" y="473595"/>
                </a:lnTo>
                <a:lnTo>
                  <a:pt x="3054083" y="473595"/>
                </a:lnTo>
                <a:lnTo>
                  <a:pt x="3055201" y="473138"/>
                </a:lnTo>
                <a:lnTo>
                  <a:pt x="3057067" y="471271"/>
                </a:lnTo>
                <a:lnTo>
                  <a:pt x="3057525" y="470154"/>
                </a:lnTo>
                <a:lnTo>
                  <a:pt x="3057525" y="467525"/>
                </a:lnTo>
                <a:close/>
              </a:path>
              <a:path w="3771900" h="1390650">
                <a:moveTo>
                  <a:pt x="3105150" y="1379804"/>
                </a:moveTo>
                <a:lnTo>
                  <a:pt x="3104692" y="1378686"/>
                </a:lnTo>
                <a:lnTo>
                  <a:pt x="3102826" y="1376819"/>
                </a:lnTo>
                <a:lnTo>
                  <a:pt x="3101708" y="1376362"/>
                </a:lnTo>
                <a:lnTo>
                  <a:pt x="3099079" y="1376362"/>
                </a:lnTo>
                <a:lnTo>
                  <a:pt x="3097961" y="1376819"/>
                </a:lnTo>
                <a:lnTo>
                  <a:pt x="3096095" y="1378686"/>
                </a:lnTo>
                <a:lnTo>
                  <a:pt x="3095625" y="1379804"/>
                </a:lnTo>
                <a:lnTo>
                  <a:pt x="3095625" y="1382433"/>
                </a:lnTo>
                <a:lnTo>
                  <a:pt x="3096095" y="1383550"/>
                </a:lnTo>
                <a:lnTo>
                  <a:pt x="3097961" y="1385417"/>
                </a:lnTo>
                <a:lnTo>
                  <a:pt x="3099079" y="1385887"/>
                </a:lnTo>
                <a:lnTo>
                  <a:pt x="3101708" y="1385887"/>
                </a:lnTo>
                <a:lnTo>
                  <a:pt x="3102826" y="1385417"/>
                </a:lnTo>
                <a:lnTo>
                  <a:pt x="3104692" y="1383550"/>
                </a:lnTo>
                <a:lnTo>
                  <a:pt x="3105150" y="1382433"/>
                </a:lnTo>
                <a:lnTo>
                  <a:pt x="3105150" y="1379804"/>
                </a:lnTo>
                <a:close/>
              </a:path>
              <a:path w="3771900" h="1390650">
                <a:moveTo>
                  <a:pt x="3105150" y="467525"/>
                </a:moveTo>
                <a:lnTo>
                  <a:pt x="3104692" y="466394"/>
                </a:lnTo>
                <a:lnTo>
                  <a:pt x="3102826" y="464540"/>
                </a:lnTo>
                <a:lnTo>
                  <a:pt x="3101708" y="464070"/>
                </a:lnTo>
                <a:lnTo>
                  <a:pt x="3099079" y="464070"/>
                </a:lnTo>
                <a:lnTo>
                  <a:pt x="3097961" y="464540"/>
                </a:lnTo>
                <a:lnTo>
                  <a:pt x="3096095" y="466394"/>
                </a:lnTo>
                <a:lnTo>
                  <a:pt x="3095625" y="467525"/>
                </a:lnTo>
                <a:lnTo>
                  <a:pt x="3095625" y="470154"/>
                </a:lnTo>
                <a:lnTo>
                  <a:pt x="3096095" y="471271"/>
                </a:lnTo>
                <a:lnTo>
                  <a:pt x="3097961" y="473138"/>
                </a:lnTo>
                <a:lnTo>
                  <a:pt x="3099079" y="473595"/>
                </a:lnTo>
                <a:lnTo>
                  <a:pt x="3101708" y="473595"/>
                </a:lnTo>
                <a:lnTo>
                  <a:pt x="3102826" y="473138"/>
                </a:lnTo>
                <a:lnTo>
                  <a:pt x="3104692" y="471271"/>
                </a:lnTo>
                <a:lnTo>
                  <a:pt x="3105150" y="470154"/>
                </a:lnTo>
                <a:lnTo>
                  <a:pt x="3105150" y="467525"/>
                </a:lnTo>
                <a:close/>
              </a:path>
              <a:path w="3771900" h="1390650">
                <a:moveTo>
                  <a:pt x="3152775" y="1379804"/>
                </a:moveTo>
                <a:lnTo>
                  <a:pt x="3152317" y="1378686"/>
                </a:lnTo>
                <a:lnTo>
                  <a:pt x="3150451" y="1376819"/>
                </a:lnTo>
                <a:lnTo>
                  <a:pt x="3149333" y="1376362"/>
                </a:lnTo>
                <a:lnTo>
                  <a:pt x="3146704" y="1376362"/>
                </a:lnTo>
                <a:lnTo>
                  <a:pt x="3145586" y="1376819"/>
                </a:lnTo>
                <a:lnTo>
                  <a:pt x="3143720" y="1378686"/>
                </a:lnTo>
                <a:lnTo>
                  <a:pt x="3143250" y="1379804"/>
                </a:lnTo>
                <a:lnTo>
                  <a:pt x="3143250" y="1382433"/>
                </a:lnTo>
                <a:lnTo>
                  <a:pt x="3143720" y="1383550"/>
                </a:lnTo>
                <a:lnTo>
                  <a:pt x="3145586" y="1385417"/>
                </a:lnTo>
                <a:lnTo>
                  <a:pt x="3146704" y="1385887"/>
                </a:lnTo>
                <a:lnTo>
                  <a:pt x="3149333" y="1385887"/>
                </a:lnTo>
                <a:lnTo>
                  <a:pt x="3150451" y="1385417"/>
                </a:lnTo>
                <a:lnTo>
                  <a:pt x="3152317" y="1383550"/>
                </a:lnTo>
                <a:lnTo>
                  <a:pt x="3152775" y="1382433"/>
                </a:lnTo>
                <a:lnTo>
                  <a:pt x="3152775" y="1379804"/>
                </a:lnTo>
                <a:close/>
              </a:path>
              <a:path w="3771900" h="1390650">
                <a:moveTo>
                  <a:pt x="3152775" y="467525"/>
                </a:moveTo>
                <a:lnTo>
                  <a:pt x="3152317" y="466394"/>
                </a:lnTo>
                <a:lnTo>
                  <a:pt x="3150451" y="464540"/>
                </a:lnTo>
                <a:lnTo>
                  <a:pt x="3149333" y="464070"/>
                </a:lnTo>
                <a:lnTo>
                  <a:pt x="3146704" y="464070"/>
                </a:lnTo>
                <a:lnTo>
                  <a:pt x="3145586" y="464540"/>
                </a:lnTo>
                <a:lnTo>
                  <a:pt x="3143720" y="466394"/>
                </a:lnTo>
                <a:lnTo>
                  <a:pt x="3143250" y="467525"/>
                </a:lnTo>
                <a:lnTo>
                  <a:pt x="3143250" y="470154"/>
                </a:lnTo>
                <a:lnTo>
                  <a:pt x="3143720" y="471271"/>
                </a:lnTo>
                <a:lnTo>
                  <a:pt x="3145586" y="473138"/>
                </a:lnTo>
                <a:lnTo>
                  <a:pt x="3146704" y="473595"/>
                </a:lnTo>
                <a:lnTo>
                  <a:pt x="3149333" y="473595"/>
                </a:lnTo>
                <a:lnTo>
                  <a:pt x="3150451" y="473138"/>
                </a:lnTo>
                <a:lnTo>
                  <a:pt x="3152317" y="471271"/>
                </a:lnTo>
                <a:lnTo>
                  <a:pt x="3152775" y="470154"/>
                </a:lnTo>
                <a:lnTo>
                  <a:pt x="3152775" y="467525"/>
                </a:lnTo>
                <a:close/>
              </a:path>
              <a:path w="3771900" h="1390650">
                <a:moveTo>
                  <a:pt x="3200400" y="1379804"/>
                </a:moveTo>
                <a:lnTo>
                  <a:pt x="3199942" y="1378686"/>
                </a:lnTo>
                <a:lnTo>
                  <a:pt x="3198076" y="1376819"/>
                </a:lnTo>
                <a:lnTo>
                  <a:pt x="3196958" y="1376362"/>
                </a:lnTo>
                <a:lnTo>
                  <a:pt x="3194329" y="1376362"/>
                </a:lnTo>
                <a:lnTo>
                  <a:pt x="3193211" y="1376819"/>
                </a:lnTo>
                <a:lnTo>
                  <a:pt x="3191345" y="1378686"/>
                </a:lnTo>
                <a:lnTo>
                  <a:pt x="3190875" y="1379804"/>
                </a:lnTo>
                <a:lnTo>
                  <a:pt x="3190875" y="1382433"/>
                </a:lnTo>
                <a:lnTo>
                  <a:pt x="3191345" y="1383550"/>
                </a:lnTo>
                <a:lnTo>
                  <a:pt x="3193211" y="1385417"/>
                </a:lnTo>
                <a:lnTo>
                  <a:pt x="3194329" y="1385887"/>
                </a:lnTo>
                <a:lnTo>
                  <a:pt x="3196958" y="1385887"/>
                </a:lnTo>
                <a:lnTo>
                  <a:pt x="3198076" y="1385417"/>
                </a:lnTo>
                <a:lnTo>
                  <a:pt x="3199942" y="1383550"/>
                </a:lnTo>
                <a:lnTo>
                  <a:pt x="3200400" y="1382433"/>
                </a:lnTo>
                <a:lnTo>
                  <a:pt x="3200400" y="1379804"/>
                </a:lnTo>
                <a:close/>
              </a:path>
              <a:path w="3771900" h="1390650">
                <a:moveTo>
                  <a:pt x="3200400" y="467525"/>
                </a:moveTo>
                <a:lnTo>
                  <a:pt x="3199942" y="466394"/>
                </a:lnTo>
                <a:lnTo>
                  <a:pt x="3198076" y="464540"/>
                </a:lnTo>
                <a:lnTo>
                  <a:pt x="3196958" y="464070"/>
                </a:lnTo>
                <a:lnTo>
                  <a:pt x="3194329" y="464070"/>
                </a:lnTo>
                <a:lnTo>
                  <a:pt x="3193211" y="464540"/>
                </a:lnTo>
                <a:lnTo>
                  <a:pt x="3191345" y="466394"/>
                </a:lnTo>
                <a:lnTo>
                  <a:pt x="3190875" y="467525"/>
                </a:lnTo>
                <a:lnTo>
                  <a:pt x="3190875" y="470154"/>
                </a:lnTo>
                <a:lnTo>
                  <a:pt x="3191345" y="471271"/>
                </a:lnTo>
                <a:lnTo>
                  <a:pt x="3193211" y="473138"/>
                </a:lnTo>
                <a:lnTo>
                  <a:pt x="3194329" y="473595"/>
                </a:lnTo>
                <a:lnTo>
                  <a:pt x="3196958" y="473595"/>
                </a:lnTo>
                <a:lnTo>
                  <a:pt x="3198076" y="473138"/>
                </a:lnTo>
                <a:lnTo>
                  <a:pt x="3199942" y="471271"/>
                </a:lnTo>
                <a:lnTo>
                  <a:pt x="3200400" y="470154"/>
                </a:lnTo>
                <a:lnTo>
                  <a:pt x="3200400" y="467525"/>
                </a:lnTo>
                <a:close/>
              </a:path>
              <a:path w="3771900" h="1390650">
                <a:moveTo>
                  <a:pt x="3248025" y="1379804"/>
                </a:moveTo>
                <a:lnTo>
                  <a:pt x="3247567" y="1378686"/>
                </a:lnTo>
                <a:lnTo>
                  <a:pt x="3245701" y="1376819"/>
                </a:lnTo>
                <a:lnTo>
                  <a:pt x="3244583" y="1376362"/>
                </a:lnTo>
                <a:lnTo>
                  <a:pt x="3241954" y="1376362"/>
                </a:lnTo>
                <a:lnTo>
                  <a:pt x="3240836" y="1376819"/>
                </a:lnTo>
                <a:lnTo>
                  <a:pt x="3238970" y="1378686"/>
                </a:lnTo>
                <a:lnTo>
                  <a:pt x="3238500" y="1379804"/>
                </a:lnTo>
                <a:lnTo>
                  <a:pt x="3238500" y="1382433"/>
                </a:lnTo>
                <a:lnTo>
                  <a:pt x="3238970" y="1383550"/>
                </a:lnTo>
                <a:lnTo>
                  <a:pt x="3240836" y="1385417"/>
                </a:lnTo>
                <a:lnTo>
                  <a:pt x="3241954" y="1385887"/>
                </a:lnTo>
                <a:lnTo>
                  <a:pt x="3244583" y="1385887"/>
                </a:lnTo>
                <a:lnTo>
                  <a:pt x="3245701" y="1385417"/>
                </a:lnTo>
                <a:lnTo>
                  <a:pt x="3247567" y="1383550"/>
                </a:lnTo>
                <a:lnTo>
                  <a:pt x="3248025" y="1382433"/>
                </a:lnTo>
                <a:lnTo>
                  <a:pt x="3248025" y="1379804"/>
                </a:lnTo>
                <a:close/>
              </a:path>
              <a:path w="3771900" h="1390650">
                <a:moveTo>
                  <a:pt x="3248025" y="467525"/>
                </a:moveTo>
                <a:lnTo>
                  <a:pt x="3247567" y="466394"/>
                </a:lnTo>
                <a:lnTo>
                  <a:pt x="3245701" y="464540"/>
                </a:lnTo>
                <a:lnTo>
                  <a:pt x="3244583" y="464070"/>
                </a:lnTo>
                <a:lnTo>
                  <a:pt x="3241954" y="464070"/>
                </a:lnTo>
                <a:lnTo>
                  <a:pt x="3240836" y="464540"/>
                </a:lnTo>
                <a:lnTo>
                  <a:pt x="3238970" y="466394"/>
                </a:lnTo>
                <a:lnTo>
                  <a:pt x="3238500" y="467525"/>
                </a:lnTo>
                <a:lnTo>
                  <a:pt x="3238500" y="470154"/>
                </a:lnTo>
                <a:lnTo>
                  <a:pt x="3238970" y="471271"/>
                </a:lnTo>
                <a:lnTo>
                  <a:pt x="3240836" y="473138"/>
                </a:lnTo>
                <a:lnTo>
                  <a:pt x="3241954" y="473595"/>
                </a:lnTo>
                <a:lnTo>
                  <a:pt x="3244583" y="473595"/>
                </a:lnTo>
                <a:lnTo>
                  <a:pt x="3245701" y="473138"/>
                </a:lnTo>
                <a:lnTo>
                  <a:pt x="3247567" y="471271"/>
                </a:lnTo>
                <a:lnTo>
                  <a:pt x="3248025" y="470154"/>
                </a:lnTo>
                <a:lnTo>
                  <a:pt x="3248025" y="467525"/>
                </a:lnTo>
                <a:close/>
              </a:path>
              <a:path w="3771900" h="1390650">
                <a:moveTo>
                  <a:pt x="3295650" y="1379804"/>
                </a:moveTo>
                <a:lnTo>
                  <a:pt x="3295192" y="1378686"/>
                </a:lnTo>
                <a:lnTo>
                  <a:pt x="3293326" y="1376819"/>
                </a:lnTo>
                <a:lnTo>
                  <a:pt x="3292208" y="1376362"/>
                </a:lnTo>
                <a:lnTo>
                  <a:pt x="3289579" y="1376362"/>
                </a:lnTo>
                <a:lnTo>
                  <a:pt x="3288461" y="1376819"/>
                </a:lnTo>
                <a:lnTo>
                  <a:pt x="3286595" y="1378686"/>
                </a:lnTo>
                <a:lnTo>
                  <a:pt x="3286125" y="1379804"/>
                </a:lnTo>
                <a:lnTo>
                  <a:pt x="3286125" y="1382433"/>
                </a:lnTo>
                <a:lnTo>
                  <a:pt x="3286595" y="1383550"/>
                </a:lnTo>
                <a:lnTo>
                  <a:pt x="3288461" y="1385417"/>
                </a:lnTo>
                <a:lnTo>
                  <a:pt x="3289579" y="1385887"/>
                </a:lnTo>
                <a:lnTo>
                  <a:pt x="3292208" y="1385887"/>
                </a:lnTo>
                <a:lnTo>
                  <a:pt x="3293326" y="1385417"/>
                </a:lnTo>
                <a:lnTo>
                  <a:pt x="3295192" y="1383550"/>
                </a:lnTo>
                <a:lnTo>
                  <a:pt x="3295650" y="1382433"/>
                </a:lnTo>
                <a:lnTo>
                  <a:pt x="3295650" y="1379804"/>
                </a:lnTo>
                <a:close/>
              </a:path>
              <a:path w="3771900" h="1390650">
                <a:moveTo>
                  <a:pt x="3295650" y="467525"/>
                </a:moveTo>
                <a:lnTo>
                  <a:pt x="3295192" y="466394"/>
                </a:lnTo>
                <a:lnTo>
                  <a:pt x="3293326" y="464540"/>
                </a:lnTo>
                <a:lnTo>
                  <a:pt x="3292208" y="464070"/>
                </a:lnTo>
                <a:lnTo>
                  <a:pt x="3289579" y="464070"/>
                </a:lnTo>
                <a:lnTo>
                  <a:pt x="3288461" y="464540"/>
                </a:lnTo>
                <a:lnTo>
                  <a:pt x="3286595" y="466394"/>
                </a:lnTo>
                <a:lnTo>
                  <a:pt x="3286125" y="467525"/>
                </a:lnTo>
                <a:lnTo>
                  <a:pt x="3286125" y="470154"/>
                </a:lnTo>
                <a:lnTo>
                  <a:pt x="3286595" y="471271"/>
                </a:lnTo>
                <a:lnTo>
                  <a:pt x="3288461" y="473138"/>
                </a:lnTo>
                <a:lnTo>
                  <a:pt x="3289579" y="473595"/>
                </a:lnTo>
                <a:lnTo>
                  <a:pt x="3292208" y="473595"/>
                </a:lnTo>
                <a:lnTo>
                  <a:pt x="3293326" y="473138"/>
                </a:lnTo>
                <a:lnTo>
                  <a:pt x="3295192" y="471271"/>
                </a:lnTo>
                <a:lnTo>
                  <a:pt x="3295650" y="470154"/>
                </a:lnTo>
                <a:lnTo>
                  <a:pt x="3295650" y="467525"/>
                </a:lnTo>
                <a:close/>
              </a:path>
              <a:path w="3771900" h="1390650">
                <a:moveTo>
                  <a:pt x="3343275" y="1379804"/>
                </a:moveTo>
                <a:lnTo>
                  <a:pt x="3342817" y="1378686"/>
                </a:lnTo>
                <a:lnTo>
                  <a:pt x="3340951" y="1376819"/>
                </a:lnTo>
                <a:lnTo>
                  <a:pt x="3339833" y="1376362"/>
                </a:lnTo>
                <a:lnTo>
                  <a:pt x="3337204" y="1376362"/>
                </a:lnTo>
                <a:lnTo>
                  <a:pt x="3336086" y="1376819"/>
                </a:lnTo>
                <a:lnTo>
                  <a:pt x="3334220" y="1378686"/>
                </a:lnTo>
                <a:lnTo>
                  <a:pt x="3333750" y="1379804"/>
                </a:lnTo>
                <a:lnTo>
                  <a:pt x="3333750" y="1382433"/>
                </a:lnTo>
                <a:lnTo>
                  <a:pt x="3334220" y="1383550"/>
                </a:lnTo>
                <a:lnTo>
                  <a:pt x="3336086" y="1385417"/>
                </a:lnTo>
                <a:lnTo>
                  <a:pt x="3337204" y="1385887"/>
                </a:lnTo>
                <a:lnTo>
                  <a:pt x="3339833" y="1385887"/>
                </a:lnTo>
                <a:lnTo>
                  <a:pt x="3340951" y="1385417"/>
                </a:lnTo>
                <a:lnTo>
                  <a:pt x="3342817" y="1383550"/>
                </a:lnTo>
                <a:lnTo>
                  <a:pt x="3343275" y="1382433"/>
                </a:lnTo>
                <a:lnTo>
                  <a:pt x="3343275" y="1379804"/>
                </a:lnTo>
                <a:close/>
              </a:path>
              <a:path w="3771900" h="1390650">
                <a:moveTo>
                  <a:pt x="3343275" y="467525"/>
                </a:moveTo>
                <a:lnTo>
                  <a:pt x="3342817" y="466394"/>
                </a:lnTo>
                <a:lnTo>
                  <a:pt x="3340951" y="464540"/>
                </a:lnTo>
                <a:lnTo>
                  <a:pt x="3339833" y="464070"/>
                </a:lnTo>
                <a:lnTo>
                  <a:pt x="3337204" y="464070"/>
                </a:lnTo>
                <a:lnTo>
                  <a:pt x="3336086" y="464540"/>
                </a:lnTo>
                <a:lnTo>
                  <a:pt x="3334220" y="466394"/>
                </a:lnTo>
                <a:lnTo>
                  <a:pt x="3333750" y="467525"/>
                </a:lnTo>
                <a:lnTo>
                  <a:pt x="3333750" y="470154"/>
                </a:lnTo>
                <a:lnTo>
                  <a:pt x="3334220" y="471271"/>
                </a:lnTo>
                <a:lnTo>
                  <a:pt x="3336086" y="473138"/>
                </a:lnTo>
                <a:lnTo>
                  <a:pt x="3337204" y="473595"/>
                </a:lnTo>
                <a:lnTo>
                  <a:pt x="3339833" y="473595"/>
                </a:lnTo>
                <a:lnTo>
                  <a:pt x="3340951" y="473138"/>
                </a:lnTo>
                <a:lnTo>
                  <a:pt x="3342817" y="471271"/>
                </a:lnTo>
                <a:lnTo>
                  <a:pt x="3343275" y="470154"/>
                </a:lnTo>
                <a:lnTo>
                  <a:pt x="3343275" y="467525"/>
                </a:lnTo>
                <a:close/>
              </a:path>
              <a:path w="3771900" h="1390650">
                <a:moveTo>
                  <a:pt x="3390900" y="1379804"/>
                </a:moveTo>
                <a:lnTo>
                  <a:pt x="3390442" y="1378686"/>
                </a:lnTo>
                <a:lnTo>
                  <a:pt x="3388576" y="1376819"/>
                </a:lnTo>
                <a:lnTo>
                  <a:pt x="3387458" y="1376362"/>
                </a:lnTo>
                <a:lnTo>
                  <a:pt x="3384829" y="1376362"/>
                </a:lnTo>
                <a:lnTo>
                  <a:pt x="3383711" y="1376819"/>
                </a:lnTo>
                <a:lnTo>
                  <a:pt x="3381845" y="1378686"/>
                </a:lnTo>
                <a:lnTo>
                  <a:pt x="3381375" y="1379804"/>
                </a:lnTo>
                <a:lnTo>
                  <a:pt x="3381375" y="1382433"/>
                </a:lnTo>
                <a:lnTo>
                  <a:pt x="3381845" y="1383550"/>
                </a:lnTo>
                <a:lnTo>
                  <a:pt x="3383711" y="1385417"/>
                </a:lnTo>
                <a:lnTo>
                  <a:pt x="3384829" y="1385887"/>
                </a:lnTo>
                <a:lnTo>
                  <a:pt x="3387458" y="1385887"/>
                </a:lnTo>
                <a:lnTo>
                  <a:pt x="3388576" y="1385417"/>
                </a:lnTo>
                <a:lnTo>
                  <a:pt x="3390442" y="1383550"/>
                </a:lnTo>
                <a:lnTo>
                  <a:pt x="3390900" y="1382433"/>
                </a:lnTo>
                <a:lnTo>
                  <a:pt x="3390900" y="1379804"/>
                </a:lnTo>
                <a:close/>
              </a:path>
              <a:path w="3771900" h="1390650">
                <a:moveTo>
                  <a:pt x="3390900" y="467525"/>
                </a:moveTo>
                <a:lnTo>
                  <a:pt x="3390442" y="466394"/>
                </a:lnTo>
                <a:lnTo>
                  <a:pt x="3388576" y="464540"/>
                </a:lnTo>
                <a:lnTo>
                  <a:pt x="3387458" y="464070"/>
                </a:lnTo>
                <a:lnTo>
                  <a:pt x="3384829" y="464070"/>
                </a:lnTo>
                <a:lnTo>
                  <a:pt x="3383711" y="464540"/>
                </a:lnTo>
                <a:lnTo>
                  <a:pt x="3381845" y="466394"/>
                </a:lnTo>
                <a:lnTo>
                  <a:pt x="3381375" y="467525"/>
                </a:lnTo>
                <a:lnTo>
                  <a:pt x="3381375" y="470154"/>
                </a:lnTo>
                <a:lnTo>
                  <a:pt x="3381845" y="471271"/>
                </a:lnTo>
                <a:lnTo>
                  <a:pt x="3383711" y="473138"/>
                </a:lnTo>
                <a:lnTo>
                  <a:pt x="3384829" y="473595"/>
                </a:lnTo>
                <a:lnTo>
                  <a:pt x="3387458" y="473595"/>
                </a:lnTo>
                <a:lnTo>
                  <a:pt x="3388576" y="473138"/>
                </a:lnTo>
                <a:lnTo>
                  <a:pt x="3390442" y="471271"/>
                </a:lnTo>
                <a:lnTo>
                  <a:pt x="3390900" y="470154"/>
                </a:lnTo>
                <a:lnTo>
                  <a:pt x="3390900" y="467525"/>
                </a:lnTo>
                <a:close/>
              </a:path>
              <a:path w="3771900" h="1390650">
                <a:moveTo>
                  <a:pt x="3438525" y="1379804"/>
                </a:moveTo>
                <a:lnTo>
                  <a:pt x="3438067" y="1378686"/>
                </a:lnTo>
                <a:lnTo>
                  <a:pt x="3436201" y="1376819"/>
                </a:lnTo>
                <a:lnTo>
                  <a:pt x="3435083" y="1376362"/>
                </a:lnTo>
                <a:lnTo>
                  <a:pt x="3432454" y="1376362"/>
                </a:lnTo>
                <a:lnTo>
                  <a:pt x="3431336" y="1376819"/>
                </a:lnTo>
                <a:lnTo>
                  <a:pt x="3429470" y="1378686"/>
                </a:lnTo>
                <a:lnTo>
                  <a:pt x="3429000" y="1379804"/>
                </a:lnTo>
                <a:lnTo>
                  <a:pt x="3429000" y="1382433"/>
                </a:lnTo>
                <a:lnTo>
                  <a:pt x="3429470" y="1383550"/>
                </a:lnTo>
                <a:lnTo>
                  <a:pt x="3431336" y="1385417"/>
                </a:lnTo>
                <a:lnTo>
                  <a:pt x="3432454" y="1385887"/>
                </a:lnTo>
                <a:lnTo>
                  <a:pt x="3435083" y="1385887"/>
                </a:lnTo>
                <a:lnTo>
                  <a:pt x="3436201" y="1385417"/>
                </a:lnTo>
                <a:lnTo>
                  <a:pt x="3438067" y="1383550"/>
                </a:lnTo>
                <a:lnTo>
                  <a:pt x="3438525" y="1382433"/>
                </a:lnTo>
                <a:lnTo>
                  <a:pt x="3438525" y="1379804"/>
                </a:lnTo>
                <a:close/>
              </a:path>
              <a:path w="3771900" h="1390650">
                <a:moveTo>
                  <a:pt x="3438525" y="467525"/>
                </a:moveTo>
                <a:lnTo>
                  <a:pt x="3438067" y="466394"/>
                </a:lnTo>
                <a:lnTo>
                  <a:pt x="3436201" y="464540"/>
                </a:lnTo>
                <a:lnTo>
                  <a:pt x="3435083" y="464070"/>
                </a:lnTo>
                <a:lnTo>
                  <a:pt x="3432454" y="464070"/>
                </a:lnTo>
                <a:lnTo>
                  <a:pt x="3431336" y="464540"/>
                </a:lnTo>
                <a:lnTo>
                  <a:pt x="3429470" y="466394"/>
                </a:lnTo>
                <a:lnTo>
                  <a:pt x="3429000" y="467525"/>
                </a:lnTo>
                <a:lnTo>
                  <a:pt x="3429000" y="470154"/>
                </a:lnTo>
                <a:lnTo>
                  <a:pt x="3429470" y="471271"/>
                </a:lnTo>
                <a:lnTo>
                  <a:pt x="3431336" y="473138"/>
                </a:lnTo>
                <a:lnTo>
                  <a:pt x="3432454" y="473595"/>
                </a:lnTo>
                <a:lnTo>
                  <a:pt x="3435083" y="473595"/>
                </a:lnTo>
                <a:lnTo>
                  <a:pt x="3436201" y="473138"/>
                </a:lnTo>
                <a:lnTo>
                  <a:pt x="3438067" y="471271"/>
                </a:lnTo>
                <a:lnTo>
                  <a:pt x="3438525" y="470154"/>
                </a:lnTo>
                <a:lnTo>
                  <a:pt x="3438525" y="467525"/>
                </a:lnTo>
                <a:close/>
              </a:path>
              <a:path w="3771900" h="1390650">
                <a:moveTo>
                  <a:pt x="3486150" y="1379804"/>
                </a:moveTo>
                <a:lnTo>
                  <a:pt x="3485692" y="1378686"/>
                </a:lnTo>
                <a:lnTo>
                  <a:pt x="3483826" y="1376819"/>
                </a:lnTo>
                <a:lnTo>
                  <a:pt x="3482708" y="1376362"/>
                </a:lnTo>
                <a:lnTo>
                  <a:pt x="3480079" y="1376362"/>
                </a:lnTo>
                <a:lnTo>
                  <a:pt x="3478961" y="1376819"/>
                </a:lnTo>
                <a:lnTo>
                  <a:pt x="3477095" y="1378686"/>
                </a:lnTo>
                <a:lnTo>
                  <a:pt x="3476625" y="1379804"/>
                </a:lnTo>
                <a:lnTo>
                  <a:pt x="3476625" y="1382433"/>
                </a:lnTo>
                <a:lnTo>
                  <a:pt x="3477095" y="1383550"/>
                </a:lnTo>
                <a:lnTo>
                  <a:pt x="3478961" y="1385417"/>
                </a:lnTo>
                <a:lnTo>
                  <a:pt x="3480079" y="1385887"/>
                </a:lnTo>
                <a:lnTo>
                  <a:pt x="3482708" y="1385887"/>
                </a:lnTo>
                <a:lnTo>
                  <a:pt x="3483826" y="1385417"/>
                </a:lnTo>
                <a:lnTo>
                  <a:pt x="3485692" y="1383550"/>
                </a:lnTo>
                <a:lnTo>
                  <a:pt x="3486150" y="1382433"/>
                </a:lnTo>
                <a:lnTo>
                  <a:pt x="3486150" y="1379804"/>
                </a:lnTo>
                <a:close/>
              </a:path>
              <a:path w="3771900" h="1390650">
                <a:moveTo>
                  <a:pt x="3486150" y="467525"/>
                </a:moveTo>
                <a:lnTo>
                  <a:pt x="3485692" y="466394"/>
                </a:lnTo>
                <a:lnTo>
                  <a:pt x="3483826" y="464540"/>
                </a:lnTo>
                <a:lnTo>
                  <a:pt x="3482708" y="464070"/>
                </a:lnTo>
                <a:lnTo>
                  <a:pt x="3480079" y="464070"/>
                </a:lnTo>
                <a:lnTo>
                  <a:pt x="3478961" y="464540"/>
                </a:lnTo>
                <a:lnTo>
                  <a:pt x="3477095" y="466394"/>
                </a:lnTo>
                <a:lnTo>
                  <a:pt x="3476625" y="467525"/>
                </a:lnTo>
                <a:lnTo>
                  <a:pt x="3476625" y="470154"/>
                </a:lnTo>
                <a:lnTo>
                  <a:pt x="3477095" y="471271"/>
                </a:lnTo>
                <a:lnTo>
                  <a:pt x="3478961" y="473138"/>
                </a:lnTo>
                <a:lnTo>
                  <a:pt x="3480079" y="473595"/>
                </a:lnTo>
                <a:lnTo>
                  <a:pt x="3482708" y="473595"/>
                </a:lnTo>
                <a:lnTo>
                  <a:pt x="3483826" y="473138"/>
                </a:lnTo>
                <a:lnTo>
                  <a:pt x="3485692" y="471271"/>
                </a:lnTo>
                <a:lnTo>
                  <a:pt x="3486150" y="470154"/>
                </a:lnTo>
                <a:lnTo>
                  <a:pt x="3486150" y="467525"/>
                </a:lnTo>
                <a:close/>
              </a:path>
              <a:path w="3771900" h="1390650">
                <a:moveTo>
                  <a:pt x="3533775" y="1379804"/>
                </a:moveTo>
                <a:lnTo>
                  <a:pt x="3533317" y="1378686"/>
                </a:lnTo>
                <a:lnTo>
                  <a:pt x="3531451" y="1376819"/>
                </a:lnTo>
                <a:lnTo>
                  <a:pt x="3530333" y="1376362"/>
                </a:lnTo>
                <a:lnTo>
                  <a:pt x="3527704" y="1376362"/>
                </a:lnTo>
                <a:lnTo>
                  <a:pt x="3526586" y="1376819"/>
                </a:lnTo>
                <a:lnTo>
                  <a:pt x="3524720" y="1378686"/>
                </a:lnTo>
                <a:lnTo>
                  <a:pt x="3524250" y="1379804"/>
                </a:lnTo>
                <a:lnTo>
                  <a:pt x="3524250" y="1382433"/>
                </a:lnTo>
                <a:lnTo>
                  <a:pt x="3524720" y="1383550"/>
                </a:lnTo>
                <a:lnTo>
                  <a:pt x="3526586" y="1385417"/>
                </a:lnTo>
                <a:lnTo>
                  <a:pt x="3527704" y="1385887"/>
                </a:lnTo>
                <a:lnTo>
                  <a:pt x="3530333" y="1385887"/>
                </a:lnTo>
                <a:lnTo>
                  <a:pt x="3531451" y="1385417"/>
                </a:lnTo>
                <a:lnTo>
                  <a:pt x="3533317" y="1383550"/>
                </a:lnTo>
                <a:lnTo>
                  <a:pt x="3533775" y="1382433"/>
                </a:lnTo>
                <a:lnTo>
                  <a:pt x="3533775" y="1379804"/>
                </a:lnTo>
                <a:close/>
              </a:path>
              <a:path w="3771900" h="1390650">
                <a:moveTo>
                  <a:pt x="3533775" y="467525"/>
                </a:moveTo>
                <a:lnTo>
                  <a:pt x="3533317" y="466394"/>
                </a:lnTo>
                <a:lnTo>
                  <a:pt x="3531451" y="464540"/>
                </a:lnTo>
                <a:lnTo>
                  <a:pt x="3530333" y="464070"/>
                </a:lnTo>
                <a:lnTo>
                  <a:pt x="3527704" y="464070"/>
                </a:lnTo>
                <a:lnTo>
                  <a:pt x="3526586" y="464540"/>
                </a:lnTo>
                <a:lnTo>
                  <a:pt x="3524720" y="466394"/>
                </a:lnTo>
                <a:lnTo>
                  <a:pt x="3524250" y="467525"/>
                </a:lnTo>
                <a:lnTo>
                  <a:pt x="3524250" y="470154"/>
                </a:lnTo>
                <a:lnTo>
                  <a:pt x="3524720" y="471271"/>
                </a:lnTo>
                <a:lnTo>
                  <a:pt x="3526586" y="473138"/>
                </a:lnTo>
                <a:lnTo>
                  <a:pt x="3527704" y="473595"/>
                </a:lnTo>
                <a:lnTo>
                  <a:pt x="3530333" y="473595"/>
                </a:lnTo>
                <a:lnTo>
                  <a:pt x="3531451" y="473138"/>
                </a:lnTo>
                <a:lnTo>
                  <a:pt x="3533317" y="471271"/>
                </a:lnTo>
                <a:lnTo>
                  <a:pt x="3533775" y="470154"/>
                </a:lnTo>
                <a:lnTo>
                  <a:pt x="3533775" y="467525"/>
                </a:lnTo>
                <a:close/>
              </a:path>
              <a:path w="3771900" h="1390650">
                <a:moveTo>
                  <a:pt x="3581400" y="1379804"/>
                </a:moveTo>
                <a:lnTo>
                  <a:pt x="3580942" y="1378686"/>
                </a:lnTo>
                <a:lnTo>
                  <a:pt x="3579076" y="1376819"/>
                </a:lnTo>
                <a:lnTo>
                  <a:pt x="3577958" y="1376362"/>
                </a:lnTo>
                <a:lnTo>
                  <a:pt x="3575329" y="1376362"/>
                </a:lnTo>
                <a:lnTo>
                  <a:pt x="3574211" y="1376819"/>
                </a:lnTo>
                <a:lnTo>
                  <a:pt x="3572345" y="1378686"/>
                </a:lnTo>
                <a:lnTo>
                  <a:pt x="3571875" y="1379804"/>
                </a:lnTo>
                <a:lnTo>
                  <a:pt x="3571875" y="1382433"/>
                </a:lnTo>
                <a:lnTo>
                  <a:pt x="3572345" y="1383550"/>
                </a:lnTo>
                <a:lnTo>
                  <a:pt x="3574211" y="1385417"/>
                </a:lnTo>
                <a:lnTo>
                  <a:pt x="3575329" y="1385887"/>
                </a:lnTo>
                <a:lnTo>
                  <a:pt x="3577958" y="1385887"/>
                </a:lnTo>
                <a:lnTo>
                  <a:pt x="3579076" y="1385417"/>
                </a:lnTo>
                <a:lnTo>
                  <a:pt x="3580942" y="1383550"/>
                </a:lnTo>
                <a:lnTo>
                  <a:pt x="3581400" y="1382433"/>
                </a:lnTo>
                <a:lnTo>
                  <a:pt x="3581400" y="1379804"/>
                </a:lnTo>
                <a:close/>
              </a:path>
              <a:path w="3771900" h="1390650">
                <a:moveTo>
                  <a:pt x="3581400" y="467525"/>
                </a:moveTo>
                <a:lnTo>
                  <a:pt x="3580942" y="466394"/>
                </a:lnTo>
                <a:lnTo>
                  <a:pt x="3579076" y="464540"/>
                </a:lnTo>
                <a:lnTo>
                  <a:pt x="3577958" y="464070"/>
                </a:lnTo>
                <a:lnTo>
                  <a:pt x="3575329" y="464070"/>
                </a:lnTo>
                <a:lnTo>
                  <a:pt x="3574211" y="464540"/>
                </a:lnTo>
                <a:lnTo>
                  <a:pt x="3572345" y="466394"/>
                </a:lnTo>
                <a:lnTo>
                  <a:pt x="3571875" y="467525"/>
                </a:lnTo>
                <a:lnTo>
                  <a:pt x="3571875" y="470154"/>
                </a:lnTo>
                <a:lnTo>
                  <a:pt x="3572345" y="471271"/>
                </a:lnTo>
                <a:lnTo>
                  <a:pt x="3574211" y="473138"/>
                </a:lnTo>
                <a:lnTo>
                  <a:pt x="3575329" y="473595"/>
                </a:lnTo>
                <a:lnTo>
                  <a:pt x="3577958" y="473595"/>
                </a:lnTo>
                <a:lnTo>
                  <a:pt x="3579076" y="473138"/>
                </a:lnTo>
                <a:lnTo>
                  <a:pt x="3580942" y="471271"/>
                </a:lnTo>
                <a:lnTo>
                  <a:pt x="3581400" y="470154"/>
                </a:lnTo>
                <a:lnTo>
                  <a:pt x="3581400" y="467525"/>
                </a:lnTo>
                <a:close/>
              </a:path>
              <a:path w="3771900" h="1390650">
                <a:moveTo>
                  <a:pt x="3629025" y="1379804"/>
                </a:moveTo>
                <a:lnTo>
                  <a:pt x="3628567" y="1378686"/>
                </a:lnTo>
                <a:lnTo>
                  <a:pt x="3626701" y="1376819"/>
                </a:lnTo>
                <a:lnTo>
                  <a:pt x="3625583" y="1376362"/>
                </a:lnTo>
                <a:lnTo>
                  <a:pt x="3622954" y="1376362"/>
                </a:lnTo>
                <a:lnTo>
                  <a:pt x="3621836" y="1376819"/>
                </a:lnTo>
                <a:lnTo>
                  <a:pt x="3619970" y="1378686"/>
                </a:lnTo>
                <a:lnTo>
                  <a:pt x="3619500" y="1379804"/>
                </a:lnTo>
                <a:lnTo>
                  <a:pt x="3619500" y="1382433"/>
                </a:lnTo>
                <a:lnTo>
                  <a:pt x="3619970" y="1383550"/>
                </a:lnTo>
                <a:lnTo>
                  <a:pt x="3621836" y="1385417"/>
                </a:lnTo>
                <a:lnTo>
                  <a:pt x="3622954" y="1385887"/>
                </a:lnTo>
                <a:lnTo>
                  <a:pt x="3625583" y="1385887"/>
                </a:lnTo>
                <a:lnTo>
                  <a:pt x="3626701" y="1385417"/>
                </a:lnTo>
                <a:lnTo>
                  <a:pt x="3628567" y="1383550"/>
                </a:lnTo>
                <a:lnTo>
                  <a:pt x="3629025" y="1382433"/>
                </a:lnTo>
                <a:lnTo>
                  <a:pt x="3629025" y="1379804"/>
                </a:lnTo>
                <a:close/>
              </a:path>
              <a:path w="3771900" h="1390650">
                <a:moveTo>
                  <a:pt x="3629025" y="467525"/>
                </a:moveTo>
                <a:lnTo>
                  <a:pt x="3628567" y="466394"/>
                </a:lnTo>
                <a:lnTo>
                  <a:pt x="3626701" y="464540"/>
                </a:lnTo>
                <a:lnTo>
                  <a:pt x="3625583" y="464070"/>
                </a:lnTo>
                <a:lnTo>
                  <a:pt x="3622954" y="464070"/>
                </a:lnTo>
                <a:lnTo>
                  <a:pt x="3621836" y="464540"/>
                </a:lnTo>
                <a:lnTo>
                  <a:pt x="3619970" y="466394"/>
                </a:lnTo>
                <a:lnTo>
                  <a:pt x="3619500" y="467525"/>
                </a:lnTo>
                <a:lnTo>
                  <a:pt x="3619500" y="470154"/>
                </a:lnTo>
                <a:lnTo>
                  <a:pt x="3619970" y="471271"/>
                </a:lnTo>
                <a:lnTo>
                  <a:pt x="3621836" y="473138"/>
                </a:lnTo>
                <a:lnTo>
                  <a:pt x="3622954" y="473595"/>
                </a:lnTo>
                <a:lnTo>
                  <a:pt x="3625583" y="473595"/>
                </a:lnTo>
                <a:lnTo>
                  <a:pt x="3626701" y="473138"/>
                </a:lnTo>
                <a:lnTo>
                  <a:pt x="3628567" y="471271"/>
                </a:lnTo>
                <a:lnTo>
                  <a:pt x="3629025" y="470154"/>
                </a:lnTo>
                <a:lnTo>
                  <a:pt x="3629025" y="467525"/>
                </a:lnTo>
                <a:close/>
              </a:path>
              <a:path w="3771900" h="1390650">
                <a:moveTo>
                  <a:pt x="3676650" y="1379804"/>
                </a:moveTo>
                <a:lnTo>
                  <a:pt x="3676192" y="1378686"/>
                </a:lnTo>
                <a:lnTo>
                  <a:pt x="3674326" y="1376819"/>
                </a:lnTo>
                <a:lnTo>
                  <a:pt x="3673208" y="1376362"/>
                </a:lnTo>
                <a:lnTo>
                  <a:pt x="3670579" y="1376362"/>
                </a:lnTo>
                <a:lnTo>
                  <a:pt x="3669461" y="1376819"/>
                </a:lnTo>
                <a:lnTo>
                  <a:pt x="3667595" y="1378686"/>
                </a:lnTo>
                <a:lnTo>
                  <a:pt x="3667125" y="1379804"/>
                </a:lnTo>
                <a:lnTo>
                  <a:pt x="3667125" y="1382433"/>
                </a:lnTo>
                <a:lnTo>
                  <a:pt x="3667595" y="1383550"/>
                </a:lnTo>
                <a:lnTo>
                  <a:pt x="3669461" y="1385417"/>
                </a:lnTo>
                <a:lnTo>
                  <a:pt x="3670579" y="1385887"/>
                </a:lnTo>
                <a:lnTo>
                  <a:pt x="3673208" y="1385887"/>
                </a:lnTo>
                <a:lnTo>
                  <a:pt x="3674326" y="1385417"/>
                </a:lnTo>
                <a:lnTo>
                  <a:pt x="3676192" y="1383550"/>
                </a:lnTo>
                <a:lnTo>
                  <a:pt x="3676650" y="1382433"/>
                </a:lnTo>
                <a:lnTo>
                  <a:pt x="3676650" y="1379804"/>
                </a:lnTo>
                <a:close/>
              </a:path>
              <a:path w="3771900" h="1390650">
                <a:moveTo>
                  <a:pt x="3676650" y="467525"/>
                </a:moveTo>
                <a:lnTo>
                  <a:pt x="3676192" y="466394"/>
                </a:lnTo>
                <a:lnTo>
                  <a:pt x="3674326" y="464540"/>
                </a:lnTo>
                <a:lnTo>
                  <a:pt x="3673208" y="464070"/>
                </a:lnTo>
                <a:lnTo>
                  <a:pt x="3670579" y="464070"/>
                </a:lnTo>
                <a:lnTo>
                  <a:pt x="3669461" y="464540"/>
                </a:lnTo>
                <a:lnTo>
                  <a:pt x="3667595" y="466394"/>
                </a:lnTo>
                <a:lnTo>
                  <a:pt x="3667125" y="467525"/>
                </a:lnTo>
                <a:lnTo>
                  <a:pt x="3667125" y="470154"/>
                </a:lnTo>
                <a:lnTo>
                  <a:pt x="3667595" y="471271"/>
                </a:lnTo>
                <a:lnTo>
                  <a:pt x="3669461" y="473138"/>
                </a:lnTo>
                <a:lnTo>
                  <a:pt x="3670579" y="473595"/>
                </a:lnTo>
                <a:lnTo>
                  <a:pt x="3673208" y="473595"/>
                </a:lnTo>
                <a:lnTo>
                  <a:pt x="3674326" y="473138"/>
                </a:lnTo>
                <a:lnTo>
                  <a:pt x="3676192" y="471271"/>
                </a:lnTo>
                <a:lnTo>
                  <a:pt x="3676650" y="470154"/>
                </a:lnTo>
                <a:lnTo>
                  <a:pt x="3676650" y="467525"/>
                </a:lnTo>
                <a:close/>
              </a:path>
              <a:path w="3771900" h="1390650">
                <a:moveTo>
                  <a:pt x="3724275" y="1379804"/>
                </a:moveTo>
                <a:lnTo>
                  <a:pt x="3723817" y="1378686"/>
                </a:lnTo>
                <a:lnTo>
                  <a:pt x="3721951" y="1376819"/>
                </a:lnTo>
                <a:lnTo>
                  <a:pt x="3720833" y="1376362"/>
                </a:lnTo>
                <a:lnTo>
                  <a:pt x="3718204" y="1376362"/>
                </a:lnTo>
                <a:lnTo>
                  <a:pt x="3717086" y="1376819"/>
                </a:lnTo>
                <a:lnTo>
                  <a:pt x="3715220" y="1378686"/>
                </a:lnTo>
                <a:lnTo>
                  <a:pt x="3714750" y="1379804"/>
                </a:lnTo>
                <a:lnTo>
                  <a:pt x="3714750" y="1382433"/>
                </a:lnTo>
                <a:lnTo>
                  <a:pt x="3715220" y="1383550"/>
                </a:lnTo>
                <a:lnTo>
                  <a:pt x="3717086" y="1385417"/>
                </a:lnTo>
                <a:lnTo>
                  <a:pt x="3718204" y="1385887"/>
                </a:lnTo>
                <a:lnTo>
                  <a:pt x="3720833" y="1385887"/>
                </a:lnTo>
                <a:lnTo>
                  <a:pt x="3721951" y="1385417"/>
                </a:lnTo>
                <a:lnTo>
                  <a:pt x="3723817" y="1383550"/>
                </a:lnTo>
                <a:lnTo>
                  <a:pt x="3724275" y="1382433"/>
                </a:lnTo>
                <a:lnTo>
                  <a:pt x="3724275" y="1379804"/>
                </a:lnTo>
                <a:close/>
              </a:path>
              <a:path w="3771900" h="1390650">
                <a:moveTo>
                  <a:pt x="3724275" y="467525"/>
                </a:moveTo>
                <a:lnTo>
                  <a:pt x="3723817" y="466394"/>
                </a:lnTo>
                <a:lnTo>
                  <a:pt x="3721951" y="464540"/>
                </a:lnTo>
                <a:lnTo>
                  <a:pt x="3720833" y="464070"/>
                </a:lnTo>
                <a:lnTo>
                  <a:pt x="3718204" y="464070"/>
                </a:lnTo>
                <a:lnTo>
                  <a:pt x="3717086" y="464540"/>
                </a:lnTo>
                <a:lnTo>
                  <a:pt x="3715220" y="466394"/>
                </a:lnTo>
                <a:lnTo>
                  <a:pt x="3714750" y="467525"/>
                </a:lnTo>
                <a:lnTo>
                  <a:pt x="3714750" y="470154"/>
                </a:lnTo>
                <a:lnTo>
                  <a:pt x="3715220" y="471271"/>
                </a:lnTo>
                <a:lnTo>
                  <a:pt x="3717086" y="473138"/>
                </a:lnTo>
                <a:lnTo>
                  <a:pt x="3718204" y="473595"/>
                </a:lnTo>
                <a:lnTo>
                  <a:pt x="3720833" y="473595"/>
                </a:lnTo>
                <a:lnTo>
                  <a:pt x="3721951" y="473138"/>
                </a:lnTo>
                <a:lnTo>
                  <a:pt x="3723817" y="471271"/>
                </a:lnTo>
                <a:lnTo>
                  <a:pt x="3724275" y="470154"/>
                </a:lnTo>
                <a:lnTo>
                  <a:pt x="3724275" y="467525"/>
                </a:lnTo>
                <a:close/>
              </a:path>
              <a:path w="3771900" h="1390650">
                <a:moveTo>
                  <a:pt x="3771900" y="1379804"/>
                </a:moveTo>
                <a:lnTo>
                  <a:pt x="3771442" y="1378686"/>
                </a:lnTo>
                <a:lnTo>
                  <a:pt x="3769576" y="1376819"/>
                </a:lnTo>
                <a:lnTo>
                  <a:pt x="3768458" y="1376362"/>
                </a:lnTo>
                <a:lnTo>
                  <a:pt x="3765829" y="1376362"/>
                </a:lnTo>
                <a:lnTo>
                  <a:pt x="3764711" y="1376819"/>
                </a:lnTo>
                <a:lnTo>
                  <a:pt x="3762845" y="1378686"/>
                </a:lnTo>
                <a:lnTo>
                  <a:pt x="3762375" y="1379804"/>
                </a:lnTo>
                <a:lnTo>
                  <a:pt x="3762375" y="1382433"/>
                </a:lnTo>
                <a:lnTo>
                  <a:pt x="3762845" y="1383550"/>
                </a:lnTo>
                <a:lnTo>
                  <a:pt x="3764711" y="1385417"/>
                </a:lnTo>
                <a:lnTo>
                  <a:pt x="3765829" y="1385887"/>
                </a:lnTo>
                <a:lnTo>
                  <a:pt x="3768458" y="1385887"/>
                </a:lnTo>
                <a:lnTo>
                  <a:pt x="3769576" y="1385417"/>
                </a:lnTo>
                <a:lnTo>
                  <a:pt x="3771442" y="1383550"/>
                </a:lnTo>
                <a:lnTo>
                  <a:pt x="3771900" y="1382433"/>
                </a:lnTo>
                <a:lnTo>
                  <a:pt x="3771900" y="1379804"/>
                </a:lnTo>
                <a:close/>
              </a:path>
              <a:path w="3771900" h="1390650">
                <a:moveTo>
                  <a:pt x="3771900" y="467525"/>
                </a:moveTo>
                <a:lnTo>
                  <a:pt x="3771442" y="466394"/>
                </a:lnTo>
                <a:lnTo>
                  <a:pt x="3769576" y="464540"/>
                </a:lnTo>
                <a:lnTo>
                  <a:pt x="3768458" y="464070"/>
                </a:lnTo>
                <a:lnTo>
                  <a:pt x="3765829" y="464070"/>
                </a:lnTo>
                <a:lnTo>
                  <a:pt x="3764711" y="464540"/>
                </a:lnTo>
                <a:lnTo>
                  <a:pt x="3762845" y="466394"/>
                </a:lnTo>
                <a:lnTo>
                  <a:pt x="3762375" y="467525"/>
                </a:lnTo>
                <a:lnTo>
                  <a:pt x="3762375" y="470154"/>
                </a:lnTo>
                <a:lnTo>
                  <a:pt x="3762845" y="471271"/>
                </a:lnTo>
                <a:lnTo>
                  <a:pt x="3764711" y="473138"/>
                </a:lnTo>
                <a:lnTo>
                  <a:pt x="3765829" y="473595"/>
                </a:lnTo>
                <a:lnTo>
                  <a:pt x="3768458" y="473595"/>
                </a:lnTo>
                <a:lnTo>
                  <a:pt x="3769576" y="473138"/>
                </a:lnTo>
                <a:lnTo>
                  <a:pt x="3771442" y="471271"/>
                </a:lnTo>
                <a:lnTo>
                  <a:pt x="3771900" y="470154"/>
                </a:lnTo>
                <a:lnTo>
                  <a:pt x="3771900" y="467525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45107" y="6626324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45107" y="5714040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74484" y="5686040"/>
            <a:ext cx="139700" cy="683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60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 Students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027410" y="6737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886743" y="5335587"/>
            <a:ext cx="9525" cy="1390650"/>
          </a:xfrm>
          <a:custGeom>
            <a:avLst/>
            <a:gdLst/>
            <a:ahLst/>
            <a:cxnLst/>
            <a:rect l="l" t="t" r="r" b="b"/>
            <a:pathLst>
              <a:path w="9525" h="13906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3906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3906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3906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3906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3906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3906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3906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390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390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390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390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390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390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390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390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390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390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390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390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390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390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390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390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390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390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390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390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390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390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1817191" y="6737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18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2676524" y="5335587"/>
            <a:ext cx="9525" cy="1390650"/>
          </a:xfrm>
          <a:custGeom>
            <a:avLst/>
            <a:gdLst/>
            <a:ahLst/>
            <a:cxnLst/>
            <a:rect l="l" t="t" r="r" b="b"/>
            <a:pathLst>
              <a:path w="9525" h="13906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3906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3906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3906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3906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3906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3906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3906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390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390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390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390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390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390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390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390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390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390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390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390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390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390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390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390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390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390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390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390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390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390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2575420" y="6722209"/>
            <a:ext cx="202565" cy="3302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219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19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466305" y="5335587"/>
            <a:ext cx="9525" cy="1390650"/>
          </a:xfrm>
          <a:custGeom>
            <a:avLst/>
            <a:gdLst/>
            <a:ahLst/>
            <a:cxnLst/>
            <a:rect l="l" t="t" r="r" b="b"/>
            <a:pathLst>
              <a:path w="9525" h="13906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3906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3906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3906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3906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3906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3906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3906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390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390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390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390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390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390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390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390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390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390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390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390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390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390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390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390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390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390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390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390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390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390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3396753" y="6737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4256087" y="5335587"/>
            <a:ext cx="9525" cy="1390650"/>
          </a:xfrm>
          <a:custGeom>
            <a:avLst/>
            <a:gdLst/>
            <a:ahLst/>
            <a:cxnLst/>
            <a:rect l="l" t="t" r="r" b="b"/>
            <a:pathLst>
              <a:path w="9525" h="13906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3906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3906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3906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3906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3906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3906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3906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3906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3906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3906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3906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3906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3906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3906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3906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3906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3906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3906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3906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3906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3906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3906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3906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3906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3906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3906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4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4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3906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3906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3906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4186535" y="6737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21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781049" y="5722122"/>
            <a:ext cx="3790950" cy="989965"/>
            <a:chOff x="781049" y="5722122"/>
            <a:chExt cx="3790950" cy="989965"/>
          </a:xfrm>
        </p:grpSpPr>
        <p:sp>
          <p:nvSpPr>
            <p:cNvPr id="95" name="object 95"/>
            <p:cNvSpPr/>
            <p:nvPr/>
          </p:nvSpPr>
          <p:spPr>
            <a:xfrm>
              <a:off x="781037" y="6649466"/>
              <a:ext cx="3790950" cy="62865"/>
            </a:xfrm>
            <a:custGeom>
              <a:avLst/>
              <a:gdLst/>
              <a:ahLst/>
              <a:cxnLst/>
              <a:rect l="l" t="t" r="r" b="b"/>
              <a:pathLst>
                <a:path w="3790950" h="62865">
                  <a:moveTo>
                    <a:pt x="631825" y="52451"/>
                  </a:moveTo>
                  <a:lnTo>
                    <a:pt x="0" y="52451"/>
                  </a:lnTo>
                  <a:lnTo>
                    <a:pt x="0" y="62484"/>
                  </a:lnTo>
                  <a:lnTo>
                    <a:pt x="631825" y="62484"/>
                  </a:lnTo>
                  <a:lnTo>
                    <a:pt x="631825" y="52451"/>
                  </a:lnTo>
                  <a:close/>
                </a:path>
                <a:path w="3790950" h="62865">
                  <a:moveTo>
                    <a:pt x="1421612" y="0"/>
                  </a:moveTo>
                  <a:lnTo>
                    <a:pt x="789787" y="0"/>
                  </a:lnTo>
                  <a:lnTo>
                    <a:pt x="789787" y="62484"/>
                  </a:lnTo>
                  <a:lnTo>
                    <a:pt x="1421612" y="62484"/>
                  </a:lnTo>
                  <a:lnTo>
                    <a:pt x="1421612" y="0"/>
                  </a:lnTo>
                  <a:close/>
                </a:path>
                <a:path w="3790950" h="62865">
                  <a:moveTo>
                    <a:pt x="2211387" y="44704"/>
                  </a:moveTo>
                  <a:lnTo>
                    <a:pt x="1579562" y="44704"/>
                  </a:lnTo>
                  <a:lnTo>
                    <a:pt x="1579562" y="62484"/>
                  </a:lnTo>
                  <a:lnTo>
                    <a:pt x="2211387" y="62484"/>
                  </a:lnTo>
                  <a:lnTo>
                    <a:pt x="2211387" y="44704"/>
                  </a:lnTo>
                  <a:close/>
                </a:path>
                <a:path w="3790950" h="62865">
                  <a:moveTo>
                    <a:pt x="3001175" y="61125"/>
                  </a:moveTo>
                  <a:lnTo>
                    <a:pt x="2369350" y="61125"/>
                  </a:lnTo>
                  <a:lnTo>
                    <a:pt x="2369350" y="62484"/>
                  </a:lnTo>
                  <a:lnTo>
                    <a:pt x="3001175" y="62484"/>
                  </a:lnTo>
                  <a:lnTo>
                    <a:pt x="3001175" y="61125"/>
                  </a:lnTo>
                  <a:close/>
                </a:path>
                <a:path w="3790950" h="62865">
                  <a:moveTo>
                    <a:pt x="3790950" y="62039"/>
                  </a:moveTo>
                  <a:lnTo>
                    <a:pt x="3159125" y="62039"/>
                  </a:lnTo>
                  <a:lnTo>
                    <a:pt x="3159125" y="62484"/>
                  </a:lnTo>
                  <a:lnTo>
                    <a:pt x="3790950" y="62484"/>
                  </a:lnTo>
                  <a:lnTo>
                    <a:pt x="3790950" y="62039"/>
                  </a:lnTo>
                  <a:close/>
                </a:path>
              </a:pathLst>
            </a:custGeom>
            <a:solidFill>
              <a:srgbClr val="D1C2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81037" y="6550939"/>
              <a:ext cx="3001645" cy="160020"/>
            </a:xfrm>
            <a:custGeom>
              <a:avLst/>
              <a:gdLst/>
              <a:ahLst/>
              <a:cxnLst/>
              <a:rect l="l" t="t" r="r" b="b"/>
              <a:pathLst>
                <a:path w="3001645" h="160020">
                  <a:moveTo>
                    <a:pt x="631825" y="132740"/>
                  </a:moveTo>
                  <a:lnTo>
                    <a:pt x="0" y="132740"/>
                  </a:lnTo>
                  <a:lnTo>
                    <a:pt x="0" y="150977"/>
                  </a:lnTo>
                  <a:lnTo>
                    <a:pt x="631825" y="150977"/>
                  </a:lnTo>
                  <a:lnTo>
                    <a:pt x="631825" y="132740"/>
                  </a:lnTo>
                  <a:close/>
                </a:path>
                <a:path w="3001645" h="160020">
                  <a:moveTo>
                    <a:pt x="1421612" y="0"/>
                  </a:moveTo>
                  <a:lnTo>
                    <a:pt x="789787" y="0"/>
                  </a:lnTo>
                  <a:lnTo>
                    <a:pt x="789787" y="98526"/>
                  </a:lnTo>
                  <a:lnTo>
                    <a:pt x="1421612" y="98526"/>
                  </a:lnTo>
                  <a:lnTo>
                    <a:pt x="1421612" y="0"/>
                  </a:lnTo>
                  <a:close/>
                </a:path>
                <a:path w="3001645" h="160020">
                  <a:moveTo>
                    <a:pt x="2211387" y="112204"/>
                  </a:moveTo>
                  <a:lnTo>
                    <a:pt x="1579562" y="112204"/>
                  </a:lnTo>
                  <a:lnTo>
                    <a:pt x="1579562" y="143230"/>
                  </a:lnTo>
                  <a:lnTo>
                    <a:pt x="2211387" y="143230"/>
                  </a:lnTo>
                  <a:lnTo>
                    <a:pt x="2211387" y="112204"/>
                  </a:lnTo>
                  <a:close/>
                </a:path>
                <a:path w="3001645" h="160020">
                  <a:moveTo>
                    <a:pt x="3001175" y="156908"/>
                  </a:moveTo>
                  <a:lnTo>
                    <a:pt x="2369350" y="156908"/>
                  </a:lnTo>
                  <a:lnTo>
                    <a:pt x="2369350" y="159651"/>
                  </a:lnTo>
                  <a:lnTo>
                    <a:pt x="3001175" y="159651"/>
                  </a:lnTo>
                  <a:lnTo>
                    <a:pt x="3001175" y="156908"/>
                  </a:lnTo>
                  <a:close/>
                </a:path>
              </a:pathLst>
            </a:custGeom>
            <a:solidFill>
              <a:srgbClr val="D6DE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81037" y="5772759"/>
              <a:ext cx="3790950" cy="939165"/>
            </a:xfrm>
            <a:custGeom>
              <a:avLst/>
              <a:gdLst/>
              <a:ahLst/>
              <a:cxnLst/>
              <a:rect l="l" t="t" r="r" b="b"/>
              <a:pathLst>
                <a:path w="3790950" h="939165">
                  <a:moveTo>
                    <a:pt x="631825" y="765860"/>
                  </a:moveTo>
                  <a:lnTo>
                    <a:pt x="0" y="765860"/>
                  </a:lnTo>
                  <a:lnTo>
                    <a:pt x="0" y="910920"/>
                  </a:lnTo>
                  <a:lnTo>
                    <a:pt x="631825" y="910920"/>
                  </a:lnTo>
                  <a:lnTo>
                    <a:pt x="631825" y="765860"/>
                  </a:lnTo>
                  <a:close/>
                </a:path>
                <a:path w="3790950" h="939165">
                  <a:moveTo>
                    <a:pt x="1421612" y="0"/>
                  </a:moveTo>
                  <a:lnTo>
                    <a:pt x="789787" y="0"/>
                  </a:lnTo>
                  <a:lnTo>
                    <a:pt x="789787" y="778179"/>
                  </a:lnTo>
                  <a:lnTo>
                    <a:pt x="1421612" y="778179"/>
                  </a:lnTo>
                  <a:lnTo>
                    <a:pt x="1421612" y="0"/>
                  </a:lnTo>
                  <a:close/>
                </a:path>
                <a:path w="3790950" h="939165">
                  <a:moveTo>
                    <a:pt x="2211387" y="676008"/>
                  </a:moveTo>
                  <a:lnTo>
                    <a:pt x="1579562" y="676008"/>
                  </a:lnTo>
                  <a:lnTo>
                    <a:pt x="1579562" y="890384"/>
                  </a:lnTo>
                  <a:lnTo>
                    <a:pt x="2211387" y="890384"/>
                  </a:lnTo>
                  <a:lnTo>
                    <a:pt x="2211387" y="676008"/>
                  </a:lnTo>
                  <a:close/>
                </a:path>
                <a:path w="3790950" h="939165">
                  <a:moveTo>
                    <a:pt x="3001175" y="908634"/>
                  </a:moveTo>
                  <a:lnTo>
                    <a:pt x="2369350" y="908634"/>
                  </a:lnTo>
                  <a:lnTo>
                    <a:pt x="2369350" y="935088"/>
                  </a:lnTo>
                  <a:lnTo>
                    <a:pt x="3001175" y="935088"/>
                  </a:lnTo>
                  <a:lnTo>
                    <a:pt x="3001175" y="908634"/>
                  </a:lnTo>
                  <a:close/>
                </a:path>
                <a:path w="3790950" h="939165">
                  <a:moveTo>
                    <a:pt x="3790950" y="935545"/>
                  </a:moveTo>
                  <a:lnTo>
                    <a:pt x="3159125" y="935545"/>
                  </a:lnTo>
                  <a:lnTo>
                    <a:pt x="3159125" y="938745"/>
                  </a:lnTo>
                  <a:lnTo>
                    <a:pt x="3790950" y="938745"/>
                  </a:lnTo>
                  <a:lnTo>
                    <a:pt x="3790950" y="935545"/>
                  </a:lnTo>
                  <a:close/>
                </a:path>
              </a:pathLst>
            </a:custGeom>
            <a:solidFill>
              <a:srgbClr val="4DCC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81037" y="5722124"/>
              <a:ext cx="3790950" cy="986790"/>
            </a:xfrm>
            <a:custGeom>
              <a:avLst/>
              <a:gdLst/>
              <a:ahLst/>
              <a:cxnLst/>
              <a:rect l="l" t="t" r="r" b="b"/>
              <a:pathLst>
                <a:path w="3790950" h="986790">
                  <a:moveTo>
                    <a:pt x="631825" y="805548"/>
                  </a:moveTo>
                  <a:lnTo>
                    <a:pt x="0" y="805548"/>
                  </a:lnTo>
                  <a:lnTo>
                    <a:pt x="0" y="816495"/>
                  </a:lnTo>
                  <a:lnTo>
                    <a:pt x="631825" y="816495"/>
                  </a:lnTo>
                  <a:lnTo>
                    <a:pt x="631825" y="805548"/>
                  </a:lnTo>
                  <a:close/>
                </a:path>
                <a:path w="3790950" h="986790">
                  <a:moveTo>
                    <a:pt x="1421612" y="0"/>
                  </a:moveTo>
                  <a:lnTo>
                    <a:pt x="789787" y="0"/>
                  </a:lnTo>
                  <a:lnTo>
                    <a:pt x="789787" y="50634"/>
                  </a:lnTo>
                  <a:lnTo>
                    <a:pt x="1421612" y="50634"/>
                  </a:lnTo>
                  <a:lnTo>
                    <a:pt x="1421612" y="0"/>
                  </a:lnTo>
                  <a:close/>
                </a:path>
                <a:path w="3790950" h="986790">
                  <a:moveTo>
                    <a:pt x="2211387" y="713867"/>
                  </a:moveTo>
                  <a:lnTo>
                    <a:pt x="1579562" y="713867"/>
                  </a:lnTo>
                  <a:lnTo>
                    <a:pt x="1579562" y="726643"/>
                  </a:lnTo>
                  <a:lnTo>
                    <a:pt x="2211387" y="726643"/>
                  </a:lnTo>
                  <a:lnTo>
                    <a:pt x="2211387" y="713867"/>
                  </a:lnTo>
                  <a:close/>
                </a:path>
                <a:path w="3790950" h="986790">
                  <a:moveTo>
                    <a:pt x="3001175" y="957897"/>
                  </a:moveTo>
                  <a:lnTo>
                    <a:pt x="2369350" y="957897"/>
                  </a:lnTo>
                  <a:lnTo>
                    <a:pt x="2369350" y="959269"/>
                  </a:lnTo>
                  <a:lnTo>
                    <a:pt x="3001175" y="959269"/>
                  </a:lnTo>
                  <a:lnTo>
                    <a:pt x="3001175" y="957897"/>
                  </a:lnTo>
                  <a:close/>
                </a:path>
                <a:path w="3790950" h="986790">
                  <a:moveTo>
                    <a:pt x="3790950" y="985723"/>
                  </a:moveTo>
                  <a:lnTo>
                    <a:pt x="3159125" y="985723"/>
                  </a:lnTo>
                  <a:lnTo>
                    <a:pt x="3159125" y="986180"/>
                  </a:lnTo>
                  <a:lnTo>
                    <a:pt x="3790950" y="986180"/>
                  </a:lnTo>
                  <a:lnTo>
                    <a:pt x="3790950" y="985723"/>
                  </a:lnTo>
                  <a:close/>
                </a:path>
              </a:pathLst>
            </a:custGeom>
            <a:solidFill>
              <a:srgbClr val="49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9" name="object 9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88744" y="5082158"/>
            <a:ext cx="95249" cy="95249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79269" y="5082158"/>
            <a:ext cx="95249" cy="95249"/>
          </a:xfrm>
          <a:prstGeom prst="rect">
            <a:avLst/>
          </a:prstGeom>
        </p:spPr>
      </p:pic>
      <p:sp>
        <p:nvSpPr>
          <p:cNvPr id="101" name="object 101"/>
          <p:cNvSpPr txBox="1"/>
          <p:nvPr/>
        </p:nvSpPr>
        <p:spPr>
          <a:xfrm>
            <a:off x="377824" y="4724463"/>
            <a:ext cx="20199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r>
              <a:rPr sz="1400" spc="-10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Vs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Depression_Level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  <a:tabLst>
                <a:tab pos="1122680" algn="l"/>
                <a:tab pos="1513840" algn="l"/>
              </a:tabLst>
            </a:pPr>
            <a:r>
              <a:rPr sz="900" b="1" spc="-10" dirty="0">
                <a:solidFill>
                  <a:srgbClr val="605D5C"/>
                </a:solidFill>
                <a:latin typeface="Segoe UI"/>
                <a:cs typeface="Segoe UI"/>
              </a:rPr>
              <a:t>Depression_Level</a:t>
            </a:r>
            <a:r>
              <a:rPr sz="9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Mild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Moderate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36494" y="5082158"/>
            <a:ext cx="95249" cy="95249"/>
          </a:xfrm>
          <a:prstGeom prst="rect">
            <a:avLst/>
          </a:prstGeom>
        </p:spPr>
      </p:pic>
      <p:sp>
        <p:nvSpPr>
          <p:cNvPr id="103" name="object 103"/>
          <p:cNvSpPr txBox="1"/>
          <p:nvPr/>
        </p:nvSpPr>
        <p:spPr>
          <a:xfrm>
            <a:off x="2537916" y="5045075"/>
            <a:ext cx="4019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Normal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04" name="object 10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79419" y="5082158"/>
            <a:ext cx="95249" cy="95249"/>
          </a:xfrm>
          <a:prstGeom prst="rect">
            <a:avLst/>
          </a:prstGeom>
        </p:spPr>
      </p:pic>
      <p:sp>
        <p:nvSpPr>
          <p:cNvPr id="105" name="object 105"/>
          <p:cNvSpPr txBox="1"/>
          <p:nvPr/>
        </p:nvSpPr>
        <p:spPr>
          <a:xfrm>
            <a:off x="3080097" y="5045075"/>
            <a:ext cx="12604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Severe/Extremely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Severe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2476499" y="685799"/>
            <a:ext cx="1514475" cy="914400"/>
            <a:chOff x="2476499" y="685799"/>
            <a:chExt cx="1514475" cy="914400"/>
          </a:xfrm>
        </p:grpSpPr>
        <p:sp>
          <p:nvSpPr>
            <p:cNvPr id="107" name="object 107"/>
            <p:cNvSpPr/>
            <p:nvPr/>
          </p:nvSpPr>
          <p:spPr>
            <a:xfrm>
              <a:off x="2476487" y="685799"/>
              <a:ext cx="1514475" cy="914400"/>
            </a:xfrm>
            <a:custGeom>
              <a:avLst/>
              <a:gdLst/>
              <a:ahLst/>
              <a:cxnLst/>
              <a:rect l="l" t="t" r="r" b="b"/>
              <a:pathLst>
                <a:path w="1514475" h="914400">
                  <a:moveTo>
                    <a:pt x="151447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514475" y="914400"/>
                  </a:lnTo>
                  <a:lnTo>
                    <a:pt x="1514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609850" y="819149"/>
              <a:ext cx="1247775" cy="647700"/>
            </a:xfrm>
            <a:custGeom>
              <a:avLst/>
              <a:gdLst/>
              <a:ahLst/>
              <a:cxnLst/>
              <a:rect l="l" t="t" r="r" b="b"/>
              <a:pathLst>
                <a:path w="1247775" h="64770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09674" y="0"/>
                  </a:lnTo>
                  <a:lnTo>
                    <a:pt x="1244500" y="24110"/>
                  </a:lnTo>
                  <a:lnTo>
                    <a:pt x="1247774" y="609599"/>
                  </a:lnTo>
                  <a:lnTo>
                    <a:pt x="1244500" y="623589"/>
                  </a:lnTo>
                  <a:lnTo>
                    <a:pt x="1235868" y="635793"/>
                  </a:lnTo>
                  <a:lnTo>
                    <a:pt x="1223664" y="644425"/>
                  </a:lnTo>
                  <a:lnTo>
                    <a:pt x="1209674" y="647699"/>
                  </a:lnTo>
                  <a:lnTo>
                    <a:pt x="38099" y="647699"/>
                  </a:lnTo>
                  <a:lnTo>
                    <a:pt x="24110" y="644425"/>
                  </a:lnTo>
                  <a:lnTo>
                    <a:pt x="11906" y="635793"/>
                  </a:lnTo>
                  <a:lnTo>
                    <a:pt x="3274" y="623589"/>
                  </a:lnTo>
                  <a:lnTo>
                    <a:pt x="0" y="60959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619375" y="828674"/>
              <a:ext cx="1228725" cy="628650"/>
            </a:xfrm>
            <a:custGeom>
              <a:avLst/>
              <a:gdLst/>
              <a:ahLst/>
              <a:cxnLst/>
              <a:rect l="l" t="t" r="r" b="b"/>
              <a:pathLst>
                <a:path w="1228725" h="628650">
                  <a:moveTo>
                    <a:pt x="1200149" y="628649"/>
                  </a:moveTo>
                  <a:lnTo>
                    <a:pt x="28574" y="628649"/>
                  </a:lnTo>
                  <a:lnTo>
                    <a:pt x="18082" y="626194"/>
                  </a:lnTo>
                  <a:lnTo>
                    <a:pt x="8929" y="619720"/>
                  </a:lnTo>
                  <a:lnTo>
                    <a:pt x="2455" y="610567"/>
                  </a:lnTo>
                  <a:lnTo>
                    <a:pt x="0" y="600074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200149" y="0"/>
                  </a:lnTo>
                  <a:lnTo>
                    <a:pt x="1210642" y="2455"/>
                  </a:lnTo>
                  <a:lnTo>
                    <a:pt x="1219795" y="8929"/>
                  </a:lnTo>
                  <a:lnTo>
                    <a:pt x="1226269" y="18082"/>
                  </a:lnTo>
                  <a:lnTo>
                    <a:pt x="1228724" y="28574"/>
                  </a:lnTo>
                  <a:lnTo>
                    <a:pt x="1228724" y="600074"/>
                  </a:lnTo>
                  <a:lnTo>
                    <a:pt x="1226269" y="610567"/>
                  </a:lnTo>
                  <a:lnTo>
                    <a:pt x="1219795" y="619720"/>
                  </a:lnTo>
                  <a:lnTo>
                    <a:pt x="1210642" y="626194"/>
                  </a:lnTo>
                  <a:lnTo>
                    <a:pt x="1200149" y="62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2720974" y="799141"/>
            <a:ext cx="904240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2354</a:t>
            </a:r>
            <a:endParaRPr sz="20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Male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 Students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612079" y="704849"/>
            <a:ext cx="2674620" cy="866775"/>
            <a:chOff x="2612079" y="704849"/>
            <a:chExt cx="2674620" cy="866775"/>
          </a:xfrm>
        </p:grpSpPr>
        <p:sp>
          <p:nvSpPr>
            <p:cNvPr id="112" name="object 112"/>
            <p:cNvSpPr/>
            <p:nvPr/>
          </p:nvSpPr>
          <p:spPr>
            <a:xfrm>
              <a:off x="2612079" y="819149"/>
              <a:ext cx="1074420" cy="28575"/>
            </a:xfrm>
            <a:custGeom>
              <a:avLst/>
              <a:gdLst/>
              <a:ahLst/>
              <a:cxnLst/>
              <a:rect l="l" t="t" r="r" b="b"/>
              <a:pathLst>
                <a:path w="1074420" h="28575">
                  <a:moveTo>
                    <a:pt x="0" y="28574"/>
                  </a:moveTo>
                  <a:lnTo>
                    <a:pt x="1074095" y="28574"/>
                  </a:lnTo>
                  <a:lnTo>
                    <a:pt x="1074095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C6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686162" y="704849"/>
              <a:ext cx="1600200" cy="866775"/>
            </a:xfrm>
            <a:custGeom>
              <a:avLst/>
              <a:gdLst/>
              <a:ahLst/>
              <a:cxnLst/>
              <a:rect l="l" t="t" r="r" b="b"/>
              <a:pathLst>
                <a:path w="1600200" h="866775">
                  <a:moveTo>
                    <a:pt x="1600200" y="0"/>
                  </a:moveTo>
                  <a:lnTo>
                    <a:pt x="0" y="0"/>
                  </a:lnTo>
                  <a:lnTo>
                    <a:pt x="0" y="866775"/>
                  </a:lnTo>
                  <a:lnTo>
                    <a:pt x="1600200" y="866775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19524" y="838199"/>
              <a:ext cx="1333500" cy="600075"/>
            </a:xfrm>
            <a:custGeom>
              <a:avLst/>
              <a:gdLst/>
              <a:ahLst/>
              <a:cxnLst/>
              <a:rect l="l" t="t" r="r" b="b"/>
              <a:pathLst>
                <a:path w="1333500" h="60007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95399" y="0"/>
                  </a:lnTo>
                  <a:lnTo>
                    <a:pt x="1330225" y="24110"/>
                  </a:lnTo>
                  <a:lnTo>
                    <a:pt x="1333499" y="561974"/>
                  </a:lnTo>
                  <a:lnTo>
                    <a:pt x="1330225" y="575964"/>
                  </a:lnTo>
                  <a:lnTo>
                    <a:pt x="1321593" y="588168"/>
                  </a:lnTo>
                  <a:lnTo>
                    <a:pt x="1309389" y="596800"/>
                  </a:lnTo>
                  <a:lnTo>
                    <a:pt x="1295399" y="600074"/>
                  </a:lnTo>
                  <a:lnTo>
                    <a:pt x="38099" y="600074"/>
                  </a:lnTo>
                  <a:lnTo>
                    <a:pt x="24110" y="596800"/>
                  </a:lnTo>
                  <a:lnTo>
                    <a:pt x="11906" y="588168"/>
                  </a:lnTo>
                  <a:lnTo>
                    <a:pt x="3274" y="575964"/>
                  </a:lnTo>
                  <a:lnTo>
                    <a:pt x="0" y="56197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29049" y="847724"/>
              <a:ext cx="1314450" cy="581025"/>
            </a:xfrm>
            <a:custGeom>
              <a:avLst/>
              <a:gdLst/>
              <a:ahLst/>
              <a:cxnLst/>
              <a:rect l="l" t="t" r="r" b="b"/>
              <a:pathLst>
                <a:path w="1314450" h="581025">
                  <a:moveTo>
                    <a:pt x="1285874" y="581024"/>
                  </a:moveTo>
                  <a:lnTo>
                    <a:pt x="28574" y="581024"/>
                  </a:lnTo>
                  <a:lnTo>
                    <a:pt x="18082" y="578569"/>
                  </a:lnTo>
                  <a:lnTo>
                    <a:pt x="8929" y="572095"/>
                  </a:lnTo>
                  <a:lnTo>
                    <a:pt x="2455" y="562942"/>
                  </a:lnTo>
                  <a:lnTo>
                    <a:pt x="0" y="55244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285874" y="0"/>
                  </a:lnTo>
                  <a:lnTo>
                    <a:pt x="1296367" y="2455"/>
                  </a:lnTo>
                  <a:lnTo>
                    <a:pt x="1305520" y="8929"/>
                  </a:lnTo>
                  <a:lnTo>
                    <a:pt x="1311994" y="18082"/>
                  </a:lnTo>
                  <a:lnTo>
                    <a:pt x="1314449" y="28574"/>
                  </a:lnTo>
                  <a:lnTo>
                    <a:pt x="1314449" y="552449"/>
                  </a:lnTo>
                  <a:lnTo>
                    <a:pt x="1311994" y="562942"/>
                  </a:lnTo>
                  <a:lnTo>
                    <a:pt x="1305520" y="572095"/>
                  </a:lnTo>
                  <a:lnTo>
                    <a:pt x="1296367" y="578569"/>
                  </a:lnTo>
                  <a:lnTo>
                    <a:pt x="1285874" y="581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3930650" y="789616"/>
            <a:ext cx="1040130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901</a:t>
            </a:r>
            <a:endParaRPr sz="20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Female</a:t>
            </a:r>
            <a:r>
              <a:rPr sz="11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1304924" y="228600"/>
            <a:ext cx="10039350" cy="638175"/>
            <a:chOff x="1304924" y="228600"/>
            <a:chExt cx="10039350" cy="638175"/>
          </a:xfrm>
        </p:grpSpPr>
        <p:sp>
          <p:nvSpPr>
            <p:cNvPr id="118" name="object 118"/>
            <p:cNvSpPr/>
            <p:nvPr/>
          </p:nvSpPr>
          <p:spPr>
            <a:xfrm>
              <a:off x="3821754" y="838199"/>
              <a:ext cx="1329055" cy="28575"/>
            </a:xfrm>
            <a:custGeom>
              <a:avLst/>
              <a:gdLst/>
              <a:ahLst/>
              <a:cxnLst/>
              <a:rect l="l" t="t" r="r" b="b"/>
              <a:pathLst>
                <a:path w="1329054" h="28575">
                  <a:moveTo>
                    <a:pt x="1329041" y="28574"/>
                  </a:moveTo>
                  <a:lnTo>
                    <a:pt x="0" y="28574"/>
                  </a:lnTo>
                  <a:lnTo>
                    <a:pt x="1044" y="24110"/>
                  </a:lnTo>
                  <a:lnTo>
                    <a:pt x="9676" y="11906"/>
                  </a:lnTo>
                  <a:lnTo>
                    <a:pt x="21880" y="3274"/>
                  </a:lnTo>
                  <a:lnTo>
                    <a:pt x="35870" y="0"/>
                  </a:lnTo>
                  <a:lnTo>
                    <a:pt x="1293170" y="0"/>
                  </a:lnTo>
                  <a:lnTo>
                    <a:pt x="1307160" y="3274"/>
                  </a:lnTo>
                  <a:lnTo>
                    <a:pt x="1319364" y="11906"/>
                  </a:lnTo>
                  <a:lnTo>
                    <a:pt x="1327996" y="24110"/>
                  </a:lnTo>
                  <a:lnTo>
                    <a:pt x="1329041" y="28574"/>
                  </a:lnTo>
                  <a:close/>
                </a:path>
              </a:pathLst>
            </a:custGeom>
            <a:solidFill>
              <a:srgbClr val="D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04924" y="228600"/>
              <a:ext cx="10039350" cy="581025"/>
            </a:xfrm>
            <a:custGeom>
              <a:avLst/>
              <a:gdLst/>
              <a:ahLst/>
              <a:cxnLst/>
              <a:rect l="l" t="t" r="r" b="b"/>
              <a:pathLst>
                <a:path w="10039350" h="581025">
                  <a:moveTo>
                    <a:pt x="10039349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10039349" y="0"/>
                  </a:lnTo>
                  <a:lnTo>
                    <a:pt x="10039349" y="581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 descr="$PPTXTitle"/>
          <p:cNvSpPr txBox="1">
            <a:spLocks noGrp="1"/>
          </p:cNvSpPr>
          <p:nvPr>
            <p:ph type="title"/>
          </p:nvPr>
        </p:nvSpPr>
        <p:spPr>
          <a:xfrm>
            <a:off x="3915320" y="288956"/>
            <a:ext cx="4818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110" dirty="0"/>
              <a:t> </a:t>
            </a:r>
            <a:r>
              <a:rPr dirty="0"/>
              <a:t>Demographic</a:t>
            </a:r>
            <a:r>
              <a:rPr spc="-11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121" name="object 121"/>
          <p:cNvSpPr/>
          <p:nvPr/>
        </p:nvSpPr>
        <p:spPr>
          <a:xfrm>
            <a:off x="10125074" y="3970337"/>
            <a:ext cx="9525" cy="2724150"/>
          </a:xfrm>
          <a:custGeom>
            <a:avLst/>
            <a:gdLst/>
            <a:ahLst/>
            <a:cxnLst/>
            <a:rect l="l" t="t" r="r" b="b"/>
            <a:pathLst>
              <a:path w="9525" h="2724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2724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6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6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2724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1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1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2724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724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1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1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724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6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6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724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1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1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724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724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724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724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724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6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6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724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724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724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724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724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724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724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724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724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724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724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724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724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724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724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724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724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1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1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724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724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724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724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724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6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6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724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724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724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1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1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724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724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1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1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724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724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1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1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724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724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724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6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6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724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724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724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1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1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724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724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724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724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724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724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724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724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724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724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724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10086329" y="6705600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1470481" y="3970337"/>
            <a:ext cx="9525" cy="2724150"/>
          </a:xfrm>
          <a:custGeom>
            <a:avLst/>
            <a:gdLst/>
            <a:ahLst/>
            <a:cxnLst/>
            <a:rect l="l" t="t" r="r" b="b"/>
            <a:pathLst>
              <a:path w="9525" h="2724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2724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6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6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2724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1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1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2724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724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1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1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724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6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6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724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1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1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724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724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724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724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724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6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6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724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724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724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724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724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724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724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724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724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724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724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724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724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724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724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724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724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1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1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724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724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724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724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724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6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6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724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724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724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1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1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724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724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1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1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724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724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1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1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724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724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724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6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6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724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724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724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1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1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724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724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724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724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724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724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724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724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724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49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49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724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724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10737898" y="6705600"/>
            <a:ext cx="927100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8900" algn="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500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No</a:t>
            </a:r>
            <a:r>
              <a:rPr sz="12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of</a:t>
            </a:r>
            <a:r>
              <a:rPr sz="12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964920" y="5082728"/>
            <a:ext cx="177800" cy="4584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9276556" y="4018414"/>
            <a:ext cx="775970" cy="2568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Computer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Sc…</a:t>
            </a:r>
            <a:endParaRPr sz="900">
              <a:latin typeface="Segoe UI"/>
              <a:cs typeface="Segoe UI"/>
            </a:endParaRPr>
          </a:p>
          <a:p>
            <a:pPr marL="89535" marR="5080" indent="-38100" algn="just">
              <a:lnSpc>
                <a:spcPct val="159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Electronics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a…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CSE(AI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ML)</a:t>
            </a:r>
            <a:endParaRPr sz="900">
              <a:latin typeface="Segoe UI"/>
              <a:cs typeface="Segoe UI"/>
            </a:endParaRPr>
          </a:p>
          <a:p>
            <a:pPr marL="12700" marR="5080" indent="42545" algn="just">
              <a:lnSpc>
                <a:spcPct val="159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Information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Mechanical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CSE(Artificial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CSE(IoT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 CSE(Data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Sci…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Instrumentat… CSE(Software…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r>
              <a:rPr sz="900" spc="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Enginee…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10125074" y="4021313"/>
            <a:ext cx="1967230" cy="2578735"/>
            <a:chOff x="10125074" y="4021313"/>
            <a:chExt cx="1967230" cy="2578735"/>
          </a:xfrm>
        </p:grpSpPr>
        <p:sp>
          <p:nvSpPr>
            <p:cNvPr id="128" name="object 128"/>
            <p:cNvSpPr/>
            <p:nvPr/>
          </p:nvSpPr>
          <p:spPr>
            <a:xfrm>
              <a:off x="10125062" y="4021315"/>
              <a:ext cx="457834" cy="2578735"/>
            </a:xfrm>
            <a:custGeom>
              <a:avLst/>
              <a:gdLst/>
              <a:ahLst/>
              <a:cxnLst/>
              <a:rect l="l" t="t" r="r" b="b"/>
              <a:pathLst>
                <a:path w="457834" h="2578734">
                  <a:moveTo>
                    <a:pt x="32296" y="2405951"/>
                  </a:moveTo>
                  <a:lnTo>
                    <a:pt x="0" y="2405951"/>
                  </a:lnTo>
                  <a:lnTo>
                    <a:pt x="0" y="2578189"/>
                  </a:lnTo>
                  <a:lnTo>
                    <a:pt x="32296" y="2578189"/>
                  </a:lnTo>
                  <a:lnTo>
                    <a:pt x="32296" y="2405951"/>
                  </a:lnTo>
                  <a:close/>
                </a:path>
                <a:path w="457834" h="2578734">
                  <a:moveTo>
                    <a:pt x="78041" y="2187232"/>
                  </a:moveTo>
                  <a:lnTo>
                    <a:pt x="0" y="2187232"/>
                  </a:lnTo>
                  <a:lnTo>
                    <a:pt x="0" y="2359469"/>
                  </a:lnTo>
                  <a:lnTo>
                    <a:pt x="78041" y="2359469"/>
                  </a:lnTo>
                  <a:lnTo>
                    <a:pt x="78041" y="2187232"/>
                  </a:lnTo>
                  <a:close/>
                </a:path>
                <a:path w="457834" h="2578734">
                  <a:moveTo>
                    <a:pt x="96875" y="1968500"/>
                  </a:moveTo>
                  <a:lnTo>
                    <a:pt x="0" y="1968500"/>
                  </a:lnTo>
                  <a:lnTo>
                    <a:pt x="0" y="2140750"/>
                  </a:lnTo>
                  <a:lnTo>
                    <a:pt x="96875" y="2140750"/>
                  </a:lnTo>
                  <a:lnTo>
                    <a:pt x="96875" y="1968500"/>
                  </a:lnTo>
                  <a:close/>
                </a:path>
                <a:path w="457834" h="2578734">
                  <a:moveTo>
                    <a:pt x="96875" y="1531061"/>
                  </a:moveTo>
                  <a:lnTo>
                    <a:pt x="0" y="1531061"/>
                  </a:lnTo>
                  <a:lnTo>
                    <a:pt x="0" y="1703298"/>
                  </a:lnTo>
                  <a:lnTo>
                    <a:pt x="96875" y="1703298"/>
                  </a:lnTo>
                  <a:lnTo>
                    <a:pt x="96875" y="1531061"/>
                  </a:lnTo>
                  <a:close/>
                </a:path>
                <a:path w="457834" h="2578734">
                  <a:moveTo>
                    <a:pt x="102260" y="1749780"/>
                  </a:moveTo>
                  <a:lnTo>
                    <a:pt x="0" y="1749780"/>
                  </a:lnTo>
                  <a:lnTo>
                    <a:pt x="0" y="1922030"/>
                  </a:lnTo>
                  <a:lnTo>
                    <a:pt x="102260" y="1922030"/>
                  </a:lnTo>
                  <a:lnTo>
                    <a:pt x="102260" y="1749780"/>
                  </a:lnTo>
                  <a:close/>
                </a:path>
                <a:path w="457834" h="2578734">
                  <a:moveTo>
                    <a:pt x="107632" y="1093609"/>
                  </a:moveTo>
                  <a:lnTo>
                    <a:pt x="0" y="1093609"/>
                  </a:lnTo>
                  <a:lnTo>
                    <a:pt x="0" y="1265859"/>
                  </a:lnTo>
                  <a:lnTo>
                    <a:pt x="107632" y="1265859"/>
                  </a:lnTo>
                  <a:lnTo>
                    <a:pt x="107632" y="1093609"/>
                  </a:lnTo>
                  <a:close/>
                </a:path>
                <a:path w="457834" h="2578734">
                  <a:moveTo>
                    <a:pt x="121094" y="1312341"/>
                  </a:moveTo>
                  <a:lnTo>
                    <a:pt x="0" y="1312341"/>
                  </a:lnTo>
                  <a:lnTo>
                    <a:pt x="0" y="1484579"/>
                  </a:lnTo>
                  <a:lnTo>
                    <a:pt x="121094" y="1484579"/>
                  </a:lnTo>
                  <a:lnTo>
                    <a:pt x="121094" y="1312341"/>
                  </a:lnTo>
                  <a:close/>
                </a:path>
                <a:path w="457834" h="2578734">
                  <a:moveTo>
                    <a:pt x="129159" y="218732"/>
                  </a:moveTo>
                  <a:lnTo>
                    <a:pt x="0" y="218732"/>
                  </a:lnTo>
                  <a:lnTo>
                    <a:pt x="0" y="390969"/>
                  </a:lnTo>
                  <a:lnTo>
                    <a:pt x="129159" y="390969"/>
                  </a:lnTo>
                  <a:lnTo>
                    <a:pt x="129159" y="218732"/>
                  </a:lnTo>
                  <a:close/>
                </a:path>
                <a:path w="457834" h="2578734">
                  <a:moveTo>
                    <a:pt x="156070" y="437451"/>
                  </a:moveTo>
                  <a:lnTo>
                    <a:pt x="0" y="437451"/>
                  </a:lnTo>
                  <a:lnTo>
                    <a:pt x="0" y="609688"/>
                  </a:lnTo>
                  <a:lnTo>
                    <a:pt x="156070" y="609688"/>
                  </a:lnTo>
                  <a:lnTo>
                    <a:pt x="156070" y="437451"/>
                  </a:lnTo>
                  <a:close/>
                </a:path>
                <a:path w="457834" h="2578734">
                  <a:moveTo>
                    <a:pt x="182981" y="656170"/>
                  </a:moveTo>
                  <a:lnTo>
                    <a:pt x="0" y="656170"/>
                  </a:lnTo>
                  <a:lnTo>
                    <a:pt x="0" y="828421"/>
                  </a:lnTo>
                  <a:lnTo>
                    <a:pt x="182981" y="828421"/>
                  </a:lnTo>
                  <a:lnTo>
                    <a:pt x="182981" y="656170"/>
                  </a:lnTo>
                  <a:close/>
                </a:path>
                <a:path w="457834" h="2578734">
                  <a:moveTo>
                    <a:pt x="204508" y="874890"/>
                  </a:moveTo>
                  <a:lnTo>
                    <a:pt x="0" y="874890"/>
                  </a:lnTo>
                  <a:lnTo>
                    <a:pt x="0" y="1047140"/>
                  </a:lnTo>
                  <a:lnTo>
                    <a:pt x="204508" y="1047140"/>
                  </a:lnTo>
                  <a:lnTo>
                    <a:pt x="204508" y="874890"/>
                  </a:lnTo>
                  <a:close/>
                </a:path>
                <a:path w="457834" h="2578734">
                  <a:moveTo>
                    <a:pt x="457441" y="0"/>
                  </a:moveTo>
                  <a:lnTo>
                    <a:pt x="0" y="0"/>
                  </a:lnTo>
                  <a:lnTo>
                    <a:pt x="0" y="172250"/>
                  </a:lnTo>
                  <a:lnTo>
                    <a:pt x="457441" y="172250"/>
                  </a:lnTo>
                  <a:lnTo>
                    <a:pt x="457441" y="0"/>
                  </a:lnTo>
                  <a:close/>
                </a:path>
              </a:pathLst>
            </a:custGeom>
            <a:solidFill>
              <a:srgbClr val="C7A3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157358" y="4021315"/>
              <a:ext cx="1687195" cy="2578735"/>
            </a:xfrm>
            <a:custGeom>
              <a:avLst/>
              <a:gdLst/>
              <a:ahLst/>
              <a:cxnLst/>
              <a:rect l="l" t="t" r="r" b="b"/>
              <a:pathLst>
                <a:path w="1687195" h="2578734">
                  <a:moveTo>
                    <a:pt x="207187" y="2405951"/>
                  </a:moveTo>
                  <a:lnTo>
                    <a:pt x="0" y="2405951"/>
                  </a:lnTo>
                  <a:lnTo>
                    <a:pt x="0" y="2578189"/>
                  </a:lnTo>
                  <a:lnTo>
                    <a:pt x="207187" y="2578189"/>
                  </a:lnTo>
                  <a:lnTo>
                    <a:pt x="207187" y="2405951"/>
                  </a:lnTo>
                  <a:close/>
                </a:path>
                <a:path w="1687195" h="2578734">
                  <a:moveTo>
                    <a:pt x="298678" y="2187232"/>
                  </a:moveTo>
                  <a:lnTo>
                    <a:pt x="45745" y="2187232"/>
                  </a:lnTo>
                  <a:lnTo>
                    <a:pt x="45745" y="2359469"/>
                  </a:lnTo>
                  <a:lnTo>
                    <a:pt x="298678" y="2359469"/>
                  </a:lnTo>
                  <a:lnTo>
                    <a:pt x="298678" y="2187232"/>
                  </a:lnTo>
                  <a:close/>
                </a:path>
                <a:path w="1687195" h="2578734">
                  <a:moveTo>
                    <a:pt x="336346" y="1968500"/>
                  </a:moveTo>
                  <a:lnTo>
                    <a:pt x="64579" y="1968500"/>
                  </a:lnTo>
                  <a:lnTo>
                    <a:pt x="64579" y="2140750"/>
                  </a:lnTo>
                  <a:lnTo>
                    <a:pt x="336346" y="2140750"/>
                  </a:lnTo>
                  <a:lnTo>
                    <a:pt x="336346" y="1968500"/>
                  </a:lnTo>
                  <a:close/>
                </a:path>
                <a:path w="1687195" h="2578734">
                  <a:moveTo>
                    <a:pt x="390169" y="1749780"/>
                  </a:moveTo>
                  <a:lnTo>
                    <a:pt x="69964" y="1749780"/>
                  </a:lnTo>
                  <a:lnTo>
                    <a:pt x="69964" y="1922030"/>
                  </a:lnTo>
                  <a:lnTo>
                    <a:pt x="390169" y="1922030"/>
                  </a:lnTo>
                  <a:lnTo>
                    <a:pt x="390169" y="1749780"/>
                  </a:lnTo>
                  <a:close/>
                </a:path>
                <a:path w="1687195" h="2578734">
                  <a:moveTo>
                    <a:pt x="414388" y="1531061"/>
                  </a:moveTo>
                  <a:lnTo>
                    <a:pt x="64579" y="1531061"/>
                  </a:lnTo>
                  <a:lnTo>
                    <a:pt x="64579" y="1703298"/>
                  </a:lnTo>
                  <a:lnTo>
                    <a:pt x="414388" y="1703298"/>
                  </a:lnTo>
                  <a:lnTo>
                    <a:pt x="414388" y="1531061"/>
                  </a:lnTo>
                  <a:close/>
                </a:path>
                <a:path w="1687195" h="2578734">
                  <a:moveTo>
                    <a:pt x="522020" y="1312341"/>
                  </a:moveTo>
                  <a:lnTo>
                    <a:pt x="88798" y="1312341"/>
                  </a:lnTo>
                  <a:lnTo>
                    <a:pt x="88798" y="1484579"/>
                  </a:lnTo>
                  <a:lnTo>
                    <a:pt x="522020" y="1484579"/>
                  </a:lnTo>
                  <a:lnTo>
                    <a:pt x="522020" y="1312341"/>
                  </a:lnTo>
                  <a:close/>
                </a:path>
                <a:path w="1687195" h="2578734">
                  <a:moveTo>
                    <a:pt x="591972" y="874890"/>
                  </a:moveTo>
                  <a:lnTo>
                    <a:pt x="172212" y="874890"/>
                  </a:lnTo>
                  <a:lnTo>
                    <a:pt x="172212" y="1047140"/>
                  </a:lnTo>
                  <a:lnTo>
                    <a:pt x="591972" y="1047140"/>
                  </a:lnTo>
                  <a:lnTo>
                    <a:pt x="591972" y="874890"/>
                  </a:lnTo>
                  <a:close/>
                </a:path>
                <a:path w="1687195" h="2578734">
                  <a:moveTo>
                    <a:pt x="613498" y="1093609"/>
                  </a:moveTo>
                  <a:lnTo>
                    <a:pt x="75336" y="1093609"/>
                  </a:lnTo>
                  <a:lnTo>
                    <a:pt x="75336" y="1265859"/>
                  </a:lnTo>
                  <a:lnTo>
                    <a:pt x="613498" y="1265859"/>
                  </a:lnTo>
                  <a:lnTo>
                    <a:pt x="613498" y="1093609"/>
                  </a:lnTo>
                  <a:close/>
                </a:path>
                <a:path w="1687195" h="2578734">
                  <a:moveTo>
                    <a:pt x="635025" y="656170"/>
                  </a:moveTo>
                  <a:lnTo>
                    <a:pt x="150685" y="656170"/>
                  </a:lnTo>
                  <a:lnTo>
                    <a:pt x="150685" y="828421"/>
                  </a:lnTo>
                  <a:lnTo>
                    <a:pt x="635025" y="828421"/>
                  </a:lnTo>
                  <a:lnTo>
                    <a:pt x="635025" y="656170"/>
                  </a:lnTo>
                  <a:close/>
                </a:path>
                <a:path w="1687195" h="2578734">
                  <a:moveTo>
                    <a:pt x="686155" y="437451"/>
                  </a:moveTo>
                  <a:lnTo>
                    <a:pt x="123774" y="437451"/>
                  </a:lnTo>
                  <a:lnTo>
                    <a:pt x="123774" y="609688"/>
                  </a:lnTo>
                  <a:lnTo>
                    <a:pt x="686155" y="609688"/>
                  </a:lnTo>
                  <a:lnTo>
                    <a:pt x="686155" y="437451"/>
                  </a:lnTo>
                  <a:close/>
                </a:path>
                <a:path w="1687195" h="2578734">
                  <a:moveTo>
                    <a:pt x="780338" y="218732"/>
                  </a:moveTo>
                  <a:lnTo>
                    <a:pt x="96862" y="218732"/>
                  </a:lnTo>
                  <a:lnTo>
                    <a:pt x="96862" y="390969"/>
                  </a:lnTo>
                  <a:lnTo>
                    <a:pt x="780338" y="390969"/>
                  </a:lnTo>
                  <a:lnTo>
                    <a:pt x="780338" y="218732"/>
                  </a:lnTo>
                  <a:close/>
                </a:path>
                <a:path w="1687195" h="2578734">
                  <a:moveTo>
                    <a:pt x="1687144" y="0"/>
                  </a:moveTo>
                  <a:lnTo>
                    <a:pt x="425145" y="0"/>
                  </a:lnTo>
                  <a:lnTo>
                    <a:pt x="425145" y="172250"/>
                  </a:lnTo>
                  <a:lnTo>
                    <a:pt x="1687144" y="172250"/>
                  </a:lnTo>
                  <a:lnTo>
                    <a:pt x="1687144" y="0"/>
                  </a:lnTo>
                  <a:close/>
                </a:path>
              </a:pathLst>
            </a:custGeom>
            <a:solidFill>
              <a:srgbClr val="2FA6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364546" y="4021315"/>
              <a:ext cx="1485900" cy="2578735"/>
            </a:xfrm>
            <a:custGeom>
              <a:avLst/>
              <a:gdLst/>
              <a:ahLst/>
              <a:cxnLst/>
              <a:rect l="l" t="t" r="r" b="b"/>
              <a:pathLst>
                <a:path w="1485900" h="2578734">
                  <a:moveTo>
                    <a:pt x="2692" y="2405951"/>
                  </a:moveTo>
                  <a:lnTo>
                    <a:pt x="0" y="2405951"/>
                  </a:lnTo>
                  <a:lnTo>
                    <a:pt x="0" y="2578189"/>
                  </a:lnTo>
                  <a:lnTo>
                    <a:pt x="2692" y="2578189"/>
                  </a:lnTo>
                  <a:lnTo>
                    <a:pt x="2692" y="2405951"/>
                  </a:lnTo>
                  <a:close/>
                </a:path>
                <a:path w="1485900" h="2578734">
                  <a:moveTo>
                    <a:pt x="94183" y="2187232"/>
                  </a:moveTo>
                  <a:lnTo>
                    <a:pt x="91490" y="2187232"/>
                  </a:lnTo>
                  <a:lnTo>
                    <a:pt x="91490" y="2359469"/>
                  </a:lnTo>
                  <a:lnTo>
                    <a:pt x="94183" y="2359469"/>
                  </a:lnTo>
                  <a:lnTo>
                    <a:pt x="94183" y="2187232"/>
                  </a:lnTo>
                  <a:close/>
                </a:path>
                <a:path w="1485900" h="2578734">
                  <a:moveTo>
                    <a:pt x="131851" y="1968500"/>
                  </a:moveTo>
                  <a:lnTo>
                    <a:pt x="129159" y="1968500"/>
                  </a:lnTo>
                  <a:lnTo>
                    <a:pt x="129159" y="2140750"/>
                  </a:lnTo>
                  <a:lnTo>
                    <a:pt x="131851" y="2140750"/>
                  </a:lnTo>
                  <a:lnTo>
                    <a:pt x="131851" y="1968500"/>
                  </a:lnTo>
                  <a:close/>
                </a:path>
                <a:path w="1485900" h="2578734">
                  <a:moveTo>
                    <a:pt x="185674" y="1749780"/>
                  </a:moveTo>
                  <a:lnTo>
                    <a:pt x="182981" y="1749780"/>
                  </a:lnTo>
                  <a:lnTo>
                    <a:pt x="182981" y="1922030"/>
                  </a:lnTo>
                  <a:lnTo>
                    <a:pt x="185674" y="1922030"/>
                  </a:lnTo>
                  <a:lnTo>
                    <a:pt x="185674" y="1749780"/>
                  </a:lnTo>
                  <a:close/>
                </a:path>
                <a:path w="1485900" h="2578734">
                  <a:moveTo>
                    <a:pt x="209892" y="1531061"/>
                  </a:moveTo>
                  <a:lnTo>
                    <a:pt x="207200" y="1531061"/>
                  </a:lnTo>
                  <a:lnTo>
                    <a:pt x="207200" y="1703298"/>
                  </a:lnTo>
                  <a:lnTo>
                    <a:pt x="209892" y="1703298"/>
                  </a:lnTo>
                  <a:lnTo>
                    <a:pt x="209892" y="1531061"/>
                  </a:lnTo>
                  <a:close/>
                </a:path>
                <a:path w="1485900" h="2578734">
                  <a:moveTo>
                    <a:pt x="322897" y="1312341"/>
                  </a:moveTo>
                  <a:lnTo>
                    <a:pt x="314833" y="1312341"/>
                  </a:lnTo>
                  <a:lnTo>
                    <a:pt x="314833" y="1484579"/>
                  </a:lnTo>
                  <a:lnTo>
                    <a:pt x="322897" y="1484579"/>
                  </a:lnTo>
                  <a:lnTo>
                    <a:pt x="322897" y="1312341"/>
                  </a:lnTo>
                  <a:close/>
                </a:path>
                <a:path w="1485900" h="2578734">
                  <a:moveTo>
                    <a:pt x="387477" y="874890"/>
                  </a:moveTo>
                  <a:lnTo>
                    <a:pt x="384784" y="874890"/>
                  </a:lnTo>
                  <a:lnTo>
                    <a:pt x="384784" y="1047140"/>
                  </a:lnTo>
                  <a:lnTo>
                    <a:pt x="387477" y="1047140"/>
                  </a:lnTo>
                  <a:lnTo>
                    <a:pt x="387477" y="874890"/>
                  </a:lnTo>
                  <a:close/>
                </a:path>
                <a:path w="1485900" h="2578734">
                  <a:moveTo>
                    <a:pt x="409003" y="1093609"/>
                  </a:moveTo>
                  <a:lnTo>
                    <a:pt x="406311" y="1093609"/>
                  </a:lnTo>
                  <a:lnTo>
                    <a:pt x="406311" y="1265859"/>
                  </a:lnTo>
                  <a:lnTo>
                    <a:pt x="409003" y="1265859"/>
                  </a:lnTo>
                  <a:lnTo>
                    <a:pt x="409003" y="1093609"/>
                  </a:lnTo>
                  <a:close/>
                </a:path>
                <a:path w="1485900" h="2578734">
                  <a:moveTo>
                    <a:pt x="435914" y="656170"/>
                  </a:moveTo>
                  <a:lnTo>
                    <a:pt x="427837" y="656170"/>
                  </a:lnTo>
                  <a:lnTo>
                    <a:pt x="427837" y="828421"/>
                  </a:lnTo>
                  <a:lnTo>
                    <a:pt x="435914" y="828421"/>
                  </a:lnTo>
                  <a:lnTo>
                    <a:pt x="435914" y="656170"/>
                  </a:lnTo>
                  <a:close/>
                </a:path>
                <a:path w="1485900" h="2578734">
                  <a:moveTo>
                    <a:pt x="484352" y="437451"/>
                  </a:moveTo>
                  <a:lnTo>
                    <a:pt x="478967" y="437451"/>
                  </a:lnTo>
                  <a:lnTo>
                    <a:pt x="478967" y="609688"/>
                  </a:lnTo>
                  <a:lnTo>
                    <a:pt x="484352" y="609688"/>
                  </a:lnTo>
                  <a:lnTo>
                    <a:pt x="484352" y="437451"/>
                  </a:lnTo>
                  <a:close/>
                </a:path>
                <a:path w="1485900" h="2578734">
                  <a:moveTo>
                    <a:pt x="578523" y="218732"/>
                  </a:moveTo>
                  <a:lnTo>
                    <a:pt x="573151" y="218732"/>
                  </a:lnTo>
                  <a:lnTo>
                    <a:pt x="573151" y="390969"/>
                  </a:lnTo>
                  <a:lnTo>
                    <a:pt x="578523" y="390969"/>
                  </a:lnTo>
                  <a:lnTo>
                    <a:pt x="578523" y="218732"/>
                  </a:lnTo>
                  <a:close/>
                </a:path>
                <a:path w="1485900" h="2578734">
                  <a:moveTo>
                    <a:pt x="1485328" y="0"/>
                  </a:moveTo>
                  <a:lnTo>
                    <a:pt x="1479956" y="0"/>
                  </a:lnTo>
                  <a:lnTo>
                    <a:pt x="1479956" y="172250"/>
                  </a:lnTo>
                  <a:lnTo>
                    <a:pt x="1485328" y="172250"/>
                  </a:lnTo>
                  <a:lnTo>
                    <a:pt x="1485328" y="0"/>
                  </a:lnTo>
                  <a:close/>
                </a:path>
              </a:pathLst>
            </a:custGeom>
            <a:solidFill>
              <a:srgbClr val="F93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0367238" y="4021315"/>
              <a:ext cx="1725295" cy="2578735"/>
            </a:xfrm>
            <a:custGeom>
              <a:avLst/>
              <a:gdLst/>
              <a:ahLst/>
              <a:cxnLst/>
              <a:rect l="l" t="t" r="r" b="b"/>
              <a:pathLst>
                <a:path w="1725295" h="2578734">
                  <a:moveTo>
                    <a:pt x="32296" y="2405951"/>
                  </a:moveTo>
                  <a:lnTo>
                    <a:pt x="0" y="2405951"/>
                  </a:lnTo>
                  <a:lnTo>
                    <a:pt x="0" y="2578189"/>
                  </a:lnTo>
                  <a:lnTo>
                    <a:pt x="32296" y="2578189"/>
                  </a:lnTo>
                  <a:lnTo>
                    <a:pt x="32296" y="2405951"/>
                  </a:lnTo>
                  <a:close/>
                </a:path>
                <a:path w="1725295" h="2578734">
                  <a:moveTo>
                    <a:pt x="147993" y="2187232"/>
                  </a:moveTo>
                  <a:lnTo>
                    <a:pt x="91490" y="2187232"/>
                  </a:lnTo>
                  <a:lnTo>
                    <a:pt x="91490" y="2359469"/>
                  </a:lnTo>
                  <a:lnTo>
                    <a:pt x="147993" y="2359469"/>
                  </a:lnTo>
                  <a:lnTo>
                    <a:pt x="147993" y="2187232"/>
                  </a:lnTo>
                  <a:close/>
                </a:path>
                <a:path w="1725295" h="2578734">
                  <a:moveTo>
                    <a:pt x="207200" y="1968500"/>
                  </a:moveTo>
                  <a:lnTo>
                    <a:pt x="129159" y="1968500"/>
                  </a:lnTo>
                  <a:lnTo>
                    <a:pt x="129159" y="2140750"/>
                  </a:lnTo>
                  <a:lnTo>
                    <a:pt x="207200" y="2140750"/>
                  </a:lnTo>
                  <a:lnTo>
                    <a:pt x="207200" y="1968500"/>
                  </a:lnTo>
                  <a:close/>
                </a:path>
                <a:path w="1725295" h="2578734">
                  <a:moveTo>
                    <a:pt x="236791" y="1749780"/>
                  </a:moveTo>
                  <a:lnTo>
                    <a:pt x="182981" y="1749780"/>
                  </a:lnTo>
                  <a:lnTo>
                    <a:pt x="182981" y="1922030"/>
                  </a:lnTo>
                  <a:lnTo>
                    <a:pt x="236791" y="1922030"/>
                  </a:lnTo>
                  <a:lnTo>
                    <a:pt x="236791" y="1749780"/>
                  </a:lnTo>
                  <a:close/>
                </a:path>
                <a:path w="1725295" h="2578734">
                  <a:moveTo>
                    <a:pt x="250253" y="1531061"/>
                  </a:moveTo>
                  <a:lnTo>
                    <a:pt x="207200" y="1531061"/>
                  </a:lnTo>
                  <a:lnTo>
                    <a:pt x="207200" y="1703298"/>
                  </a:lnTo>
                  <a:lnTo>
                    <a:pt x="250253" y="1703298"/>
                  </a:lnTo>
                  <a:lnTo>
                    <a:pt x="250253" y="1531061"/>
                  </a:lnTo>
                  <a:close/>
                </a:path>
                <a:path w="1725295" h="2578734">
                  <a:moveTo>
                    <a:pt x="387477" y="1312341"/>
                  </a:moveTo>
                  <a:lnTo>
                    <a:pt x="320205" y="1312341"/>
                  </a:lnTo>
                  <a:lnTo>
                    <a:pt x="320205" y="1484579"/>
                  </a:lnTo>
                  <a:lnTo>
                    <a:pt x="387477" y="1484579"/>
                  </a:lnTo>
                  <a:lnTo>
                    <a:pt x="387477" y="1312341"/>
                  </a:lnTo>
                  <a:close/>
                </a:path>
                <a:path w="1725295" h="2578734">
                  <a:moveTo>
                    <a:pt x="481660" y="1093609"/>
                  </a:moveTo>
                  <a:lnTo>
                    <a:pt x="406311" y="1093609"/>
                  </a:lnTo>
                  <a:lnTo>
                    <a:pt x="406311" y="1265859"/>
                  </a:lnTo>
                  <a:lnTo>
                    <a:pt x="481660" y="1265859"/>
                  </a:lnTo>
                  <a:lnTo>
                    <a:pt x="481660" y="1093609"/>
                  </a:lnTo>
                  <a:close/>
                </a:path>
                <a:path w="1725295" h="2578734">
                  <a:moveTo>
                    <a:pt x="551624" y="874890"/>
                  </a:moveTo>
                  <a:lnTo>
                    <a:pt x="384784" y="874890"/>
                  </a:lnTo>
                  <a:lnTo>
                    <a:pt x="384784" y="1047140"/>
                  </a:lnTo>
                  <a:lnTo>
                    <a:pt x="551624" y="1047140"/>
                  </a:lnTo>
                  <a:lnTo>
                    <a:pt x="551624" y="874890"/>
                  </a:lnTo>
                  <a:close/>
                </a:path>
                <a:path w="1725295" h="2578734">
                  <a:moveTo>
                    <a:pt x="559689" y="656170"/>
                  </a:moveTo>
                  <a:lnTo>
                    <a:pt x="433222" y="656170"/>
                  </a:lnTo>
                  <a:lnTo>
                    <a:pt x="433222" y="828421"/>
                  </a:lnTo>
                  <a:lnTo>
                    <a:pt x="559689" y="828421"/>
                  </a:lnTo>
                  <a:lnTo>
                    <a:pt x="559689" y="656170"/>
                  </a:lnTo>
                  <a:close/>
                </a:path>
                <a:path w="1725295" h="2578734">
                  <a:moveTo>
                    <a:pt x="602742" y="437451"/>
                  </a:moveTo>
                  <a:lnTo>
                    <a:pt x="481660" y="437451"/>
                  </a:lnTo>
                  <a:lnTo>
                    <a:pt x="481660" y="609688"/>
                  </a:lnTo>
                  <a:lnTo>
                    <a:pt x="602742" y="609688"/>
                  </a:lnTo>
                  <a:lnTo>
                    <a:pt x="602742" y="437451"/>
                  </a:lnTo>
                  <a:close/>
                </a:path>
                <a:path w="1725295" h="2578734">
                  <a:moveTo>
                    <a:pt x="678091" y="218732"/>
                  </a:moveTo>
                  <a:lnTo>
                    <a:pt x="575830" y="218732"/>
                  </a:lnTo>
                  <a:lnTo>
                    <a:pt x="575830" y="390969"/>
                  </a:lnTo>
                  <a:lnTo>
                    <a:pt x="678091" y="390969"/>
                  </a:lnTo>
                  <a:lnTo>
                    <a:pt x="678091" y="218732"/>
                  </a:lnTo>
                  <a:close/>
                </a:path>
                <a:path w="1725295" h="2578734">
                  <a:moveTo>
                    <a:pt x="1724812" y="0"/>
                  </a:moveTo>
                  <a:lnTo>
                    <a:pt x="1482636" y="0"/>
                  </a:lnTo>
                  <a:lnTo>
                    <a:pt x="1482636" y="172250"/>
                  </a:lnTo>
                  <a:lnTo>
                    <a:pt x="1724812" y="172250"/>
                  </a:lnTo>
                  <a:lnTo>
                    <a:pt x="1724812" y="0"/>
                  </a:lnTo>
                  <a:close/>
                </a:path>
              </a:pathLst>
            </a:custGeom>
            <a:solidFill>
              <a:srgbClr val="A7B4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2" name="object 1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49459" y="3669537"/>
            <a:ext cx="95249" cy="95249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278109" y="3669537"/>
            <a:ext cx="95249" cy="95249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8959850" y="3305238"/>
            <a:ext cx="252349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70" dirty="0">
                <a:solidFill>
                  <a:srgbClr val="252423"/>
                </a:solidFill>
                <a:latin typeface="Tahoma"/>
                <a:cs typeface="Tahoma"/>
              </a:rPr>
              <a:t>Vs</a:t>
            </a: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Resilience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802640" algn="l"/>
                <a:tab pos="143256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BRS_Level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Balanced</a:t>
            </a:r>
            <a:r>
              <a:rPr sz="1000" spc="-3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wellbeing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135" name="object 1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25884" y="3669537"/>
            <a:ext cx="95249" cy="95249"/>
          </a:xfrm>
          <a:prstGeom prst="rect">
            <a:avLst/>
          </a:prstGeom>
        </p:spPr>
      </p:pic>
      <p:pic>
        <p:nvPicPr>
          <p:cNvPr id="136" name="object 1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973559" y="3669537"/>
            <a:ext cx="95249" cy="95249"/>
          </a:xfrm>
          <a:prstGeom prst="rect">
            <a:avLst/>
          </a:prstGeom>
        </p:spPr>
      </p:pic>
      <p:sp>
        <p:nvSpPr>
          <p:cNvPr id="137" name="object 137"/>
          <p:cNvSpPr txBox="1"/>
          <p:nvPr/>
        </p:nvSpPr>
        <p:spPr>
          <a:xfrm>
            <a:off x="11630867" y="3622706"/>
            <a:ext cx="6921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390" algn="l"/>
              </a:tabLst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High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Low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5500687" y="1138237"/>
            <a:ext cx="164782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46812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5511799" y="882650"/>
            <a:ext cx="2372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7064" algn="l"/>
              </a:tabLst>
            </a:pPr>
            <a:r>
              <a:rPr sz="1800" spc="-37" baseline="2314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r>
              <a:rPr sz="1800" baseline="2314" dirty="0">
                <a:solidFill>
                  <a:srgbClr val="252423"/>
                </a:solidFill>
                <a:latin typeface="Tahoma"/>
                <a:cs typeface="Tahoma"/>
              </a:rPr>
              <a:t>	</a:t>
            </a:r>
            <a:r>
              <a:rPr sz="1200" spc="-60" dirty="0">
                <a:solidFill>
                  <a:srgbClr val="252423"/>
                </a:solidFill>
                <a:latin typeface="Tahoma"/>
                <a:cs typeface="Tahoma"/>
              </a:rPr>
              <a:t>Gender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7405687" y="1147762"/>
            <a:ext cx="1790700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610995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550399" y="873125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539286" y="1138237"/>
            <a:ext cx="206692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88722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8721725" y="1571688"/>
            <a:ext cx="14109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Gender</a:t>
            </a:r>
            <a:r>
              <a:rPr sz="14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52423"/>
                </a:solidFill>
                <a:latin typeface="Tahoma"/>
                <a:cs typeface="Tahoma"/>
              </a:rPr>
              <a:t>Distribution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9120175" y="2272245"/>
            <a:ext cx="2914650" cy="706120"/>
          </a:xfrm>
          <a:custGeom>
            <a:avLst/>
            <a:gdLst/>
            <a:ahLst/>
            <a:cxnLst/>
            <a:rect l="l" t="t" r="r" b="b"/>
            <a:pathLst>
              <a:path w="2914650" h="706119">
                <a:moveTo>
                  <a:pt x="9525" y="699833"/>
                </a:moveTo>
                <a:lnTo>
                  <a:pt x="9067" y="698715"/>
                </a:lnTo>
                <a:lnTo>
                  <a:pt x="7200" y="696849"/>
                </a:lnTo>
                <a:lnTo>
                  <a:pt x="6083" y="696379"/>
                </a:lnTo>
                <a:lnTo>
                  <a:pt x="3454" y="696379"/>
                </a:lnTo>
                <a:lnTo>
                  <a:pt x="2336" y="696849"/>
                </a:lnTo>
                <a:lnTo>
                  <a:pt x="469" y="698715"/>
                </a:lnTo>
                <a:lnTo>
                  <a:pt x="0" y="699833"/>
                </a:lnTo>
                <a:lnTo>
                  <a:pt x="0" y="702462"/>
                </a:lnTo>
                <a:lnTo>
                  <a:pt x="469" y="703580"/>
                </a:lnTo>
                <a:lnTo>
                  <a:pt x="2336" y="705446"/>
                </a:lnTo>
                <a:lnTo>
                  <a:pt x="3454" y="705904"/>
                </a:lnTo>
                <a:lnTo>
                  <a:pt x="6083" y="705904"/>
                </a:lnTo>
                <a:lnTo>
                  <a:pt x="7200" y="705446"/>
                </a:lnTo>
                <a:lnTo>
                  <a:pt x="9067" y="703580"/>
                </a:lnTo>
                <a:lnTo>
                  <a:pt x="9525" y="702462"/>
                </a:lnTo>
                <a:lnTo>
                  <a:pt x="9525" y="699833"/>
                </a:lnTo>
                <a:close/>
              </a:path>
              <a:path w="2914650" h="706119">
                <a:moveTo>
                  <a:pt x="9525" y="3454"/>
                </a:moveTo>
                <a:lnTo>
                  <a:pt x="9067" y="2324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24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2914650" h="706119">
                <a:moveTo>
                  <a:pt x="57150" y="699833"/>
                </a:moveTo>
                <a:lnTo>
                  <a:pt x="56692" y="698715"/>
                </a:lnTo>
                <a:lnTo>
                  <a:pt x="54825" y="696849"/>
                </a:lnTo>
                <a:lnTo>
                  <a:pt x="53708" y="696379"/>
                </a:lnTo>
                <a:lnTo>
                  <a:pt x="51079" y="696379"/>
                </a:lnTo>
                <a:lnTo>
                  <a:pt x="49961" y="696849"/>
                </a:lnTo>
                <a:lnTo>
                  <a:pt x="48094" y="698715"/>
                </a:lnTo>
                <a:lnTo>
                  <a:pt x="47625" y="699833"/>
                </a:lnTo>
                <a:lnTo>
                  <a:pt x="47625" y="702462"/>
                </a:lnTo>
                <a:lnTo>
                  <a:pt x="48094" y="703580"/>
                </a:lnTo>
                <a:lnTo>
                  <a:pt x="49961" y="705446"/>
                </a:lnTo>
                <a:lnTo>
                  <a:pt x="51079" y="705904"/>
                </a:lnTo>
                <a:lnTo>
                  <a:pt x="53708" y="705904"/>
                </a:lnTo>
                <a:lnTo>
                  <a:pt x="54825" y="705446"/>
                </a:lnTo>
                <a:lnTo>
                  <a:pt x="56692" y="703580"/>
                </a:lnTo>
                <a:lnTo>
                  <a:pt x="57150" y="702462"/>
                </a:lnTo>
                <a:lnTo>
                  <a:pt x="57150" y="699833"/>
                </a:lnTo>
                <a:close/>
              </a:path>
              <a:path w="2914650" h="706119">
                <a:moveTo>
                  <a:pt x="57150" y="3454"/>
                </a:moveTo>
                <a:lnTo>
                  <a:pt x="56692" y="2324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24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2914650" h="706119">
                <a:moveTo>
                  <a:pt x="104775" y="699833"/>
                </a:moveTo>
                <a:lnTo>
                  <a:pt x="104317" y="698715"/>
                </a:lnTo>
                <a:lnTo>
                  <a:pt x="102450" y="696849"/>
                </a:lnTo>
                <a:lnTo>
                  <a:pt x="101333" y="696379"/>
                </a:lnTo>
                <a:lnTo>
                  <a:pt x="98704" y="696379"/>
                </a:lnTo>
                <a:lnTo>
                  <a:pt x="97586" y="696849"/>
                </a:lnTo>
                <a:lnTo>
                  <a:pt x="95719" y="698715"/>
                </a:lnTo>
                <a:lnTo>
                  <a:pt x="95250" y="699833"/>
                </a:lnTo>
                <a:lnTo>
                  <a:pt x="95250" y="702462"/>
                </a:lnTo>
                <a:lnTo>
                  <a:pt x="95719" y="703580"/>
                </a:lnTo>
                <a:lnTo>
                  <a:pt x="97586" y="705446"/>
                </a:lnTo>
                <a:lnTo>
                  <a:pt x="98704" y="705904"/>
                </a:lnTo>
                <a:lnTo>
                  <a:pt x="101333" y="705904"/>
                </a:lnTo>
                <a:lnTo>
                  <a:pt x="102450" y="705446"/>
                </a:lnTo>
                <a:lnTo>
                  <a:pt x="104317" y="703580"/>
                </a:lnTo>
                <a:lnTo>
                  <a:pt x="104775" y="702462"/>
                </a:lnTo>
                <a:lnTo>
                  <a:pt x="104775" y="699833"/>
                </a:lnTo>
                <a:close/>
              </a:path>
              <a:path w="2914650" h="706119">
                <a:moveTo>
                  <a:pt x="104775" y="3454"/>
                </a:moveTo>
                <a:lnTo>
                  <a:pt x="104317" y="2324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24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2914650" h="706119">
                <a:moveTo>
                  <a:pt x="152400" y="699833"/>
                </a:moveTo>
                <a:lnTo>
                  <a:pt x="151942" y="698715"/>
                </a:lnTo>
                <a:lnTo>
                  <a:pt x="150075" y="696849"/>
                </a:lnTo>
                <a:lnTo>
                  <a:pt x="148958" y="696379"/>
                </a:lnTo>
                <a:lnTo>
                  <a:pt x="146329" y="696379"/>
                </a:lnTo>
                <a:lnTo>
                  <a:pt x="145211" y="696849"/>
                </a:lnTo>
                <a:lnTo>
                  <a:pt x="143344" y="698715"/>
                </a:lnTo>
                <a:lnTo>
                  <a:pt x="142875" y="699833"/>
                </a:lnTo>
                <a:lnTo>
                  <a:pt x="142875" y="702462"/>
                </a:lnTo>
                <a:lnTo>
                  <a:pt x="143344" y="703580"/>
                </a:lnTo>
                <a:lnTo>
                  <a:pt x="145211" y="705446"/>
                </a:lnTo>
                <a:lnTo>
                  <a:pt x="146329" y="705904"/>
                </a:lnTo>
                <a:lnTo>
                  <a:pt x="148958" y="705904"/>
                </a:lnTo>
                <a:lnTo>
                  <a:pt x="150075" y="705446"/>
                </a:lnTo>
                <a:lnTo>
                  <a:pt x="151942" y="703580"/>
                </a:lnTo>
                <a:lnTo>
                  <a:pt x="152400" y="702462"/>
                </a:lnTo>
                <a:lnTo>
                  <a:pt x="152400" y="699833"/>
                </a:lnTo>
                <a:close/>
              </a:path>
              <a:path w="2914650" h="706119">
                <a:moveTo>
                  <a:pt x="152400" y="3454"/>
                </a:moveTo>
                <a:lnTo>
                  <a:pt x="151942" y="2324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24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2914650" h="706119">
                <a:moveTo>
                  <a:pt x="200025" y="699833"/>
                </a:moveTo>
                <a:lnTo>
                  <a:pt x="199567" y="698715"/>
                </a:lnTo>
                <a:lnTo>
                  <a:pt x="197700" y="696849"/>
                </a:lnTo>
                <a:lnTo>
                  <a:pt x="196583" y="696379"/>
                </a:lnTo>
                <a:lnTo>
                  <a:pt x="193954" y="696379"/>
                </a:lnTo>
                <a:lnTo>
                  <a:pt x="192836" y="696849"/>
                </a:lnTo>
                <a:lnTo>
                  <a:pt x="190969" y="698715"/>
                </a:lnTo>
                <a:lnTo>
                  <a:pt x="190500" y="699833"/>
                </a:lnTo>
                <a:lnTo>
                  <a:pt x="190500" y="702462"/>
                </a:lnTo>
                <a:lnTo>
                  <a:pt x="190969" y="703580"/>
                </a:lnTo>
                <a:lnTo>
                  <a:pt x="192836" y="705446"/>
                </a:lnTo>
                <a:lnTo>
                  <a:pt x="193954" y="705904"/>
                </a:lnTo>
                <a:lnTo>
                  <a:pt x="196583" y="705904"/>
                </a:lnTo>
                <a:lnTo>
                  <a:pt x="197700" y="705446"/>
                </a:lnTo>
                <a:lnTo>
                  <a:pt x="199567" y="703580"/>
                </a:lnTo>
                <a:lnTo>
                  <a:pt x="200025" y="702462"/>
                </a:lnTo>
                <a:lnTo>
                  <a:pt x="200025" y="699833"/>
                </a:lnTo>
                <a:close/>
              </a:path>
              <a:path w="2914650" h="706119">
                <a:moveTo>
                  <a:pt x="200025" y="3454"/>
                </a:moveTo>
                <a:lnTo>
                  <a:pt x="199567" y="2324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24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2914650" h="706119">
                <a:moveTo>
                  <a:pt x="247650" y="699833"/>
                </a:moveTo>
                <a:lnTo>
                  <a:pt x="247192" y="698715"/>
                </a:lnTo>
                <a:lnTo>
                  <a:pt x="245325" y="696849"/>
                </a:lnTo>
                <a:lnTo>
                  <a:pt x="244208" y="696379"/>
                </a:lnTo>
                <a:lnTo>
                  <a:pt x="241579" y="696379"/>
                </a:lnTo>
                <a:lnTo>
                  <a:pt x="240461" y="696849"/>
                </a:lnTo>
                <a:lnTo>
                  <a:pt x="238594" y="698715"/>
                </a:lnTo>
                <a:lnTo>
                  <a:pt x="238125" y="699833"/>
                </a:lnTo>
                <a:lnTo>
                  <a:pt x="238125" y="702462"/>
                </a:lnTo>
                <a:lnTo>
                  <a:pt x="238594" y="703580"/>
                </a:lnTo>
                <a:lnTo>
                  <a:pt x="240461" y="705446"/>
                </a:lnTo>
                <a:lnTo>
                  <a:pt x="241579" y="705904"/>
                </a:lnTo>
                <a:lnTo>
                  <a:pt x="244208" y="705904"/>
                </a:lnTo>
                <a:lnTo>
                  <a:pt x="245325" y="705446"/>
                </a:lnTo>
                <a:lnTo>
                  <a:pt x="247192" y="703580"/>
                </a:lnTo>
                <a:lnTo>
                  <a:pt x="247650" y="702462"/>
                </a:lnTo>
                <a:lnTo>
                  <a:pt x="247650" y="699833"/>
                </a:lnTo>
                <a:close/>
              </a:path>
              <a:path w="2914650" h="706119">
                <a:moveTo>
                  <a:pt x="247650" y="3454"/>
                </a:moveTo>
                <a:lnTo>
                  <a:pt x="247192" y="2324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24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2914650" h="706119">
                <a:moveTo>
                  <a:pt x="295275" y="699833"/>
                </a:moveTo>
                <a:lnTo>
                  <a:pt x="294817" y="698715"/>
                </a:lnTo>
                <a:lnTo>
                  <a:pt x="292950" y="696849"/>
                </a:lnTo>
                <a:lnTo>
                  <a:pt x="291833" y="696379"/>
                </a:lnTo>
                <a:lnTo>
                  <a:pt x="289204" y="696379"/>
                </a:lnTo>
                <a:lnTo>
                  <a:pt x="288086" y="696849"/>
                </a:lnTo>
                <a:lnTo>
                  <a:pt x="286219" y="698715"/>
                </a:lnTo>
                <a:lnTo>
                  <a:pt x="285750" y="699833"/>
                </a:lnTo>
                <a:lnTo>
                  <a:pt x="285750" y="702462"/>
                </a:lnTo>
                <a:lnTo>
                  <a:pt x="286219" y="703580"/>
                </a:lnTo>
                <a:lnTo>
                  <a:pt x="288086" y="705446"/>
                </a:lnTo>
                <a:lnTo>
                  <a:pt x="289204" y="705904"/>
                </a:lnTo>
                <a:lnTo>
                  <a:pt x="291833" y="705904"/>
                </a:lnTo>
                <a:lnTo>
                  <a:pt x="292950" y="705446"/>
                </a:lnTo>
                <a:lnTo>
                  <a:pt x="294817" y="703580"/>
                </a:lnTo>
                <a:lnTo>
                  <a:pt x="295275" y="702462"/>
                </a:lnTo>
                <a:lnTo>
                  <a:pt x="295275" y="699833"/>
                </a:lnTo>
                <a:close/>
              </a:path>
              <a:path w="2914650" h="706119">
                <a:moveTo>
                  <a:pt x="295275" y="3454"/>
                </a:moveTo>
                <a:lnTo>
                  <a:pt x="294817" y="2324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24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2914650" h="706119">
                <a:moveTo>
                  <a:pt x="342900" y="699833"/>
                </a:moveTo>
                <a:lnTo>
                  <a:pt x="342442" y="698715"/>
                </a:lnTo>
                <a:lnTo>
                  <a:pt x="340575" y="696849"/>
                </a:lnTo>
                <a:lnTo>
                  <a:pt x="339458" y="696379"/>
                </a:lnTo>
                <a:lnTo>
                  <a:pt x="336829" y="696379"/>
                </a:lnTo>
                <a:lnTo>
                  <a:pt x="335711" y="696849"/>
                </a:lnTo>
                <a:lnTo>
                  <a:pt x="333844" y="698715"/>
                </a:lnTo>
                <a:lnTo>
                  <a:pt x="333375" y="699833"/>
                </a:lnTo>
                <a:lnTo>
                  <a:pt x="333375" y="702462"/>
                </a:lnTo>
                <a:lnTo>
                  <a:pt x="333844" y="703580"/>
                </a:lnTo>
                <a:lnTo>
                  <a:pt x="335711" y="705446"/>
                </a:lnTo>
                <a:lnTo>
                  <a:pt x="336829" y="705904"/>
                </a:lnTo>
                <a:lnTo>
                  <a:pt x="339458" y="705904"/>
                </a:lnTo>
                <a:lnTo>
                  <a:pt x="340575" y="705446"/>
                </a:lnTo>
                <a:lnTo>
                  <a:pt x="342442" y="703580"/>
                </a:lnTo>
                <a:lnTo>
                  <a:pt x="342900" y="702462"/>
                </a:lnTo>
                <a:lnTo>
                  <a:pt x="342900" y="699833"/>
                </a:lnTo>
                <a:close/>
              </a:path>
              <a:path w="2914650" h="706119">
                <a:moveTo>
                  <a:pt x="342900" y="3454"/>
                </a:moveTo>
                <a:lnTo>
                  <a:pt x="342442" y="2324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24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2914650" h="706119">
                <a:moveTo>
                  <a:pt x="390525" y="699833"/>
                </a:moveTo>
                <a:lnTo>
                  <a:pt x="390067" y="698715"/>
                </a:lnTo>
                <a:lnTo>
                  <a:pt x="388200" y="696849"/>
                </a:lnTo>
                <a:lnTo>
                  <a:pt x="387083" y="696379"/>
                </a:lnTo>
                <a:lnTo>
                  <a:pt x="384454" y="696379"/>
                </a:lnTo>
                <a:lnTo>
                  <a:pt x="383336" y="696849"/>
                </a:lnTo>
                <a:lnTo>
                  <a:pt x="381469" y="698715"/>
                </a:lnTo>
                <a:lnTo>
                  <a:pt x="381000" y="699833"/>
                </a:lnTo>
                <a:lnTo>
                  <a:pt x="381000" y="702462"/>
                </a:lnTo>
                <a:lnTo>
                  <a:pt x="381469" y="703580"/>
                </a:lnTo>
                <a:lnTo>
                  <a:pt x="383336" y="705446"/>
                </a:lnTo>
                <a:lnTo>
                  <a:pt x="384454" y="705904"/>
                </a:lnTo>
                <a:lnTo>
                  <a:pt x="387083" y="705904"/>
                </a:lnTo>
                <a:lnTo>
                  <a:pt x="388200" y="705446"/>
                </a:lnTo>
                <a:lnTo>
                  <a:pt x="390067" y="703580"/>
                </a:lnTo>
                <a:lnTo>
                  <a:pt x="390525" y="702462"/>
                </a:lnTo>
                <a:lnTo>
                  <a:pt x="390525" y="699833"/>
                </a:lnTo>
                <a:close/>
              </a:path>
              <a:path w="2914650" h="706119">
                <a:moveTo>
                  <a:pt x="390525" y="3454"/>
                </a:moveTo>
                <a:lnTo>
                  <a:pt x="390067" y="2324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24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2914650" h="706119">
                <a:moveTo>
                  <a:pt x="438150" y="699833"/>
                </a:moveTo>
                <a:lnTo>
                  <a:pt x="437692" y="698715"/>
                </a:lnTo>
                <a:lnTo>
                  <a:pt x="435825" y="696849"/>
                </a:lnTo>
                <a:lnTo>
                  <a:pt x="434708" y="696379"/>
                </a:lnTo>
                <a:lnTo>
                  <a:pt x="432079" y="696379"/>
                </a:lnTo>
                <a:lnTo>
                  <a:pt x="430961" y="696849"/>
                </a:lnTo>
                <a:lnTo>
                  <a:pt x="429094" y="698715"/>
                </a:lnTo>
                <a:lnTo>
                  <a:pt x="428625" y="699833"/>
                </a:lnTo>
                <a:lnTo>
                  <a:pt x="428625" y="702462"/>
                </a:lnTo>
                <a:lnTo>
                  <a:pt x="429094" y="703580"/>
                </a:lnTo>
                <a:lnTo>
                  <a:pt x="430961" y="705446"/>
                </a:lnTo>
                <a:lnTo>
                  <a:pt x="432079" y="705904"/>
                </a:lnTo>
                <a:lnTo>
                  <a:pt x="434708" y="705904"/>
                </a:lnTo>
                <a:lnTo>
                  <a:pt x="435825" y="705446"/>
                </a:lnTo>
                <a:lnTo>
                  <a:pt x="437692" y="703580"/>
                </a:lnTo>
                <a:lnTo>
                  <a:pt x="438150" y="702462"/>
                </a:lnTo>
                <a:lnTo>
                  <a:pt x="438150" y="699833"/>
                </a:lnTo>
                <a:close/>
              </a:path>
              <a:path w="2914650" h="706119">
                <a:moveTo>
                  <a:pt x="438150" y="3454"/>
                </a:moveTo>
                <a:lnTo>
                  <a:pt x="437692" y="2324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24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2914650" h="706119">
                <a:moveTo>
                  <a:pt x="485775" y="699833"/>
                </a:moveTo>
                <a:lnTo>
                  <a:pt x="485317" y="698715"/>
                </a:lnTo>
                <a:lnTo>
                  <a:pt x="483450" y="696849"/>
                </a:lnTo>
                <a:lnTo>
                  <a:pt x="482333" y="696379"/>
                </a:lnTo>
                <a:lnTo>
                  <a:pt x="479704" y="696379"/>
                </a:lnTo>
                <a:lnTo>
                  <a:pt x="478586" y="696849"/>
                </a:lnTo>
                <a:lnTo>
                  <a:pt x="476719" y="698715"/>
                </a:lnTo>
                <a:lnTo>
                  <a:pt x="476250" y="699833"/>
                </a:lnTo>
                <a:lnTo>
                  <a:pt x="476250" y="702462"/>
                </a:lnTo>
                <a:lnTo>
                  <a:pt x="476719" y="703580"/>
                </a:lnTo>
                <a:lnTo>
                  <a:pt x="478586" y="705446"/>
                </a:lnTo>
                <a:lnTo>
                  <a:pt x="479704" y="705904"/>
                </a:lnTo>
                <a:lnTo>
                  <a:pt x="482333" y="705904"/>
                </a:lnTo>
                <a:lnTo>
                  <a:pt x="483450" y="705446"/>
                </a:lnTo>
                <a:lnTo>
                  <a:pt x="485317" y="703580"/>
                </a:lnTo>
                <a:lnTo>
                  <a:pt x="485775" y="702462"/>
                </a:lnTo>
                <a:lnTo>
                  <a:pt x="485775" y="699833"/>
                </a:lnTo>
                <a:close/>
              </a:path>
              <a:path w="2914650" h="706119">
                <a:moveTo>
                  <a:pt x="485775" y="3454"/>
                </a:moveTo>
                <a:lnTo>
                  <a:pt x="485317" y="2324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24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2914650" h="706119">
                <a:moveTo>
                  <a:pt x="533400" y="699833"/>
                </a:moveTo>
                <a:lnTo>
                  <a:pt x="532942" y="698715"/>
                </a:lnTo>
                <a:lnTo>
                  <a:pt x="531075" y="696849"/>
                </a:lnTo>
                <a:lnTo>
                  <a:pt x="529958" y="696379"/>
                </a:lnTo>
                <a:lnTo>
                  <a:pt x="527329" y="696379"/>
                </a:lnTo>
                <a:lnTo>
                  <a:pt x="526211" y="696849"/>
                </a:lnTo>
                <a:lnTo>
                  <a:pt x="524344" y="698715"/>
                </a:lnTo>
                <a:lnTo>
                  <a:pt x="523875" y="699833"/>
                </a:lnTo>
                <a:lnTo>
                  <a:pt x="523875" y="702462"/>
                </a:lnTo>
                <a:lnTo>
                  <a:pt x="524344" y="703580"/>
                </a:lnTo>
                <a:lnTo>
                  <a:pt x="526211" y="705446"/>
                </a:lnTo>
                <a:lnTo>
                  <a:pt x="527329" y="705904"/>
                </a:lnTo>
                <a:lnTo>
                  <a:pt x="529958" y="705904"/>
                </a:lnTo>
                <a:lnTo>
                  <a:pt x="531075" y="705446"/>
                </a:lnTo>
                <a:lnTo>
                  <a:pt x="532942" y="703580"/>
                </a:lnTo>
                <a:lnTo>
                  <a:pt x="533400" y="702462"/>
                </a:lnTo>
                <a:lnTo>
                  <a:pt x="533400" y="699833"/>
                </a:lnTo>
                <a:close/>
              </a:path>
              <a:path w="2914650" h="706119">
                <a:moveTo>
                  <a:pt x="533400" y="3454"/>
                </a:moveTo>
                <a:lnTo>
                  <a:pt x="532942" y="2324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24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2914650" h="706119">
                <a:moveTo>
                  <a:pt x="581025" y="699833"/>
                </a:moveTo>
                <a:lnTo>
                  <a:pt x="580567" y="698715"/>
                </a:lnTo>
                <a:lnTo>
                  <a:pt x="578700" y="696849"/>
                </a:lnTo>
                <a:lnTo>
                  <a:pt x="577583" y="696379"/>
                </a:lnTo>
                <a:lnTo>
                  <a:pt x="574954" y="696379"/>
                </a:lnTo>
                <a:lnTo>
                  <a:pt x="573836" y="696849"/>
                </a:lnTo>
                <a:lnTo>
                  <a:pt x="571969" y="698715"/>
                </a:lnTo>
                <a:lnTo>
                  <a:pt x="571500" y="699833"/>
                </a:lnTo>
                <a:lnTo>
                  <a:pt x="571500" y="702462"/>
                </a:lnTo>
                <a:lnTo>
                  <a:pt x="571969" y="703580"/>
                </a:lnTo>
                <a:lnTo>
                  <a:pt x="573836" y="705446"/>
                </a:lnTo>
                <a:lnTo>
                  <a:pt x="574954" y="705904"/>
                </a:lnTo>
                <a:lnTo>
                  <a:pt x="577583" y="705904"/>
                </a:lnTo>
                <a:lnTo>
                  <a:pt x="578700" y="705446"/>
                </a:lnTo>
                <a:lnTo>
                  <a:pt x="580567" y="703580"/>
                </a:lnTo>
                <a:lnTo>
                  <a:pt x="581025" y="702462"/>
                </a:lnTo>
                <a:lnTo>
                  <a:pt x="581025" y="699833"/>
                </a:lnTo>
                <a:close/>
              </a:path>
              <a:path w="2914650" h="706119">
                <a:moveTo>
                  <a:pt x="581025" y="3454"/>
                </a:moveTo>
                <a:lnTo>
                  <a:pt x="580567" y="2324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24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2914650" h="706119">
                <a:moveTo>
                  <a:pt x="628650" y="699833"/>
                </a:moveTo>
                <a:lnTo>
                  <a:pt x="628192" y="698715"/>
                </a:lnTo>
                <a:lnTo>
                  <a:pt x="626325" y="696849"/>
                </a:lnTo>
                <a:lnTo>
                  <a:pt x="625208" y="696379"/>
                </a:lnTo>
                <a:lnTo>
                  <a:pt x="622579" y="696379"/>
                </a:lnTo>
                <a:lnTo>
                  <a:pt x="621461" y="696849"/>
                </a:lnTo>
                <a:lnTo>
                  <a:pt x="619594" y="698715"/>
                </a:lnTo>
                <a:lnTo>
                  <a:pt x="619125" y="699833"/>
                </a:lnTo>
                <a:lnTo>
                  <a:pt x="619125" y="702462"/>
                </a:lnTo>
                <a:lnTo>
                  <a:pt x="619594" y="703580"/>
                </a:lnTo>
                <a:lnTo>
                  <a:pt x="621461" y="705446"/>
                </a:lnTo>
                <a:lnTo>
                  <a:pt x="622579" y="705904"/>
                </a:lnTo>
                <a:lnTo>
                  <a:pt x="625208" y="705904"/>
                </a:lnTo>
                <a:lnTo>
                  <a:pt x="626325" y="705446"/>
                </a:lnTo>
                <a:lnTo>
                  <a:pt x="628192" y="703580"/>
                </a:lnTo>
                <a:lnTo>
                  <a:pt x="628650" y="702462"/>
                </a:lnTo>
                <a:lnTo>
                  <a:pt x="628650" y="699833"/>
                </a:lnTo>
                <a:close/>
              </a:path>
              <a:path w="2914650" h="706119">
                <a:moveTo>
                  <a:pt x="628650" y="3454"/>
                </a:moveTo>
                <a:lnTo>
                  <a:pt x="628192" y="2324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24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2914650" h="706119">
                <a:moveTo>
                  <a:pt x="676275" y="699833"/>
                </a:moveTo>
                <a:lnTo>
                  <a:pt x="675817" y="698715"/>
                </a:lnTo>
                <a:lnTo>
                  <a:pt x="673950" y="696849"/>
                </a:lnTo>
                <a:lnTo>
                  <a:pt x="672833" y="696379"/>
                </a:lnTo>
                <a:lnTo>
                  <a:pt x="670204" y="696379"/>
                </a:lnTo>
                <a:lnTo>
                  <a:pt x="669086" y="696849"/>
                </a:lnTo>
                <a:lnTo>
                  <a:pt x="667219" y="698715"/>
                </a:lnTo>
                <a:lnTo>
                  <a:pt x="666750" y="699833"/>
                </a:lnTo>
                <a:lnTo>
                  <a:pt x="666750" y="702462"/>
                </a:lnTo>
                <a:lnTo>
                  <a:pt x="667219" y="703580"/>
                </a:lnTo>
                <a:lnTo>
                  <a:pt x="669086" y="705446"/>
                </a:lnTo>
                <a:lnTo>
                  <a:pt x="670204" y="705904"/>
                </a:lnTo>
                <a:lnTo>
                  <a:pt x="672833" y="705904"/>
                </a:lnTo>
                <a:lnTo>
                  <a:pt x="673950" y="705446"/>
                </a:lnTo>
                <a:lnTo>
                  <a:pt x="675817" y="703580"/>
                </a:lnTo>
                <a:lnTo>
                  <a:pt x="676275" y="702462"/>
                </a:lnTo>
                <a:lnTo>
                  <a:pt x="676275" y="699833"/>
                </a:lnTo>
                <a:close/>
              </a:path>
              <a:path w="2914650" h="706119">
                <a:moveTo>
                  <a:pt x="676275" y="3454"/>
                </a:moveTo>
                <a:lnTo>
                  <a:pt x="675817" y="2324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24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2914650" h="706119">
                <a:moveTo>
                  <a:pt x="723900" y="699833"/>
                </a:moveTo>
                <a:lnTo>
                  <a:pt x="723442" y="698715"/>
                </a:lnTo>
                <a:lnTo>
                  <a:pt x="721575" y="696849"/>
                </a:lnTo>
                <a:lnTo>
                  <a:pt x="720458" y="696379"/>
                </a:lnTo>
                <a:lnTo>
                  <a:pt x="717829" y="696379"/>
                </a:lnTo>
                <a:lnTo>
                  <a:pt x="716711" y="696849"/>
                </a:lnTo>
                <a:lnTo>
                  <a:pt x="714844" y="698715"/>
                </a:lnTo>
                <a:lnTo>
                  <a:pt x="714375" y="699833"/>
                </a:lnTo>
                <a:lnTo>
                  <a:pt x="714375" y="702462"/>
                </a:lnTo>
                <a:lnTo>
                  <a:pt x="714844" y="703580"/>
                </a:lnTo>
                <a:lnTo>
                  <a:pt x="716711" y="705446"/>
                </a:lnTo>
                <a:lnTo>
                  <a:pt x="717829" y="705904"/>
                </a:lnTo>
                <a:lnTo>
                  <a:pt x="720458" y="705904"/>
                </a:lnTo>
                <a:lnTo>
                  <a:pt x="721575" y="705446"/>
                </a:lnTo>
                <a:lnTo>
                  <a:pt x="723442" y="703580"/>
                </a:lnTo>
                <a:lnTo>
                  <a:pt x="723900" y="702462"/>
                </a:lnTo>
                <a:lnTo>
                  <a:pt x="723900" y="699833"/>
                </a:lnTo>
                <a:close/>
              </a:path>
              <a:path w="2914650" h="706119">
                <a:moveTo>
                  <a:pt x="723900" y="3454"/>
                </a:moveTo>
                <a:lnTo>
                  <a:pt x="723442" y="2324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24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2914650" h="706119">
                <a:moveTo>
                  <a:pt x="771525" y="699833"/>
                </a:moveTo>
                <a:lnTo>
                  <a:pt x="771067" y="698715"/>
                </a:lnTo>
                <a:lnTo>
                  <a:pt x="769200" y="696849"/>
                </a:lnTo>
                <a:lnTo>
                  <a:pt x="768083" y="696379"/>
                </a:lnTo>
                <a:lnTo>
                  <a:pt x="765454" y="696379"/>
                </a:lnTo>
                <a:lnTo>
                  <a:pt x="764336" y="696849"/>
                </a:lnTo>
                <a:lnTo>
                  <a:pt x="762469" y="698715"/>
                </a:lnTo>
                <a:lnTo>
                  <a:pt x="762000" y="699833"/>
                </a:lnTo>
                <a:lnTo>
                  <a:pt x="762000" y="702462"/>
                </a:lnTo>
                <a:lnTo>
                  <a:pt x="762469" y="703580"/>
                </a:lnTo>
                <a:lnTo>
                  <a:pt x="764336" y="705446"/>
                </a:lnTo>
                <a:lnTo>
                  <a:pt x="765454" y="705904"/>
                </a:lnTo>
                <a:lnTo>
                  <a:pt x="768083" y="705904"/>
                </a:lnTo>
                <a:lnTo>
                  <a:pt x="769200" y="705446"/>
                </a:lnTo>
                <a:lnTo>
                  <a:pt x="771067" y="703580"/>
                </a:lnTo>
                <a:lnTo>
                  <a:pt x="771525" y="702462"/>
                </a:lnTo>
                <a:lnTo>
                  <a:pt x="771525" y="699833"/>
                </a:lnTo>
                <a:close/>
              </a:path>
              <a:path w="2914650" h="706119">
                <a:moveTo>
                  <a:pt x="771525" y="3454"/>
                </a:moveTo>
                <a:lnTo>
                  <a:pt x="771067" y="2324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24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2914650" h="706119">
                <a:moveTo>
                  <a:pt x="819150" y="699833"/>
                </a:moveTo>
                <a:lnTo>
                  <a:pt x="818692" y="698715"/>
                </a:lnTo>
                <a:lnTo>
                  <a:pt x="816825" y="696849"/>
                </a:lnTo>
                <a:lnTo>
                  <a:pt x="815708" y="696379"/>
                </a:lnTo>
                <a:lnTo>
                  <a:pt x="813079" y="696379"/>
                </a:lnTo>
                <a:lnTo>
                  <a:pt x="811961" y="696849"/>
                </a:lnTo>
                <a:lnTo>
                  <a:pt x="810094" y="698715"/>
                </a:lnTo>
                <a:lnTo>
                  <a:pt x="809625" y="699833"/>
                </a:lnTo>
                <a:lnTo>
                  <a:pt x="809625" y="702462"/>
                </a:lnTo>
                <a:lnTo>
                  <a:pt x="810094" y="703580"/>
                </a:lnTo>
                <a:lnTo>
                  <a:pt x="811961" y="705446"/>
                </a:lnTo>
                <a:lnTo>
                  <a:pt x="813079" y="705904"/>
                </a:lnTo>
                <a:lnTo>
                  <a:pt x="815708" y="705904"/>
                </a:lnTo>
                <a:lnTo>
                  <a:pt x="816825" y="705446"/>
                </a:lnTo>
                <a:lnTo>
                  <a:pt x="818692" y="703580"/>
                </a:lnTo>
                <a:lnTo>
                  <a:pt x="819150" y="702462"/>
                </a:lnTo>
                <a:lnTo>
                  <a:pt x="819150" y="699833"/>
                </a:lnTo>
                <a:close/>
              </a:path>
              <a:path w="2914650" h="706119">
                <a:moveTo>
                  <a:pt x="819150" y="3454"/>
                </a:moveTo>
                <a:lnTo>
                  <a:pt x="818692" y="2324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24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2914650" h="706119">
                <a:moveTo>
                  <a:pt x="866775" y="699833"/>
                </a:moveTo>
                <a:lnTo>
                  <a:pt x="866317" y="698715"/>
                </a:lnTo>
                <a:lnTo>
                  <a:pt x="864450" y="696849"/>
                </a:lnTo>
                <a:lnTo>
                  <a:pt x="863333" y="696379"/>
                </a:lnTo>
                <a:lnTo>
                  <a:pt x="860704" y="696379"/>
                </a:lnTo>
                <a:lnTo>
                  <a:pt x="859586" y="696849"/>
                </a:lnTo>
                <a:lnTo>
                  <a:pt x="857719" y="698715"/>
                </a:lnTo>
                <a:lnTo>
                  <a:pt x="857250" y="699833"/>
                </a:lnTo>
                <a:lnTo>
                  <a:pt x="857250" y="702462"/>
                </a:lnTo>
                <a:lnTo>
                  <a:pt x="857719" y="703580"/>
                </a:lnTo>
                <a:lnTo>
                  <a:pt x="859586" y="705446"/>
                </a:lnTo>
                <a:lnTo>
                  <a:pt x="860704" y="705904"/>
                </a:lnTo>
                <a:lnTo>
                  <a:pt x="863333" y="705904"/>
                </a:lnTo>
                <a:lnTo>
                  <a:pt x="864450" y="705446"/>
                </a:lnTo>
                <a:lnTo>
                  <a:pt x="866317" y="703580"/>
                </a:lnTo>
                <a:lnTo>
                  <a:pt x="866775" y="702462"/>
                </a:lnTo>
                <a:lnTo>
                  <a:pt x="866775" y="699833"/>
                </a:lnTo>
                <a:close/>
              </a:path>
              <a:path w="2914650" h="706119">
                <a:moveTo>
                  <a:pt x="866775" y="3454"/>
                </a:moveTo>
                <a:lnTo>
                  <a:pt x="866317" y="2324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24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2914650" h="706119">
                <a:moveTo>
                  <a:pt x="914400" y="699833"/>
                </a:moveTo>
                <a:lnTo>
                  <a:pt x="913942" y="698715"/>
                </a:lnTo>
                <a:lnTo>
                  <a:pt x="912075" y="696849"/>
                </a:lnTo>
                <a:lnTo>
                  <a:pt x="910958" y="696379"/>
                </a:lnTo>
                <a:lnTo>
                  <a:pt x="908329" y="696379"/>
                </a:lnTo>
                <a:lnTo>
                  <a:pt x="907211" y="696849"/>
                </a:lnTo>
                <a:lnTo>
                  <a:pt x="905344" y="698715"/>
                </a:lnTo>
                <a:lnTo>
                  <a:pt x="904875" y="699833"/>
                </a:lnTo>
                <a:lnTo>
                  <a:pt x="904875" y="702462"/>
                </a:lnTo>
                <a:lnTo>
                  <a:pt x="905344" y="703580"/>
                </a:lnTo>
                <a:lnTo>
                  <a:pt x="907211" y="705446"/>
                </a:lnTo>
                <a:lnTo>
                  <a:pt x="908329" y="705904"/>
                </a:lnTo>
                <a:lnTo>
                  <a:pt x="910958" y="705904"/>
                </a:lnTo>
                <a:lnTo>
                  <a:pt x="912075" y="705446"/>
                </a:lnTo>
                <a:lnTo>
                  <a:pt x="913942" y="703580"/>
                </a:lnTo>
                <a:lnTo>
                  <a:pt x="914400" y="702462"/>
                </a:lnTo>
                <a:lnTo>
                  <a:pt x="914400" y="699833"/>
                </a:lnTo>
                <a:close/>
              </a:path>
              <a:path w="2914650" h="706119">
                <a:moveTo>
                  <a:pt x="914400" y="3454"/>
                </a:moveTo>
                <a:lnTo>
                  <a:pt x="913942" y="2324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24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2914650" h="706119">
                <a:moveTo>
                  <a:pt x="962025" y="699833"/>
                </a:moveTo>
                <a:lnTo>
                  <a:pt x="961567" y="698715"/>
                </a:lnTo>
                <a:lnTo>
                  <a:pt x="959700" y="696849"/>
                </a:lnTo>
                <a:lnTo>
                  <a:pt x="958583" y="696379"/>
                </a:lnTo>
                <a:lnTo>
                  <a:pt x="955954" y="696379"/>
                </a:lnTo>
                <a:lnTo>
                  <a:pt x="954836" y="696849"/>
                </a:lnTo>
                <a:lnTo>
                  <a:pt x="952969" y="698715"/>
                </a:lnTo>
                <a:lnTo>
                  <a:pt x="952500" y="699833"/>
                </a:lnTo>
                <a:lnTo>
                  <a:pt x="952500" y="702462"/>
                </a:lnTo>
                <a:lnTo>
                  <a:pt x="952969" y="703580"/>
                </a:lnTo>
                <a:lnTo>
                  <a:pt x="954836" y="705446"/>
                </a:lnTo>
                <a:lnTo>
                  <a:pt x="955954" y="705904"/>
                </a:lnTo>
                <a:lnTo>
                  <a:pt x="958583" y="705904"/>
                </a:lnTo>
                <a:lnTo>
                  <a:pt x="959700" y="705446"/>
                </a:lnTo>
                <a:lnTo>
                  <a:pt x="961567" y="703580"/>
                </a:lnTo>
                <a:lnTo>
                  <a:pt x="962025" y="702462"/>
                </a:lnTo>
                <a:lnTo>
                  <a:pt x="962025" y="699833"/>
                </a:lnTo>
                <a:close/>
              </a:path>
              <a:path w="2914650" h="706119">
                <a:moveTo>
                  <a:pt x="962025" y="3454"/>
                </a:moveTo>
                <a:lnTo>
                  <a:pt x="961567" y="2324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24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2914650" h="706119">
                <a:moveTo>
                  <a:pt x="1009650" y="699833"/>
                </a:moveTo>
                <a:lnTo>
                  <a:pt x="1009192" y="698715"/>
                </a:lnTo>
                <a:lnTo>
                  <a:pt x="1007325" y="696849"/>
                </a:lnTo>
                <a:lnTo>
                  <a:pt x="1006208" y="696379"/>
                </a:lnTo>
                <a:lnTo>
                  <a:pt x="1003579" y="696379"/>
                </a:lnTo>
                <a:lnTo>
                  <a:pt x="1002461" y="696849"/>
                </a:lnTo>
                <a:lnTo>
                  <a:pt x="1000594" y="698715"/>
                </a:lnTo>
                <a:lnTo>
                  <a:pt x="1000125" y="699833"/>
                </a:lnTo>
                <a:lnTo>
                  <a:pt x="1000125" y="702462"/>
                </a:lnTo>
                <a:lnTo>
                  <a:pt x="1000594" y="703580"/>
                </a:lnTo>
                <a:lnTo>
                  <a:pt x="1002461" y="705446"/>
                </a:lnTo>
                <a:lnTo>
                  <a:pt x="1003579" y="705904"/>
                </a:lnTo>
                <a:lnTo>
                  <a:pt x="1006208" y="705904"/>
                </a:lnTo>
                <a:lnTo>
                  <a:pt x="1007325" y="705446"/>
                </a:lnTo>
                <a:lnTo>
                  <a:pt x="1009192" y="703580"/>
                </a:lnTo>
                <a:lnTo>
                  <a:pt x="1009650" y="702462"/>
                </a:lnTo>
                <a:lnTo>
                  <a:pt x="1009650" y="699833"/>
                </a:lnTo>
                <a:close/>
              </a:path>
              <a:path w="2914650" h="706119">
                <a:moveTo>
                  <a:pt x="1009650" y="3454"/>
                </a:moveTo>
                <a:lnTo>
                  <a:pt x="1009192" y="2324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24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2914650" h="706119">
                <a:moveTo>
                  <a:pt x="1057275" y="699833"/>
                </a:moveTo>
                <a:lnTo>
                  <a:pt x="1056817" y="698715"/>
                </a:lnTo>
                <a:lnTo>
                  <a:pt x="1054950" y="696849"/>
                </a:lnTo>
                <a:lnTo>
                  <a:pt x="1053833" y="696379"/>
                </a:lnTo>
                <a:lnTo>
                  <a:pt x="1051204" y="696379"/>
                </a:lnTo>
                <a:lnTo>
                  <a:pt x="1050086" y="696849"/>
                </a:lnTo>
                <a:lnTo>
                  <a:pt x="1048219" y="698715"/>
                </a:lnTo>
                <a:lnTo>
                  <a:pt x="1047750" y="699833"/>
                </a:lnTo>
                <a:lnTo>
                  <a:pt x="1047750" y="702462"/>
                </a:lnTo>
                <a:lnTo>
                  <a:pt x="1048219" y="703580"/>
                </a:lnTo>
                <a:lnTo>
                  <a:pt x="1050086" y="705446"/>
                </a:lnTo>
                <a:lnTo>
                  <a:pt x="1051204" y="705904"/>
                </a:lnTo>
                <a:lnTo>
                  <a:pt x="1053833" y="705904"/>
                </a:lnTo>
                <a:lnTo>
                  <a:pt x="1054950" y="705446"/>
                </a:lnTo>
                <a:lnTo>
                  <a:pt x="1056817" y="703580"/>
                </a:lnTo>
                <a:lnTo>
                  <a:pt x="1057275" y="702462"/>
                </a:lnTo>
                <a:lnTo>
                  <a:pt x="1057275" y="699833"/>
                </a:lnTo>
                <a:close/>
              </a:path>
              <a:path w="2914650" h="706119">
                <a:moveTo>
                  <a:pt x="1057275" y="3454"/>
                </a:moveTo>
                <a:lnTo>
                  <a:pt x="1056817" y="2324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24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2914650" h="706119">
                <a:moveTo>
                  <a:pt x="1104900" y="699833"/>
                </a:moveTo>
                <a:lnTo>
                  <a:pt x="1104442" y="698715"/>
                </a:lnTo>
                <a:lnTo>
                  <a:pt x="1102575" y="696849"/>
                </a:lnTo>
                <a:lnTo>
                  <a:pt x="1101458" y="696379"/>
                </a:lnTo>
                <a:lnTo>
                  <a:pt x="1098829" y="696379"/>
                </a:lnTo>
                <a:lnTo>
                  <a:pt x="1097711" y="696849"/>
                </a:lnTo>
                <a:lnTo>
                  <a:pt x="1095844" y="698715"/>
                </a:lnTo>
                <a:lnTo>
                  <a:pt x="1095375" y="699833"/>
                </a:lnTo>
                <a:lnTo>
                  <a:pt x="1095375" y="702462"/>
                </a:lnTo>
                <a:lnTo>
                  <a:pt x="1095844" y="703580"/>
                </a:lnTo>
                <a:lnTo>
                  <a:pt x="1097711" y="705446"/>
                </a:lnTo>
                <a:lnTo>
                  <a:pt x="1098829" y="705904"/>
                </a:lnTo>
                <a:lnTo>
                  <a:pt x="1101458" y="705904"/>
                </a:lnTo>
                <a:lnTo>
                  <a:pt x="1102575" y="705446"/>
                </a:lnTo>
                <a:lnTo>
                  <a:pt x="1104442" y="703580"/>
                </a:lnTo>
                <a:lnTo>
                  <a:pt x="1104900" y="702462"/>
                </a:lnTo>
                <a:lnTo>
                  <a:pt x="1104900" y="699833"/>
                </a:lnTo>
                <a:close/>
              </a:path>
              <a:path w="2914650" h="706119">
                <a:moveTo>
                  <a:pt x="1104900" y="3454"/>
                </a:moveTo>
                <a:lnTo>
                  <a:pt x="1104442" y="2324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24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2914650" h="706119">
                <a:moveTo>
                  <a:pt x="1152525" y="699833"/>
                </a:moveTo>
                <a:lnTo>
                  <a:pt x="1152067" y="698715"/>
                </a:lnTo>
                <a:lnTo>
                  <a:pt x="1150200" y="696849"/>
                </a:lnTo>
                <a:lnTo>
                  <a:pt x="1149083" y="696379"/>
                </a:lnTo>
                <a:lnTo>
                  <a:pt x="1146454" y="696379"/>
                </a:lnTo>
                <a:lnTo>
                  <a:pt x="1145336" y="696849"/>
                </a:lnTo>
                <a:lnTo>
                  <a:pt x="1143469" y="698715"/>
                </a:lnTo>
                <a:lnTo>
                  <a:pt x="1143000" y="699833"/>
                </a:lnTo>
                <a:lnTo>
                  <a:pt x="1143000" y="702462"/>
                </a:lnTo>
                <a:lnTo>
                  <a:pt x="1143469" y="703580"/>
                </a:lnTo>
                <a:lnTo>
                  <a:pt x="1145336" y="705446"/>
                </a:lnTo>
                <a:lnTo>
                  <a:pt x="1146454" y="705904"/>
                </a:lnTo>
                <a:lnTo>
                  <a:pt x="1149083" y="705904"/>
                </a:lnTo>
                <a:lnTo>
                  <a:pt x="1150200" y="705446"/>
                </a:lnTo>
                <a:lnTo>
                  <a:pt x="1152067" y="703580"/>
                </a:lnTo>
                <a:lnTo>
                  <a:pt x="1152525" y="702462"/>
                </a:lnTo>
                <a:lnTo>
                  <a:pt x="1152525" y="699833"/>
                </a:lnTo>
                <a:close/>
              </a:path>
              <a:path w="2914650" h="706119">
                <a:moveTo>
                  <a:pt x="1152525" y="3454"/>
                </a:moveTo>
                <a:lnTo>
                  <a:pt x="1152067" y="2324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24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2914650" h="706119">
                <a:moveTo>
                  <a:pt x="1200150" y="699833"/>
                </a:moveTo>
                <a:lnTo>
                  <a:pt x="1199692" y="698715"/>
                </a:lnTo>
                <a:lnTo>
                  <a:pt x="1197825" y="696849"/>
                </a:lnTo>
                <a:lnTo>
                  <a:pt x="1196708" y="696379"/>
                </a:lnTo>
                <a:lnTo>
                  <a:pt x="1194079" y="696379"/>
                </a:lnTo>
                <a:lnTo>
                  <a:pt x="1192961" y="696849"/>
                </a:lnTo>
                <a:lnTo>
                  <a:pt x="1191094" y="698715"/>
                </a:lnTo>
                <a:lnTo>
                  <a:pt x="1190625" y="699833"/>
                </a:lnTo>
                <a:lnTo>
                  <a:pt x="1190625" y="702462"/>
                </a:lnTo>
                <a:lnTo>
                  <a:pt x="1191094" y="703580"/>
                </a:lnTo>
                <a:lnTo>
                  <a:pt x="1192961" y="705446"/>
                </a:lnTo>
                <a:lnTo>
                  <a:pt x="1194079" y="705904"/>
                </a:lnTo>
                <a:lnTo>
                  <a:pt x="1196708" y="705904"/>
                </a:lnTo>
                <a:lnTo>
                  <a:pt x="1197825" y="705446"/>
                </a:lnTo>
                <a:lnTo>
                  <a:pt x="1199692" y="703580"/>
                </a:lnTo>
                <a:lnTo>
                  <a:pt x="1200150" y="702462"/>
                </a:lnTo>
                <a:lnTo>
                  <a:pt x="1200150" y="699833"/>
                </a:lnTo>
                <a:close/>
              </a:path>
              <a:path w="2914650" h="706119">
                <a:moveTo>
                  <a:pt x="1200150" y="3454"/>
                </a:moveTo>
                <a:lnTo>
                  <a:pt x="1199692" y="2324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24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2914650" h="706119">
                <a:moveTo>
                  <a:pt x="1247775" y="699833"/>
                </a:moveTo>
                <a:lnTo>
                  <a:pt x="1247317" y="698715"/>
                </a:lnTo>
                <a:lnTo>
                  <a:pt x="1245450" y="696849"/>
                </a:lnTo>
                <a:lnTo>
                  <a:pt x="1244333" y="696379"/>
                </a:lnTo>
                <a:lnTo>
                  <a:pt x="1241704" y="696379"/>
                </a:lnTo>
                <a:lnTo>
                  <a:pt x="1240586" y="696849"/>
                </a:lnTo>
                <a:lnTo>
                  <a:pt x="1238719" y="698715"/>
                </a:lnTo>
                <a:lnTo>
                  <a:pt x="1238250" y="699833"/>
                </a:lnTo>
                <a:lnTo>
                  <a:pt x="1238250" y="702462"/>
                </a:lnTo>
                <a:lnTo>
                  <a:pt x="1238719" y="703580"/>
                </a:lnTo>
                <a:lnTo>
                  <a:pt x="1240586" y="705446"/>
                </a:lnTo>
                <a:lnTo>
                  <a:pt x="1241704" y="705904"/>
                </a:lnTo>
                <a:lnTo>
                  <a:pt x="1244333" y="705904"/>
                </a:lnTo>
                <a:lnTo>
                  <a:pt x="1245450" y="705446"/>
                </a:lnTo>
                <a:lnTo>
                  <a:pt x="1247317" y="703580"/>
                </a:lnTo>
                <a:lnTo>
                  <a:pt x="1247775" y="702462"/>
                </a:lnTo>
                <a:lnTo>
                  <a:pt x="1247775" y="699833"/>
                </a:lnTo>
                <a:close/>
              </a:path>
              <a:path w="2914650" h="706119">
                <a:moveTo>
                  <a:pt x="1247775" y="3454"/>
                </a:moveTo>
                <a:lnTo>
                  <a:pt x="1247317" y="2324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24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2914650" h="706119">
                <a:moveTo>
                  <a:pt x="1295400" y="699833"/>
                </a:moveTo>
                <a:lnTo>
                  <a:pt x="1294942" y="698715"/>
                </a:lnTo>
                <a:lnTo>
                  <a:pt x="1293075" y="696849"/>
                </a:lnTo>
                <a:lnTo>
                  <a:pt x="1291958" y="696379"/>
                </a:lnTo>
                <a:lnTo>
                  <a:pt x="1289329" y="696379"/>
                </a:lnTo>
                <a:lnTo>
                  <a:pt x="1288211" y="696849"/>
                </a:lnTo>
                <a:lnTo>
                  <a:pt x="1286344" y="698715"/>
                </a:lnTo>
                <a:lnTo>
                  <a:pt x="1285875" y="699833"/>
                </a:lnTo>
                <a:lnTo>
                  <a:pt x="1285875" y="702462"/>
                </a:lnTo>
                <a:lnTo>
                  <a:pt x="1286344" y="703580"/>
                </a:lnTo>
                <a:lnTo>
                  <a:pt x="1288211" y="705446"/>
                </a:lnTo>
                <a:lnTo>
                  <a:pt x="1289329" y="705904"/>
                </a:lnTo>
                <a:lnTo>
                  <a:pt x="1291958" y="705904"/>
                </a:lnTo>
                <a:lnTo>
                  <a:pt x="1293075" y="705446"/>
                </a:lnTo>
                <a:lnTo>
                  <a:pt x="1294942" y="703580"/>
                </a:lnTo>
                <a:lnTo>
                  <a:pt x="1295400" y="702462"/>
                </a:lnTo>
                <a:lnTo>
                  <a:pt x="1295400" y="699833"/>
                </a:lnTo>
                <a:close/>
              </a:path>
              <a:path w="2914650" h="706119">
                <a:moveTo>
                  <a:pt x="1295400" y="3454"/>
                </a:moveTo>
                <a:lnTo>
                  <a:pt x="1294942" y="2324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24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2914650" h="706119">
                <a:moveTo>
                  <a:pt x="1343025" y="699833"/>
                </a:moveTo>
                <a:lnTo>
                  <a:pt x="1342567" y="698715"/>
                </a:lnTo>
                <a:lnTo>
                  <a:pt x="1340700" y="696849"/>
                </a:lnTo>
                <a:lnTo>
                  <a:pt x="1339583" y="696379"/>
                </a:lnTo>
                <a:lnTo>
                  <a:pt x="1336954" y="696379"/>
                </a:lnTo>
                <a:lnTo>
                  <a:pt x="1335836" y="696849"/>
                </a:lnTo>
                <a:lnTo>
                  <a:pt x="1333969" y="698715"/>
                </a:lnTo>
                <a:lnTo>
                  <a:pt x="1333500" y="699833"/>
                </a:lnTo>
                <a:lnTo>
                  <a:pt x="1333500" y="702462"/>
                </a:lnTo>
                <a:lnTo>
                  <a:pt x="1333969" y="703580"/>
                </a:lnTo>
                <a:lnTo>
                  <a:pt x="1335836" y="705446"/>
                </a:lnTo>
                <a:lnTo>
                  <a:pt x="1336954" y="705904"/>
                </a:lnTo>
                <a:lnTo>
                  <a:pt x="1339583" y="705904"/>
                </a:lnTo>
                <a:lnTo>
                  <a:pt x="1340700" y="705446"/>
                </a:lnTo>
                <a:lnTo>
                  <a:pt x="1342567" y="703580"/>
                </a:lnTo>
                <a:lnTo>
                  <a:pt x="1343025" y="702462"/>
                </a:lnTo>
                <a:lnTo>
                  <a:pt x="1343025" y="699833"/>
                </a:lnTo>
                <a:close/>
              </a:path>
              <a:path w="2914650" h="706119">
                <a:moveTo>
                  <a:pt x="1343025" y="3454"/>
                </a:moveTo>
                <a:lnTo>
                  <a:pt x="1342567" y="2324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24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2914650" h="706119">
                <a:moveTo>
                  <a:pt x="1390650" y="699833"/>
                </a:moveTo>
                <a:lnTo>
                  <a:pt x="1390192" y="698715"/>
                </a:lnTo>
                <a:lnTo>
                  <a:pt x="1388325" y="696849"/>
                </a:lnTo>
                <a:lnTo>
                  <a:pt x="1387208" y="696379"/>
                </a:lnTo>
                <a:lnTo>
                  <a:pt x="1384579" y="696379"/>
                </a:lnTo>
                <a:lnTo>
                  <a:pt x="1383461" y="696849"/>
                </a:lnTo>
                <a:lnTo>
                  <a:pt x="1381594" y="698715"/>
                </a:lnTo>
                <a:lnTo>
                  <a:pt x="1381125" y="699833"/>
                </a:lnTo>
                <a:lnTo>
                  <a:pt x="1381125" y="702462"/>
                </a:lnTo>
                <a:lnTo>
                  <a:pt x="1381594" y="703580"/>
                </a:lnTo>
                <a:lnTo>
                  <a:pt x="1383461" y="705446"/>
                </a:lnTo>
                <a:lnTo>
                  <a:pt x="1384579" y="705904"/>
                </a:lnTo>
                <a:lnTo>
                  <a:pt x="1387208" y="705904"/>
                </a:lnTo>
                <a:lnTo>
                  <a:pt x="1388325" y="705446"/>
                </a:lnTo>
                <a:lnTo>
                  <a:pt x="1390192" y="703580"/>
                </a:lnTo>
                <a:lnTo>
                  <a:pt x="1390650" y="702462"/>
                </a:lnTo>
                <a:lnTo>
                  <a:pt x="1390650" y="699833"/>
                </a:lnTo>
                <a:close/>
              </a:path>
              <a:path w="2914650" h="706119">
                <a:moveTo>
                  <a:pt x="1390650" y="3454"/>
                </a:moveTo>
                <a:lnTo>
                  <a:pt x="1390192" y="2324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24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2914650" h="706119">
                <a:moveTo>
                  <a:pt x="1438275" y="699833"/>
                </a:moveTo>
                <a:lnTo>
                  <a:pt x="1437817" y="698715"/>
                </a:lnTo>
                <a:lnTo>
                  <a:pt x="1435950" y="696849"/>
                </a:lnTo>
                <a:lnTo>
                  <a:pt x="1434833" y="696379"/>
                </a:lnTo>
                <a:lnTo>
                  <a:pt x="1432204" y="696379"/>
                </a:lnTo>
                <a:lnTo>
                  <a:pt x="1431086" y="696849"/>
                </a:lnTo>
                <a:lnTo>
                  <a:pt x="1429219" y="698715"/>
                </a:lnTo>
                <a:lnTo>
                  <a:pt x="1428750" y="699833"/>
                </a:lnTo>
                <a:lnTo>
                  <a:pt x="1428750" y="702462"/>
                </a:lnTo>
                <a:lnTo>
                  <a:pt x="1429219" y="703580"/>
                </a:lnTo>
                <a:lnTo>
                  <a:pt x="1431086" y="705446"/>
                </a:lnTo>
                <a:lnTo>
                  <a:pt x="1432204" y="705904"/>
                </a:lnTo>
                <a:lnTo>
                  <a:pt x="1434833" y="705904"/>
                </a:lnTo>
                <a:lnTo>
                  <a:pt x="1435950" y="705446"/>
                </a:lnTo>
                <a:lnTo>
                  <a:pt x="1437817" y="703580"/>
                </a:lnTo>
                <a:lnTo>
                  <a:pt x="1438275" y="702462"/>
                </a:lnTo>
                <a:lnTo>
                  <a:pt x="1438275" y="699833"/>
                </a:lnTo>
                <a:close/>
              </a:path>
              <a:path w="2914650" h="706119">
                <a:moveTo>
                  <a:pt x="1438275" y="3454"/>
                </a:moveTo>
                <a:lnTo>
                  <a:pt x="1437817" y="2324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24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2914650" h="706119">
                <a:moveTo>
                  <a:pt x="1485900" y="699833"/>
                </a:moveTo>
                <a:lnTo>
                  <a:pt x="1485442" y="698715"/>
                </a:lnTo>
                <a:lnTo>
                  <a:pt x="1483575" y="696849"/>
                </a:lnTo>
                <a:lnTo>
                  <a:pt x="1482458" y="696379"/>
                </a:lnTo>
                <a:lnTo>
                  <a:pt x="1479829" y="696379"/>
                </a:lnTo>
                <a:lnTo>
                  <a:pt x="1478711" y="696849"/>
                </a:lnTo>
                <a:lnTo>
                  <a:pt x="1476844" y="698715"/>
                </a:lnTo>
                <a:lnTo>
                  <a:pt x="1476375" y="699833"/>
                </a:lnTo>
                <a:lnTo>
                  <a:pt x="1476375" y="702462"/>
                </a:lnTo>
                <a:lnTo>
                  <a:pt x="1476844" y="703580"/>
                </a:lnTo>
                <a:lnTo>
                  <a:pt x="1478711" y="705446"/>
                </a:lnTo>
                <a:lnTo>
                  <a:pt x="1479829" y="705904"/>
                </a:lnTo>
                <a:lnTo>
                  <a:pt x="1482458" y="705904"/>
                </a:lnTo>
                <a:lnTo>
                  <a:pt x="1483575" y="705446"/>
                </a:lnTo>
                <a:lnTo>
                  <a:pt x="1485442" y="703580"/>
                </a:lnTo>
                <a:lnTo>
                  <a:pt x="1485900" y="702462"/>
                </a:lnTo>
                <a:lnTo>
                  <a:pt x="1485900" y="699833"/>
                </a:lnTo>
                <a:close/>
              </a:path>
              <a:path w="2914650" h="706119">
                <a:moveTo>
                  <a:pt x="1485900" y="3454"/>
                </a:moveTo>
                <a:lnTo>
                  <a:pt x="1485442" y="2324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24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2914650" h="706119">
                <a:moveTo>
                  <a:pt x="1533525" y="699833"/>
                </a:moveTo>
                <a:lnTo>
                  <a:pt x="1533067" y="698715"/>
                </a:lnTo>
                <a:lnTo>
                  <a:pt x="1531200" y="696849"/>
                </a:lnTo>
                <a:lnTo>
                  <a:pt x="1530083" y="696379"/>
                </a:lnTo>
                <a:lnTo>
                  <a:pt x="1527454" y="696379"/>
                </a:lnTo>
                <a:lnTo>
                  <a:pt x="1526336" y="696849"/>
                </a:lnTo>
                <a:lnTo>
                  <a:pt x="1524469" y="698715"/>
                </a:lnTo>
                <a:lnTo>
                  <a:pt x="1524000" y="699833"/>
                </a:lnTo>
                <a:lnTo>
                  <a:pt x="1524000" y="702462"/>
                </a:lnTo>
                <a:lnTo>
                  <a:pt x="1524469" y="703580"/>
                </a:lnTo>
                <a:lnTo>
                  <a:pt x="1526336" y="705446"/>
                </a:lnTo>
                <a:lnTo>
                  <a:pt x="1527454" y="705904"/>
                </a:lnTo>
                <a:lnTo>
                  <a:pt x="1530083" y="705904"/>
                </a:lnTo>
                <a:lnTo>
                  <a:pt x="1531200" y="705446"/>
                </a:lnTo>
                <a:lnTo>
                  <a:pt x="1533067" y="703580"/>
                </a:lnTo>
                <a:lnTo>
                  <a:pt x="1533525" y="702462"/>
                </a:lnTo>
                <a:lnTo>
                  <a:pt x="1533525" y="699833"/>
                </a:lnTo>
                <a:close/>
              </a:path>
              <a:path w="2914650" h="706119">
                <a:moveTo>
                  <a:pt x="1533525" y="3454"/>
                </a:moveTo>
                <a:lnTo>
                  <a:pt x="1533067" y="2324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24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2914650" h="706119">
                <a:moveTo>
                  <a:pt x="1581150" y="699833"/>
                </a:moveTo>
                <a:lnTo>
                  <a:pt x="1580692" y="698715"/>
                </a:lnTo>
                <a:lnTo>
                  <a:pt x="1578825" y="696849"/>
                </a:lnTo>
                <a:lnTo>
                  <a:pt x="1577708" y="696379"/>
                </a:lnTo>
                <a:lnTo>
                  <a:pt x="1575079" y="696379"/>
                </a:lnTo>
                <a:lnTo>
                  <a:pt x="1573961" y="696849"/>
                </a:lnTo>
                <a:lnTo>
                  <a:pt x="1572094" y="698715"/>
                </a:lnTo>
                <a:lnTo>
                  <a:pt x="1571625" y="699833"/>
                </a:lnTo>
                <a:lnTo>
                  <a:pt x="1571625" y="702462"/>
                </a:lnTo>
                <a:lnTo>
                  <a:pt x="1572094" y="703580"/>
                </a:lnTo>
                <a:lnTo>
                  <a:pt x="1573961" y="705446"/>
                </a:lnTo>
                <a:lnTo>
                  <a:pt x="1575079" y="705904"/>
                </a:lnTo>
                <a:lnTo>
                  <a:pt x="1577708" y="705904"/>
                </a:lnTo>
                <a:lnTo>
                  <a:pt x="1578825" y="705446"/>
                </a:lnTo>
                <a:lnTo>
                  <a:pt x="1580692" y="703580"/>
                </a:lnTo>
                <a:lnTo>
                  <a:pt x="1581150" y="702462"/>
                </a:lnTo>
                <a:lnTo>
                  <a:pt x="1581150" y="699833"/>
                </a:lnTo>
                <a:close/>
              </a:path>
              <a:path w="2914650" h="706119">
                <a:moveTo>
                  <a:pt x="1581150" y="3454"/>
                </a:moveTo>
                <a:lnTo>
                  <a:pt x="1580692" y="2324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24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2914650" h="706119">
                <a:moveTo>
                  <a:pt x="1628775" y="699833"/>
                </a:moveTo>
                <a:lnTo>
                  <a:pt x="1628317" y="698715"/>
                </a:lnTo>
                <a:lnTo>
                  <a:pt x="1626450" y="696849"/>
                </a:lnTo>
                <a:lnTo>
                  <a:pt x="1625333" y="696379"/>
                </a:lnTo>
                <a:lnTo>
                  <a:pt x="1622704" y="696379"/>
                </a:lnTo>
                <a:lnTo>
                  <a:pt x="1621586" y="696849"/>
                </a:lnTo>
                <a:lnTo>
                  <a:pt x="1619719" y="698715"/>
                </a:lnTo>
                <a:lnTo>
                  <a:pt x="1619250" y="699833"/>
                </a:lnTo>
                <a:lnTo>
                  <a:pt x="1619250" y="702462"/>
                </a:lnTo>
                <a:lnTo>
                  <a:pt x="1619719" y="703580"/>
                </a:lnTo>
                <a:lnTo>
                  <a:pt x="1621586" y="705446"/>
                </a:lnTo>
                <a:lnTo>
                  <a:pt x="1622704" y="705904"/>
                </a:lnTo>
                <a:lnTo>
                  <a:pt x="1625333" y="705904"/>
                </a:lnTo>
                <a:lnTo>
                  <a:pt x="1626450" y="705446"/>
                </a:lnTo>
                <a:lnTo>
                  <a:pt x="1628317" y="703580"/>
                </a:lnTo>
                <a:lnTo>
                  <a:pt x="1628775" y="702462"/>
                </a:lnTo>
                <a:lnTo>
                  <a:pt x="1628775" y="699833"/>
                </a:lnTo>
                <a:close/>
              </a:path>
              <a:path w="2914650" h="706119">
                <a:moveTo>
                  <a:pt x="1628775" y="3454"/>
                </a:moveTo>
                <a:lnTo>
                  <a:pt x="1628317" y="2324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24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2914650" h="706119">
                <a:moveTo>
                  <a:pt x="1676400" y="699833"/>
                </a:moveTo>
                <a:lnTo>
                  <a:pt x="1675942" y="698715"/>
                </a:lnTo>
                <a:lnTo>
                  <a:pt x="1674075" y="696849"/>
                </a:lnTo>
                <a:lnTo>
                  <a:pt x="1672958" y="696379"/>
                </a:lnTo>
                <a:lnTo>
                  <a:pt x="1670329" y="696379"/>
                </a:lnTo>
                <a:lnTo>
                  <a:pt x="1669211" y="696849"/>
                </a:lnTo>
                <a:lnTo>
                  <a:pt x="1667344" y="698715"/>
                </a:lnTo>
                <a:lnTo>
                  <a:pt x="1666875" y="699833"/>
                </a:lnTo>
                <a:lnTo>
                  <a:pt x="1666875" y="702462"/>
                </a:lnTo>
                <a:lnTo>
                  <a:pt x="1667344" y="703580"/>
                </a:lnTo>
                <a:lnTo>
                  <a:pt x="1669211" y="705446"/>
                </a:lnTo>
                <a:lnTo>
                  <a:pt x="1670329" y="705904"/>
                </a:lnTo>
                <a:lnTo>
                  <a:pt x="1672958" y="705904"/>
                </a:lnTo>
                <a:lnTo>
                  <a:pt x="1674075" y="705446"/>
                </a:lnTo>
                <a:lnTo>
                  <a:pt x="1675942" y="703580"/>
                </a:lnTo>
                <a:lnTo>
                  <a:pt x="1676400" y="702462"/>
                </a:lnTo>
                <a:lnTo>
                  <a:pt x="1676400" y="699833"/>
                </a:lnTo>
                <a:close/>
              </a:path>
              <a:path w="2914650" h="706119">
                <a:moveTo>
                  <a:pt x="1676400" y="3454"/>
                </a:moveTo>
                <a:lnTo>
                  <a:pt x="1675942" y="2324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24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2914650" h="706119">
                <a:moveTo>
                  <a:pt x="1724025" y="699833"/>
                </a:moveTo>
                <a:lnTo>
                  <a:pt x="1723567" y="698715"/>
                </a:lnTo>
                <a:lnTo>
                  <a:pt x="1721700" y="696849"/>
                </a:lnTo>
                <a:lnTo>
                  <a:pt x="1720583" y="696379"/>
                </a:lnTo>
                <a:lnTo>
                  <a:pt x="1717954" y="696379"/>
                </a:lnTo>
                <a:lnTo>
                  <a:pt x="1716836" y="696849"/>
                </a:lnTo>
                <a:lnTo>
                  <a:pt x="1714969" y="698715"/>
                </a:lnTo>
                <a:lnTo>
                  <a:pt x="1714500" y="699833"/>
                </a:lnTo>
                <a:lnTo>
                  <a:pt x="1714500" y="702462"/>
                </a:lnTo>
                <a:lnTo>
                  <a:pt x="1714969" y="703580"/>
                </a:lnTo>
                <a:lnTo>
                  <a:pt x="1716836" y="705446"/>
                </a:lnTo>
                <a:lnTo>
                  <a:pt x="1717954" y="705904"/>
                </a:lnTo>
                <a:lnTo>
                  <a:pt x="1720583" y="705904"/>
                </a:lnTo>
                <a:lnTo>
                  <a:pt x="1721700" y="705446"/>
                </a:lnTo>
                <a:lnTo>
                  <a:pt x="1723567" y="703580"/>
                </a:lnTo>
                <a:lnTo>
                  <a:pt x="1724025" y="702462"/>
                </a:lnTo>
                <a:lnTo>
                  <a:pt x="1724025" y="699833"/>
                </a:lnTo>
                <a:close/>
              </a:path>
              <a:path w="2914650" h="706119">
                <a:moveTo>
                  <a:pt x="1724025" y="3454"/>
                </a:moveTo>
                <a:lnTo>
                  <a:pt x="1723567" y="2324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24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2914650" h="706119">
                <a:moveTo>
                  <a:pt x="1771650" y="699833"/>
                </a:moveTo>
                <a:lnTo>
                  <a:pt x="1771192" y="698715"/>
                </a:lnTo>
                <a:lnTo>
                  <a:pt x="1769325" y="696849"/>
                </a:lnTo>
                <a:lnTo>
                  <a:pt x="1768208" y="696379"/>
                </a:lnTo>
                <a:lnTo>
                  <a:pt x="1765579" y="696379"/>
                </a:lnTo>
                <a:lnTo>
                  <a:pt x="1764461" y="696849"/>
                </a:lnTo>
                <a:lnTo>
                  <a:pt x="1762594" y="698715"/>
                </a:lnTo>
                <a:lnTo>
                  <a:pt x="1762125" y="699833"/>
                </a:lnTo>
                <a:lnTo>
                  <a:pt x="1762125" y="702462"/>
                </a:lnTo>
                <a:lnTo>
                  <a:pt x="1762594" y="703580"/>
                </a:lnTo>
                <a:lnTo>
                  <a:pt x="1764461" y="705446"/>
                </a:lnTo>
                <a:lnTo>
                  <a:pt x="1765579" y="705904"/>
                </a:lnTo>
                <a:lnTo>
                  <a:pt x="1768208" y="705904"/>
                </a:lnTo>
                <a:lnTo>
                  <a:pt x="1769325" y="705446"/>
                </a:lnTo>
                <a:lnTo>
                  <a:pt x="1771192" y="703580"/>
                </a:lnTo>
                <a:lnTo>
                  <a:pt x="1771650" y="702462"/>
                </a:lnTo>
                <a:lnTo>
                  <a:pt x="1771650" y="699833"/>
                </a:lnTo>
                <a:close/>
              </a:path>
              <a:path w="2914650" h="706119">
                <a:moveTo>
                  <a:pt x="1771650" y="3454"/>
                </a:moveTo>
                <a:lnTo>
                  <a:pt x="1771192" y="2324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24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2914650" h="706119">
                <a:moveTo>
                  <a:pt x="1819275" y="699833"/>
                </a:moveTo>
                <a:lnTo>
                  <a:pt x="1818817" y="698715"/>
                </a:lnTo>
                <a:lnTo>
                  <a:pt x="1816950" y="696849"/>
                </a:lnTo>
                <a:lnTo>
                  <a:pt x="1815833" y="696379"/>
                </a:lnTo>
                <a:lnTo>
                  <a:pt x="1813204" y="696379"/>
                </a:lnTo>
                <a:lnTo>
                  <a:pt x="1812086" y="696849"/>
                </a:lnTo>
                <a:lnTo>
                  <a:pt x="1810219" y="698715"/>
                </a:lnTo>
                <a:lnTo>
                  <a:pt x="1809750" y="699833"/>
                </a:lnTo>
                <a:lnTo>
                  <a:pt x="1809750" y="702462"/>
                </a:lnTo>
                <a:lnTo>
                  <a:pt x="1810219" y="703580"/>
                </a:lnTo>
                <a:lnTo>
                  <a:pt x="1812086" y="705446"/>
                </a:lnTo>
                <a:lnTo>
                  <a:pt x="1813204" y="705904"/>
                </a:lnTo>
                <a:lnTo>
                  <a:pt x="1815833" y="705904"/>
                </a:lnTo>
                <a:lnTo>
                  <a:pt x="1816950" y="705446"/>
                </a:lnTo>
                <a:lnTo>
                  <a:pt x="1818817" y="703580"/>
                </a:lnTo>
                <a:lnTo>
                  <a:pt x="1819275" y="702462"/>
                </a:lnTo>
                <a:lnTo>
                  <a:pt x="1819275" y="699833"/>
                </a:lnTo>
                <a:close/>
              </a:path>
              <a:path w="2914650" h="706119">
                <a:moveTo>
                  <a:pt x="1819275" y="3454"/>
                </a:moveTo>
                <a:lnTo>
                  <a:pt x="1818817" y="2324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24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2914650" h="706119">
                <a:moveTo>
                  <a:pt x="1866900" y="699833"/>
                </a:moveTo>
                <a:lnTo>
                  <a:pt x="1866442" y="698715"/>
                </a:lnTo>
                <a:lnTo>
                  <a:pt x="1864575" y="696849"/>
                </a:lnTo>
                <a:lnTo>
                  <a:pt x="1863458" y="696379"/>
                </a:lnTo>
                <a:lnTo>
                  <a:pt x="1860829" y="696379"/>
                </a:lnTo>
                <a:lnTo>
                  <a:pt x="1859711" y="696849"/>
                </a:lnTo>
                <a:lnTo>
                  <a:pt x="1857844" y="698715"/>
                </a:lnTo>
                <a:lnTo>
                  <a:pt x="1857375" y="699833"/>
                </a:lnTo>
                <a:lnTo>
                  <a:pt x="1857375" y="702462"/>
                </a:lnTo>
                <a:lnTo>
                  <a:pt x="1857844" y="703580"/>
                </a:lnTo>
                <a:lnTo>
                  <a:pt x="1859711" y="705446"/>
                </a:lnTo>
                <a:lnTo>
                  <a:pt x="1860829" y="705904"/>
                </a:lnTo>
                <a:lnTo>
                  <a:pt x="1863458" y="705904"/>
                </a:lnTo>
                <a:lnTo>
                  <a:pt x="1864575" y="705446"/>
                </a:lnTo>
                <a:lnTo>
                  <a:pt x="1866442" y="703580"/>
                </a:lnTo>
                <a:lnTo>
                  <a:pt x="1866900" y="702462"/>
                </a:lnTo>
                <a:lnTo>
                  <a:pt x="1866900" y="699833"/>
                </a:lnTo>
                <a:close/>
              </a:path>
              <a:path w="2914650" h="706119">
                <a:moveTo>
                  <a:pt x="1866900" y="3454"/>
                </a:moveTo>
                <a:lnTo>
                  <a:pt x="1866442" y="2324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24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2914650" h="706119">
                <a:moveTo>
                  <a:pt x="1914525" y="699833"/>
                </a:moveTo>
                <a:lnTo>
                  <a:pt x="1914067" y="698715"/>
                </a:lnTo>
                <a:lnTo>
                  <a:pt x="1912200" y="696849"/>
                </a:lnTo>
                <a:lnTo>
                  <a:pt x="1911083" y="696379"/>
                </a:lnTo>
                <a:lnTo>
                  <a:pt x="1908454" y="696379"/>
                </a:lnTo>
                <a:lnTo>
                  <a:pt x="1907336" y="696849"/>
                </a:lnTo>
                <a:lnTo>
                  <a:pt x="1905469" y="698715"/>
                </a:lnTo>
                <a:lnTo>
                  <a:pt x="1905000" y="699833"/>
                </a:lnTo>
                <a:lnTo>
                  <a:pt x="1905000" y="702462"/>
                </a:lnTo>
                <a:lnTo>
                  <a:pt x="1905469" y="703580"/>
                </a:lnTo>
                <a:lnTo>
                  <a:pt x="1907336" y="705446"/>
                </a:lnTo>
                <a:lnTo>
                  <a:pt x="1908454" y="705904"/>
                </a:lnTo>
                <a:lnTo>
                  <a:pt x="1911083" y="705904"/>
                </a:lnTo>
                <a:lnTo>
                  <a:pt x="1912200" y="705446"/>
                </a:lnTo>
                <a:lnTo>
                  <a:pt x="1914067" y="703580"/>
                </a:lnTo>
                <a:lnTo>
                  <a:pt x="1914525" y="702462"/>
                </a:lnTo>
                <a:lnTo>
                  <a:pt x="1914525" y="699833"/>
                </a:lnTo>
                <a:close/>
              </a:path>
              <a:path w="2914650" h="706119">
                <a:moveTo>
                  <a:pt x="1914525" y="3454"/>
                </a:moveTo>
                <a:lnTo>
                  <a:pt x="1914067" y="2324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24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2914650" h="706119">
                <a:moveTo>
                  <a:pt x="1962150" y="699833"/>
                </a:moveTo>
                <a:lnTo>
                  <a:pt x="1961692" y="698715"/>
                </a:lnTo>
                <a:lnTo>
                  <a:pt x="1959825" y="696849"/>
                </a:lnTo>
                <a:lnTo>
                  <a:pt x="1958708" y="696379"/>
                </a:lnTo>
                <a:lnTo>
                  <a:pt x="1956079" y="696379"/>
                </a:lnTo>
                <a:lnTo>
                  <a:pt x="1954961" y="696849"/>
                </a:lnTo>
                <a:lnTo>
                  <a:pt x="1953094" y="698715"/>
                </a:lnTo>
                <a:lnTo>
                  <a:pt x="1952625" y="699833"/>
                </a:lnTo>
                <a:lnTo>
                  <a:pt x="1952625" y="702462"/>
                </a:lnTo>
                <a:lnTo>
                  <a:pt x="1953094" y="703580"/>
                </a:lnTo>
                <a:lnTo>
                  <a:pt x="1954961" y="705446"/>
                </a:lnTo>
                <a:lnTo>
                  <a:pt x="1956079" y="705904"/>
                </a:lnTo>
                <a:lnTo>
                  <a:pt x="1958708" y="705904"/>
                </a:lnTo>
                <a:lnTo>
                  <a:pt x="1959825" y="705446"/>
                </a:lnTo>
                <a:lnTo>
                  <a:pt x="1961692" y="703580"/>
                </a:lnTo>
                <a:lnTo>
                  <a:pt x="1962150" y="702462"/>
                </a:lnTo>
                <a:lnTo>
                  <a:pt x="1962150" y="699833"/>
                </a:lnTo>
                <a:close/>
              </a:path>
              <a:path w="2914650" h="706119">
                <a:moveTo>
                  <a:pt x="1962150" y="3454"/>
                </a:moveTo>
                <a:lnTo>
                  <a:pt x="1961692" y="2324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24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2914650" h="706119">
                <a:moveTo>
                  <a:pt x="2009775" y="699833"/>
                </a:moveTo>
                <a:lnTo>
                  <a:pt x="2009317" y="698715"/>
                </a:lnTo>
                <a:lnTo>
                  <a:pt x="2007450" y="696849"/>
                </a:lnTo>
                <a:lnTo>
                  <a:pt x="2006333" y="696379"/>
                </a:lnTo>
                <a:lnTo>
                  <a:pt x="2003704" y="696379"/>
                </a:lnTo>
                <a:lnTo>
                  <a:pt x="2002586" y="696849"/>
                </a:lnTo>
                <a:lnTo>
                  <a:pt x="2000719" y="698715"/>
                </a:lnTo>
                <a:lnTo>
                  <a:pt x="2000250" y="699833"/>
                </a:lnTo>
                <a:lnTo>
                  <a:pt x="2000250" y="702462"/>
                </a:lnTo>
                <a:lnTo>
                  <a:pt x="2000719" y="703580"/>
                </a:lnTo>
                <a:lnTo>
                  <a:pt x="2002586" y="705446"/>
                </a:lnTo>
                <a:lnTo>
                  <a:pt x="2003704" y="705904"/>
                </a:lnTo>
                <a:lnTo>
                  <a:pt x="2006333" y="705904"/>
                </a:lnTo>
                <a:lnTo>
                  <a:pt x="2007450" y="705446"/>
                </a:lnTo>
                <a:lnTo>
                  <a:pt x="2009317" y="703580"/>
                </a:lnTo>
                <a:lnTo>
                  <a:pt x="2009775" y="702462"/>
                </a:lnTo>
                <a:lnTo>
                  <a:pt x="2009775" y="699833"/>
                </a:lnTo>
                <a:close/>
              </a:path>
              <a:path w="2914650" h="706119">
                <a:moveTo>
                  <a:pt x="2009775" y="3454"/>
                </a:moveTo>
                <a:lnTo>
                  <a:pt x="2009317" y="2324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24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2914650" h="706119">
                <a:moveTo>
                  <a:pt x="2057400" y="699833"/>
                </a:moveTo>
                <a:lnTo>
                  <a:pt x="2056942" y="698715"/>
                </a:lnTo>
                <a:lnTo>
                  <a:pt x="2055075" y="696849"/>
                </a:lnTo>
                <a:lnTo>
                  <a:pt x="2053958" y="696379"/>
                </a:lnTo>
                <a:lnTo>
                  <a:pt x="2051329" y="696379"/>
                </a:lnTo>
                <a:lnTo>
                  <a:pt x="2050211" y="696849"/>
                </a:lnTo>
                <a:lnTo>
                  <a:pt x="2048344" y="698715"/>
                </a:lnTo>
                <a:lnTo>
                  <a:pt x="2047875" y="699833"/>
                </a:lnTo>
                <a:lnTo>
                  <a:pt x="2047875" y="702462"/>
                </a:lnTo>
                <a:lnTo>
                  <a:pt x="2048344" y="703580"/>
                </a:lnTo>
                <a:lnTo>
                  <a:pt x="2050211" y="705446"/>
                </a:lnTo>
                <a:lnTo>
                  <a:pt x="2051329" y="705904"/>
                </a:lnTo>
                <a:lnTo>
                  <a:pt x="2053958" y="705904"/>
                </a:lnTo>
                <a:lnTo>
                  <a:pt x="2055075" y="705446"/>
                </a:lnTo>
                <a:lnTo>
                  <a:pt x="2056942" y="703580"/>
                </a:lnTo>
                <a:lnTo>
                  <a:pt x="2057400" y="702462"/>
                </a:lnTo>
                <a:lnTo>
                  <a:pt x="2057400" y="699833"/>
                </a:lnTo>
                <a:close/>
              </a:path>
              <a:path w="2914650" h="706119">
                <a:moveTo>
                  <a:pt x="2057400" y="3454"/>
                </a:moveTo>
                <a:lnTo>
                  <a:pt x="2056942" y="2324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24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2914650" h="706119">
                <a:moveTo>
                  <a:pt x="2105025" y="699833"/>
                </a:moveTo>
                <a:lnTo>
                  <a:pt x="2104567" y="698715"/>
                </a:lnTo>
                <a:lnTo>
                  <a:pt x="2102700" y="696849"/>
                </a:lnTo>
                <a:lnTo>
                  <a:pt x="2101583" y="696379"/>
                </a:lnTo>
                <a:lnTo>
                  <a:pt x="2098954" y="696379"/>
                </a:lnTo>
                <a:lnTo>
                  <a:pt x="2097836" y="696849"/>
                </a:lnTo>
                <a:lnTo>
                  <a:pt x="2095969" y="698715"/>
                </a:lnTo>
                <a:lnTo>
                  <a:pt x="2095500" y="699833"/>
                </a:lnTo>
                <a:lnTo>
                  <a:pt x="2095500" y="702462"/>
                </a:lnTo>
                <a:lnTo>
                  <a:pt x="2095969" y="703580"/>
                </a:lnTo>
                <a:lnTo>
                  <a:pt x="2097836" y="705446"/>
                </a:lnTo>
                <a:lnTo>
                  <a:pt x="2098954" y="705904"/>
                </a:lnTo>
                <a:lnTo>
                  <a:pt x="2101583" y="705904"/>
                </a:lnTo>
                <a:lnTo>
                  <a:pt x="2102700" y="705446"/>
                </a:lnTo>
                <a:lnTo>
                  <a:pt x="2104567" y="703580"/>
                </a:lnTo>
                <a:lnTo>
                  <a:pt x="2105025" y="702462"/>
                </a:lnTo>
                <a:lnTo>
                  <a:pt x="2105025" y="699833"/>
                </a:lnTo>
                <a:close/>
              </a:path>
              <a:path w="2914650" h="706119">
                <a:moveTo>
                  <a:pt x="2105025" y="3454"/>
                </a:moveTo>
                <a:lnTo>
                  <a:pt x="2104567" y="2324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24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2914650" h="706119">
                <a:moveTo>
                  <a:pt x="2152650" y="699833"/>
                </a:moveTo>
                <a:lnTo>
                  <a:pt x="2152192" y="698715"/>
                </a:lnTo>
                <a:lnTo>
                  <a:pt x="2150326" y="696849"/>
                </a:lnTo>
                <a:lnTo>
                  <a:pt x="2149208" y="696379"/>
                </a:lnTo>
                <a:lnTo>
                  <a:pt x="2146579" y="696379"/>
                </a:lnTo>
                <a:lnTo>
                  <a:pt x="2145461" y="696849"/>
                </a:lnTo>
                <a:lnTo>
                  <a:pt x="2143595" y="698715"/>
                </a:lnTo>
                <a:lnTo>
                  <a:pt x="2143125" y="699833"/>
                </a:lnTo>
                <a:lnTo>
                  <a:pt x="2143125" y="702462"/>
                </a:lnTo>
                <a:lnTo>
                  <a:pt x="2143595" y="703580"/>
                </a:lnTo>
                <a:lnTo>
                  <a:pt x="2145461" y="705446"/>
                </a:lnTo>
                <a:lnTo>
                  <a:pt x="2146579" y="705904"/>
                </a:lnTo>
                <a:lnTo>
                  <a:pt x="2149208" y="705904"/>
                </a:lnTo>
                <a:lnTo>
                  <a:pt x="2150326" y="705446"/>
                </a:lnTo>
                <a:lnTo>
                  <a:pt x="2152192" y="703580"/>
                </a:lnTo>
                <a:lnTo>
                  <a:pt x="2152650" y="702462"/>
                </a:lnTo>
                <a:lnTo>
                  <a:pt x="2152650" y="699833"/>
                </a:lnTo>
                <a:close/>
              </a:path>
              <a:path w="2914650" h="706119">
                <a:moveTo>
                  <a:pt x="2152650" y="3454"/>
                </a:moveTo>
                <a:lnTo>
                  <a:pt x="2152192" y="2324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24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2914650" h="706119">
                <a:moveTo>
                  <a:pt x="2200275" y="699833"/>
                </a:moveTo>
                <a:lnTo>
                  <a:pt x="2199817" y="698715"/>
                </a:lnTo>
                <a:lnTo>
                  <a:pt x="2197951" y="696849"/>
                </a:lnTo>
                <a:lnTo>
                  <a:pt x="2196833" y="696379"/>
                </a:lnTo>
                <a:lnTo>
                  <a:pt x="2194204" y="696379"/>
                </a:lnTo>
                <a:lnTo>
                  <a:pt x="2193086" y="696849"/>
                </a:lnTo>
                <a:lnTo>
                  <a:pt x="2191220" y="698715"/>
                </a:lnTo>
                <a:lnTo>
                  <a:pt x="2190750" y="699833"/>
                </a:lnTo>
                <a:lnTo>
                  <a:pt x="2190750" y="702462"/>
                </a:lnTo>
                <a:lnTo>
                  <a:pt x="2191220" y="703580"/>
                </a:lnTo>
                <a:lnTo>
                  <a:pt x="2193086" y="705446"/>
                </a:lnTo>
                <a:lnTo>
                  <a:pt x="2194204" y="705904"/>
                </a:lnTo>
                <a:lnTo>
                  <a:pt x="2196833" y="705904"/>
                </a:lnTo>
                <a:lnTo>
                  <a:pt x="2197951" y="705446"/>
                </a:lnTo>
                <a:lnTo>
                  <a:pt x="2199817" y="703580"/>
                </a:lnTo>
                <a:lnTo>
                  <a:pt x="2200275" y="702462"/>
                </a:lnTo>
                <a:lnTo>
                  <a:pt x="2200275" y="699833"/>
                </a:lnTo>
                <a:close/>
              </a:path>
              <a:path w="2914650" h="706119">
                <a:moveTo>
                  <a:pt x="2200275" y="3454"/>
                </a:moveTo>
                <a:lnTo>
                  <a:pt x="2199817" y="2324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24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2914650" h="706119">
                <a:moveTo>
                  <a:pt x="2247900" y="699833"/>
                </a:moveTo>
                <a:lnTo>
                  <a:pt x="2247442" y="698715"/>
                </a:lnTo>
                <a:lnTo>
                  <a:pt x="2245576" y="696849"/>
                </a:lnTo>
                <a:lnTo>
                  <a:pt x="2244458" y="696379"/>
                </a:lnTo>
                <a:lnTo>
                  <a:pt x="2241829" y="696379"/>
                </a:lnTo>
                <a:lnTo>
                  <a:pt x="2240711" y="696849"/>
                </a:lnTo>
                <a:lnTo>
                  <a:pt x="2238845" y="698715"/>
                </a:lnTo>
                <a:lnTo>
                  <a:pt x="2238375" y="699833"/>
                </a:lnTo>
                <a:lnTo>
                  <a:pt x="2238375" y="702462"/>
                </a:lnTo>
                <a:lnTo>
                  <a:pt x="2238845" y="703580"/>
                </a:lnTo>
                <a:lnTo>
                  <a:pt x="2240711" y="705446"/>
                </a:lnTo>
                <a:lnTo>
                  <a:pt x="2241829" y="705904"/>
                </a:lnTo>
                <a:lnTo>
                  <a:pt x="2244458" y="705904"/>
                </a:lnTo>
                <a:lnTo>
                  <a:pt x="2245576" y="705446"/>
                </a:lnTo>
                <a:lnTo>
                  <a:pt x="2247442" y="703580"/>
                </a:lnTo>
                <a:lnTo>
                  <a:pt x="2247900" y="702462"/>
                </a:lnTo>
                <a:lnTo>
                  <a:pt x="2247900" y="699833"/>
                </a:lnTo>
                <a:close/>
              </a:path>
              <a:path w="2914650" h="706119">
                <a:moveTo>
                  <a:pt x="2247900" y="3454"/>
                </a:moveTo>
                <a:lnTo>
                  <a:pt x="2247442" y="2324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24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2914650" h="706119">
                <a:moveTo>
                  <a:pt x="2295525" y="699833"/>
                </a:moveTo>
                <a:lnTo>
                  <a:pt x="2295067" y="698715"/>
                </a:lnTo>
                <a:lnTo>
                  <a:pt x="2293201" y="696849"/>
                </a:lnTo>
                <a:lnTo>
                  <a:pt x="2292083" y="696379"/>
                </a:lnTo>
                <a:lnTo>
                  <a:pt x="2289454" y="696379"/>
                </a:lnTo>
                <a:lnTo>
                  <a:pt x="2288336" y="696849"/>
                </a:lnTo>
                <a:lnTo>
                  <a:pt x="2286470" y="698715"/>
                </a:lnTo>
                <a:lnTo>
                  <a:pt x="2286000" y="699833"/>
                </a:lnTo>
                <a:lnTo>
                  <a:pt x="2286000" y="702462"/>
                </a:lnTo>
                <a:lnTo>
                  <a:pt x="2286470" y="703580"/>
                </a:lnTo>
                <a:lnTo>
                  <a:pt x="2288336" y="705446"/>
                </a:lnTo>
                <a:lnTo>
                  <a:pt x="2289454" y="705904"/>
                </a:lnTo>
                <a:lnTo>
                  <a:pt x="2292083" y="705904"/>
                </a:lnTo>
                <a:lnTo>
                  <a:pt x="2293201" y="705446"/>
                </a:lnTo>
                <a:lnTo>
                  <a:pt x="2295067" y="703580"/>
                </a:lnTo>
                <a:lnTo>
                  <a:pt x="2295525" y="702462"/>
                </a:lnTo>
                <a:lnTo>
                  <a:pt x="2295525" y="699833"/>
                </a:lnTo>
                <a:close/>
              </a:path>
              <a:path w="2914650" h="706119">
                <a:moveTo>
                  <a:pt x="2295525" y="3454"/>
                </a:moveTo>
                <a:lnTo>
                  <a:pt x="2295067" y="2324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24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2914650" h="706119">
                <a:moveTo>
                  <a:pt x="2343150" y="699833"/>
                </a:moveTo>
                <a:lnTo>
                  <a:pt x="2342692" y="698715"/>
                </a:lnTo>
                <a:lnTo>
                  <a:pt x="2340826" y="696849"/>
                </a:lnTo>
                <a:lnTo>
                  <a:pt x="2339708" y="696379"/>
                </a:lnTo>
                <a:lnTo>
                  <a:pt x="2337079" y="696379"/>
                </a:lnTo>
                <a:lnTo>
                  <a:pt x="2335961" y="696849"/>
                </a:lnTo>
                <a:lnTo>
                  <a:pt x="2334095" y="698715"/>
                </a:lnTo>
                <a:lnTo>
                  <a:pt x="2333625" y="699833"/>
                </a:lnTo>
                <a:lnTo>
                  <a:pt x="2333625" y="702462"/>
                </a:lnTo>
                <a:lnTo>
                  <a:pt x="2334095" y="703580"/>
                </a:lnTo>
                <a:lnTo>
                  <a:pt x="2335961" y="705446"/>
                </a:lnTo>
                <a:lnTo>
                  <a:pt x="2337079" y="705904"/>
                </a:lnTo>
                <a:lnTo>
                  <a:pt x="2339708" y="705904"/>
                </a:lnTo>
                <a:lnTo>
                  <a:pt x="2340826" y="705446"/>
                </a:lnTo>
                <a:lnTo>
                  <a:pt x="2342692" y="703580"/>
                </a:lnTo>
                <a:lnTo>
                  <a:pt x="2343150" y="702462"/>
                </a:lnTo>
                <a:lnTo>
                  <a:pt x="2343150" y="699833"/>
                </a:lnTo>
                <a:close/>
              </a:path>
              <a:path w="2914650" h="706119">
                <a:moveTo>
                  <a:pt x="2343150" y="3454"/>
                </a:moveTo>
                <a:lnTo>
                  <a:pt x="2342692" y="2324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24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2914650" h="706119">
                <a:moveTo>
                  <a:pt x="2390775" y="699833"/>
                </a:moveTo>
                <a:lnTo>
                  <a:pt x="2390317" y="698715"/>
                </a:lnTo>
                <a:lnTo>
                  <a:pt x="2388451" y="696849"/>
                </a:lnTo>
                <a:lnTo>
                  <a:pt x="2387333" y="696379"/>
                </a:lnTo>
                <a:lnTo>
                  <a:pt x="2384704" y="696379"/>
                </a:lnTo>
                <a:lnTo>
                  <a:pt x="2383586" y="696849"/>
                </a:lnTo>
                <a:lnTo>
                  <a:pt x="2381720" y="698715"/>
                </a:lnTo>
                <a:lnTo>
                  <a:pt x="2381250" y="699833"/>
                </a:lnTo>
                <a:lnTo>
                  <a:pt x="2381250" y="702462"/>
                </a:lnTo>
                <a:lnTo>
                  <a:pt x="2381720" y="703580"/>
                </a:lnTo>
                <a:lnTo>
                  <a:pt x="2383586" y="705446"/>
                </a:lnTo>
                <a:lnTo>
                  <a:pt x="2384704" y="705904"/>
                </a:lnTo>
                <a:lnTo>
                  <a:pt x="2387333" y="705904"/>
                </a:lnTo>
                <a:lnTo>
                  <a:pt x="2388451" y="705446"/>
                </a:lnTo>
                <a:lnTo>
                  <a:pt x="2390317" y="703580"/>
                </a:lnTo>
                <a:lnTo>
                  <a:pt x="2390775" y="702462"/>
                </a:lnTo>
                <a:lnTo>
                  <a:pt x="2390775" y="699833"/>
                </a:lnTo>
                <a:close/>
              </a:path>
              <a:path w="2914650" h="706119">
                <a:moveTo>
                  <a:pt x="2390775" y="3454"/>
                </a:moveTo>
                <a:lnTo>
                  <a:pt x="2390317" y="2324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24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2914650" h="706119">
                <a:moveTo>
                  <a:pt x="2438400" y="699833"/>
                </a:moveTo>
                <a:lnTo>
                  <a:pt x="2437942" y="698715"/>
                </a:lnTo>
                <a:lnTo>
                  <a:pt x="2436076" y="696849"/>
                </a:lnTo>
                <a:lnTo>
                  <a:pt x="2434958" y="696379"/>
                </a:lnTo>
                <a:lnTo>
                  <a:pt x="2432329" y="696379"/>
                </a:lnTo>
                <a:lnTo>
                  <a:pt x="2431211" y="696849"/>
                </a:lnTo>
                <a:lnTo>
                  <a:pt x="2429345" y="698715"/>
                </a:lnTo>
                <a:lnTo>
                  <a:pt x="2428875" y="699833"/>
                </a:lnTo>
                <a:lnTo>
                  <a:pt x="2428875" y="702462"/>
                </a:lnTo>
                <a:lnTo>
                  <a:pt x="2429345" y="703580"/>
                </a:lnTo>
                <a:lnTo>
                  <a:pt x="2431211" y="705446"/>
                </a:lnTo>
                <a:lnTo>
                  <a:pt x="2432329" y="705904"/>
                </a:lnTo>
                <a:lnTo>
                  <a:pt x="2434958" y="705904"/>
                </a:lnTo>
                <a:lnTo>
                  <a:pt x="2436076" y="705446"/>
                </a:lnTo>
                <a:lnTo>
                  <a:pt x="2437942" y="703580"/>
                </a:lnTo>
                <a:lnTo>
                  <a:pt x="2438400" y="702462"/>
                </a:lnTo>
                <a:lnTo>
                  <a:pt x="2438400" y="699833"/>
                </a:lnTo>
                <a:close/>
              </a:path>
              <a:path w="2914650" h="706119">
                <a:moveTo>
                  <a:pt x="2438400" y="3454"/>
                </a:moveTo>
                <a:lnTo>
                  <a:pt x="2437942" y="2324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24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2914650" h="706119">
                <a:moveTo>
                  <a:pt x="2486025" y="699833"/>
                </a:moveTo>
                <a:lnTo>
                  <a:pt x="2485567" y="698715"/>
                </a:lnTo>
                <a:lnTo>
                  <a:pt x="2483701" y="696849"/>
                </a:lnTo>
                <a:lnTo>
                  <a:pt x="2482583" y="696379"/>
                </a:lnTo>
                <a:lnTo>
                  <a:pt x="2479954" y="696379"/>
                </a:lnTo>
                <a:lnTo>
                  <a:pt x="2478824" y="696849"/>
                </a:lnTo>
                <a:lnTo>
                  <a:pt x="2476970" y="698715"/>
                </a:lnTo>
                <a:lnTo>
                  <a:pt x="2476500" y="699833"/>
                </a:lnTo>
                <a:lnTo>
                  <a:pt x="2476500" y="702462"/>
                </a:lnTo>
                <a:lnTo>
                  <a:pt x="2476970" y="703580"/>
                </a:lnTo>
                <a:lnTo>
                  <a:pt x="2478824" y="705446"/>
                </a:lnTo>
                <a:lnTo>
                  <a:pt x="2479954" y="705904"/>
                </a:lnTo>
                <a:lnTo>
                  <a:pt x="2482583" y="705904"/>
                </a:lnTo>
                <a:lnTo>
                  <a:pt x="2483701" y="705446"/>
                </a:lnTo>
                <a:lnTo>
                  <a:pt x="2485567" y="703580"/>
                </a:lnTo>
                <a:lnTo>
                  <a:pt x="2486025" y="702462"/>
                </a:lnTo>
                <a:lnTo>
                  <a:pt x="2486025" y="699833"/>
                </a:lnTo>
                <a:close/>
              </a:path>
              <a:path w="2914650" h="706119">
                <a:moveTo>
                  <a:pt x="2486025" y="3454"/>
                </a:moveTo>
                <a:lnTo>
                  <a:pt x="2485567" y="2324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24" y="469"/>
                </a:lnTo>
                <a:lnTo>
                  <a:pt x="2476970" y="2324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24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2914650" h="706119">
                <a:moveTo>
                  <a:pt x="2533650" y="699833"/>
                </a:moveTo>
                <a:lnTo>
                  <a:pt x="2533192" y="698715"/>
                </a:lnTo>
                <a:lnTo>
                  <a:pt x="2531326" y="696849"/>
                </a:lnTo>
                <a:lnTo>
                  <a:pt x="2530208" y="696379"/>
                </a:lnTo>
                <a:lnTo>
                  <a:pt x="2527579" y="696379"/>
                </a:lnTo>
                <a:lnTo>
                  <a:pt x="2526449" y="696849"/>
                </a:lnTo>
                <a:lnTo>
                  <a:pt x="2524595" y="698715"/>
                </a:lnTo>
                <a:lnTo>
                  <a:pt x="2524125" y="699833"/>
                </a:lnTo>
                <a:lnTo>
                  <a:pt x="2524125" y="702462"/>
                </a:lnTo>
                <a:lnTo>
                  <a:pt x="2524595" y="703580"/>
                </a:lnTo>
                <a:lnTo>
                  <a:pt x="2526449" y="705446"/>
                </a:lnTo>
                <a:lnTo>
                  <a:pt x="2527579" y="705904"/>
                </a:lnTo>
                <a:lnTo>
                  <a:pt x="2530208" y="705904"/>
                </a:lnTo>
                <a:lnTo>
                  <a:pt x="2531326" y="705446"/>
                </a:lnTo>
                <a:lnTo>
                  <a:pt x="2533192" y="703580"/>
                </a:lnTo>
                <a:lnTo>
                  <a:pt x="2533650" y="702462"/>
                </a:lnTo>
                <a:lnTo>
                  <a:pt x="2533650" y="699833"/>
                </a:lnTo>
                <a:close/>
              </a:path>
              <a:path w="2914650" h="706119">
                <a:moveTo>
                  <a:pt x="2533650" y="3454"/>
                </a:moveTo>
                <a:lnTo>
                  <a:pt x="2533192" y="2324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49" y="469"/>
                </a:lnTo>
                <a:lnTo>
                  <a:pt x="2524595" y="2324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49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2914650" h="706119">
                <a:moveTo>
                  <a:pt x="2581275" y="699833"/>
                </a:moveTo>
                <a:lnTo>
                  <a:pt x="2580817" y="698715"/>
                </a:lnTo>
                <a:lnTo>
                  <a:pt x="2578951" y="696849"/>
                </a:lnTo>
                <a:lnTo>
                  <a:pt x="2577833" y="696379"/>
                </a:lnTo>
                <a:lnTo>
                  <a:pt x="2575204" y="696379"/>
                </a:lnTo>
                <a:lnTo>
                  <a:pt x="2574074" y="696849"/>
                </a:lnTo>
                <a:lnTo>
                  <a:pt x="2572220" y="698715"/>
                </a:lnTo>
                <a:lnTo>
                  <a:pt x="2571750" y="699833"/>
                </a:lnTo>
                <a:lnTo>
                  <a:pt x="2571750" y="702462"/>
                </a:lnTo>
                <a:lnTo>
                  <a:pt x="2572220" y="703580"/>
                </a:lnTo>
                <a:lnTo>
                  <a:pt x="2574074" y="705446"/>
                </a:lnTo>
                <a:lnTo>
                  <a:pt x="2575204" y="705904"/>
                </a:lnTo>
                <a:lnTo>
                  <a:pt x="2577833" y="705904"/>
                </a:lnTo>
                <a:lnTo>
                  <a:pt x="2578951" y="705446"/>
                </a:lnTo>
                <a:lnTo>
                  <a:pt x="2580817" y="703580"/>
                </a:lnTo>
                <a:lnTo>
                  <a:pt x="2581275" y="702462"/>
                </a:lnTo>
                <a:lnTo>
                  <a:pt x="2581275" y="699833"/>
                </a:lnTo>
                <a:close/>
              </a:path>
              <a:path w="2914650" h="706119">
                <a:moveTo>
                  <a:pt x="2581275" y="3454"/>
                </a:moveTo>
                <a:lnTo>
                  <a:pt x="2580817" y="2324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74" y="469"/>
                </a:lnTo>
                <a:lnTo>
                  <a:pt x="2572220" y="2324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74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2914650" h="706119">
                <a:moveTo>
                  <a:pt x="2628900" y="699833"/>
                </a:moveTo>
                <a:lnTo>
                  <a:pt x="2628442" y="698715"/>
                </a:lnTo>
                <a:lnTo>
                  <a:pt x="2626576" y="696849"/>
                </a:lnTo>
                <a:lnTo>
                  <a:pt x="2625458" y="696379"/>
                </a:lnTo>
                <a:lnTo>
                  <a:pt x="2622829" y="696379"/>
                </a:lnTo>
                <a:lnTo>
                  <a:pt x="2621711" y="696849"/>
                </a:lnTo>
                <a:lnTo>
                  <a:pt x="2619845" y="698715"/>
                </a:lnTo>
                <a:lnTo>
                  <a:pt x="2619375" y="699833"/>
                </a:lnTo>
                <a:lnTo>
                  <a:pt x="2619375" y="702462"/>
                </a:lnTo>
                <a:lnTo>
                  <a:pt x="2619845" y="703580"/>
                </a:lnTo>
                <a:lnTo>
                  <a:pt x="2621711" y="705446"/>
                </a:lnTo>
                <a:lnTo>
                  <a:pt x="2622829" y="705904"/>
                </a:lnTo>
                <a:lnTo>
                  <a:pt x="2625458" y="705904"/>
                </a:lnTo>
                <a:lnTo>
                  <a:pt x="2626576" y="705446"/>
                </a:lnTo>
                <a:lnTo>
                  <a:pt x="2628442" y="703580"/>
                </a:lnTo>
                <a:lnTo>
                  <a:pt x="2628900" y="702462"/>
                </a:lnTo>
                <a:lnTo>
                  <a:pt x="2628900" y="699833"/>
                </a:lnTo>
                <a:close/>
              </a:path>
              <a:path w="2914650" h="706119">
                <a:moveTo>
                  <a:pt x="2628900" y="3454"/>
                </a:moveTo>
                <a:lnTo>
                  <a:pt x="2628442" y="2324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24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2914650" h="706119">
                <a:moveTo>
                  <a:pt x="2676525" y="699833"/>
                </a:moveTo>
                <a:lnTo>
                  <a:pt x="2676067" y="698715"/>
                </a:lnTo>
                <a:lnTo>
                  <a:pt x="2674201" y="696849"/>
                </a:lnTo>
                <a:lnTo>
                  <a:pt x="2673083" y="696379"/>
                </a:lnTo>
                <a:lnTo>
                  <a:pt x="2670454" y="696379"/>
                </a:lnTo>
                <a:lnTo>
                  <a:pt x="2669324" y="696849"/>
                </a:lnTo>
                <a:lnTo>
                  <a:pt x="2667470" y="698715"/>
                </a:lnTo>
                <a:lnTo>
                  <a:pt x="2667000" y="699833"/>
                </a:lnTo>
                <a:lnTo>
                  <a:pt x="2667000" y="702462"/>
                </a:lnTo>
                <a:lnTo>
                  <a:pt x="2667470" y="703580"/>
                </a:lnTo>
                <a:lnTo>
                  <a:pt x="2669324" y="705446"/>
                </a:lnTo>
                <a:lnTo>
                  <a:pt x="2670454" y="705904"/>
                </a:lnTo>
                <a:lnTo>
                  <a:pt x="2673083" y="705904"/>
                </a:lnTo>
                <a:lnTo>
                  <a:pt x="2674201" y="705446"/>
                </a:lnTo>
                <a:lnTo>
                  <a:pt x="2676067" y="703580"/>
                </a:lnTo>
                <a:lnTo>
                  <a:pt x="2676525" y="702462"/>
                </a:lnTo>
                <a:lnTo>
                  <a:pt x="2676525" y="699833"/>
                </a:lnTo>
                <a:close/>
              </a:path>
              <a:path w="2914650" h="706119">
                <a:moveTo>
                  <a:pt x="2676525" y="3454"/>
                </a:moveTo>
                <a:lnTo>
                  <a:pt x="2676067" y="2324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24" y="469"/>
                </a:lnTo>
                <a:lnTo>
                  <a:pt x="2667470" y="2324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24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2914650" h="706119">
                <a:moveTo>
                  <a:pt x="2724150" y="699833"/>
                </a:moveTo>
                <a:lnTo>
                  <a:pt x="2723692" y="698715"/>
                </a:lnTo>
                <a:lnTo>
                  <a:pt x="2721826" y="696849"/>
                </a:lnTo>
                <a:lnTo>
                  <a:pt x="2720708" y="696379"/>
                </a:lnTo>
                <a:lnTo>
                  <a:pt x="2718079" y="696379"/>
                </a:lnTo>
                <a:lnTo>
                  <a:pt x="2716949" y="696849"/>
                </a:lnTo>
                <a:lnTo>
                  <a:pt x="2715095" y="698715"/>
                </a:lnTo>
                <a:lnTo>
                  <a:pt x="2714625" y="699833"/>
                </a:lnTo>
                <a:lnTo>
                  <a:pt x="2714625" y="702462"/>
                </a:lnTo>
                <a:lnTo>
                  <a:pt x="2715095" y="703580"/>
                </a:lnTo>
                <a:lnTo>
                  <a:pt x="2716949" y="705446"/>
                </a:lnTo>
                <a:lnTo>
                  <a:pt x="2718079" y="705904"/>
                </a:lnTo>
                <a:lnTo>
                  <a:pt x="2720708" y="705904"/>
                </a:lnTo>
                <a:lnTo>
                  <a:pt x="2721826" y="705446"/>
                </a:lnTo>
                <a:lnTo>
                  <a:pt x="2723692" y="703580"/>
                </a:lnTo>
                <a:lnTo>
                  <a:pt x="2724150" y="702462"/>
                </a:lnTo>
                <a:lnTo>
                  <a:pt x="2724150" y="699833"/>
                </a:lnTo>
                <a:close/>
              </a:path>
              <a:path w="2914650" h="706119">
                <a:moveTo>
                  <a:pt x="2724150" y="3454"/>
                </a:moveTo>
                <a:lnTo>
                  <a:pt x="2723692" y="2324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49" y="469"/>
                </a:lnTo>
                <a:lnTo>
                  <a:pt x="2715095" y="2324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49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2914650" h="706119">
                <a:moveTo>
                  <a:pt x="2771775" y="699833"/>
                </a:moveTo>
                <a:lnTo>
                  <a:pt x="2771317" y="698715"/>
                </a:lnTo>
                <a:lnTo>
                  <a:pt x="2769451" y="696849"/>
                </a:lnTo>
                <a:lnTo>
                  <a:pt x="2768333" y="696379"/>
                </a:lnTo>
                <a:lnTo>
                  <a:pt x="2765704" y="696379"/>
                </a:lnTo>
                <a:lnTo>
                  <a:pt x="2764574" y="696849"/>
                </a:lnTo>
                <a:lnTo>
                  <a:pt x="2762720" y="698715"/>
                </a:lnTo>
                <a:lnTo>
                  <a:pt x="2762250" y="699833"/>
                </a:lnTo>
                <a:lnTo>
                  <a:pt x="2762250" y="702462"/>
                </a:lnTo>
                <a:lnTo>
                  <a:pt x="2762720" y="703580"/>
                </a:lnTo>
                <a:lnTo>
                  <a:pt x="2764574" y="705446"/>
                </a:lnTo>
                <a:lnTo>
                  <a:pt x="2765704" y="705904"/>
                </a:lnTo>
                <a:lnTo>
                  <a:pt x="2768333" y="705904"/>
                </a:lnTo>
                <a:lnTo>
                  <a:pt x="2769451" y="705446"/>
                </a:lnTo>
                <a:lnTo>
                  <a:pt x="2771317" y="703580"/>
                </a:lnTo>
                <a:lnTo>
                  <a:pt x="2771775" y="702462"/>
                </a:lnTo>
                <a:lnTo>
                  <a:pt x="2771775" y="699833"/>
                </a:lnTo>
                <a:close/>
              </a:path>
              <a:path w="2914650" h="706119">
                <a:moveTo>
                  <a:pt x="2771775" y="3454"/>
                </a:moveTo>
                <a:lnTo>
                  <a:pt x="2771317" y="2324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74" y="469"/>
                </a:lnTo>
                <a:lnTo>
                  <a:pt x="2762720" y="2324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74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2914650" h="706119">
                <a:moveTo>
                  <a:pt x="2819400" y="699833"/>
                </a:moveTo>
                <a:lnTo>
                  <a:pt x="2818942" y="698715"/>
                </a:lnTo>
                <a:lnTo>
                  <a:pt x="2817076" y="696849"/>
                </a:lnTo>
                <a:lnTo>
                  <a:pt x="2815958" y="696379"/>
                </a:lnTo>
                <a:lnTo>
                  <a:pt x="2813329" y="696379"/>
                </a:lnTo>
                <a:lnTo>
                  <a:pt x="2812199" y="696849"/>
                </a:lnTo>
                <a:lnTo>
                  <a:pt x="2810345" y="698715"/>
                </a:lnTo>
                <a:lnTo>
                  <a:pt x="2809875" y="699833"/>
                </a:lnTo>
                <a:lnTo>
                  <a:pt x="2809875" y="702462"/>
                </a:lnTo>
                <a:lnTo>
                  <a:pt x="2810345" y="703580"/>
                </a:lnTo>
                <a:lnTo>
                  <a:pt x="2812199" y="705446"/>
                </a:lnTo>
                <a:lnTo>
                  <a:pt x="2813329" y="705904"/>
                </a:lnTo>
                <a:lnTo>
                  <a:pt x="2815958" y="705904"/>
                </a:lnTo>
                <a:lnTo>
                  <a:pt x="2817076" y="705446"/>
                </a:lnTo>
                <a:lnTo>
                  <a:pt x="2818942" y="703580"/>
                </a:lnTo>
                <a:lnTo>
                  <a:pt x="2819400" y="702462"/>
                </a:lnTo>
                <a:lnTo>
                  <a:pt x="2819400" y="699833"/>
                </a:lnTo>
                <a:close/>
              </a:path>
              <a:path w="2914650" h="706119">
                <a:moveTo>
                  <a:pt x="2819400" y="3454"/>
                </a:moveTo>
                <a:lnTo>
                  <a:pt x="2818942" y="2324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199" y="469"/>
                </a:lnTo>
                <a:lnTo>
                  <a:pt x="2810345" y="2324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199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2914650" h="706119">
                <a:moveTo>
                  <a:pt x="2867025" y="699833"/>
                </a:moveTo>
                <a:lnTo>
                  <a:pt x="2866567" y="698715"/>
                </a:lnTo>
                <a:lnTo>
                  <a:pt x="2864701" y="696849"/>
                </a:lnTo>
                <a:lnTo>
                  <a:pt x="2863583" y="696379"/>
                </a:lnTo>
                <a:lnTo>
                  <a:pt x="2860954" y="696379"/>
                </a:lnTo>
                <a:lnTo>
                  <a:pt x="2859824" y="696849"/>
                </a:lnTo>
                <a:lnTo>
                  <a:pt x="2857970" y="698715"/>
                </a:lnTo>
                <a:lnTo>
                  <a:pt x="2857500" y="699833"/>
                </a:lnTo>
                <a:lnTo>
                  <a:pt x="2857500" y="702462"/>
                </a:lnTo>
                <a:lnTo>
                  <a:pt x="2857970" y="703580"/>
                </a:lnTo>
                <a:lnTo>
                  <a:pt x="2859824" y="705446"/>
                </a:lnTo>
                <a:lnTo>
                  <a:pt x="2860954" y="705904"/>
                </a:lnTo>
                <a:lnTo>
                  <a:pt x="2863583" y="705904"/>
                </a:lnTo>
                <a:lnTo>
                  <a:pt x="2864701" y="705446"/>
                </a:lnTo>
                <a:lnTo>
                  <a:pt x="2866567" y="703580"/>
                </a:lnTo>
                <a:lnTo>
                  <a:pt x="2867025" y="702462"/>
                </a:lnTo>
                <a:lnTo>
                  <a:pt x="2867025" y="699833"/>
                </a:lnTo>
                <a:close/>
              </a:path>
              <a:path w="2914650" h="706119">
                <a:moveTo>
                  <a:pt x="2867025" y="3454"/>
                </a:moveTo>
                <a:lnTo>
                  <a:pt x="2866567" y="2324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24" y="469"/>
                </a:lnTo>
                <a:lnTo>
                  <a:pt x="2857970" y="2324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24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2914650" h="706119">
                <a:moveTo>
                  <a:pt x="2914650" y="699833"/>
                </a:moveTo>
                <a:lnTo>
                  <a:pt x="2914192" y="698715"/>
                </a:lnTo>
                <a:lnTo>
                  <a:pt x="2912326" y="696849"/>
                </a:lnTo>
                <a:lnTo>
                  <a:pt x="2911208" y="696379"/>
                </a:lnTo>
                <a:lnTo>
                  <a:pt x="2908579" y="696379"/>
                </a:lnTo>
                <a:lnTo>
                  <a:pt x="2907449" y="696849"/>
                </a:lnTo>
                <a:lnTo>
                  <a:pt x="2905595" y="698715"/>
                </a:lnTo>
                <a:lnTo>
                  <a:pt x="2905125" y="699833"/>
                </a:lnTo>
                <a:lnTo>
                  <a:pt x="2905125" y="702462"/>
                </a:lnTo>
                <a:lnTo>
                  <a:pt x="2905595" y="703580"/>
                </a:lnTo>
                <a:lnTo>
                  <a:pt x="2907449" y="705446"/>
                </a:lnTo>
                <a:lnTo>
                  <a:pt x="2908579" y="705904"/>
                </a:lnTo>
                <a:lnTo>
                  <a:pt x="2911208" y="705904"/>
                </a:lnTo>
                <a:lnTo>
                  <a:pt x="2912326" y="705446"/>
                </a:lnTo>
                <a:lnTo>
                  <a:pt x="2914192" y="703580"/>
                </a:lnTo>
                <a:lnTo>
                  <a:pt x="2914650" y="702462"/>
                </a:lnTo>
                <a:lnTo>
                  <a:pt x="2914650" y="699833"/>
                </a:lnTo>
                <a:close/>
              </a:path>
              <a:path w="2914650" h="706119">
                <a:moveTo>
                  <a:pt x="2914650" y="3454"/>
                </a:moveTo>
                <a:lnTo>
                  <a:pt x="2914192" y="2324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49" y="469"/>
                </a:lnTo>
                <a:lnTo>
                  <a:pt x="2905595" y="2324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49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8889007" y="2882998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889007" y="2186615"/>
            <a:ext cx="1536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2K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718384" y="2104640"/>
            <a:ext cx="139700" cy="6838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60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 Students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9635826" y="2994024"/>
            <a:ext cx="11391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6445" algn="l"/>
              </a:tabLst>
            </a:pP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Male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Female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1234687" y="2994024"/>
            <a:ext cx="3149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Other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9448787" y="2148992"/>
            <a:ext cx="2233295" cy="819785"/>
          </a:xfrm>
          <a:custGeom>
            <a:avLst/>
            <a:gdLst/>
            <a:ahLst/>
            <a:cxnLst/>
            <a:rect l="l" t="t" r="r" b="b"/>
            <a:pathLst>
              <a:path w="2233295" h="819785">
                <a:moveTo>
                  <a:pt x="613613" y="0"/>
                </a:moveTo>
                <a:lnTo>
                  <a:pt x="0" y="0"/>
                </a:lnTo>
                <a:lnTo>
                  <a:pt x="0" y="819632"/>
                </a:lnTo>
                <a:lnTo>
                  <a:pt x="613613" y="819632"/>
                </a:lnTo>
                <a:lnTo>
                  <a:pt x="613613" y="0"/>
                </a:lnTo>
                <a:close/>
              </a:path>
              <a:path w="2233295" h="819785">
                <a:moveTo>
                  <a:pt x="1423238" y="505917"/>
                </a:moveTo>
                <a:lnTo>
                  <a:pt x="809625" y="505917"/>
                </a:lnTo>
                <a:lnTo>
                  <a:pt x="809625" y="819632"/>
                </a:lnTo>
                <a:lnTo>
                  <a:pt x="1423238" y="819632"/>
                </a:lnTo>
                <a:lnTo>
                  <a:pt x="1423238" y="505917"/>
                </a:lnTo>
                <a:close/>
              </a:path>
              <a:path w="2233295" h="819785">
                <a:moveTo>
                  <a:pt x="2232863" y="810107"/>
                </a:moveTo>
                <a:lnTo>
                  <a:pt x="1619250" y="810107"/>
                </a:lnTo>
                <a:lnTo>
                  <a:pt x="1619250" y="819632"/>
                </a:lnTo>
                <a:lnTo>
                  <a:pt x="2232863" y="819632"/>
                </a:lnTo>
                <a:lnTo>
                  <a:pt x="2232863" y="810107"/>
                </a:lnTo>
                <a:close/>
              </a:path>
            </a:pathLst>
          </a:custGeom>
          <a:solidFill>
            <a:srgbClr val="4DB08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46500" y="288956"/>
            <a:ext cx="3556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Mental</a:t>
            </a:r>
            <a:r>
              <a:rPr spc="-40" dirty="0"/>
              <a:t> </a:t>
            </a:r>
            <a:r>
              <a:rPr dirty="0"/>
              <a:t>Health</a:t>
            </a:r>
            <a:r>
              <a:rPr spc="-40" dirty="0"/>
              <a:t> </a:t>
            </a:r>
            <a:r>
              <a:rPr spc="-10" dirty="0"/>
              <a:t>Insights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57199" y="952499"/>
            <a:ext cx="2143125" cy="866775"/>
            <a:chOff x="457199" y="952499"/>
            <a:chExt cx="2143125" cy="866775"/>
          </a:xfrm>
        </p:grpSpPr>
        <p:sp>
          <p:nvSpPr>
            <p:cNvPr id="6" name="object 6"/>
            <p:cNvSpPr/>
            <p:nvPr/>
          </p:nvSpPr>
          <p:spPr>
            <a:xfrm>
              <a:off x="466724" y="962024"/>
              <a:ext cx="2124075" cy="847725"/>
            </a:xfrm>
            <a:custGeom>
              <a:avLst/>
              <a:gdLst/>
              <a:ahLst/>
              <a:cxnLst/>
              <a:rect l="l" t="t" r="r" b="b"/>
              <a:pathLst>
                <a:path w="2124075" h="847725">
                  <a:moveTo>
                    <a:pt x="2085974" y="847724"/>
                  </a:moveTo>
                  <a:lnTo>
                    <a:pt x="38100" y="847724"/>
                  </a:lnTo>
                  <a:lnTo>
                    <a:pt x="3274" y="823614"/>
                  </a:lnTo>
                  <a:lnTo>
                    <a:pt x="0" y="809624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2085974" y="0"/>
                  </a:lnTo>
                  <a:lnTo>
                    <a:pt x="2099964" y="3274"/>
                  </a:lnTo>
                  <a:lnTo>
                    <a:pt x="2112168" y="11906"/>
                  </a:lnTo>
                  <a:lnTo>
                    <a:pt x="2120800" y="24110"/>
                  </a:lnTo>
                  <a:lnTo>
                    <a:pt x="2124074" y="38099"/>
                  </a:lnTo>
                  <a:lnTo>
                    <a:pt x="2124074" y="809624"/>
                  </a:lnTo>
                  <a:lnTo>
                    <a:pt x="2120800" y="823614"/>
                  </a:lnTo>
                  <a:lnTo>
                    <a:pt x="2112168" y="835818"/>
                  </a:lnTo>
                  <a:lnTo>
                    <a:pt x="2099964" y="844450"/>
                  </a:lnTo>
                  <a:lnTo>
                    <a:pt x="2085974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6724" y="962024"/>
              <a:ext cx="2124075" cy="847725"/>
            </a:xfrm>
            <a:custGeom>
              <a:avLst/>
              <a:gdLst/>
              <a:ahLst/>
              <a:cxnLst/>
              <a:rect l="l" t="t" r="r" b="b"/>
              <a:pathLst>
                <a:path w="2124075" h="8477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2085974" y="0"/>
                  </a:lnTo>
                  <a:lnTo>
                    <a:pt x="2120800" y="24110"/>
                  </a:lnTo>
                  <a:lnTo>
                    <a:pt x="2124074" y="809624"/>
                  </a:lnTo>
                  <a:lnTo>
                    <a:pt x="2120800" y="823614"/>
                  </a:lnTo>
                  <a:lnTo>
                    <a:pt x="2112168" y="835818"/>
                  </a:lnTo>
                  <a:lnTo>
                    <a:pt x="2099964" y="844450"/>
                  </a:lnTo>
                  <a:lnTo>
                    <a:pt x="2085974" y="847724"/>
                  </a:lnTo>
                  <a:lnTo>
                    <a:pt x="38099" y="847724"/>
                  </a:lnTo>
                  <a:lnTo>
                    <a:pt x="24110" y="844450"/>
                  </a:lnTo>
                  <a:lnTo>
                    <a:pt x="11906" y="835818"/>
                  </a:lnTo>
                  <a:lnTo>
                    <a:pt x="3274" y="823614"/>
                  </a:lnTo>
                  <a:lnTo>
                    <a:pt x="0" y="80962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49" y="971549"/>
              <a:ext cx="2105025" cy="828675"/>
            </a:xfrm>
            <a:custGeom>
              <a:avLst/>
              <a:gdLst/>
              <a:ahLst/>
              <a:cxnLst/>
              <a:rect l="l" t="t" r="r" b="b"/>
              <a:pathLst>
                <a:path w="2105025" h="828675">
                  <a:moveTo>
                    <a:pt x="2076449" y="828674"/>
                  </a:moveTo>
                  <a:lnTo>
                    <a:pt x="28574" y="828674"/>
                  </a:lnTo>
                  <a:lnTo>
                    <a:pt x="18082" y="826219"/>
                  </a:lnTo>
                  <a:lnTo>
                    <a:pt x="8929" y="819745"/>
                  </a:lnTo>
                  <a:lnTo>
                    <a:pt x="2455" y="810592"/>
                  </a:lnTo>
                  <a:lnTo>
                    <a:pt x="0" y="8000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2076449" y="0"/>
                  </a:lnTo>
                  <a:lnTo>
                    <a:pt x="2086942" y="2455"/>
                  </a:lnTo>
                  <a:lnTo>
                    <a:pt x="2096095" y="8929"/>
                  </a:lnTo>
                  <a:lnTo>
                    <a:pt x="2102569" y="18082"/>
                  </a:lnTo>
                  <a:lnTo>
                    <a:pt x="2105024" y="28574"/>
                  </a:lnTo>
                  <a:lnTo>
                    <a:pt x="2105024" y="800099"/>
                  </a:lnTo>
                  <a:lnTo>
                    <a:pt x="2102569" y="810592"/>
                  </a:lnTo>
                  <a:lnTo>
                    <a:pt x="2096095" y="819745"/>
                  </a:lnTo>
                  <a:lnTo>
                    <a:pt x="2086942" y="826219"/>
                  </a:lnTo>
                  <a:lnTo>
                    <a:pt x="2076449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0537" y="1004569"/>
            <a:ext cx="1609725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790"/>
              </a:spcBef>
            </a:pPr>
            <a:r>
              <a:rPr sz="24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4.35</a:t>
            </a:r>
            <a:endParaRPr sz="2400">
              <a:latin typeface="Segoe UI Semibold"/>
              <a:cs typeface="Segoe UI Semibold"/>
            </a:endParaRPr>
          </a:p>
          <a:p>
            <a:pPr marL="99695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Depression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6724" y="952499"/>
            <a:ext cx="4419600" cy="866775"/>
            <a:chOff x="466724" y="952499"/>
            <a:chExt cx="4419600" cy="866775"/>
          </a:xfrm>
        </p:grpSpPr>
        <p:sp>
          <p:nvSpPr>
            <p:cNvPr id="11" name="object 11"/>
            <p:cNvSpPr/>
            <p:nvPr/>
          </p:nvSpPr>
          <p:spPr>
            <a:xfrm>
              <a:off x="466724" y="964254"/>
              <a:ext cx="28575" cy="843280"/>
            </a:xfrm>
            <a:custGeom>
              <a:avLst/>
              <a:gdLst/>
              <a:ahLst/>
              <a:cxnLst/>
              <a:rect l="l" t="t" r="r" b="b"/>
              <a:pathLst>
                <a:path w="28575" h="843280">
                  <a:moveTo>
                    <a:pt x="28574" y="843266"/>
                  </a:moveTo>
                  <a:lnTo>
                    <a:pt x="0" y="807395"/>
                  </a:lnTo>
                  <a:lnTo>
                    <a:pt x="0" y="35870"/>
                  </a:lnTo>
                  <a:lnTo>
                    <a:pt x="3274" y="21880"/>
                  </a:lnTo>
                  <a:lnTo>
                    <a:pt x="11906" y="9676"/>
                  </a:lnTo>
                  <a:lnTo>
                    <a:pt x="24110" y="1044"/>
                  </a:lnTo>
                  <a:lnTo>
                    <a:pt x="28574" y="0"/>
                  </a:lnTo>
                  <a:lnTo>
                    <a:pt x="28574" y="843266"/>
                  </a:lnTo>
                  <a:close/>
                </a:path>
              </a:pathLst>
            </a:custGeom>
            <a:solidFill>
              <a:srgbClr val="00A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76649" y="962024"/>
              <a:ext cx="1200150" cy="847725"/>
            </a:xfrm>
            <a:custGeom>
              <a:avLst/>
              <a:gdLst/>
              <a:ahLst/>
              <a:cxnLst/>
              <a:rect l="l" t="t" r="r" b="b"/>
              <a:pathLst>
                <a:path w="1200150" h="847725">
                  <a:moveTo>
                    <a:pt x="1162049" y="847724"/>
                  </a:moveTo>
                  <a:lnTo>
                    <a:pt x="38099" y="847724"/>
                  </a:lnTo>
                  <a:lnTo>
                    <a:pt x="3274" y="823614"/>
                  </a:lnTo>
                  <a:lnTo>
                    <a:pt x="0" y="809624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1162049" y="0"/>
                  </a:lnTo>
                  <a:lnTo>
                    <a:pt x="1176039" y="3274"/>
                  </a:lnTo>
                  <a:lnTo>
                    <a:pt x="1188243" y="11906"/>
                  </a:lnTo>
                  <a:lnTo>
                    <a:pt x="1196875" y="24110"/>
                  </a:lnTo>
                  <a:lnTo>
                    <a:pt x="1200149" y="38099"/>
                  </a:lnTo>
                  <a:lnTo>
                    <a:pt x="1200149" y="809624"/>
                  </a:lnTo>
                  <a:lnTo>
                    <a:pt x="1196875" y="823614"/>
                  </a:lnTo>
                  <a:lnTo>
                    <a:pt x="1188243" y="835818"/>
                  </a:lnTo>
                  <a:lnTo>
                    <a:pt x="1176039" y="844450"/>
                  </a:lnTo>
                  <a:lnTo>
                    <a:pt x="1162049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76649" y="962024"/>
              <a:ext cx="1200150" cy="847725"/>
            </a:xfrm>
            <a:custGeom>
              <a:avLst/>
              <a:gdLst/>
              <a:ahLst/>
              <a:cxnLst/>
              <a:rect l="l" t="t" r="r" b="b"/>
              <a:pathLst>
                <a:path w="1200150" h="8477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162049" y="0"/>
                  </a:lnTo>
                  <a:lnTo>
                    <a:pt x="1196875" y="24110"/>
                  </a:lnTo>
                  <a:lnTo>
                    <a:pt x="1200149" y="809624"/>
                  </a:lnTo>
                  <a:lnTo>
                    <a:pt x="1196875" y="823614"/>
                  </a:lnTo>
                  <a:lnTo>
                    <a:pt x="1188243" y="835818"/>
                  </a:lnTo>
                  <a:lnTo>
                    <a:pt x="1176039" y="844450"/>
                  </a:lnTo>
                  <a:lnTo>
                    <a:pt x="1162049" y="847724"/>
                  </a:lnTo>
                  <a:lnTo>
                    <a:pt x="38099" y="847724"/>
                  </a:lnTo>
                  <a:lnTo>
                    <a:pt x="24110" y="844450"/>
                  </a:lnTo>
                  <a:lnTo>
                    <a:pt x="11906" y="835818"/>
                  </a:lnTo>
                  <a:lnTo>
                    <a:pt x="3274" y="823614"/>
                  </a:lnTo>
                  <a:lnTo>
                    <a:pt x="0" y="80962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6174" y="971549"/>
              <a:ext cx="1181100" cy="828675"/>
            </a:xfrm>
            <a:custGeom>
              <a:avLst/>
              <a:gdLst/>
              <a:ahLst/>
              <a:cxnLst/>
              <a:rect l="l" t="t" r="r" b="b"/>
              <a:pathLst>
                <a:path w="1181100" h="828675">
                  <a:moveTo>
                    <a:pt x="1152524" y="828674"/>
                  </a:moveTo>
                  <a:lnTo>
                    <a:pt x="28574" y="828674"/>
                  </a:lnTo>
                  <a:lnTo>
                    <a:pt x="18082" y="826219"/>
                  </a:lnTo>
                  <a:lnTo>
                    <a:pt x="8929" y="819745"/>
                  </a:lnTo>
                  <a:lnTo>
                    <a:pt x="2455" y="810592"/>
                  </a:lnTo>
                  <a:lnTo>
                    <a:pt x="0" y="8000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152524" y="0"/>
                  </a:lnTo>
                  <a:lnTo>
                    <a:pt x="1163017" y="2455"/>
                  </a:lnTo>
                  <a:lnTo>
                    <a:pt x="1172170" y="8929"/>
                  </a:lnTo>
                  <a:lnTo>
                    <a:pt x="1178644" y="18082"/>
                  </a:lnTo>
                  <a:lnTo>
                    <a:pt x="1181099" y="28574"/>
                  </a:lnTo>
                  <a:lnTo>
                    <a:pt x="1181099" y="800099"/>
                  </a:lnTo>
                  <a:lnTo>
                    <a:pt x="1178644" y="810592"/>
                  </a:lnTo>
                  <a:lnTo>
                    <a:pt x="1172170" y="819745"/>
                  </a:lnTo>
                  <a:lnTo>
                    <a:pt x="1163017" y="826219"/>
                  </a:lnTo>
                  <a:lnTo>
                    <a:pt x="1152524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87775" y="1004569"/>
            <a:ext cx="987425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3.79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Stre…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43100" y="800099"/>
            <a:ext cx="1762125" cy="1171575"/>
            <a:chOff x="1943100" y="800099"/>
            <a:chExt cx="1762125" cy="1171575"/>
          </a:xfrm>
        </p:grpSpPr>
        <p:sp>
          <p:nvSpPr>
            <p:cNvPr id="17" name="object 17"/>
            <p:cNvSpPr/>
            <p:nvPr/>
          </p:nvSpPr>
          <p:spPr>
            <a:xfrm>
              <a:off x="3676649" y="964254"/>
              <a:ext cx="28575" cy="843280"/>
            </a:xfrm>
            <a:custGeom>
              <a:avLst/>
              <a:gdLst/>
              <a:ahLst/>
              <a:cxnLst/>
              <a:rect l="l" t="t" r="r" b="b"/>
              <a:pathLst>
                <a:path w="28575" h="843280">
                  <a:moveTo>
                    <a:pt x="28574" y="843266"/>
                  </a:moveTo>
                  <a:lnTo>
                    <a:pt x="0" y="807395"/>
                  </a:lnTo>
                  <a:lnTo>
                    <a:pt x="0" y="35870"/>
                  </a:lnTo>
                  <a:lnTo>
                    <a:pt x="3274" y="21880"/>
                  </a:lnTo>
                  <a:lnTo>
                    <a:pt x="11906" y="9676"/>
                  </a:lnTo>
                  <a:lnTo>
                    <a:pt x="24110" y="1044"/>
                  </a:lnTo>
                  <a:lnTo>
                    <a:pt x="28574" y="0"/>
                  </a:lnTo>
                  <a:lnTo>
                    <a:pt x="28574" y="843266"/>
                  </a:lnTo>
                  <a:close/>
                </a:path>
              </a:pathLst>
            </a:custGeom>
            <a:solidFill>
              <a:srgbClr val="C631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3087" y="800099"/>
              <a:ext cx="1714500" cy="1171575"/>
            </a:xfrm>
            <a:custGeom>
              <a:avLst/>
              <a:gdLst/>
              <a:ahLst/>
              <a:cxnLst/>
              <a:rect l="l" t="t" r="r" b="b"/>
              <a:pathLst>
                <a:path w="1714500" h="1171575">
                  <a:moveTo>
                    <a:pt x="1714500" y="0"/>
                  </a:moveTo>
                  <a:lnTo>
                    <a:pt x="0" y="0"/>
                  </a:lnTo>
                  <a:lnTo>
                    <a:pt x="0" y="1171575"/>
                  </a:lnTo>
                  <a:lnTo>
                    <a:pt x="1714500" y="1171575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05024" y="962024"/>
              <a:ext cx="1390650" cy="847725"/>
            </a:xfrm>
            <a:custGeom>
              <a:avLst/>
              <a:gdLst/>
              <a:ahLst/>
              <a:cxnLst/>
              <a:rect l="l" t="t" r="r" b="b"/>
              <a:pathLst>
                <a:path w="1390650" h="8477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352549" y="0"/>
                  </a:lnTo>
                  <a:lnTo>
                    <a:pt x="1387375" y="24110"/>
                  </a:lnTo>
                  <a:lnTo>
                    <a:pt x="1390649" y="809624"/>
                  </a:lnTo>
                  <a:lnTo>
                    <a:pt x="1387375" y="823614"/>
                  </a:lnTo>
                  <a:lnTo>
                    <a:pt x="1378743" y="835818"/>
                  </a:lnTo>
                  <a:lnTo>
                    <a:pt x="1366539" y="844450"/>
                  </a:lnTo>
                  <a:lnTo>
                    <a:pt x="1352549" y="847724"/>
                  </a:lnTo>
                  <a:lnTo>
                    <a:pt x="38099" y="847724"/>
                  </a:lnTo>
                  <a:lnTo>
                    <a:pt x="24110" y="844450"/>
                  </a:lnTo>
                  <a:lnTo>
                    <a:pt x="11906" y="835818"/>
                  </a:lnTo>
                  <a:lnTo>
                    <a:pt x="3274" y="823614"/>
                  </a:lnTo>
                  <a:lnTo>
                    <a:pt x="0" y="80962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14549" y="971549"/>
              <a:ext cx="1371600" cy="828675"/>
            </a:xfrm>
            <a:custGeom>
              <a:avLst/>
              <a:gdLst/>
              <a:ahLst/>
              <a:cxnLst/>
              <a:rect l="l" t="t" r="r" b="b"/>
              <a:pathLst>
                <a:path w="1371600" h="828675">
                  <a:moveTo>
                    <a:pt x="1343024" y="828674"/>
                  </a:moveTo>
                  <a:lnTo>
                    <a:pt x="28574" y="828674"/>
                  </a:lnTo>
                  <a:lnTo>
                    <a:pt x="18082" y="826219"/>
                  </a:lnTo>
                  <a:lnTo>
                    <a:pt x="8929" y="819745"/>
                  </a:lnTo>
                  <a:lnTo>
                    <a:pt x="2455" y="810592"/>
                  </a:lnTo>
                  <a:lnTo>
                    <a:pt x="0" y="8000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343024" y="0"/>
                  </a:lnTo>
                  <a:lnTo>
                    <a:pt x="1353517" y="2455"/>
                  </a:lnTo>
                  <a:lnTo>
                    <a:pt x="1362670" y="8929"/>
                  </a:lnTo>
                  <a:lnTo>
                    <a:pt x="1369144" y="18082"/>
                  </a:lnTo>
                  <a:lnTo>
                    <a:pt x="1371599" y="28574"/>
                  </a:lnTo>
                  <a:lnTo>
                    <a:pt x="1371599" y="800099"/>
                  </a:lnTo>
                  <a:lnTo>
                    <a:pt x="1369144" y="810592"/>
                  </a:lnTo>
                  <a:lnTo>
                    <a:pt x="1362670" y="819745"/>
                  </a:lnTo>
                  <a:lnTo>
                    <a:pt x="1353517" y="826219"/>
                  </a:lnTo>
                  <a:lnTo>
                    <a:pt x="1343024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128837" y="1004569"/>
            <a:ext cx="1367155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790"/>
              </a:spcBef>
            </a:pPr>
            <a:r>
              <a:rPr sz="24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4.73</a:t>
            </a:r>
            <a:endParaRPr sz="2400">
              <a:latin typeface="Segoe UI Semibold"/>
              <a:cs typeface="Segoe UI Semibold"/>
            </a:endParaRPr>
          </a:p>
          <a:p>
            <a:pPr marL="99695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05D5C"/>
                </a:solidFill>
                <a:latin typeface="Segoe UI"/>
                <a:cs typeface="Segoe UI"/>
              </a:rPr>
              <a:t>Anxiety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05024" y="800099"/>
            <a:ext cx="4333875" cy="1171575"/>
            <a:chOff x="2105024" y="800099"/>
            <a:chExt cx="4333875" cy="1171575"/>
          </a:xfrm>
        </p:grpSpPr>
        <p:sp>
          <p:nvSpPr>
            <p:cNvPr id="23" name="object 23"/>
            <p:cNvSpPr/>
            <p:nvPr/>
          </p:nvSpPr>
          <p:spPr>
            <a:xfrm>
              <a:off x="2105024" y="964254"/>
              <a:ext cx="28575" cy="843280"/>
            </a:xfrm>
            <a:custGeom>
              <a:avLst/>
              <a:gdLst/>
              <a:ahLst/>
              <a:cxnLst/>
              <a:rect l="l" t="t" r="r" b="b"/>
              <a:pathLst>
                <a:path w="28575" h="843280">
                  <a:moveTo>
                    <a:pt x="28574" y="843266"/>
                  </a:moveTo>
                  <a:lnTo>
                    <a:pt x="24110" y="842221"/>
                  </a:lnTo>
                  <a:lnTo>
                    <a:pt x="11906" y="833589"/>
                  </a:lnTo>
                  <a:lnTo>
                    <a:pt x="3274" y="821385"/>
                  </a:lnTo>
                  <a:lnTo>
                    <a:pt x="0" y="807395"/>
                  </a:lnTo>
                  <a:lnTo>
                    <a:pt x="0" y="35870"/>
                  </a:lnTo>
                  <a:lnTo>
                    <a:pt x="3274" y="21880"/>
                  </a:lnTo>
                  <a:lnTo>
                    <a:pt x="11906" y="9676"/>
                  </a:lnTo>
                  <a:lnTo>
                    <a:pt x="24110" y="1044"/>
                  </a:lnTo>
                  <a:lnTo>
                    <a:pt x="28574" y="0"/>
                  </a:lnTo>
                  <a:lnTo>
                    <a:pt x="28574" y="843266"/>
                  </a:lnTo>
                  <a:close/>
                </a:path>
              </a:pathLst>
            </a:custGeom>
            <a:solidFill>
              <a:srgbClr val="F18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8212" y="800099"/>
              <a:ext cx="1590675" cy="1171575"/>
            </a:xfrm>
            <a:custGeom>
              <a:avLst/>
              <a:gdLst/>
              <a:ahLst/>
              <a:cxnLst/>
              <a:rect l="l" t="t" r="r" b="b"/>
              <a:pathLst>
                <a:path w="1590675" h="1171575">
                  <a:moveTo>
                    <a:pt x="1590675" y="0"/>
                  </a:moveTo>
                  <a:lnTo>
                    <a:pt x="0" y="0"/>
                  </a:lnTo>
                  <a:lnTo>
                    <a:pt x="0" y="1171575"/>
                  </a:lnTo>
                  <a:lnTo>
                    <a:pt x="1590675" y="1171575"/>
                  </a:lnTo>
                  <a:lnTo>
                    <a:pt x="1590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0150" y="962024"/>
              <a:ext cx="1266825" cy="847725"/>
            </a:xfrm>
            <a:custGeom>
              <a:avLst/>
              <a:gdLst/>
              <a:ahLst/>
              <a:cxnLst/>
              <a:rect l="l" t="t" r="r" b="b"/>
              <a:pathLst>
                <a:path w="1266825" h="8477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228724" y="0"/>
                  </a:lnTo>
                  <a:lnTo>
                    <a:pt x="1263550" y="24110"/>
                  </a:lnTo>
                  <a:lnTo>
                    <a:pt x="1266824" y="809624"/>
                  </a:lnTo>
                  <a:lnTo>
                    <a:pt x="1263550" y="823614"/>
                  </a:lnTo>
                  <a:lnTo>
                    <a:pt x="1254918" y="835818"/>
                  </a:lnTo>
                  <a:lnTo>
                    <a:pt x="1242714" y="844450"/>
                  </a:lnTo>
                  <a:lnTo>
                    <a:pt x="1228724" y="847724"/>
                  </a:lnTo>
                  <a:lnTo>
                    <a:pt x="38099" y="847724"/>
                  </a:lnTo>
                  <a:lnTo>
                    <a:pt x="3274" y="82361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19675" y="971549"/>
              <a:ext cx="1247775" cy="828675"/>
            </a:xfrm>
            <a:custGeom>
              <a:avLst/>
              <a:gdLst/>
              <a:ahLst/>
              <a:cxnLst/>
              <a:rect l="l" t="t" r="r" b="b"/>
              <a:pathLst>
                <a:path w="1247775" h="828675">
                  <a:moveTo>
                    <a:pt x="1219199" y="828674"/>
                  </a:moveTo>
                  <a:lnTo>
                    <a:pt x="28574" y="828674"/>
                  </a:lnTo>
                  <a:lnTo>
                    <a:pt x="18082" y="826219"/>
                  </a:lnTo>
                  <a:lnTo>
                    <a:pt x="8929" y="819745"/>
                  </a:lnTo>
                  <a:lnTo>
                    <a:pt x="2455" y="810592"/>
                  </a:lnTo>
                  <a:lnTo>
                    <a:pt x="0" y="8000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219199" y="0"/>
                  </a:lnTo>
                  <a:lnTo>
                    <a:pt x="1229692" y="2455"/>
                  </a:lnTo>
                  <a:lnTo>
                    <a:pt x="1238845" y="8929"/>
                  </a:lnTo>
                  <a:lnTo>
                    <a:pt x="1245319" y="18082"/>
                  </a:lnTo>
                  <a:lnTo>
                    <a:pt x="1247774" y="28574"/>
                  </a:lnTo>
                  <a:lnTo>
                    <a:pt x="1247774" y="800099"/>
                  </a:lnTo>
                  <a:lnTo>
                    <a:pt x="1245319" y="810592"/>
                  </a:lnTo>
                  <a:lnTo>
                    <a:pt x="1238845" y="819745"/>
                  </a:lnTo>
                  <a:lnTo>
                    <a:pt x="1229692" y="826219"/>
                  </a:lnTo>
                  <a:lnTo>
                    <a:pt x="1219199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121274" y="1004569"/>
            <a:ext cx="875030" cy="7054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spc="-20" dirty="0">
                <a:solidFill>
                  <a:srgbClr val="252423"/>
                </a:solidFill>
                <a:latin typeface="Segoe UI Semibold"/>
                <a:cs typeface="Segoe UI Semibold"/>
              </a:rPr>
              <a:t>1.02</a:t>
            </a:r>
            <a:endParaRPr sz="24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200" spc="-3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05D5C"/>
                </a:solidFill>
                <a:latin typeface="Segoe UI"/>
                <a:cs typeface="Segoe UI"/>
              </a:rPr>
              <a:t>BRS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42899" y="964254"/>
            <a:ext cx="5857875" cy="3484245"/>
            <a:chOff x="342899" y="964254"/>
            <a:chExt cx="5857875" cy="3484245"/>
          </a:xfrm>
        </p:grpSpPr>
        <p:sp>
          <p:nvSpPr>
            <p:cNvPr id="29" name="object 29"/>
            <p:cNvSpPr/>
            <p:nvPr/>
          </p:nvSpPr>
          <p:spPr>
            <a:xfrm>
              <a:off x="5010150" y="964254"/>
              <a:ext cx="28575" cy="843280"/>
            </a:xfrm>
            <a:custGeom>
              <a:avLst/>
              <a:gdLst/>
              <a:ahLst/>
              <a:cxnLst/>
              <a:rect l="l" t="t" r="r" b="b"/>
              <a:pathLst>
                <a:path w="28575" h="843280">
                  <a:moveTo>
                    <a:pt x="28574" y="843266"/>
                  </a:moveTo>
                  <a:lnTo>
                    <a:pt x="24110" y="842221"/>
                  </a:lnTo>
                  <a:lnTo>
                    <a:pt x="11906" y="833589"/>
                  </a:lnTo>
                  <a:lnTo>
                    <a:pt x="3274" y="821385"/>
                  </a:lnTo>
                  <a:lnTo>
                    <a:pt x="0" y="807395"/>
                  </a:lnTo>
                  <a:lnTo>
                    <a:pt x="0" y="35870"/>
                  </a:lnTo>
                  <a:lnTo>
                    <a:pt x="3274" y="21880"/>
                  </a:lnTo>
                  <a:lnTo>
                    <a:pt x="11906" y="9676"/>
                  </a:lnTo>
                  <a:lnTo>
                    <a:pt x="24110" y="1044"/>
                  </a:lnTo>
                  <a:lnTo>
                    <a:pt x="28574" y="0"/>
                  </a:lnTo>
                  <a:lnTo>
                    <a:pt x="28574" y="843266"/>
                  </a:lnTo>
                  <a:close/>
                </a:path>
              </a:pathLst>
            </a:custGeom>
            <a:solidFill>
              <a:srgbClr val="D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2899" y="1847850"/>
              <a:ext cx="5857875" cy="2600325"/>
            </a:xfrm>
            <a:custGeom>
              <a:avLst/>
              <a:gdLst/>
              <a:ahLst/>
              <a:cxnLst/>
              <a:rect l="l" t="t" r="r" b="b"/>
              <a:pathLst>
                <a:path w="5857875" h="2600325">
                  <a:moveTo>
                    <a:pt x="5857874" y="2600324"/>
                  </a:moveTo>
                  <a:lnTo>
                    <a:pt x="0" y="2600324"/>
                  </a:lnTo>
                  <a:lnTo>
                    <a:pt x="0" y="0"/>
                  </a:lnTo>
                  <a:lnTo>
                    <a:pt x="5857874" y="0"/>
                  </a:lnTo>
                  <a:lnTo>
                    <a:pt x="5857874" y="2600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4849" y="3404234"/>
              <a:ext cx="5295900" cy="647065"/>
            </a:xfrm>
            <a:custGeom>
              <a:avLst/>
              <a:gdLst/>
              <a:ahLst/>
              <a:cxnLst/>
              <a:rect l="l" t="t" r="r" b="b"/>
              <a:pathLst>
                <a:path w="5295900" h="647064">
                  <a:moveTo>
                    <a:pt x="9525" y="640994"/>
                  </a:moveTo>
                  <a:lnTo>
                    <a:pt x="9067" y="639876"/>
                  </a:lnTo>
                  <a:lnTo>
                    <a:pt x="7200" y="638009"/>
                  </a:lnTo>
                  <a:lnTo>
                    <a:pt x="6083" y="637540"/>
                  </a:lnTo>
                  <a:lnTo>
                    <a:pt x="3454" y="637540"/>
                  </a:lnTo>
                  <a:lnTo>
                    <a:pt x="2336" y="638009"/>
                  </a:lnTo>
                  <a:lnTo>
                    <a:pt x="469" y="639876"/>
                  </a:lnTo>
                  <a:lnTo>
                    <a:pt x="0" y="640994"/>
                  </a:lnTo>
                  <a:lnTo>
                    <a:pt x="0" y="643623"/>
                  </a:lnTo>
                  <a:lnTo>
                    <a:pt x="469" y="644740"/>
                  </a:lnTo>
                  <a:lnTo>
                    <a:pt x="2336" y="646607"/>
                  </a:lnTo>
                  <a:lnTo>
                    <a:pt x="3454" y="647065"/>
                  </a:lnTo>
                  <a:lnTo>
                    <a:pt x="6083" y="647065"/>
                  </a:lnTo>
                  <a:lnTo>
                    <a:pt x="7200" y="646607"/>
                  </a:lnTo>
                  <a:lnTo>
                    <a:pt x="9067" y="644740"/>
                  </a:lnTo>
                  <a:lnTo>
                    <a:pt x="9525" y="643623"/>
                  </a:lnTo>
                  <a:lnTo>
                    <a:pt x="9525" y="640994"/>
                  </a:lnTo>
                  <a:close/>
                </a:path>
                <a:path w="5295900" h="647064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5295900" h="647064">
                  <a:moveTo>
                    <a:pt x="57150" y="640994"/>
                  </a:moveTo>
                  <a:lnTo>
                    <a:pt x="56692" y="639876"/>
                  </a:lnTo>
                  <a:lnTo>
                    <a:pt x="54825" y="638009"/>
                  </a:lnTo>
                  <a:lnTo>
                    <a:pt x="53708" y="637540"/>
                  </a:lnTo>
                  <a:lnTo>
                    <a:pt x="51079" y="637540"/>
                  </a:lnTo>
                  <a:lnTo>
                    <a:pt x="49961" y="638009"/>
                  </a:lnTo>
                  <a:lnTo>
                    <a:pt x="48094" y="639876"/>
                  </a:lnTo>
                  <a:lnTo>
                    <a:pt x="47625" y="640994"/>
                  </a:lnTo>
                  <a:lnTo>
                    <a:pt x="47625" y="643623"/>
                  </a:lnTo>
                  <a:lnTo>
                    <a:pt x="48094" y="644740"/>
                  </a:lnTo>
                  <a:lnTo>
                    <a:pt x="49961" y="646607"/>
                  </a:lnTo>
                  <a:lnTo>
                    <a:pt x="51079" y="647065"/>
                  </a:lnTo>
                  <a:lnTo>
                    <a:pt x="53708" y="647065"/>
                  </a:lnTo>
                  <a:lnTo>
                    <a:pt x="54825" y="646607"/>
                  </a:lnTo>
                  <a:lnTo>
                    <a:pt x="56692" y="644740"/>
                  </a:lnTo>
                  <a:lnTo>
                    <a:pt x="57150" y="643623"/>
                  </a:lnTo>
                  <a:lnTo>
                    <a:pt x="57150" y="640994"/>
                  </a:lnTo>
                  <a:close/>
                </a:path>
                <a:path w="5295900" h="647064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5295900" h="647064">
                  <a:moveTo>
                    <a:pt x="104775" y="640994"/>
                  </a:moveTo>
                  <a:lnTo>
                    <a:pt x="104317" y="639876"/>
                  </a:lnTo>
                  <a:lnTo>
                    <a:pt x="102450" y="638009"/>
                  </a:lnTo>
                  <a:lnTo>
                    <a:pt x="101333" y="637540"/>
                  </a:lnTo>
                  <a:lnTo>
                    <a:pt x="98704" y="637540"/>
                  </a:lnTo>
                  <a:lnTo>
                    <a:pt x="97586" y="638009"/>
                  </a:lnTo>
                  <a:lnTo>
                    <a:pt x="95719" y="639876"/>
                  </a:lnTo>
                  <a:lnTo>
                    <a:pt x="95250" y="640994"/>
                  </a:lnTo>
                  <a:lnTo>
                    <a:pt x="95250" y="643623"/>
                  </a:lnTo>
                  <a:lnTo>
                    <a:pt x="95719" y="644740"/>
                  </a:lnTo>
                  <a:lnTo>
                    <a:pt x="97586" y="646607"/>
                  </a:lnTo>
                  <a:lnTo>
                    <a:pt x="98704" y="647065"/>
                  </a:lnTo>
                  <a:lnTo>
                    <a:pt x="101333" y="647065"/>
                  </a:lnTo>
                  <a:lnTo>
                    <a:pt x="102450" y="646607"/>
                  </a:lnTo>
                  <a:lnTo>
                    <a:pt x="104317" y="644740"/>
                  </a:lnTo>
                  <a:lnTo>
                    <a:pt x="104775" y="643623"/>
                  </a:lnTo>
                  <a:lnTo>
                    <a:pt x="104775" y="640994"/>
                  </a:lnTo>
                  <a:close/>
                </a:path>
                <a:path w="5295900" h="647064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5295900" h="647064">
                  <a:moveTo>
                    <a:pt x="152400" y="640994"/>
                  </a:moveTo>
                  <a:lnTo>
                    <a:pt x="151942" y="639876"/>
                  </a:lnTo>
                  <a:lnTo>
                    <a:pt x="150075" y="638009"/>
                  </a:lnTo>
                  <a:lnTo>
                    <a:pt x="148958" y="637540"/>
                  </a:lnTo>
                  <a:lnTo>
                    <a:pt x="146329" y="637540"/>
                  </a:lnTo>
                  <a:lnTo>
                    <a:pt x="145211" y="638009"/>
                  </a:lnTo>
                  <a:lnTo>
                    <a:pt x="143344" y="639876"/>
                  </a:lnTo>
                  <a:lnTo>
                    <a:pt x="142875" y="640994"/>
                  </a:lnTo>
                  <a:lnTo>
                    <a:pt x="142875" y="643623"/>
                  </a:lnTo>
                  <a:lnTo>
                    <a:pt x="143344" y="644740"/>
                  </a:lnTo>
                  <a:lnTo>
                    <a:pt x="145211" y="646607"/>
                  </a:lnTo>
                  <a:lnTo>
                    <a:pt x="146329" y="647065"/>
                  </a:lnTo>
                  <a:lnTo>
                    <a:pt x="148958" y="647065"/>
                  </a:lnTo>
                  <a:lnTo>
                    <a:pt x="150075" y="646607"/>
                  </a:lnTo>
                  <a:lnTo>
                    <a:pt x="151942" y="644740"/>
                  </a:lnTo>
                  <a:lnTo>
                    <a:pt x="152400" y="643623"/>
                  </a:lnTo>
                  <a:lnTo>
                    <a:pt x="152400" y="640994"/>
                  </a:lnTo>
                  <a:close/>
                </a:path>
                <a:path w="5295900" h="647064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5295900" h="647064">
                  <a:moveTo>
                    <a:pt x="200025" y="640994"/>
                  </a:moveTo>
                  <a:lnTo>
                    <a:pt x="199567" y="639876"/>
                  </a:lnTo>
                  <a:lnTo>
                    <a:pt x="197700" y="638009"/>
                  </a:lnTo>
                  <a:lnTo>
                    <a:pt x="196583" y="637540"/>
                  </a:lnTo>
                  <a:lnTo>
                    <a:pt x="193954" y="637540"/>
                  </a:lnTo>
                  <a:lnTo>
                    <a:pt x="192836" y="638009"/>
                  </a:lnTo>
                  <a:lnTo>
                    <a:pt x="190969" y="639876"/>
                  </a:lnTo>
                  <a:lnTo>
                    <a:pt x="190500" y="640994"/>
                  </a:lnTo>
                  <a:lnTo>
                    <a:pt x="190500" y="643623"/>
                  </a:lnTo>
                  <a:lnTo>
                    <a:pt x="190969" y="644740"/>
                  </a:lnTo>
                  <a:lnTo>
                    <a:pt x="192836" y="646607"/>
                  </a:lnTo>
                  <a:lnTo>
                    <a:pt x="193954" y="647065"/>
                  </a:lnTo>
                  <a:lnTo>
                    <a:pt x="196583" y="647065"/>
                  </a:lnTo>
                  <a:lnTo>
                    <a:pt x="197700" y="646607"/>
                  </a:lnTo>
                  <a:lnTo>
                    <a:pt x="199567" y="644740"/>
                  </a:lnTo>
                  <a:lnTo>
                    <a:pt x="200025" y="643623"/>
                  </a:lnTo>
                  <a:lnTo>
                    <a:pt x="200025" y="640994"/>
                  </a:lnTo>
                  <a:close/>
                </a:path>
                <a:path w="5295900" h="647064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5295900" h="647064">
                  <a:moveTo>
                    <a:pt x="247650" y="640994"/>
                  </a:moveTo>
                  <a:lnTo>
                    <a:pt x="247192" y="639876"/>
                  </a:lnTo>
                  <a:lnTo>
                    <a:pt x="245325" y="638009"/>
                  </a:lnTo>
                  <a:lnTo>
                    <a:pt x="244208" y="637540"/>
                  </a:lnTo>
                  <a:lnTo>
                    <a:pt x="241579" y="637540"/>
                  </a:lnTo>
                  <a:lnTo>
                    <a:pt x="240461" y="638009"/>
                  </a:lnTo>
                  <a:lnTo>
                    <a:pt x="238594" y="639876"/>
                  </a:lnTo>
                  <a:lnTo>
                    <a:pt x="238125" y="640994"/>
                  </a:lnTo>
                  <a:lnTo>
                    <a:pt x="238125" y="643623"/>
                  </a:lnTo>
                  <a:lnTo>
                    <a:pt x="238594" y="644740"/>
                  </a:lnTo>
                  <a:lnTo>
                    <a:pt x="240461" y="646607"/>
                  </a:lnTo>
                  <a:lnTo>
                    <a:pt x="241579" y="647065"/>
                  </a:lnTo>
                  <a:lnTo>
                    <a:pt x="244208" y="647065"/>
                  </a:lnTo>
                  <a:lnTo>
                    <a:pt x="245325" y="646607"/>
                  </a:lnTo>
                  <a:lnTo>
                    <a:pt x="247192" y="644740"/>
                  </a:lnTo>
                  <a:lnTo>
                    <a:pt x="247650" y="643623"/>
                  </a:lnTo>
                  <a:lnTo>
                    <a:pt x="247650" y="640994"/>
                  </a:lnTo>
                  <a:close/>
                </a:path>
                <a:path w="5295900" h="647064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5295900" h="647064">
                  <a:moveTo>
                    <a:pt x="295275" y="640994"/>
                  </a:moveTo>
                  <a:lnTo>
                    <a:pt x="294817" y="639876"/>
                  </a:lnTo>
                  <a:lnTo>
                    <a:pt x="292950" y="638009"/>
                  </a:lnTo>
                  <a:lnTo>
                    <a:pt x="291833" y="637540"/>
                  </a:lnTo>
                  <a:lnTo>
                    <a:pt x="289204" y="637540"/>
                  </a:lnTo>
                  <a:lnTo>
                    <a:pt x="288086" y="638009"/>
                  </a:lnTo>
                  <a:lnTo>
                    <a:pt x="286219" y="639876"/>
                  </a:lnTo>
                  <a:lnTo>
                    <a:pt x="285750" y="640994"/>
                  </a:lnTo>
                  <a:lnTo>
                    <a:pt x="285750" y="643623"/>
                  </a:lnTo>
                  <a:lnTo>
                    <a:pt x="286219" y="644740"/>
                  </a:lnTo>
                  <a:lnTo>
                    <a:pt x="288086" y="646607"/>
                  </a:lnTo>
                  <a:lnTo>
                    <a:pt x="289204" y="647065"/>
                  </a:lnTo>
                  <a:lnTo>
                    <a:pt x="291833" y="647065"/>
                  </a:lnTo>
                  <a:lnTo>
                    <a:pt x="292950" y="646607"/>
                  </a:lnTo>
                  <a:lnTo>
                    <a:pt x="294817" y="644740"/>
                  </a:lnTo>
                  <a:lnTo>
                    <a:pt x="295275" y="643623"/>
                  </a:lnTo>
                  <a:lnTo>
                    <a:pt x="295275" y="640994"/>
                  </a:lnTo>
                  <a:close/>
                </a:path>
                <a:path w="5295900" h="647064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5295900" h="647064">
                  <a:moveTo>
                    <a:pt x="342900" y="640994"/>
                  </a:moveTo>
                  <a:lnTo>
                    <a:pt x="342442" y="639876"/>
                  </a:lnTo>
                  <a:lnTo>
                    <a:pt x="340575" y="638009"/>
                  </a:lnTo>
                  <a:lnTo>
                    <a:pt x="339458" y="637540"/>
                  </a:lnTo>
                  <a:lnTo>
                    <a:pt x="336829" y="637540"/>
                  </a:lnTo>
                  <a:lnTo>
                    <a:pt x="335711" y="638009"/>
                  </a:lnTo>
                  <a:lnTo>
                    <a:pt x="333844" y="639876"/>
                  </a:lnTo>
                  <a:lnTo>
                    <a:pt x="333375" y="640994"/>
                  </a:lnTo>
                  <a:lnTo>
                    <a:pt x="333375" y="643623"/>
                  </a:lnTo>
                  <a:lnTo>
                    <a:pt x="333844" y="644740"/>
                  </a:lnTo>
                  <a:lnTo>
                    <a:pt x="335711" y="646607"/>
                  </a:lnTo>
                  <a:lnTo>
                    <a:pt x="336829" y="647065"/>
                  </a:lnTo>
                  <a:lnTo>
                    <a:pt x="339458" y="647065"/>
                  </a:lnTo>
                  <a:lnTo>
                    <a:pt x="340575" y="646607"/>
                  </a:lnTo>
                  <a:lnTo>
                    <a:pt x="342442" y="644740"/>
                  </a:lnTo>
                  <a:lnTo>
                    <a:pt x="342900" y="643623"/>
                  </a:lnTo>
                  <a:lnTo>
                    <a:pt x="342900" y="640994"/>
                  </a:lnTo>
                  <a:close/>
                </a:path>
                <a:path w="5295900" h="647064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5295900" h="647064">
                  <a:moveTo>
                    <a:pt x="390525" y="640994"/>
                  </a:moveTo>
                  <a:lnTo>
                    <a:pt x="390067" y="639876"/>
                  </a:lnTo>
                  <a:lnTo>
                    <a:pt x="388200" y="638009"/>
                  </a:lnTo>
                  <a:lnTo>
                    <a:pt x="387083" y="637540"/>
                  </a:lnTo>
                  <a:lnTo>
                    <a:pt x="384454" y="637540"/>
                  </a:lnTo>
                  <a:lnTo>
                    <a:pt x="383336" y="638009"/>
                  </a:lnTo>
                  <a:lnTo>
                    <a:pt x="381469" y="639876"/>
                  </a:lnTo>
                  <a:lnTo>
                    <a:pt x="381000" y="640994"/>
                  </a:lnTo>
                  <a:lnTo>
                    <a:pt x="381000" y="643623"/>
                  </a:lnTo>
                  <a:lnTo>
                    <a:pt x="381469" y="644740"/>
                  </a:lnTo>
                  <a:lnTo>
                    <a:pt x="383336" y="646607"/>
                  </a:lnTo>
                  <a:lnTo>
                    <a:pt x="384454" y="647065"/>
                  </a:lnTo>
                  <a:lnTo>
                    <a:pt x="387083" y="647065"/>
                  </a:lnTo>
                  <a:lnTo>
                    <a:pt x="388200" y="646607"/>
                  </a:lnTo>
                  <a:lnTo>
                    <a:pt x="390067" y="644740"/>
                  </a:lnTo>
                  <a:lnTo>
                    <a:pt x="390525" y="643623"/>
                  </a:lnTo>
                  <a:lnTo>
                    <a:pt x="390525" y="640994"/>
                  </a:lnTo>
                  <a:close/>
                </a:path>
                <a:path w="5295900" h="647064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5295900" h="647064">
                  <a:moveTo>
                    <a:pt x="438150" y="640994"/>
                  </a:moveTo>
                  <a:lnTo>
                    <a:pt x="437692" y="639876"/>
                  </a:lnTo>
                  <a:lnTo>
                    <a:pt x="435825" y="638009"/>
                  </a:lnTo>
                  <a:lnTo>
                    <a:pt x="434708" y="637540"/>
                  </a:lnTo>
                  <a:lnTo>
                    <a:pt x="432079" y="637540"/>
                  </a:lnTo>
                  <a:lnTo>
                    <a:pt x="430961" y="638009"/>
                  </a:lnTo>
                  <a:lnTo>
                    <a:pt x="429094" y="639876"/>
                  </a:lnTo>
                  <a:lnTo>
                    <a:pt x="428625" y="640994"/>
                  </a:lnTo>
                  <a:lnTo>
                    <a:pt x="428625" y="643623"/>
                  </a:lnTo>
                  <a:lnTo>
                    <a:pt x="429094" y="644740"/>
                  </a:lnTo>
                  <a:lnTo>
                    <a:pt x="430961" y="646607"/>
                  </a:lnTo>
                  <a:lnTo>
                    <a:pt x="432079" y="647065"/>
                  </a:lnTo>
                  <a:lnTo>
                    <a:pt x="434708" y="647065"/>
                  </a:lnTo>
                  <a:lnTo>
                    <a:pt x="435825" y="646607"/>
                  </a:lnTo>
                  <a:lnTo>
                    <a:pt x="437692" y="644740"/>
                  </a:lnTo>
                  <a:lnTo>
                    <a:pt x="438150" y="643623"/>
                  </a:lnTo>
                  <a:lnTo>
                    <a:pt x="438150" y="640994"/>
                  </a:lnTo>
                  <a:close/>
                </a:path>
                <a:path w="5295900" h="647064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5295900" h="647064">
                  <a:moveTo>
                    <a:pt x="485775" y="640994"/>
                  </a:moveTo>
                  <a:lnTo>
                    <a:pt x="485317" y="639876"/>
                  </a:lnTo>
                  <a:lnTo>
                    <a:pt x="483450" y="638009"/>
                  </a:lnTo>
                  <a:lnTo>
                    <a:pt x="482333" y="637540"/>
                  </a:lnTo>
                  <a:lnTo>
                    <a:pt x="479704" y="637540"/>
                  </a:lnTo>
                  <a:lnTo>
                    <a:pt x="478586" y="638009"/>
                  </a:lnTo>
                  <a:lnTo>
                    <a:pt x="476719" y="639876"/>
                  </a:lnTo>
                  <a:lnTo>
                    <a:pt x="476250" y="640994"/>
                  </a:lnTo>
                  <a:lnTo>
                    <a:pt x="476250" y="643623"/>
                  </a:lnTo>
                  <a:lnTo>
                    <a:pt x="476719" y="644740"/>
                  </a:lnTo>
                  <a:lnTo>
                    <a:pt x="478586" y="646607"/>
                  </a:lnTo>
                  <a:lnTo>
                    <a:pt x="479704" y="647065"/>
                  </a:lnTo>
                  <a:lnTo>
                    <a:pt x="482333" y="647065"/>
                  </a:lnTo>
                  <a:lnTo>
                    <a:pt x="483450" y="646607"/>
                  </a:lnTo>
                  <a:lnTo>
                    <a:pt x="485317" y="644740"/>
                  </a:lnTo>
                  <a:lnTo>
                    <a:pt x="485775" y="643623"/>
                  </a:lnTo>
                  <a:lnTo>
                    <a:pt x="485775" y="640994"/>
                  </a:lnTo>
                  <a:close/>
                </a:path>
                <a:path w="5295900" h="647064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5295900" h="647064">
                  <a:moveTo>
                    <a:pt x="533400" y="640994"/>
                  </a:moveTo>
                  <a:lnTo>
                    <a:pt x="532942" y="639876"/>
                  </a:lnTo>
                  <a:lnTo>
                    <a:pt x="531075" y="638009"/>
                  </a:lnTo>
                  <a:lnTo>
                    <a:pt x="529958" y="637540"/>
                  </a:lnTo>
                  <a:lnTo>
                    <a:pt x="527329" y="637540"/>
                  </a:lnTo>
                  <a:lnTo>
                    <a:pt x="526211" y="638009"/>
                  </a:lnTo>
                  <a:lnTo>
                    <a:pt x="524344" y="639876"/>
                  </a:lnTo>
                  <a:lnTo>
                    <a:pt x="523875" y="640994"/>
                  </a:lnTo>
                  <a:lnTo>
                    <a:pt x="523875" y="643623"/>
                  </a:lnTo>
                  <a:lnTo>
                    <a:pt x="524344" y="644740"/>
                  </a:lnTo>
                  <a:lnTo>
                    <a:pt x="526211" y="646607"/>
                  </a:lnTo>
                  <a:lnTo>
                    <a:pt x="527329" y="647065"/>
                  </a:lnTo>
                  <a:lnTo>
                    <a:pt x="529958" y="647065"/>
                  </a:lnTo>
                  <a:lnTo>
                    <a:pt x="531075" y="646607"/>
                  </a:lnTo>
                  <a:lnTo>
                    <a:pt x="532942" y="644740"/>
                  </a:lnTo>
                  <a:lnTo>
                    <a:pt x="533400" y="643623"/>
                  </a:lnTo>
                  <a:lnTo>
                    <a:pt x="533400" y="640994"/>
                  </a:lnTo>
                  <a:close/>
                </a:path>
                <a:path w="5295900" h="647064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5295900" h="647064">
                  <a:moveTo>
                    <a:pt x="581025" y="640994"/>
                  </a:moveTo>
                  <a:lnTo>
                    <a:pt x="580567" y="639876"/>
                  </a:lnTo>
                  <a:lnTo>
                    <a:pt x="578700" y="638009"/>
                  </a:lnTo>
                  <a:lnTo>
                    <a:pt x="577583" y="637540"/>
                  </a:lnTo>
                  <a:lnTo>
                    <a:pt x="574954" y="637540"/>
                  </a:lnTo>
                  <a:lnTo>
                    <a:pt x="573836" y="638009"/>
                  </a:lnTo>
                  <a:lnTo>
                    <a:pt x="571969" y="639876"/>
                  </a:lnTo>
                  <a:lnTo>
                    <a:pt x="571500" y="640994"/>
                  </a:lnTo>
                  <a:lnTo>
                    <a:pt x="571500" y="643623"/>
                  </a:lnTo>
                  <a:lnTo>
                    <a:pt x="571969" y="644740"/>
                  </a:lnTo>
                  <a:lnTo>
                    <a:pt x="573836" y="646607"/>
                  </a:lnTo>
                  <a:lnTo>
                    <a:pt x="574954" y="647065"/>
                  </a:lnTo>
                  <a:lnTo>
                    <a:pt x="577583" y="647065"/>
                  </a:lnTo>
                  <a:lnTo>
                    <a:pt x="578700" y="646607"/>
                  </a:lnTo>
                  <a:lnTo>
                    <a:pt x="580567" y="644740"/>
                  </a:lnTo>
                  <a:lnTo>
                    <a:pt x="581025" y="643623"/>
                  </a:lnTo>
                  <a:lnTo>
                    <a:pt x="581025" y="640994"/>
                  </a:lnTo>
                  <a:close/>
                </a:path>
                <a:path w="5295900" h="647064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5295900" h="647064">
                  <a:moveTo>
                    <a:pt x="628650" y="640994"/>
                  </a:moveTo>
                  <a:lnTo>
                    <a:pt x="628192" y="639876"/>
                  </a:lnTo>
                  <a:lnTo>
                    <a:pt x="626325" y="638009"/>
                  </a:lnTo>
                  <a:lnTo>
                    <a:pt x="625208" y="637540"/>
                  </a:lnTo>
                  <a:lnTo>
                    <a:pt x="622579" y="637540"/>
                  </a:lnTo>
                  <a:lnTo>
                    <a:pt x="621461" y="638009"/>
                  </a:lnTo>
                  <a:lnTo>
                    <a:pt x="619594" y="639876"/>
                  </a:lnTo>
                  <a:lnTo>
                    <a:pt x="619125" y="640994"/>
                  </a:lnTo>
                  <a:lnTo>
                    <a:pt x="619125" y="643623"/>
                  </a:lnTo>
                  <a:lnTo>
                    <a:pt x="619594" y="644740"/>
                  </a:lnTo>
                  <a:lnTo>
                    <a:pt x="621461" y="646607"/>
                  </a:lnTo>
                  <a:lnTo>
                    <a:pt x="622579" y="647065"/>
                  </a:lnTo>
                  <a:lnTo>
                    <a:pt x="625208" y="647065"/>
                  </a:lnTo>
                  <a:lnTo>
                    <a:pt x="626325" y="646607"/>
                  </a:lnTo>
                  <a:lnTo>
                    <a:pt x="628192" y="644740"/>
                  </a:lnTo>
                  <a:lnTo>
                    <a:pt x="628650" y="643623"/>
                  </a:lnTo>
                  <a:lnTo>
                    <a:pt x="628650" y="640994"/>
                  </a:lnTo>
                  <a:close/>
                </a:path>
                <a:path w="5295900" h="647064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5295900" h="647064">
                  <a:moveTo>
                    <a:pt x="676275" y="640994"/>
                  </a:moveTo>
                  <a:lnTo>
                    <a:pt x="675817" y="639876"/>
                  </a:lnTo>
                  <a:lnTo>
                    <a:pt x="673950" y="638009"/>
                  </a:lnTo>
                  <a:lnTo>
                    <a:pt x="672833" y="637540"/>
                  </a:lnTo>
                  <a:lnTo>
                    <a:pt x="670204" y="637540"/>
                  </a:lnTo>
                  <a:lnTo>
                    <a:pt x="669086" y="638009"/>
                  </a:lnTo>
                  <a:lnTo>
                    <a:pt x="667219" y="639876"/>
                  </a:lnTo>
                  <a:lnTo>
                    <a:pt x="666750" y="640994"/>
                  </a:lnTo>
                  <a:lnTo>
                    <a:pt x="666750" y="643623"/>
                  </a:lnTo>
                  <a:lnTo>
                    <a:pt x="667219" y="644740"/>
                  </a:lnTo>
                  <a:lnTo>
                    <a:pt x="669086" y="646607"/>
                  </a:lnTo>
                  <a:lnTo>
                    <a:pt x="670204" y="647065"/>
                  </a:lnTo>
                  <a:lnTo>
                    <a:pt x="672833" y="647065"/>
                  </a:lnTo>
                  <a:lnTo>
                    <a:pt x="673950" y="646607"/>
                  </a:lnTo>
                  <a:lnTo>
                    <a:pt x="675817" y="644740"/>
                  </a:lnTo>
                  <a:lnTo>
                    <a:pt x="676275" y="643623"/>
                  </a:lnTo>
                  <a:lnTo>
                    <a:pt x="676275" y="640994"/>
                  </a:lnTo>
                  <a:close/>
                </a:path>
                <a:path w="5295900" h="647064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5295900" h="647064">
                  <a:moveTo>
                    <a:pt x="723900" y="640994"/>
                  </a:moveTo>
                  <a:lnTo>
                    <a:pt x="723442" y="639876"/>
                  </a:lnTo>
                  <a:lnTo>
                    <a:pt x="721575" y="638009"/>
                  </a:lnTo>
                  <a:lnTo>
                    <a:pt x="720458" y="637540"/>
                  </a:lnTo>
                  <a:lnTo>
                    <a:pt x="717829" y="637540"/>
                  </a:lnTo>
                  <a:lnTo>
                    <a:pt x="716711" y="638009"/>
                  </a:lnTo>
                  <a:lnTo>
                    <a:pt x="714844" y="639876"/>
                  </a:lnTo>
                  <a:lnTo>
                    <a:pt x="714375" y="640994"/>
                  </a:lnTo>
                  <a:lnTo>
                    <a:pt x="714375" y="643623"/>
                  </a:lnTo>
                  <a:lnTo>
                    <a:pt x="714844" y="644740"/>
                  </a:lnTo>
                  <a:lnTo>
                    <a:pt x="716711" y="646607"/>
                  </a:lnTo>
                  <a:lnTo>
                    <a:pt x="717829" y="647065"/>
                  </a:lnTo>
                  <a:lnTo>
                    <a:pt x="720458" y="647065"/>
                  </a:lnTo>
                  <a:lnTo>
                    <a:pt x="721575" y="646607"/>
                  </a:lnTo>
                  <a:lnTo>
                    <a:pt x="723442" y="644740"/>
                  </a:lnTo>
                  <a:lnTo>
                    <a:pt x="723900" y="643623"/>
                  </a:lnTo>
                  <a:lnTo>
                    <a:pt x="723900" y="640994"/>
                  </a:lnTo>
                  <a:close/>
                </a:path>
                <a:path w="5295900" h="647064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5295900" h="647064">
                  <a:moveTo>
                    <a:pt x="771525" y="640994"/>
                  </a:moveTo>
                  <a:lnTo>
                    <a:pt x="771067" y="639876"/>
                  </a:lnTo>
                  <a:lnTo>
                    <a:pt x="769200" y="638009"/>
                  </a:lnTo>
                  <a:lnTo>
                    <a:pt x="768083" y="637540"/>
                  </a:lnTo>
                  <a:lnTo>
                    <a:pt x="765454" y="637540"/>
                  </a:lnTo>
                  <a:lnTo>
                    <a:pt x="764336" y="638009"/>
                  </a:lnTo>
                  <a:lnTo>
                    <a:pt x="762469" y="639876"/>
                  </a:lnTo>
                  <a:lnTo>
                    <a:pt x="762000" y="640994"/>
                  </a:lnTo>
                  <a:lnTo>
                    <a:pt x="762000" y="643623"/>
                  </a:lnTo>
                  <a:lnTo>
                    <a:pt x="762469" y="644740"/>
                  </a:lnTo>
                  <a:lnTo>
                    <a:pt x="764336" y="646607"/>
                  </a:lnTo>
                  <a:lnTo>
                    <a:pt x="765454" y="647065"/>
                  </a:lnTo>
                  <a:lnTo>
                    <a:pt x="768083" y="647065"/>
                  </a:lnTo>
                  <a:lnTo>
                    <a:pt x="769200" y="646607"/>
                  </a:lnTo>
                  <a:lnTo>
                    <a:pt x="771067" y="644740"/>
                  </a:lnTo>
                  <a:lnTo>
                    <a:pt x="771525" y="643623"/>
                  </a:lnTo>
                  <a:lnTo>
                    <a:pt x="771525" y="640994"/>
                  </a:lnTo>
                  <a:close/>
                </a:path>
                <a:path w="5295900" h="647064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5295900" h="647064">
                  <a:moveTo>
                    <a:pt x="819150" y="640994"/>
                  </a:moveTo>
                  <a:lnTo>
                    <a:pt x="818692" y="639876"/>
                  </a:lnTo>
                  <a:lnTo>
                    <a:pt x="816825" y="638009"/>
                  </a:lnTo>
                  <a:lnTo>
                    <a:pt x="815708" y="637540"/>
                  </a:lnTo>
                  <a:lnTo>
                    <a:pt x="813079" y="637540"/>
                  </a:lnTo>
                  <a:lnTo>
                    <a:pt x="811961" y="638009"/>
                  </a:lnTo>
                  <a:lnTo>
                    <a:pt x="810094" y="639876"/>
                  </a:lnTo>
                  <a:lnTo>
                    <a:pt x="809625" y="640994"/>
                  </a:lnTo>
                  <a:lnTo>
                    <a:pt x="809625" y="643623"/>
                  </a:lnTo>
                  <a:lnTo>
                    <a:pt x="810094" y="644740"/>
                  </a:lnTo>
                  <a:lnTo>
                    <a:pt x="811961" y="646607"/>
                  </a:lnTo>
                  <a:lnTo>
                    <a:pt x="813079" y="647065"/>
                  </a:lnTo>
                  <a:lnTo>
                    <a:pt x="815708" y="647065"/>
                  </a:lnTo>
                  <a:lnTo>
                    <a:pt x="816825" y="646607"/>
                  </a:lnTo>
                  <a:lnTo>
                    <a:pt x="818692" y="644740"/>
                  </a:lnTo>
                  <a:lnTo>
                    <a:pt x="819150" y="643623"/>
                  </a:lnTo>
                  <a:lnTo>
                    <a:pt x="819150" y="640994"/>
                  </a:lnTo>
                  <a:close/>
                </a:path>
                <a:path w="5295900" h="647064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5295900" h="647064">
                  <a:moveTo>
                    <a:pt x="866775" y="640994"/>
                  </a:moveTo>
                  <a:lnTo>
                    <a:pt x="866317" y="639876"/>
                  </a:lnTo>
                  <a:lnTo>
                    <a:pt x="864450" y="638009"/>
                  </a:lnTo>
                  <a:lnTo>
                    <a:pt x="863333" y="637540"/>
                  </a:lnTo>
                  <a:lnTo>
                    <a:pt x="860704" y="637540"/>
                  </a:lnTo>
                  <a:lnTo>
                    <a:pt x="859586" y="638009"/>
                  </a:lnTo>
                  <a:lnTo>
                    <a:pt x="857719" y="639876"/>
                  </a:lnTo>
                  <a:lnTo>
                    <a:pt x="857250" y="640994"/>
                  </a:lnTo>
                  <a:lnTo>
                    <a:pt x="857250" y="643623"/>
                  </a:lnTo>
                  <a:lnTo>
                    <a:pt x="857719" y="644740"/>
                  </a:lnTo>
                  <a:lnTo>
                    <a:pt x="859586" y="646607"/>
                  </a:lnTo>
                  <a:lnTo>
                    <a:pt x="860704" y="647065"/>
                  </a:lnTo>
                  <a:lnTo>
                    <a:pt x="863333" y="647065"/>
                  </a:lnTo>
                  <a:lnTo>
                    <a:pt x="864450" y="646607"/>
                  </a:lnTo>
                  <a:lnTo>
                    <a:pt x="866317" y="644740"/>
                  </a:lnTo>
                  <a:lnTo>
                    <a:pt x="866775" y="643623"/>
                  </a:lnTo>
                  <a:lnTo>
                    <a:pt x="866775" y="640994"/>
                  </a:lnTo>
                  <a:close/>
                </a:path>
                <a:path w="5295900" h="647064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5295900" h="647064">
                  <a:moveTo>
                    <a:pt x="914412" y="640994"/>
                  </a:moveTo>
                  <a:lnTo>
                    <a:pt x="913942" y="639876"/>
                  </a:lnTo>
                  <a:lnTo>
                    <a:pt x="912075" y="638009"/>
                  </a:lnTo>
                  <a:lnTo>
                    <a:pt x="910958" y="637540"/>
                  </a:lnTo>
                  <a:lnTo>
                    <a:pt x="908329" y="637540"/>
                  </a:lnTo>
                  <a:lnTo>
                    <a:pt x="907211" y="638009"/>
                  </a:lnTo>
                  <a:lnTo>
                    <a:pt x="905344" y="639876"/>
                  </a:lnTo>
                  <a:lnTo>
                    <a:pt x="904875" y="640994"/>
                  </a:lnTo>
                  <a:lnTo>
                    <a:pt x="904875" y="643623"/>
                  </a:lnTo>
                  <a:lnTo>
                    <a:pt x="905344" y="644740"/>
                  </a:lnTo>
                  <a:lnTo>
                    <a:pt x="907211" y="646607"/>
                  </a:lnTo>
                  <a:lnTo>
                    <a:pt x="908329" y="647065"/>
                  </a:lnTo>
                  <a:lnTo>
                    <a:pt x="910958" y="647065"/>
                  </a:lnTo>
                  <a:lnTo>
                    <a:pt x="912075" y="646607"/>
                  </a:lnTo>
                  <a:lnTo>
                    <a:pt x="913942" y="644740"/>
                  </a:lnTo>
                  <a:lnTo>
                    <a:pt x="914412" y="643623"/>
                  </a:lnTo>
                  <a:lnTo>
                    <a:pt x="914412" y="640994"/>
                  </a:lnTo>
                  <a:close/>
                </a:path>
                <a:path w="5295900" h="647064">
                  <a:moveTo>
                    <a:pt x="914412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12" y="6083"/>
                  </a:lnTo>
                  <a:lnTo>
                    <a:pt x="914412" y="3454"/>
                  </a:lnTo>
                  <a:close/>
                </a:path>
                <a:path w="5295900" h="647064">
                  <a:moveTo>
                    <a:pt x="962025" y="640994"/>
                  </a:moveTo>
                  <a:lnTo>
                    <a:pt x="961567" y="639876"/>
                  </a:lnTo>
                  <a:lnTo>
                    <a:pt x="959700" y="638009"/>
                  </a:lnTo>
                  <a:lnTo>
                    <a:pt x="958583" y="637540"/>
                  </a:lnTo>
                  <a:lnTo>
                    <a:pt x="955954" y="637540"/>
                  </a:lnTo>
                  <a:lnTo>
                    <a:pt x="954836" y="638009"/>
                  </a:lnTo>
                  <a:lnTo>
                    <a:pt x="952969" y="639876"/>
                  </a:lnTo>
                  <a:lnTo>
                    <a:pt x="952500" y="640994"/>
                  </a:lnTo>
                  <a:lnTo>
                    <a:pt x="952500" y="643623"/>
                  </a:lnTo>
                  <a:lnTo>
                    <a:pt x="952969" y="644740"/>
                  </a:lnTo>
                  <a:lnTo>
                    <a:pt x="954836" y="646607"/>
                  </a:lnTo>
                  <a:lnTo>
                    <a:pt x="955954" y="647065"/>
                  </a:lnTo>
                  <a:lnTo>
                    <a:pt x="958583" y="647065"/>
                  </a:lnTo>
                  <a:lnTo>
                    <a:pt x="959700" y="646607"/>
                  </a:lnTo>
                  <a:lnTo>
                    <a:pt x="961567" y="644740"/>
                  </a:lnTo>
                  <a:lnTo>
                    <a:pt x="962025" y="643623"/>
                  </a:lnTo>
                  <a:lnTo>
                    <a:pt x="962025" y="640994"/>
                  </a:lnTo>
                  <a:close/>
                </a:path>
                <a:path w="5295900" h="647064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5295900" h="647064">
                  <a:moveTo>
                    <a:pt x="1009650" y="640994"/>
                  </a:moveTo>
                  <a:lnTo>
                    <a:pt x="1009192" y="639876"/>
                  </a:lnTo>
                  <a:lnTo>
                    <a:pt x="1007325" y="638009"/>
                  </a:lnTo>
                  <a:lnTo>
                    <a:pt x="1006208" y="637540"/>
                  </a:lnTo>
                  <a:lnTo>
                    <a:pt x="1003579" y="637540"/>
                  </a:lnTo>
                  <a:lnTo>
                    <a:pt x="1002461" y="638009"/>
                  </a:lnTo>
                  <a:lnTo>
                    <a:pt x="1000594" y="639876"/>
                  </a:lnTo>
                  <a:lnTo>
                    <a:pt x="1000125" y="640994"/>
                  </a:lnTo>
                  <a:lnTo>
                    <a:pt x="1000125" y="643623"/>
                  </a:lnTo>
                  <a:lnTo>
                    <a:pt x="1000594" y="644740"/>
                  </a:lnTo>
                  <a:lnTo>
                    <a:pt x="1002461" y="646607"/>
                  </a:lnTo>
                  <a:lnTo>
                    <a:pt x="1003579" y="647065"/>
                  </a:lnTo>
                  <a:lnTo>
                    <a:pt x="1006208" y="647065"/>
                  </a:lnTo>
                  <a:lnTo>
                    <a:pt x="1007325" y="646607"/>
                  </a:lnTo>
                  <a:lnTo>
                    <a:pt x="1009192" y="644740"/>
                  </a:lnTo>
                  <a:lnTo>
                    <a:pt x="1009650" y="643623"/>
                  </a:lnTo>
                  <a:lnTo>
                    <a:pt x="1009650" y="640994"/>
                  </a:lnTo>
                  <a:close/>
                </a:path>
                <a:path w="5295900" h="647064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5295900" h="647064">
                  <a:moveTo>
                    <a:pt x="1057275" y="640994"/>
                  </a:moveTo>
                  <a:lnTo>
                    <a:pt x="1056817" y="639876"/>
                  </a:lnTo>
                  <a:lnTo>
                    <a:pt x="1054950" y="638009"/>
                  </a:lnTo>
                  <a:lnTo>
                    <a:pt x="1053833" y="637540"/>
                  </a:lnTo>
                  <a:lnTo>
                    <a:pt x="1051204" y="637540"/>
                  </a:lnTo>
                  <a:lnTo>
                    <a:pt x="1050086" y="638009"/>
                  </a:lnTo>
                  <a:lnTo>
                    <a:pt x="1048219" y="639876"/>
                  </a:lnTo>
                  <a:lnTo>
                    <a:pt x="1047750" y="640994"/>
                  </a:lnTo>
                  <a:lnTo>
                    <a:pt x="1047750" y="643623"/>
                  </a:lnTo>
                  <a:lnTo>
                    <a:pt x="1048219" y="644740"/>
                  </a:lnTo>
                  <a:lnTo>
                    <a:pt x="1050086" y="646607"/>
                  </a:lnTo>
                  <a:lnTo>
                    <a:pt x="1051204" y="647065"/>
                  </a:lnTo>
                  <a:lnTo>
                    <a:pt x="1053833" y="647065"/>
                  </a:lnTo>
                  <a:lnTo>
                    <a:pt x="1054950" y="646607"/>
                  </a:lnTo>
                  <a:lnTo>
                    <a:pt x="1056817" y="644740"/>
                  </a:lnTo>
                  <a:lnTo>
                    <a:pt x="1057275" y="643623"/>
                  </a:lnTo>
                  <a:lnTo>
                    <a:pt x="1057275" y="640994"/>
                  </a:lnTo>
                  <a:close/>
                </a:path>
                <a:path w="5295900" h="647064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5295900" h="647064">
                  <a:moveTo>
                    <a:pt x="1104900" y="640994"/>
                  </a:moveTo>
                  <a:lnTo>
                    <a:pt x="1104442" y="639876"/>
                  </a:lnTo>
                  <a:lnTo>
                    <a:pt x="1102575" y="638009"/>
                  </a:lnTo>
                  <a:lnTo>
                    <a:pt x="1101458" y="637540"/>
                  </a:lnTo>
                  <a:lnTo>
                    <a:pt x="1098829" y="637540"/>
                  </a:lnTo>
                  <a:lnTo>
                    <a:pt x="1097711" y="638009"/>
                  </a:lnTo>
                  <a:lnTo>
                    <a:pt x="1095844" y="639876"/>
                  </a:lnTo>
                  <a:lnTo>
                    <a:pt x="1095375" y="640994"/>
                  </a:lnTo>
                  <a:lnTo>
                    <a:pt x="1095375" y="643623"/>
                  </a:lnTo>
                  <a:lnTo>
                    <a:pt x="1095844" y="644740"/>
                  </a:lnTo>
                  <a:lnTo>
                    <a:pt x="1097711" y="646607"/>
                  </a:lnTo>
                  <a:lnTo>
                    <a:pt x="1098829" y="647065"/>
                  </a:lnTo>
                  <a:lnTo>
                    <a:pt x="1101458" y="647065"/>
                  </a:lnTo>
                  <a:lnTo>
                    <a:pt x="1102575" y="646607"/>
                  </a:lnTo>
                  <a:lnTo>
                    <a:pt x="1104442" y="644740"/>
                  </a:lnTo>
                  <a:lnTo>
                    <a:pt x="1104900" y="643623"/>
                  </a:lnTo>
                  <a:lnTo>
                    <a:pt x="1104900" y="640994"/>
                  </a:lnTo>
                  <a:close/>
                </a:path>
                <a:path w="5295900" h="647064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5295900" h="647064">
                  <a:moveTo>
                    <a:pt x="1152525" y="640994"/>
                  </a:moveTo>
                  <a:lnTo>
                    <a:pt x="1152067" y="639876"/>
                  </a:lnTo>
                  <a:lnTo>
                    <a:pt x="1150200" y="638009"/>
                  </a:lnTo>
                  <a:lnTo>
                    <a:pt x="1149083" y="637540"/>
                  </a:lnTo>
                  <a:lnTo>
                    <a:pt x="1146454" y="637540"/>
                  </a:lnTo>
                  <a:lnTo>
                    <a:pt x="1145336" y="638009"/>
                  </a:lnTo>
                  <a:lnTo>
                    <a:pt x="1143469" y="639876"/>
                  </a:lnTo>
                  <a:lnTo>
                    <a:pt x="1143000" y="640994"/>
                  </a:lnTo>
                  <a:lnTo>
                    <a:pt x="1143000" y="643623"/>
                  </a:lnTo>
                  <a:lnTo>
                    <a:pt x="1143469" y="644740"/>
                  </a:lnTo>
                  <a:lnTo>
                    <a:pt x="1145336" y="646607"/>
                  </a:lnTo>
                  <a:lnTo>
                    <a:pt x="1146454" y="647065"/>
                  </a:lnTo>
                  <a:lnTo>
                    <a:pt x="1149083" y="647065"/>
                  </a:lnTo>
                  <a:lnTo>
                    <a:pt x="1150200" y="646607"/>
                  </a:lnTo>
                  <a:lnTo>
                    <a:pt x="1152067" y="644740"/>
                  </a:lnTo>
                  <a:lnTo>
                    <a:pt x="1152525" y="643623"/>
                  </a:lnTo>
                  <a:lnTo>
                    <a:pt x="1152525" y="640994"/>
                  </a:lnTo>
                  <a:close/>
                </a:path>
                <a:path w="5295900" h="647064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5295900" h="647064">
                  <a:moveTo>
                    <a:pt x="1200150" y="640994"/>
                  </a:moveTo>
                  <a:lnTo>
                    <a:pt x="1199692" y="639876"/>
                  </a:lnTo>
                  <a:lnTo>
                    <a:pt x="1197825" y="638009"/>
                  </a:lnTo>
                  <a:lnTo>
                    <a:pt x="1196708" y="637540"/>
                  </a:lnTo>
                  <a:lnTo>
                    <a:pt x="1194079" y="637540"/>
                  </a:lnTo>
                  <a:lnTo>
                    <a:pt x="1192961" y="638009"/>
                  </a:lnTo>
                  <a:lnTo>
                    <a:pt x="1191094" y="639876"/>
                  </a:lnTo>
                  <a:lnTo>
                    <a:pt x="1190625" y="640994"/>
                  </a:lnTo>
                  <a:lnTo>
                    <a:pt x="1190625" y="643623"/>
                  </a:lnTo>
                  <a:lnTo>
                    <a:pt x="1191094" y="644740"/>
                  </a:lnTo>
                  <a:lnTo>
                    <a:pt x="1192961" y="646607"/>
                  </a:lnTo>
                  <a:lnTo>
                    <a:pt x="1194079" y="647065"/>
                  </a:lnTo>
                  <a:lnTo>
                    <a:pt x="1196708" y="647065"/>
                  </a:lnTo>
                  <a:lnTo>
                    <a:pt x="1197825" y="646607"/>
                  </a:lnTo>
                  <a:lnTo>
                    <a:pt x="1199692" y="644740"/>
                  </a:lnTo>
                  <a:lnTo>
                    <a:pt x="1200150" y="643623"/>
                  </a:lnTo>
                  <a:lnTo>
                    <a:pt x="1200150" y="640994"/>
                  </a:lnTo>
                  <a:close/>
                </a:path>
                <a:path w="5295900" h="647064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5295900" h="647064">
                  <a:moveTo>
                    <a:pt x="1247775" y="640994"/>
                  </a:moveTo>
                  <a:lnTo>
                    <a:pt x="1247317" y="639876"/>
                  </a:lnTo>
                  <a:lnTo>
                    <a:pt x="1245450" y="638009"/>
                  </a:lnTo>
                  <a:lnTo>
                    <a:pt x="1244333" y="637540"/>
                  </a:lnTo>
                  <a:lnTo>
                    <a:pt x="1241704" y="637540"/>
                  </a:lnTo>
                  <a:lnTo>
                    <a:pt x="1240586" y="638009"/>
                  </a:lnTo>
                  <a:lnTo>
                    <a:pt x="1238719" y="639876"/>
                  </a:lnTo>
                  <a:lnTo>
                    <a:pt x="1238250" y="640994"/>
                  </a:lnTo>
                  <a:lnTo>
                    <a:pt x="1238250" y="643623"/>
                  </a:lnTo>
                  <a:lnTo>
                    <a:pt x="1238719" y="644740"/>
                  </a:lnTo>
                  <a:lnTo>
                    <a:pt x="1240586" y="646607"/>
                  </a:lnTo>
                  <a:lnTo>
                    <a:pt x="1241704" y="647065"/>
                  </a:lnTo>
                  <a:lnTo>
                    <a:pt x="1244333" y="647065"/>
                  </a:lnTo>
                  <a:lnTo>
                    <a:pt x="1245450" y="646607"/>
                  </a:lnTo>
                  <a:lnTo>
                    <a:pt x="1247317" y="644740"/>
                  </a:lnTo>
                  <a:lnTo>
                    <a:pt x="1247775" y="643623"/>
                  </a:lnTo>
                  <a:lnTo>
                    <a:pt x="1247775" y="640994"/>
                  </a:lnTo>
                  <a:close/>
                </a:path>
                <a:path w="5295900" h="647064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5295900" h="647064">
                  <a:moveTo>
                    <a:pt x="1295400" y="640994"/>
                  </a:moveTo>
                  <a:lnTo>
                    <a:pt x="1294942" y="639876"/>
                  </a:lnTo>
                  <a:lnTo>
                    <a:pt x="1293075" y="638009"/>
                  </a:lnTo>
                  <a:lnTo>
                    <a:pt x="1291958" y="637540"/>
                  </a:lnTo>
                  <a:lnTo>
                    <a:pt x="1289329" y="637540"/>
                  </a:lnTo>
                  <a:lnTo>
                    <a:pt x="1288211" y="638009"/>
                  </a:lnTo>
                  <a:lnTo>
                    <a:pt x="1286344" y="639876"/>
                  </a:lnTo>
                  <a:lnTo>
                    <a:pt x="1285875" y="640994"/>
                  </a:lnTo>
                  <a:lnTo>
                    <a:pt x="1285875" y="643623"/>
                  </a:lnTo>
                  <a:lnTo>
                    <a:pt x="1286344" y="644740"/>
                  </a:lnTo>
                  <a:lnTo>
                    <a:pt x="1288211" y="646607"/>
                  </a:lnTo>
                  <a:lnTo>
                    <a:pt x="1289329" y="647065"/>
                  </a:lnTo>
                  <a:lnTo>
                    <a:pt x="1291958" y="647065"/>
                  </a:lnTo>
                  <a:lnTo>
                    <a:pt x="1293075" y="646607"/>
                  </a:lnTo>
                  <a:lnTo>
                    <a:pt x="1294942" y="644740"/>
                  </a:lnTo>
                  <a:lnTo>
                    <a:pt x="1295400" y="643623"/>
                  </a:lnTo>
                  <a:lnTo>
                    <a:pt x="1295400" y="640994"/>
                  </a:lnTo>
                  <a:close/>
                </a:path>
                <a:path w="5295900" h="647064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5295900" h="647064">
                  <a:moveTo>
                    <a:pt x="1343025" y="640994"/>
                  </a:moveTo>
                  <a:lnTo>
                    <a:pt x="1342567" y="639876"/>
                  </a:lnTo>
                  <a:lnTo>
                    <a:pt x="1340700" y="638009"/>
                  </a:lnTo>
                  <a:lnTo>
                    <a:pt x="1339583" y="637540"/>
                  </a:lnTo>
                  <a:lnTo>
                    <a:pt x="1336954" y="637540"/>
                  </a:lnTo>
                  <a:lnTo>
                    <a:pt x="1335836" y="638009"/>
                  </a:lnTo>
                  <a:lnTo>
                    <a:pt x="1333969" y="639876"/>
                  </a:lnTo>
                  <a:lnTo>
                    <a:pt x="1333500" y="640994"/>
                  </a:lnTo>
                  <a:lnTo>
                    <a:pt x="1333500" y="643623"/>
                  </a:lnTo>
                  <a:lnTo>
                    <a:pt x="1333969" y="644740"/>
                  </a:lnTo>
                  <a:lnTo>
                    <a:pt x="1335836" y="646607"/>
                  </a:lnTo>
                  <a:lnTo>
                    <a:pt x="1336954" y="647065"/>
                  </a:lnTo>
                  <a:lnTo>
                    <a:pt x="1339583" y="647065"/>
                  </a:lnTo>
                  <a:lnTo>
                    <a:pt x="1340700" y="646607"/>
                  </a:lnTo>
                  <a:lnTo>
                    <a:pt x="1342567" y="644740"/>
                  </a:lnTo>
                  <a:lnTo>
                    <a:pt x="1343025" y="643623"/>
                  </a:lnTo>
                  <a:lnTo>
                    <a:pt x="1343025" y="640994"/>
                  </a:lnTo>
                  <a:close/>
                </a:path>
                <a:path w="5295900" h="647064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5295900" h="647064">
                  <a:moveTo>
                    <a:pt x="1390650" y="640994"/>
                  </a:moveTo>
                  <a:lnTo>
                    <a:pt x="1390192" y="639876"/>
                  </a:lnTo>
                  <a:lnTo>
                    <a:pt x="1388325" y="638009"/>
                  </a:lnTo>
                  <a:lnTo>
                    <a:pt x="1387208" y="637540"/>
                  </a:lnTo>
                  <a:lnTo>
                    <a:pt x="1384579" y="637540"/>
                  </a:lnTo>
                  <a:lnTo>
                    <a:pt x="1383461" y="638009"/>
                  </a:lnTo>
                  <a:lnTo>
                    <a:pt x="1381594" y="639876"/>
                  </a:lnTo>
                  <a:lnTo>
                    <a:pt x="1381125" y="640994"/>
                  </a:lnTo>
                  <a:lnTo>
                    <a:pt x="1381125" y="643623"/>
                  </a:lnTo>
                  <a:lnTo>
                    <a:pt x="1381594" y="644740"/>
                  </a:lnTo>
                  <a:lnTo>
                    <a:pt x="1383461" y="646607"/>
                  </a:lnTo>
                  <a:lnTo>
                    <a:pt x="1384579" y="647065"/>
                  </a:lnTo>
                  <a:lnTo>
                    <a:pt x="1387208" y="647065"/>
                  </a:lnTo>
                  <a:lnTo>
                    <a:pt x="1388325" y="646607"/>
                  </a:lnTo>
                  <a:lnTo>
                    <a:pt x="1390192" y="644740"/>
                  </a:lnTo>
                  <a:lnTo>
                    <a:pt x="1390650" y="643623"/>
                  </a:lnTo>
                  <a:lnTo>
                    <a:pt x="1390650" y="640994"/>
                  </a:lnTo>
                  <a:close/>
                </a:path>
                <a:path w="5295900" h="647064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5295900" h="647064">
                  <a:moveTo>
                    <a:pt x="1438275" y="640994"/>
                  </a:moveTo>
                  <a:lnTo>
                    <a:pt x="1437817" y="639876"/>
                  </a:lnTo>
                  <a:lnTo>
                    <a:pt x="1435950" y="638009"/>
                  </a:lnTo>
                  <a:lnTo>
                    <a:pt x="1434833" y="637540"/>
                  </a:lnTo>
                  <a:lnTo>
                    <a:pt x="1432204" y="637540"/>
                  </a:lnTo>
                  <a:lnTo>
                    <a:pt x="1431086" y="638009"/>
                  </a:lnTo>
                  <a:lnTo>
                    <a:pt x="1429219" y="639876"/>
                  </a:lnTo>
                  <a:lnTo>
                    <a:pt x="1428762" y="640994"/>
                  </a:lnTo>
                  <a:lnTo>
                    <a:pt x="1428762" y="643623"/>
                  </a:lnTo>
                  <a:lnTo>
                    <a:pt x="1429219" y="644740"/>
                  </a:lnTo>
                  <a:lnTo>
                    <a:pt x="1431086" y="646607"/>
                  </a:lnTo>
                  <a:lnTo>
                    <a:pt x="1432204" y="647065"/>
                  </a:lnTo>
                  <a:lnTo>
                    <a:pt x="1434833" y="647065"/>
                  </a:lnTo>
                  <a:lnTo>
                    <a:pt x="1435950" y="646607"/>
                  </a:lnTo>
                  <a:lnTo>
                    <a:pt x="1437817" y="644740"/>
                  </a:lnTo>
                  <a:lnTo>
                    <a:pt x="1438275" y="643623"/>
                  </a:lnTo>
                  <a:lnTo>
                    <a:pt x="1438275" y="640994"/>
                  </a:lnTo>
                  <a:close/>
                </a:path>
                <a:path w="5295900" h="647064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62" y="3454"/>
                  </a:lnTo>
                  <a:lnTo>
                    <a:pt x="1428762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5295900" h="647064">
                  <a:moveTo>
                    <a:pt x="1485900" y="640994"/>
                  </a:moveTo>
                  <a:lnTo>
                    <a:pt x="1485442" y="639876"/>
                  </a:lnTo>
                  <a:lnTo>
                    <a:pt x="1483575" y="638009"/>
                  </a:lnTo>
                  <a:lnTo>
                    <a:pt x="1482458" y="637540"/>
                  </a:lnTo>
                  <a:lnTo>
                    <a:pt x="1479829" y="637540"/>
                  </a:lnTo>
                  <a:lnTo>
                    <a:pt x="1478711" y="638009"/>
                  </a:lnTo>
                  <a:lnTo>
                    <a:pt x="1476844" y="639876"/>
                  </a:lnTo>
                  <a:lnTo>
                    <a:pt x="1476375" y="640994"/>
                  </a:lnTo>
                  <a:lnTo>
                    <a:pt x="1476375" y="643623"/>
                  </a:lnTo>
                  <a:lnTo>
                    <a:pt x="1476844" y="644740"/>
                  </a:lnTo>
                  <a:lnTo>
                    <a:pt x="1478711" y="646607"/>
                  </a:lnTo>
                  <a:lnTo>
                    <a:pt x="1479829" y="647065"/>
                  </a:lnTo>
                  <a:lnTo>
                    <a:pt x="1482458" y="647065"/>
                  </a:lnTo>
                  <a:lnTo>
                    <a:pt x="1483575" y="646607"/>
                  </a:lnTo>
                  <a:lnTo>
                    <a:pt x="1485442" y="644740"/>
                  </a:lnTo>
                  <a:lnTo>
                    <a:pt x="1485900" y="643623"/>
                  </a:lnTo>
                  <a:lnTo>
                    <a:pt x="1485900" y="640994"/>
                  </a:lnTo>
                  <a:close/>
                </a:path>
                <a:path w="5295900" h="647064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5295900" h="647064">
                  <a:moveTo>
                    <a:pt x="1533525" y="640994"/>
                  </a:moveTo>
                  <a:lnTo>
                    <a:pt x="1533067" y="639876"/>
                  </a:lnTo>
                  <a:lnTo>
                    <a:pt x="1531200" y="638009"/>
                  </a:lnTo>
                  <a:lnTo>
                    <a:pt x="1530083" y="637540"/>
                  </a:lnTo>
                  <a:lnTo>
                    <a:pt x="1527454" y="637540"/>
                  </a:lnTo>
                  <a:lnTo>
                    <a:pt x="1526336" y="638009"/>
                  </a:lnTo>
                  <a:lnTo>
                    <a:pt x="1524469" y="639876"/>
                  </a:lnTo>
                  <a:lnTo>
                    <a:pt x="1524000" y="640994"/>
                  </a:lnTo>
                  <a:lnTo>
                    <a:pt x="1524000" y="643623"/>
                  </a:lnTo>
                  <a:lnTo>
                    <a:pt x="1524469" y="644740"/>
                  </a:lnTo>
                  <a:lnTo>
                    <a:pt x="1526336" y="646607"/>
                  </a:lnTo>
                  <a:lnTo>
                    <a:pt x="1527454" y="647065"/>
                  </a:lnTo>
                  <a:lnTo>
                    <a:pt x="1530083" y="647065"/>
                  </a:lnTo>
                  <a:lnTo>
                    <a:pt x="1531200" y="646607"/>
                  </a:lnTo>
                  <a:lnTo>
                    <a:pt x="1533067" y="644740"/>
                  </a:lnTo>
                  <a:lnTo>
                    <a:pt x="1533525" y="643623"/>
                  </a:lnTo>
                  <a:lnTo>
                    <a:pt x="1533525" y="640994"/>
                  </a:lnTo>
                  <a:close/>
                </a:path>
                <a:path w="5295900" h="647064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5295900" h="647064">
                  <a:moveTo>
                    <a:pt x="1581150" y="640994"/>
                  </a:moveTo>
                  <a:lnTo>
                    <a:pt x="1580692" y="639876"/>
                  </a:lnTo>
                  <a:lnTo>
                    <a:pt x="1578825" y="638009"/>
                  </a:lnTo>
                  <a:lnTo>
                    <a:pt x="1577708" y="637540"/>
                  </a:lnTo>
                  <a:lnTo>
                    <a:pt x="1575079" y="637540"/>
                  </a:lnTo>
                  <a:lnTo>
                    <a:pt x="1573961" y="638009"/>
                  </a:lnTo>
                  <a:lnTo>
                    <a:pt x="1572094" y="639876"/>
                  </a:lnTo>
                  <a:lnTo>
                    <a:pt x="1571625" y="640994"/>
                  </a:lnTo>
                  <a:lnTo>
                    <a:pt x="1571625" y="643623"/>
                  </a:lnTo>
                  <a:lnTo>
                    <a:pt x="1572094" y="644740"/>
                  </a:lnTo>
                  <a:lnTo>
                    <a:pt x="1573961" y="646607"/>
                  </a:lnTo>
                  <a:lnTo>
                    <a:pt x="1575079" y="647065"/>
                  </a:lnTo>
                  <a:lnTo>
                    <a:pt x="1577708" y="647065"/>
                  </a:lnTo>
                  <a:lnTo>
                    <a:pt x="1578825" y="646607"/>
                  </a:lnTo>
                  <a:lnTo>
                    <a:pt x="1580692" y="644740"/>
                  </a:lnTo>
                  <a:lnTo>
                    <a:pt x="1581150" y="643623"/>
                  </a:lnTo>
                  <a:lnTo>
                    <a:pt x="1581150" y="640994"/>
                  </a:lnTo>
                  <a:close/>
                </a:path>
                <a:path w="5295900" h="647064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5295900" h="647064">
                  <a:moveTo>
                    <a:pt x="1628787" y="640994"/>
                  </a:moveTo>
                  <a:lnTo>
                    <a:pt x="1628317" y="639876"/>
                  </a:lnTo>
                  <a:lnTo>
                    <a:pt x="1626450" y="638009"/>
                  </a:lnTo>
                  <a:lnTo>
                    <a:pt x="1625333" y="637540"/>
                  </a:lnTo>
                  <a:lnTo>
                    <a:pt x="1622704" y="637540"/>
                  </a:lnTo>
                  <a:lnTo>
                    <a:pt x="1621586" y="638009"/>
                  </a:lnTo>
                  <a:lnTo>
                    <a:pt x="1619719" y="639876"/>
                  </a:lnTo>
                  <a:lnTo>
                    <a:pt x="1619250" y="640994"/>
                  </a:lnTo>
                  <a:lnTo>
                    <a:pt x="1619250" y="643623"/>
                  </a:lnTo>
                  <a:lnTo>
                    <a:pt x="1619719" y="644740"/>
                  </a:lnTo>
                  <a:lnTo>
                    <a:pt x="1621586" y="646607"/>
                  </a:lnTo>
                  <a:lnTo>
                    <a:pt x="1622704" y="647065"/>
                  </a:lnTo>
                  <a:lnTo>
                    <a:pt x="1625333" y="647065"/>
                  </a:lnTo>
                  <a:lnTo>
                    <a:pt x="1626450" y="646607"/>
                  </a:lnTo>
                  <a:lnTo>
                    <a:pt x="1628317" y="644740"/>
                  </a:lnTo>
                  <a:lnTo>
                    <a:pt x="1628787" y="643623"/>
                  </a:lnTo>
                  <a:lnTo>
                    <a:pt x="1628787" y="640994"/>
                  </a:lnTo>
                  <a:close/>
                </a:path>
                <a:path w="5295900" h="647064">
                  <a:moveTo>
                    <a:pt x="1628787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87" y="6083"/>
                  </a:lnTo>
                  <a:lnTo>
                    <a:pt x="1628787" y="3454"/>
                  </a:lnTo>
                  <a:close/>
                </a:path>
                <a:path w="5295900" h="647064">
                  <a:moveTo>
                    <a:pt x="1676400" y="640994"/>
                  </a:moveTo>
                  <a:lnTo>
                    <a:pt x="1675942" y="639876"/>
                  </a:lnTo>
                  <a:lnTo>
                    <a:pt x="1674075" y="638009"/>
                  </a:lnTo>
                  <a:lnTo>
                    <a:pt x="1672958" y="637540"/>
                  </a:lnTo>
                  <a:lnTo>
                    <a:pt x="1670329" y="637540"/>
                  </a:lnTo>
                  <a:lnTo>
                    <a:pt x="1669211" y="638009"/>
                  </a:lnTo>
                  <a:lnTo>
                    <a:pt x="1667344" y="639876"/>
                  </a:lnTo>
                  <a:lnTo>
                    <a:pt x="1666875" y="640994"/>
                  </a:lnTo>
                  <a:lnTo>
                    <a:pt x="1666875" y="643623"/>
                  </a:lnTo>
                  <a:lnTo>
                    <a:pt x="1667344" y="644740"/>
                  </a:lnTo>
                  <a:lnTo>
                    <a:pt x="1669211" y="646607"/>
                  </a:lnTo>
                  <a:lnTo>
                    <a:pt x="1670329" y="647065"/>
                  </a:lnTo>
                  <a:lnTo>
                    <a:pt x="1672958" y="647065"/>
                  </a:lnTo>
                  <a:lnTo>
                    <a:pt x="1674075" y="646607"/>
                  </a:lnTo>
                  <a:lnTo>
                    <a:pt x="1675942" y="644740"/>
                  </a:lnTo>
                  <a:lnTo>
                    <a:pt x="1676400" y="643623"/>
                  </a:lnTo>
                  <a:lnTo>
                    <a:pt x="1676400" y="640994"/>
                  </a:lnTo>
                  <a:close/>
                </a:path>
                <a:path w="5295900" h="647064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5295900" h="647064">
                  <a:moveTo>
                    <a:pt x="1724025" y="640994"/>
                  </a:moveTo>
                  <a:lnTo>
                    <a:pt x="1723567" y="639876"/>
                  </a:lnTo>
                  <a:lnTo>
                    <a:pt x="1721700" y="638009"/>
                  </a:lnTo>
                  <a:lnTo>
                    <a:pt x="1720583" y="637540"/>
                  </a:lnTo>
                  <a:lnTo>
                    <a:pt x="1717954" y="637540"/>
                  </a:lnTo>
                  <a:lnTo>
                    <a:pt x="1716836" y="638009"/>
                  </a:lnTo>
                  <a:lnTo>
                    <a:pt x="1714969" y="639876"/>
                  </a:lnTo>
                  <a:lnTo>
                    <a:pt x="1714500" y="640994"/>
                  </a:lnTo>
                  <a:lnTo>
                    <a:pt x="1714500" y="643623"/>
                  </a:lnTo>
                  <a:lnTo>
                    <a:pt x="1714969" y="644740"/>
                  </a:lnTo>
                  <a:lnTo>
                    <a:pt x="1716836" y="646607"/>
                  </a:lnTo>
                  <a:lnTo>
                    <a:pt x="1717954" y="647065"/>
                  </a:lnTo>
                  <a:lnTo>
                    <a:pt x="1720583" y="647065"/>
                  </a:lnTo>
                  <a:lnTo>
                    <a:pt x="1721700" y="646607"/>
                  </a:lnTo>
                  <a:lnTo>
                    <a:pt x="1723567" y="644740"/>
                  </a:lnTo>
                  <a:lnTo>
                    <a:pt x="1724025" y="643623"/>
                  </a:lnTo>
                  <a:lnTo>
                    <a:pt x="1724025" y="640994"/>
                  </a:lnTo>
                  <a:close/>
                </a:path>
                <a:path w="5295900" h="647064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5295900" h="647064">
                  <a:moveTo>
                    <a:pt x="1771650" y="640994"/>
                  </a:moveTo>
                  <a:lnTo>
                    <a:pt x="1771192" y="639876"/>
                  </a:lnTo>
                  <a:lnTo>
                    <a:pt x="1769325" y="638009"/>
                  </a:lnTo>
                  <a:lnTo>
                    <a:pt x="1768208" y="637540"/>
                  </a:lnTo>
                  <a:lnTo>
                    <a:pt x="1765579" y="637540"/>
                  </a:lnTo>
                  <a:lnTo>
                    <a:pt x="1764461" y="638009"/>
                  </a:lnTo>
                  <a:lnTo>
                    <a:pt x="1762594" y="639876"/>
                  </a:lnTo>
                  <a:lnTo>
                    <a:pt x="1762125" y="640994"/>
                  </a:lnTo>
                  <a:lnTo>
                    <a:pt x="1762125" y="643623"/>
                  </a:lnTo>
                  <a:lnTo>
                    <a:pt x="1762594" y="644740"/>
                  </a:lnTo>
                  <a:lnTo>
                    <a:pt x="1764461" y="646607"/>
                  </a:lnTo>
                  <a:lnTo>
                    <a:pt x="1765579" y="647065"/>
                  </a:lnTo>
                  <a:lnTo>
                    <a:pt x="1768208" y="647065"/>
                  </a:lnTo>
                  <a:lnTo>
                    <a:pt x="1769325" y="646607"/>
                  </a:lnTo>
                  <a:lnTo>
                    <a:pt x="1771192" y="644740"/>
                  </a:lnTo>
                  <a:lnTo>
                    <a:pt x="1771650" y="643623"/>
                  </a:lnTo>
                  <a:lnTo>
                    <a:pt x="1771650" y="640994"/>
                  </a:lnTo>
                  <a:close/>
                </a:path>
                <a:path w="5295900" h="647064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5295900" h="647064">
                  <a:moveTo>
                    <a:pt x="1819275" y="640994"/>
                  </a:moveTo>
                  <a:lnTo>
                    <a:pt x="1818817" y="639876"/>
                  </a:lnTo>
                  <a:lnTo>
                    <a:pt x="1816950" y="638009"/>
                  </a:lnTo>
                  <a:lnTo>
                    <a:pt x="1815833" y="637540"/>
                  </a:lnTo>
                  <a:lnTo>
                    <a:pt x="1813204" y="637540"/>
                  </a:lnTo>
                  <a:lnTo>
                    <a:pt x="1812086" y="638009"/>
                  </a:lnTo>
                  <a:lnTo>
                    <a:pt x="1810219" y="639876"/>
                  </a:lnTo>
                  <a:lnTo>
                    <a:pt x="1809750" y="640994"/>
                  </a:lnTo>
                  <a:lnTo>
                    <a:pt x="1809750" y="643623"/>
                  </a:lnTo>
                  <a:lnTo>
                    <a:pt x="1810219" y="644740"/>
                  </a:lnTo>
                  <a:lnTo>
                    <a:pt x="1812086" y="646607"/>
                  </a:lnTo>
                  <a:lnTo>
                    <a:pt x="1813204" y="647065"/>
                  </a:lnTo>
                  <a:lnTo>
                    <a:pt x="1815833" y="647065"/>
                  </a:lnTo>
                  <a:lnTo>
                    <a:pt x="1816950" y="646607"/>
                  </a:lnTo>
                  <a:lnTo>
                    <a:pt x="1818817" y="644740"/>
                  </a:lnTo>
                  <a:lnTo>
                    <a:pt x="1819275" y="643623"/>
                  </a:lnTo>
                  <a:lnTo>
                    <a:pt x="1819275" y="640994"/>
                  </a:lnTo>
                  <a:close/>
                </a:path>
                <a:path w="5295900" h="647064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5295900" h="647064">
                  <a:moveTo>
                    <a:pt x="1866900" y="640994"/>
                  </a:moveTo>
                  <a:lnTo>
                    <a:pt x="1866442" y="639876"/>
                  </a:lnTo>
                  <a:lnTo>
                    <a:pt x="1864575" y="638009"/>
                  </a:lnTo>
                  <a:lnTo>
                    <a:pt x="1863458" y="637540"/>
                  </a:lnTo>
                  <a:lnTo>
                    <a:pt x="1860829" y="637540"/>
                  </a:lnTo>
                  <a:lnTo>
                    <a:pt x="1859711" y="638009"/>
                  </a:lnTo>
                  <a:lnTo>
                    <a:pt x="1857844" y="639876"/>
                  </a:lnTo>
                  <a:lnTo>
                    <a:pt x="1857375" y="640994"/>
                  </a:lnTo>
                  <a:lnTo>
                    <a:pt x="1857375" y="643623"/>
                  </a:lnTo>
                  <a:lnTo>
                    <a:pt x="1857844" y="644740"/>
                  </a:lnTo>
                  <a:lnTo>
                    <a:pt x="1859711" y="646607"/>
                  </a:lnTo>
                  <a:lnTo>
                    <a:pt x="1860829" y="647065"/>
                  </a:lnTo>
                  <a:lnTo>
                    <a:pt x="1863458" y="647065"/>
                  </a:lnTo>
                  <a:lnTo>
                    <a:pt x="1864575" y="646607"/>
                  </a:lnTo>
                  <a:lnTo>
                    <a:pt x="1866442" y="644740"/>
                  </a:lnTo>
                  <a:lnTo>
                    <a:pt x="1866900" y="643623"/>
                  </a:lnTo>
                  <a:lnTo>
                    <a:pt x="1866900" y="640994"/>
                  </a:lnTo>
                  <a:close/>
                </a:path>
                <a:path w="5295900" h="647064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5295900" h="647064">
                  <a:moveTo>
                    <a:pt x="1914525" y="640994"/>
                  </a:moveTo>
                  <a:lnTo>
                    <a:pt x="1914067" y="639876"/>
                  </a:lnTo>
                  <a:lnTo>
                    <a:pt x="1912200" y="638009"/>
                  </a:lnTo>
                  <a:lnTo>
                    <a:pt x="1911083" y="637540"/>
                  </a:lnTo>
                  <a:lnTo>
                    <a:pt x="1908454" y="637540"/>
                  </a:lnTo>
                  <a:lnTo>
                    <a:pt x="1907336" y="638009"/>
                  </a:lnTo>
                  <a:lnTo>
                    <a:pt x="1905469" y="639876"/>
                  </a:lnTo>
                  <a:lnTo>
                    <a:pt x="1905000" y="640994"/>
                  </a:lnTo>
                  <a:lnTo>
                    <a:pt x="1905000" y="643623"/>
                  </a:lnTo>
                  <a:lnTo>
                    <a:pt x="1905469" y="644740"/>
                  </a:lnTo>
                  <a:lnTo>
                    <a:pt x="1907336" y="646607"/>
                  </a:lnTo>
                  <a:lnTo>
                    <a:pt x="1908454" y="647065"/>
                  </a:lnTo>
                  <a:lnTo>
                    <a:pt x="1911083" y="647065"/>
                  </a:lnTo>
                  <a:lnTo>
                    <a:pt x="1912200" y="646607"/>
                  </a:lnTo>
                  <a:lnTo>
                    <a:pt x="1914067" y="644740"/>
                  </a:lnTo>
                  <a:lnTo>
                    <a:pt x="1914525" y="643623"/>
                  </a:lnTo>
                  <a:lnTo>
                    <a:pt x="1914525" y="640994"/>
                  </a:lnTo>
                  <a:close/>
                </a:path>
                <a:path w="5295900" h="647064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5295900" h="647064">
                  <a:moveTo>
                    <a:pt x="1962150" y="640994"/>
                  </a:moveTo>
                  <a:lnTo>
                    <a:pt x="1961692" y="639876"/>
                  </a:lnTo>
                  <a:lnTo>
                    <a:pt x="1959825" y="638009"/>
                  </a:lnTo>
                  <a:lnTo>
                    <a:pt x="1958708" y="637540"/>
                  </a:lnTo>
                  <a:lnTo>
                    <a:pt x="1956079" y="637540"/>
                  </a:lnTo>
                  <a:lnTo>
                    <a:pt x="1954961" y="638009"/>
                  </a:lnTo>
                  <a:lnTo>
                    <a:pt x="1953094" y="639876"/>
                  </a:lnTo>
                  <a:lnTo>
                    <a:pt x="1952625" y="640994"/>
                  </a:lnTo>
                  <a:lnTo>
                    <a:pt x="1952625" y="643623"/>
                  </a:lnTo>
                  <a:lnTo>
                    <a:pt x="1953094" y="644740"/>
                  </a:lnTo>
                  <a:lnTo>
                    <a:pt x="1954961" y="646607"/>
                  </a:lnTo>
                  <a:lnTo>
                    <a:pt x="1956079" y="647065"/>
                  </a:lnTo>
                  <a:lnTo>
                    <a:pt x="1958708" y="647065"/>
                  </a:lnTo>
                  <a:lnTo>
                    <a:pt x="1959825" y="646607"/>
                  </a:lnTo>
                  <a:lnTo>
                    <a:pt x="1961692" y="644740"/>
                  </a:lnTo>
                  <a:lnTo>
                    <a:pt x="1962150" y="643623"/>
                  </a:lnTo>
                  <a:lnTo>
                    <a:pt x="1962150" y="640994"/>
                  </a:lnTo>
                  <a:close/>
                </a:path>
                <a:path w="5295900" h="647064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5295900" h="647064">
                  <a:moveTo>
                    <a:pt x="2009775" y="640994"/>
                  </a:moveTo>
                  <a:lnTo>
                    <a:pt x="2009317" y="639876"/>
                  </a:lnTo>
                  <a:lnTo>
                    <a:pt x="2007450" y="638009"/>
                  </a:lnTo>
                  <a:lnTo>
                    <a:pt x="2006333" y="637540"/>
                  </a:lnTo>
                  <a:lnTo>
                    <a:pt x="2003704" y="637540"/>
                  </a:lnTo>
                  <a:lnTo>
                    <a:pt x="2002586" y="638009"/>
                  </a:lnTo>
                  <a:lnTo>
                    <a:pt x="2000719" y="639876"/>
                  </a:lnTo>
                  <a:lnTo>
                    <a:pt x="2000262" y="640994"/>
                  </a:lnTo>
                  <a:lnTo>
                    <a:pt x="2000262" y="643623"/>
                  </a:lnTo>
                  <a:lnTo>
                    <a:pt x="2000719" y="644740"/>
                  </a:lnTo>
                  <a:lnTo>
                    <a:pt x="2002586" y="646607"/>
                  </a:lnTo>
                  <a:lnTo>
                    <a:pt x="2003704" y="647065"/>
                  </a:lnTo>
                  <a:lnTo>
                    <a:pt x="2006333" y="647065"/>
                  </a:lnTo>
                  <a:lnTo>
                    <a:pt x="2007450" y="646607"/>
                  </a:lnTo>
                  <a:lnTo>
                    <a:pt x="2009317" y="644740"/>
                  </a:lnTo>
                  <a:lnTo>
                    <a:pt x="2009775" y="643623"/>
                  </a:lnTo>
                  <a:lnTo>
                    <a:pt x="2009775" y="640994"/>
                  </a:lnTo>
                  <a:close/>
                </a:path>
                <a:path w="5295900" h="647064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62" y="3454"/>
                  </a:lnTo>
                  <a:lnTo>
                    <a:pt x="2000262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5295900" h="647064">
                  <a:moveTo>
                    <a:pt x="2057400" y="640994"/>
                  </a:moveTo>
                  <a:lnTo>
                    <a:pt x="2056942" y="639876"/>
                  </a:lnTo>
                  <a:lnTo>
                    <a:pt x="2055075" y="638009"/>
                  </a:lnTo>
                  <a:lnTo>
                    <a:pt x="2053958" y="637540"/>
                  </a:lnTo>
                  <a:lnTo>
                    <a:pt x="2051329" y="637540"/>
                  </a:lnTo>
                  <a:lnTo>
                    <a:pt x="2050211" y="638009"/>
                  </a:lnTo>
                  <a:lnTo>
                    <a:pt x="2048344" y="639876"/>
                  </a:lnTo>
                  <a:lnTo>
                    <a:pt x="2047875" y="640994"/>
                  </a:lnTo>
                  <a:lnTo>
                    <a:pt x="2047875" y="643623"/>
                  </a:lnTo>
                  <a:lnTo>
                    <a:pt x="2048344" y="644740"/>
                  </a:lnTo>
                  <a:lnTo>
                    <a:pt x="2050211" y="646607"/>
                  </a:lnTo>
                  <a:lnTo>
                    <a:pt x="2051329" y="647065"/>
                  </a:lnTo>
                  <a:lnTo>
                    <a:pt x="2053958" y="647065"/>
                  </a:lnTo>
                  <a:lnTo>
                    <a:pt x="2055075" y="646607"/>
                  </a:lnTo>
                  <a:lnTo>
                    <a:pt x="2056942" y="644740"/>
                  </a:lnTo>
                  <a:lnTo>
                    <a:pt x="2057400" y="643623"/>
                  </a:lnTo>
                  <a:lnTo>
                    <a:pt x="2057400" y="640994"/>
                  </a:lnTo>
                  <a:close/>
                </a:path>
                <a:path w="5295900" h="647064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5295900" h="647064">
                  <a:moveTo>
                    <a:pt x="2105025" y="640994"/>
                  </a:moveTo>
                  <a:lnTo>
                    <a:pt x="2104567" y="639876"/>
                  </a:lnTo>
                  <a:lnTo>
                    <a:pt x="2102700" y="638009"/>
                  </a:lnTo>
                  <a:lnTo>
                    <a:pt x="2101583" y="637540"/>
                  </a:lnTo>
                  <a:lnTo>
                    <a:pt x="2098954" y="637540"/>
                  </a:lnTo>
                  <a:lnTo>
                    <a:pt x="2097836" y="638009"/>
                  </a:lnTo>
                  <a:lnTo>
                    <a:pt x="2095969" y="639876"/>
                  </a:lnTo>
                  <a:lnTo>
                    <a:pt x="2095500" y="640994"/>
                  </a:lnTo>
                  <a:lnTo>
                    <a:pt x="2095500" y="643623"/>
                  </a:lnTo>
                  <a:lnTo>
                    <a:pt x="2095969" y="644740"/>
                  </a:lnTo>
                  <a:lnTo>
                    <a:pt x="2097836" y="646607"/>
                  </a:lnTo>
                  <a:lnTo>
                    <a:pt x="2098954" y="647065"/>
                  </a:lnTo>
                  <a:lnTo>
                    <a:pt x="2101583" y="647065"/>
                  </a:lnTo>
                  <a:lnTo>
                    <a:pt x="2102700" y="646607"/>
                  </a:lnTo>
                  <a:lnTo>
                    <a:pt x="2104567" y="644740"/>
                  </a:lnTo>
                  <a:lnTo>
                    <a:pt x="2105025" y="643623"/>
                  </a:lnTo>
                  <a:lnTo>
                    <a:pt x="2105025" y="640994"/>
                  </a:lnTo>
                  <a:close/>
                </a:path>
                <a:path w="5295900" h="647064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5295900" h="647064">
                  <a:moveTo>
                    <a:pt x="2152650" y="640994"/>
                  </a:moveTo>
                  <a:lnTo>
                    <a:pt x="2152192" y="639876"/>
                  </a:lnTo>
                  <a:lnTo>
                    <a:pt x="2150326" y="638009"/>
                  </a:lnTo>
                  <a:lnTo>
                    <a:pt x="2149208" y="637540"/>
                  </a:lnTo>
                  <a:lnTo>
                    <a:pt x="2146579" y="637540"/>
                  </a:lnTo>
                  <a:lnTo>
                    <a:pt x="2145461" y="638009"/>
                  </a:lnTo>
                  <a:lnTo>
                    <a:pt x="2143595" y="639876"/>
                  </a:lnTo>
                  <a:lnTo>
                    <a:pt x="2143125" y="640994"/>
                  </a:lnTo>
                  <a:lnTo>
                    <a:pt x="2143125" y="643623"/>
                  </a:lnTo>
                  <a:lnTo>
                    <a:pt x="2143595" y="644740"/>
                  </a:lnTo>
                  <a:lnTo>
                    <a:pt x="2145461" y="646607"/>
                  </a:lnTo>
                  <a:lnTo>
                    <a:pt x="2146579" y="647065"/>
                  </a:lnTo>
                  <a:lnTo>
                    <a:pt x="2149208" y="647065"/>
                  </a:lnTo>
                  <a:lnTo>
                    <a:pt x="2150326" y="646607"/>
                  </a:lnTo>
                  <a:lnTo>
                    <a:pt x="2152192" y="644740"/>
                  </a:lnTo>
                  <a:lnTo>
                    <a:pt x="2152650" y="643623"/>
                  </a:lnTo>
                  <a:lnTo>
                    <a:pt x="2152650" y="640994"/>
                  </a:lnTo>
                  <a:close/>
                </a:path>
                <a:path w="5295900" h="647064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5295900" h="647064">
                  <a:moveTo>
                    <a:pt x="2200287" y="640994"/>
                  </a:moveTo>
                  <a:lnTo>
                    <a:pt x="2199817" y="639876"/>
                  </a:lnTo>
                  <a:lnTo>
                    <a:pt x="2197951" y="638009"/>
                  </a:lnTo>
                  <a:lnTo>
                    <a:pt x="2196833" y="637540"/>
                  </a:lnTo>
                  <a:lnTo>
                    <a:pt x="2194204" y="637540"/>
                  </a:lnTo>
                  <a:lnTo>
                    <a:pt x="2193086" y="638009"/>
                  </a:lnTo>
                  <a:lnTo>
                    <a:pt x="2191220" y="639876"/>
                  </a:lnTo>
                  <a:lnTo>
                    <a:pt x="2190750" y="640994"/>
                  </a:lnTo>
                  <a:lnTo>
                    <a:pt x="2190750" y="643623"/>
                  </a:lnTo>
                  <a:lnTo>
                    <a:pt x="2191220" y="644740"/>
                  </a:lnTo>
                  <a:lnTo>
                    <a:pt x="2193086" y="646607"/>
                  </a:lnTo>
                  <a:lnTo>
                    <a:pt x="2194204" y="647065"/>
                  </a:lnTo>
                  <a:lnTo>
                    <a:pt x="2196833" y="647065"/>
                  </a:lnTo>
                  <a:lnTo>
                    <a:pt x="2197951" y="646607"/>
                  </a:lnTo>
                  <a:lnTo>
                    <a:pt x="2199817" y="644740"/>
                  </a:lnTo>
                  <a:lnTo>
                    <a:pt x="2200287" y="643623"/>
                  </a:lnTo>
                  <a:lnTo>
                    <a:pt x="2200287" y="640994"/>
                  </a:lnTo>
                  <a:close/>
                </a:path>
                <a:path w="5295900" h="647064">
                  <a:moveTo>
                    <a:pt x="2200287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87" y="6083"/>
                  </a:lnTo>
                  <a:lnTo>
                    <a:pt x="2200287" y="3454"/>
                  </a:lnTo>
                  <a:close/>
                </a:path>
                <a:path w="5295900" h="647064">
                  <a:moveTo>
                    <a:pt x="2247900" y="640994"/>
                  </a:moveTo>
                  <a:lnTo>
                    <a:pt x="2247442" y="639876"/>
                  </a:lnTo>
                  <a:lnTo>
                    <a:pt x="2245576" y="638009"/>
                  </a:lnTo>
                  <a:lnTo>
                    <a:pt x="2244458" y="637540"/>
                  </a:lnTo>
                  <a:lnTo>
                    <a:pt x="2241829" y="637540"/>
                  </a:lnTo>
                  <a:lnTo>
                    <a:pt x="2240711" y="638009"/>
                  </a:lnTo>
                  <a:lnTo>
                    <a:pt x="2238845" y="639876"/>
                  </a:lnTo>
                  <a:lnTo>
                    <a:pt x="2238375" y="640994"/>
                  </a:lnTo>
                  <a:lnTo>
                    <a:pt x="2238375" y="643623"/>
                  </a:lnTo>
                  <a:lnTo>
                    <a:pt x="2238845" y="644740"/>
                  </a:lnTo>
                  <a:lnTo>
                    <a:pt x="2240711" y="646607"/>
                  </a:lnTo>
                  <a:lnTo>
                    <a:pt x="2241829" y="647065"/>
                  </a:lnTo>
                  <a:lnTo>
                    <a:pt x="2244458" y="647065"/>
                  </a:lnTo>
                  <a:lnTo>
                    <a:pt x="2245576" y="646607"/>
                  </a:lnTo>
                  <a:lnTo>
                    <a:pt x="2247442" y="644740"/>
                  </a:lnTo>
                  <a:lnTo>
                    <a:pt x="2247900" y="643623"/>
                  </a:lnTo>
                  <a:lnTo>
                    <a:pt x="2247900" y="640994"/>
                  </a:lnTo>
                  <a:close/>
                </a:path>
                <a:path w="5295900" h="647064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5295900" h="647064">
                  <a:moveTo>
                    <a:pt x="2295525" y="640994"/>
                  </a:moveTo>
                  <a:lnTo>
                    <a:pt x="2295067" y="639876"/>
                  </a:lnTo>
                  <a:lnTo>
                    <a:pt x="2293201" y="638009"/>
                  </a:lnTo>
                  <a:lnTo>
                    <a:pt x="2292083" y="637540"/>
                  </a:lnTo>
                  <a:lnTo>
                    <a:pt x="2289454" y="637540"/>
                  </a:lnTo>
                  <a:lnTo>
                    <a:pt x="2288336" y="638009"/>
                  </a:lnTo>
                  <a:lnTo>
                    <a:pt x="2286470" y="639876"/>
                  </a:lnTo>
                  <a:lnTo>
                    <a:pt x="2286000" y="640994"/>
                  </a:lnTo>
                  <a:lnTo>
                    <a:pt x="2286000" y="643623"/>
                  </a:lnTo>
                  <a:lnTo>
                    <a:pt x="2286470" y="644740"/>
                  </a:lnTo>
                  <a:lnTo>
                    <a:pt x="2288336" y="646607"/>
                  </a:lnTo>
                  <a:lnTo>
                    <a:pt x="2289454" y="647065"/>
                  </a:lnTo>
                  <a:lnTo>
                    <a:pt x="2292083" y="647065"/>
                  </a:lnTo>
                  <a:lnTo>
                    <a:pt x="2293201" y="646607"/>
                  </a:lnTo>
                  <a:lnTo>
                    <a:pt x="2295067" y="644740"/>
                  </a:lnTo>
                  <a:lnTo>
                    <a:pt x="2295525" y="643623"/>
                  </a:lnTo>
                  <a:lnTo>
                    <a:pt x="2295525" y="640994"/>
                  </a:lnTo>
                  <a:close/>
                </a:path>
                <a:path w="5295900" h="647064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5295900" h="647064">
                  <a:moveTo>
                    <a:pt x="2343150" y="640994"/>
                  </a:moveTo>
                  <a:lnTo>
                    <a:pt x="2342692" y="639876"/>
                  </a:lnTo>
                  <a:lnTo>
                    <a:pt x="2340826" y="638009"/>
                  </a:lnTo>
                  <a:lnTo>
                    <a:pt x="2339708" y="637540"/>
                  </a:lnTo>
                  <a:lnTo>
                    <a:pt x="2337079" y="637540"/>
                  </a:lnTo>
                  <a:lnTo>
                    <a:pt x="2335961" y="638009"/>
                  </a:lnTo>
                  <a:lnTo>
                    <a:pt x="2334095" y="639876"/>
                  </a:lnTo>
                  <a:lnTo>
                    <a:pt x="2333625" y="640994"/>
                  </a:lnTo>
                  <a:lnTo>
                    <a:pt x="2333625" y="643623"/>
                  </a:lnTo>
                  <a:lnTo>
                    <a:pt x="2334095" y="644740"/>
                  </a:lnTo>
                  <a:lnTo>
                    <a:pt x="2335961" y="646607"/>
                  </a:lnTo>
                  <a:lnTo>
                    <a:pt x="2337079" y="647065"/>
                  </a:lnTo>
                  <a:lnTo>
                    <a:pt x="2339708" y="647065"/>
                  </a:lnTo>
                  <a:lnTo>
                    <a:pt x="2340826" y="646607"/>
                  </a:lnTo>
                  <a:lnTo>
                    <a:pt x="2342692" y="644740"/>
                  </a:lnTo>
                  <a:lnTo>
                    <a:pt x="2343150" y="643623"/>
                  </a:lnTo>
                  <a:lnTo>
                    <a:pt x="2343150" y="640994"/>
                  </a:lnTo>
                  <a:close/>
                </a:path>
                <a:path w="5295900" h="647064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5295900" h="647064">
                  <a:moveTo>
                    <a:pt x="2390775" y="640994"/>
                  </a:moveTo>
                  <a:lnTo>
                    <a:pt x="2390317" y="639876"/>
                  </a:lnTo>
                  <a:lnTo>
                    <a:pt x="2388451" y="638009"/>
                  </a:lnTo>
                  <a:lnTo>
                    <a:pt x="2387333" y="637540"/>
                  </a:lnTo>
                  <a:lnTo>
                    <a:pt x="2384704" y="637540"/>
                  </a:lnTo>
                  <a:lnTo>
                    <a:pt x="2383586" y="638009"/>
                  </a:lnTo>
                  <a:lnTo>
                    <a:pt x="2381720" y="639876"/>
                  </a:lnTo>
                  <a:lnTo>
                    <a:pt x="2381250" y="640994"/>
                  </a:lnTo>
                  <a:lnTo>
                    <a:pt x="2381250" y="643623"/>
                  </a:lnTo>
                  <a:lnTo>
                    <a:pt x="2381720" y="644740"/>
                  </a:lnTo>
                  <a:lnTo>
                    <a:pt x="2383586" y="646607"/>
                  </a:lnTo>
                  <a:lnTo>
                    <a:pt x="2384704" y="647065"/>
                  </a:lnTo>
                  <a:lnTo>
                    <a:pt x="2387333" y="647065"/>
                  </a:lnTo>
                  <a:lnTo>
                    <a:pt x="2388451" y="646607"/>
                  </a:lnTo>
                  <a:lnTo>
                    <a:pt x="2390317" y="644740"/>
                  </a:lnTo>
                  <a:lnTo>
                    <a:pt x="2390775" y="643623"/>
                  </a:lnTo>
                  <a:lnTo>
                    <a:pt x="2390775" y="640994"/>
                  </a:lnTo>
                  <a:close/>
                </a:path>
                <a:path w="5295900" h="647064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5295900" h="647064">
                  <a:moveTo>
                    <a:pt x="2438400" y="640994"/>
                  </a:moveTo>
                  <a:lnTo>
                    <a:pt x="2437942" y="639876"/>
                  </a:lnTo>
                  <a:lnTo>
                    <a:pt x="2436076" y="638009"/>
                  </a:lnTo>
                  <a:lnTo>
                    <a:pt x="2434958" y="637540"/>
                  </a:lnTo>
                  <a:lnTo>
                    <a:pt x="2432329" y="637540"/>
                  </a:lnTo>
                  <a:lnTo>
                    <a:pt x="2431211" y="638009"/>
                  </a:lnTo>
                  <a:lnTo>
                    <a:pt x="2429345" y="639876"/>
                  </a:lnTo>
                  <a:lnTo>
                    <a:pt x="2428875" y="640994"/>
                  </a:lnTo>
                  <a:lnTo>
                    <a:pt x="2428875" y="643623"/>
                  </a:lnTo>
                  <a:lnTo>
                    <a:pt x="2429345" y="644740"/>
                  </a:lnTo>
                  <a:lnTo>
                    <a:pt x="2431211" y="646607"/>
                  </a:lnTo>
                  <a:lnTo>
                    <a:pt x="2432329" y="647065"/>
                  </a:lnTo>
                  <a:lnTo>
                    <a:pt x="2434958" y="647065"/>
                  </a:lnTo>
                  <a:lnTo>
                    <a:pt x="2436076" y="646607"/>
                  </a:lnTo>
                  <a:lnTo>
                    <a:pt x="2437942" y="644740"/>
                  </a:lnTo>
                  <a:lnTo>
                    <a:pt x="2438400" y="643623"/>
                  </a:lnTo>
                  <a:lnTo>
                    <a:pt x="2438400" y="640994"/>
                  </a:lnTo>
                  <a:close/>
                </a:path>
                <a:path w="5295900" h="647064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5295900" h="647064">
                  <a:moveTo>
                    <a:pt x="2486025" y="640994"/>
                  </a:moveTo>
                  <a:lnTo>
                    <a:pt x="2485567" y="639876"/>
                  </a:lnTo>
                  <a:lnTo>
                    <a:pt x="2483701" y="638009"/>
                  </a:lnTo>
                  <a:lnTo>
                    <a:pt x="2482583" y="637540"/>
                  </a:lnTo>
                  <a:lnTo>
                    <a:pt x="2479954" y="637540"/>
                  </a:lnTo>
                  <a:lnTo>
                    <a:pt x="2478836" y="638009"/>
                  </a:lnTo>
                  <a:lnTo>
                    <a:pt x="2476970" y="639876"/>
                  </a:lnTo>
                  <a:lnTo>
                    <a:pt x="2476500" y="640994"/>
                  </a:lnTo>
                  <a:lnTo>
                    <a:pt x="2476500" y="643623"/>
                  </a:lnTo>
                  <a:lnTo>
                    <a:pt x="2476970" y="644740"/>
                  </a:lnTo>
                  <a:lnTo>
                    <a:pt x="2478836" y="646607"/>
                  </a:lnTo>
                  <a:lnTo>
                    <a:pt x="2479954" y="647065"/>
                  </a:lnTo>
                  <a:lnTo>
                    <a:pt x="2482583" y="647065"/>
                  </a:lnTo>
                  <a:lnTo>
                    <a:pt x="2483701" y="646607"/>
                  </a:lnTo>
                  <a:lnTo>
                    <a:pt x="2485567" y="644740"/>
                  </a:lnTo>
                  <a:lnTo>
                    <a:pt x="2486025" y="643623"/>
                  </a:lnTo>
                  <a:lnTo>
                    <a:pt x="2486025" y="640994"/>
                  </a:lnTo>
                  <a:close/>
                </a:path>
                <a:path w="5295900" h="647064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5295900" h="647064">
                  <a:moveTo>
                    <a:pt x="2533650" y="640994"/>
                  </a:moveTo>
                  <a:lnTo>
                    <a:pt x="2533192" y="639876"/>
                  </a:lnTo>
                  <a:lnTo>
                    <a:pt x="2531326" y="638009"/>
                  </a:lnTo>
                  <a:lnTo>
                    <a:pt x="2530208" y="637540"/>
                  </a:lnTo>
                  <a:lnTo>
                    <a:pt x="2527579" y="637540"/>
                  </a:lnTo>
                  <a:lnTo>
                    <a:pt x="2526461" y="638009"/>
                  </a:lnTo>
                  <a:lnTo>
                    <a:pt x="2524595" y="639876"/>
                  </a:lnTo>
                  <a:lnTo>
                    <a:pt x="2524125" y="640994"/>
                  </a:lnTo>
                  <a:lnTo>
                    <a:pt x="2524125" y="643623"/>
                  </a:lnTo>
                  <a:lnTo>
                    <a:pt x="2524595" y="644740"/>
                  </a:lnTo>
                  <a:lnTo>
                    <a:pt x="2526461" y="646607"/>
                  </a:lnTo>
                  <a:lnTo>
                    <a:pt x="2527579" y="647065"/>
                  </a:lnTo>
                  <a:lnTo>
                    <a:pt x="2530208" y="647065"/>
                  </a:lnTo>
                  <a:lnTo>
                    <a:pt x="2531326" y="646607"/>
                  </a:lnTo>
                  <a:lnTo>
                    <a:pt x="2533192" y="644740"/>
                  </a:lnTo>
                  <a:lnTo>
                    <a:pt x="2533650" y="643623"/>
                  </a:lnTo>
                  <a:lnTo>
                    <a:pt x="2533650" y="640994"/>
                  </a:lnTo>
                  <a:close/>
                </a:path>
                <a:path w="5295900" h="647064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5295900" h="647064">
                  <a:moveTo>
                    <a:pt x="2581275" y="640994"/>
                  </a:moveTo>
                  <a:lnTo>
                    <a:pt x="2580817" y="639876"/>
                  </a:lnTo>
                  <a:lnTo>
                    <a:pt x="2578951" y="638009"/>
                  </a:lnTo>
                  <a:lnTo>
                    <a:pt x="2577833" y="637540"/>
                  </a:lnTo>
                  <a:lnTo>
                    <a:pt x="2575204" y="637540"/>
                  </a:lnTo>
                  <a:lnTo>
                    <a:pt x="2574086" y="638009"/>
                  </a:lnTo>
                  <a:lnTo>
                    <a:pt x="2572220" y="639876"/>
                  </a:lnTo>
                  <a:lnTo>
                    <a:pt x="2571750" y="640994"/>
                  </a:lnTo>
                  <a:lnTo>
                    <a:pt x="2571750" y="643623"/>
                  </a:lnTo>
                  <a:lnTo>
                    <a:pt x="2572220" y="644740"/>
                  </a:lnTo>
                  <a:lnTo>
                    <a:pt x="2574086" y="646607"/>
                  </a:lnTo>
                  <a:lnTo>
                    <a:pt x="2575204" y="647065"/>
                  </a:lnTo>
                  <a:lnTo>
                    <a:pt x="2577833" y="647065"/>
                  </a:lnTo>
                  <a:lnTo>
                    <a:pt x="2578951" y="646607"/>
                  </a:lnTo>
                  <a:lnTo>
                    <a:pt x="2580817" y="644740"/>
                  </a:lnTo>
                  <a:lnTo>
                    <a:pt x="2581275" y="643623"/>
                  </a:lnTo>
                  <a:lnTo>
                    <a:pt x="2581275" y="640994"/>
                  </a:lnTo>
                  <a:close/>
                </a:path>
                <a:path w="5295900" h="647064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5295900" h="647064">
                  <a:moveTo>
                    <a:pt x="2628900" y="640994"/>
                  </a:moveTo>
                  <a:lnTo>
                    <a:pt x="2628442" y="639876"/>
                  </a:lnTo>
                  <a:lnTo>
                    <a:pt x="2626576" y="638009"/>
                  </a:lnTo>
                  <a:lnTo>
                    <a:pt x="2625458" y="637540"/>
                  </a:lnTo>
                  <a:lnTo>
                    <a:pt x="2622829" y="637540"/>
                  </a:lnTo>
                  <a:lnTo>
                    <a:pt x="2621711" y="638009"/>
                  </a:lnTo>
                  <a:lnTo>
                    <a:pt x="2619845" y="639876"/>
                  </a:lnTo>
                  <a:lnTo>
                    <a:pt x="2619375" y="640994"/>
                  </a:lnTo>
                  <a:lnTo>
                    <a:pt x="2619375" y="643623"/>
                  </a:lnTo>
                  <a:lnTo>
                    <a:pt x="2619845" y="644740"/>
                  </a:lnTo>
                  <a:lnTo>
                    <a:pt x="2621711" y="646607"/>
                  </a:lnTo>
                  <a:lnTo>
                    <a:pt x="2622829" y="647065"/>
                  </a:lnTo>
                  <a:lnTo>
                    <a:pt x="2625458" y="647065"/>
                  </a:lnTo>
                  <a:lnTo>
                    <a:pt x="2626576" y="646607"/>
                  </a:lnTo>
                  <a:lnTo>
                    <a:pt x="2628442" y="644740"/>
                  </a:lnTo>
                  <a:lnTo>
                    <a:pt x="2628900" y="643623"/>
                  </a:lnTo>
                  <a:lnTo>
                    <a:pt x="2628900" y="640994"/>
                  </a:lnTo>
                  <a:close/>
                </a:path>
                <a:path w="5295900" h="647064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5295900" h="647064">
                  <a:moveTo>
                    <a:pt x="2676525" y="640994"/>
                  </a:moveTo>
                  <a:lnTo>
                    <a:pt x="2676067" y="639876"/>
                  </a:lnTo>
                  <a:lnTo>
                    <a:pt x="2674201" y="638009"/>
                  </a:lnTo>
                  <a:lnTo>
                    <a:pt x="2673083" y="637540"/>
                  </a:lnTo>
                  <a:lnTo>
                    <a:pt x="2670454" y="637540"/>
                  </a:lnTo>
                  <a:lnTo>
                    <a:pt x="2669336" y="638009"/>
                  </a:lnTo>
                  <a:lnTo>
                    <a:pt x="2667470" y="639876"/>
                  </a:lnTo>
                  <a:lnTo>
                    <a:pt x="2667000" y="640994"/>
                  </a:lnTo>
                  <a:lnTo>
                    <a:pt x="2667000" y="643623"/>
                  </a:lnTo>
                  <a:lnTo>
                    <a:pt x="2667470" y="644740"/>
                  </a:lnTo>
                  <a:lnTo>
                    <a:pt x="2669336" y="646607"/>
                  </a:lnTo>
                  <a:lnTo>
                    <a:pt x="2670454" y="647065"/>
                  </a:lnTo>
                  <a:lnTo>
                    <a:pt x="2673083" y="647065"/>
                  </a:lnTo>
                  <a:lnTo>
                    <a:pt x="2674201" y="646607"/>
                  </a:lnTo>
                  <a:lnTo>
                    <a:pt x="2676067" y="644740"/>
                  </a:lnTo>
                  <a:lnTo>
                    <a:pt x="2676525" y="643623"/>
                  </a:lnTo>
                  <a:lnTo>
                    <a:pt x="2676525" y="640994"/>
                  </a:lnTo>
                  <a:close/>
                </a:path>
                <a:path w="5295900" h="647064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5295900" h="647064">
                  <a:moveTo>
                    <a:pt x="2724150" y="640994"/>
                  </a:moveTo>
                  <a:lnTo>
                    <a:pt x="2723692" y="639876"/>
                  </a:lnTo>
                  <a:lnTo>
                    <a:pt x="2721826" y="638009"/>
                  </a:lnTo>
                  <a:lnTo>
                    <a:pt x="2720708" y="637540"/>
                  </a:lnTo>
                  <a:lnTo>
                    <a:pt x="2718079" y="637540"/>
                  </a:lnTo>
                  <a:lnTo>
                    <a:pt x="2716961" y="638009"/>
                  </a:lnTo>
                  <a:lnTo>
                    <a:pt x="2715095" y="639876"/>
                  </a:lnTo>
                  <a:lnTo>
                    <a:pt x="2714625" y="640994"/>
                  </a:lnTo>
                  <a:lnTo>
                    <a:pt x="2714625" y="643623"/>
                  </a:lnTo>
                  <a:lnTo>
                    <a:pt x="2715095" y="644740"/>
                  </a:lnTo>
                  <a:lnTo>
                    <a:pt x="2716961" y="646607"/>
                  </a:lnTo>
                  <a:lnTo>
                    <a:pt x="2718079" y="647065"/>
                  </a:lnTo>
                  <a:lnTo>
                    <a:pt x="2720708" y="647065"/>
                  </a:lnTo>
                  <a:lnTo>
                    <a:pt x="2721826" y="646607"/>
                  </a:lnTo>
                  <a:lnTo>
                    <a:pt x="2723692" y="644740"/>
                  </a:lnTo>
                  <a:lnTo>
                    <a:pt x="2724150" y="643623"/>
                  </a:lnTo>
                  <a:lnTo>
                    <a:pt x="2724150" y="640994"/>
                  </a:lnTo>
                  <a:close/>
                </a:path>
                <a:path w="5295900" h="647064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5295900" h="647064">
                  <a:moveTo>
                    <a:pt x="2771775" y="640994"/>
                  </a:moveTo>
                  <a:lnTo>
                    <a:pt x="2771317" y="639876"/>
                  </a:lnTo>
                  <a:lnTo>
                    <a:pt x="2769451" y="638009"/>
                  </a:lnTo>
                  <a:lnTo>
                    <a:pt x="2768333" y="637540"/>
                  </a:lnTo>
                  <a:lnTo>
                    <a:pt x="2765704" y="637540"/>
                  </a:lnTo>
                  <a:lnTo>
                    <a:pt x="2764586" y="638009"/>
                  </a:lnTo>
                  <a:lnTo>
                    <a:pt x="2762720" y="639876"/>
                  </a:lnTo>
                  <a:lnTo>
                    <a:pt x="2762250" y="640994"/>
                  </a:lnTo>
                  <a:lnTo>
                    <a:pt x="2762250" y="643623"/>
                  </a:lnTo>
                  <a:lnTo>
                    <a:pt x="2762720" y="644740"/>
                  </a:lnTo>
                  <a:lnTo>
                    <a:pt x="2764586" y="646607"/>
                  </a:lnTo>
                  <a:lnTo>
                    <a:pt x="2765704" y="647065"/>
                  </a:lnTo>
                  <a:lnTo>
                    <a:pt x="2768333" y="647065"/>
                  </a:lnTo>
                  <a:lnTo>
                    <a:pt x="2769451" y="646607"/>
                  </a:lnTo>
                  <a:lnTo>
                    <a:pt x="2771317" y="644740"/>
                  </a:lnTo>
                  <a:lnTo>
                    <a:pt x="2771775" y="643623"/>
                  </a:lnTo>
                  <a:lnTo>
                    <a:pt x="2771775" y="640994"/>
                  </a:lnTo>
                  <a:close/>
                </a:path>
                <a:path w="5295900" h="647064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5295900" h="647064">
                  <a:moveTo>
                    <a:pt x="2819400" y="640994"/>
                  </a:moveTo>
                  <a:lnTo>
                    <a:pt x="2818942" y="639876"/>
                  </a:lnTo>
                  <a:lnTo>
                    <a:pt x="2817076" y="638009"/>
                  </a:lnTo>
                  <a:lnTo>
                    <a:pt x="2815958" y="637540"/>
                  </a:lnTo>
                  <a:lnTo>
                    <a:pt x="2813329" y="637540"/>
                  </a:lnTo>
                  <a:lnTo>
                    <a:pt x="2812211" y="638009"/>
                  </a:lnTo>
                  <a:lnTo>
                    <a:pt x="2810345" y="639876"/>
                  </a:lnTo>
                  <a:lnTo>
                    <a:pt x="2809875" y="640994"/>
                  </a:lnTo>
                  <a:lnTo>
                    <a:pt x="2809875" y="643623"/>
                  </a:lnTo>
                  <a:lnTo>
                    <a:pt x="2810345" y="644740"/>
                  </a:lnTo>
                  <a:lnTo>
                    <a:pt x="2812211" y="646607"/>
                  </a:lnTo>
                  <a:lnTo>
                    <a:pt x="2813329" y="647065"/>
                  </a:lnTo>
                  <a:lnTo>
                    <a:pt x="2815958" y="647065"/>
                  </a:lnTo>
                  <a:lnTo>
                    <a:pt x="2817076" y="646607"/>
                  </a:lnTo>
                  <a:lnTo>
                    <a:pt x="2818942" y="644740"/>
                  </a:lnTo>
                  <a:lnTo>
                    <a:pt x="2819400" y="643623"/>
                  </a:lnTo>
                  <a:lnTo>
                    <a:pt x="2819400" y="640994"/>
                  </a:lnTo>
                  <a:close/>
                </a:path>
                <a:path w="5295900" h="647064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5295900" h="647064">
                  <a:moveTo>
                    <a:pt x="2867037" y="640994"/>
                  </a:moveTo>
                  <a:lnTo>
                    <a:pt x="2866567" y="639876"/>
                  </a:lnTo>
                  <a:lnTo>
                    <a:pt x="2864701" y="638009"/>
                  </a:lnTo>
                  <a:lnTo>
                    <a:pt x="2863583" y="637540"/>
                  </a:lnTo>
                  <a:lnTo>
                    <a:pt x="2860954" y="637540"/>
                  </a:lnTo>
                  <a:lnTo>
                    <a:pt x="2859836" y="638009"/>
                  </a:lnTo>
                  <a:lnTo>
                    <a:pt x="2857970" y="639876"/>
                  </a:lnTo>
                  <a:lnTo>
                    <a:pt x="2857500" y="640994"/>
                  </a:lnTo>
                  <a:lnTo>
                    <a:pt x="2857500" y="643623"/>
                  </a:lnTo>
                  <a:lnTo>
                    <a:pt x="2857970" y="644740"/>
                  </a:lnTo>
                  <a:lnTo>
                    <a:pt x="2859836" y="646607"/>
                  </a:lnTo>
                  <a:lnTo>
                    <a:pt x="2860954" y="647065"/>
                  </a:lnTo>
                  <a:lnTo>
                    <a:pt x="2863583" y="647065"/>
                  </a:lnTo>
                  <a:lnTo>
                    <a:pt x="2864701" y="646607"/>
                  </a:lnTo>
                  <a:lnTo>
                    <a:pt x="2866567" y="644740"/>
                  </a:lnTo>
                  <a:lnTo>
                    <a:pt x="2867037" y="643623"/>
                  </a:lnTo>
                  <a:lnTo>
                    <a:pt x="2867037" y="640994"/>
                  </a:lnTo>
                  <a:close/>
                </a:path>
                <a:path w="5295900" h="647064">
                  <a:moveTo>
                    <a:pt x="2867037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37" y="6083"/>
                  </a:lnTo>
                  <a:lnTo>
                    <a:pt x="2867037" y="3454"/>
                  </a:lnTo>
                  <a:close/>
                </a:path>
                <a:path w="5295900" h="647064">
                  <a:moveTo>
                    <a:pt x="2914650" y="640994"/>
                  </a:moveTo>
                  <a:lnTo>
                    <a:pt x="2914192" y="639876"/>
                  </a:lnTo>
                  <a:lnTo>
                    <a:pt x="2912326" y="638009"/>
                  </a:lnTo>
                  <a:lnTo>
                    <a:pt x="2911208" y="637540"/>
                  </a:lnTo>
                  <a:lnTo>
                    <a:pt x="2908579" y="637540"/>
                  </a:lnTo>
                  <a:lnTo>
                    <a:pt x="2907461" y="638009"/>
                  </a:lnTo>
                  <a:lnTo>
                    <a:pt x="2905595" y="639876"/>
                  </a:lnTo>
                  <a:lnTo>
                    <a:pt x="2905125" y="640994"/>
                  </a:lnTo>
                  <a:lnTo>
                    <a:pt x="2905125" y="643623"/>
                  </a:lnTo>
                  <a:lnTo>
                    <a:pt x="2905595" y="644740"/>
                  </a:lnTo>
                  <a:lnTo>
                    <a:pt x="2907461" y="646607"/>
                  </a:lnTo>
                  <a:lnTo>
                    <a:pt x="2908579" y="647065"/>
                  </a:lnTo>
                  <a:lnTo>
                    <a:pt x="2911208" y="647065"/>
                  </a:lnTo>
                  <a:lnTo>
                    <a:pt x="2912326" y="646607"/>
                  </a:lnTo>
                  <a:lnTo>
                    <a:pt x="2914192" y="644740"/>
                  </a:lnTo>
                  <a:lnTo>
                    <a:pt x="2914650" y="643623"/>
                  </a:lnTo>
                  <a:lnTo>
                    <a:pt x="2914650" y="640994"/>
                  </a:lnTo>
                  <a:close/>
                </a:path>
                <a:path w="5295900" h="647064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5295900" h="647064">
                  <a:moveTo>
                    <a:pt x="2962275" y="640994"/>
                  </a:moveTo>
                  <a:lnTo>
                    <a:pt x="2961817" y="639876"/>
                  </a:lnTo>
                  <a:lnTo>
                    <a:pt x="2959951" y="638009"/>
                  </a:lnTo>
                  <a:lnTo>
                    <a:pt x="2958833" y="637540"/>
                  </a:lnTo>
                  <a:lnTo>
                    <a:pt x="2956204" y="637540"/>
                  </a:lnTo>
                  <a:lnTo>
                    <a:pt x="2955086" y="638009"/>
                  </a:lnTo>
                  <a:lnTo>
                    <a:pt x="2953220" y="639876"/>
                  </a:lnTo>
                  <a:lnTo>
                    <a:pt x="2952750" y="640994"/>
                  </a:lnTo>
                  <a:lnTo>
                    <a:pt x="2952750" y="643623"/>
                  </a:lnTo>
                  <a:lnTo>
                    <a:pt x="2953220" y="644740"/>
                  </a:lnTo>
                  <a:lnTo>
                    <a:pt x="2955086" y="646607"/>
                  </a:lnTo>
                  <a:lnTo>
                    <a:pt x="2956204" y="647065"/>
                  </a:lnTo>
                  <a:lnTo>
                    <a:pt x="2958833" y="647065"/>
                  </a:lnTo>
                  <a:lnTo>
                    <a:pt x="2959951" y="646607"/>
                  </a:lnTo>
                  <a:lnTo>
                    <a:pt x="2961817" y="644740"/>
                  </a:lnTo>
                  <a:lnTo>
                    <a:pt x="2962275" y="643623"/>
                  </a:lnTo>
                  <a:lnTo>
                    <a:pt x="2962275" y="640994"/>
                  </a:lnTo>
                  <a:close/>
                </a:path>
                <a:path w="5295900" h="647064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5295900" h="647064">
                  <a:moveTo>
                    <a:pt x="3009900" y="640994"/>
                  </a:moveTo>
                  <a:lnTo>
                    <a:pt x="3009442" y="639876"/>
                  </a:lnTo>
                  <a:lnTo>
                    <a:pt x="3007576" y="638009"/>
                  </a:lnTo>
                  <a:lnTo>
                    <a:pt x="3006458" y="637540"/>
                  </a:lnTo>
                  <a:lnTo>
                    <a:pt x="3003829" y="637540"/>
                  </a:lnTo>
                  <a:lnTo>
                    <a:pt x="3002711" y="638009"/>
                  </a:lnTo>
                  <a:lnTo>
                    <a:pt x="3000845" y="639876"/>
                  </a:lnTo>
                  <a:lnTo>
                    <a:pt x="3000375" y="640994"/>
                  </a:lnTo>
                  <a:lnTo>
                    <a:pt x="3000375" y="643623"/>
                  </a:lnTo>
                  <a:lnTo>
                    <a:pt x="3000845" y="644740"/>
                  </a:lnTo>
                  <a:lnTo>
                    <a:pt x="3002711" y="646607"/>
                  </a:lnTo>
                  <a:lnTo>
                    <a:pt x="3003829" y="647065"/>
                  </a:lnTo>
                  <a:lnTo>
                    <a:pt x="3006458" y="647065"/>
                  </a:lnTo>
                  <a:lnTo>
                    <a:pt x="3007576" y="646607"/>
                  </a:lnTo>
                  <a:lnTo>
                    <a:pt x="3009442" y="644740"/>
                  </a:lnTo>
                  <a:lnTo>
                    <a:pt x="3009900" y="643623"/>
                  </a:lnTo>
                  <a:lnTo>
                    <a:pt x="3009900" y="640994"/>
                  </a:lnTo>
                  <a:close/>
                </a:path>
                <a:path w="5295900" h="647064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5295900" h="647064">
                  <a:moveTo>
                    <a:pt x="3057525" y="640994"/>
                  </a:moveTo>
                  <a:lnTo>
                    <a:pt x="3057067" y="639876"/>
                  </a:lnTo>
                  <a:lnTo>
                    <a:pt x="3055201" y="638009"/>
                  </a:lnTo>
                  <a:lnTo>
                    <a:pt x="3054083" y="637540"/>
                  </a:lnTo>
                  <a:lnTo>
                    <a:pt x="3051454" y="637540"/>
                  </a:lnTo>
                  <a:lnTo>
                    <a:pt x="3050336" y="638009"/>
                  </a:lnTo>
                  <a:lnTo>
                    <a:pt x="3048470" y="639876"/>
                  </a:lnTo>
                  <a:lnTo>
                    <a:pt x="3048000" y="640994"/>
                  </a:lnTo>
                  <a:lnTo>
                    <a:pt x="3048000" y="643623"/>
                  </a:lnTo>
                  <a:lnTo>
                    <a:pt x="3048470" y="644740"/>
                  </a:lnTo>
                  <a:lnTo>
                    <a:pt x="3050336" y="646607"/>
                  </a:lnTo>
                  <a:lnTo>
                    <a:pt x="3051454" y="647065"/>
                  </a:lnTo>
                  <a:lnTo>
                    <a:pt x="3054083" y="647065"/>
                  </a:lnTo>
                  <a:lnTo>
                    <a:pt x="3055201" y="646607"/>
                  </a:lnTo>
                  <a:lnTo>
                    <a:pt x="3057067" y="644740"/>
                  </a:lnTo>
                  <a:lnTo>
                    <a:pt x="3057525" y="643623"/>
                  </a:lnTo>
                  <a:lnTo>
                    <a:pt x="3057525" y="640994"/>
                  </a:lnTo>
                  <a:close/>
                </a:path>
                <a:path w="5295900" h="647064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5295900" h="647064">
                  <a:moveTo>
                    <a:pt x="3105150" y="640994"/>
                  </a:moveTo>
                  <a:lnTo>
                    <a:pt x="3104692" y="639876"/>
                  </a:lnTo>
                  <a:lnTo>
                    <a:pt x="3102826" y="638009"/>
                  </a:lnTo>
                  <a:lnTo>
                    <a:pt x="3101708" y="637540"/>
                  </a:lnTo>
                  <a:lnTo>
                    <a:pt x="3099079" y="637540"/>
                  </a:lnTo>
                  <a:lnTo>
                    <a:pt x="3097961" y="638009"/>
                  </a:lnTo>
                  <a:lnTo>
                    <a:pt x="3096095" y="639876"/>
                  </a:lnTo>
                  <a:lnTo>
                    <a:pt x="3095625" y="640994"/>
                  </a:lnTo>
                  <a:lnTo>
                    <a:pt x="3095625" y="643623"/>
                  </a:lnTo>
                  <a:lnTo>
                    <a:pt x="3096095" y="644740"/>
                  </a:lnTo>
                  <a:lnTo>
                    <a:pt x="3097961" y="646607"/>
                  </a:lnTo>
                  <a:lnTo>
                    <a:pt x="3099079" y="647065"/>
                  </a:lnTo>
                  <a:lnTo>
                    <a:pt x="3101708" y="647065"/>
                  </a:lnTo>
                  <a:lnTo>
                    <a:pt x="3102826" y="646607"/>
                  </a:lnTo>
                  <a:lnTo>
                    <a:pt x="3104692" y="644740"/>
                  </a:lnTo>
                  <a:lnTo>
                    <a:pt x="3105150" y="643623"/>
                  </a:lnTo>
                  <a:lnTo>
                    <a:pt x="3105150" y="640994"/>
                  </a:lnTo>
                  <a:close/>
                </a:path>
                <a:path w="5295900" h="647064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5295900" h="647064">
                  <a:moveTo>
                    <a:pt x="3152775" y="640994"/>
                  </a:moveTo>
                  <a:lnTo>
                    <a:pt x="3152317" y="639876"/>
                  </a:lnTo>
                  <a:lnTo>
                    <a:pt x="3150451" y="638009"/>
                  </a:lnTo>
                  <a:lnTo>
                    <a:pt x="3149333" y="637540"/>
                  </a:lnTo>
                  <a:lnTo>
                    <a:pt x="3146704" y="637540"/>
                  </a:lnTo>
                  <a:lnTo>
                    <a:pt x="3145586" y="638009"/>
                  </a:lnTo>
                  <a:lnTo>
                    <a:pt x="3143720" y="639876"/>
                  </a:lnTo>
                  <a:lnTo>
                    <a:pt x="3143250" y="640994"/>
                  </a:lnTo>
                  <a:lnTo>
                    <a:pt x="3143250" y="643623"/>
                  </a:lnTo>
                  <a:lnTo>
                    <a:pt x="3143720" y="644740"/>
                  </a:lnTo>
                  <a:lnTo>
                    <a:pt x="3145586" y="646607"/>
                  </a:lnTo>
                  <a:lnTo>
                    <a:pt x="3146704" y="647065"/>
                  </a:lnTo>
                  <a:lnTo>
                    <a:pt x="3149333" y="647065"/>
                  </a:lnTo>
                  <a:lnTo>
                    <a:pt x="3150451" y="646607"/>
                  </a:lnTo>
                  <a:lnTo>
                    <a:pt x="3152317" y="644740"/>
                  </a:lnTo>
                  <a:lnTo>
                    <a:pt x="3152775" y="643623"/>
                  </a:lnTo>
                  <a:lnTo>
                    <a:pt x="3152775" y="640994"/>
                  </a:lnTo>
                  <a:close/>
                </a:path>
                <a:path w="5295900" h="647064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5295900" h="647064">
                  <a:moveTo>
                    <a:pt x="3200400" y="640994"/>
                  </a:moveTo>
                  <a:lnTo>
                    <a:pt x="3199942" y="639876"/>
                  </a:lnTo>
                  <a:lnTo>
                    <a:pt x="3198076" y="638009"/>
                  </a:lnTo>
                  <a:lnTo>
                    <a:pt x="3196958" y="637540"/>
                  </a:lnTo>
                  <a:lnTo>
                    <a:pt x="3194329" y="637540"/>
                  </a:lnTo>
                  <a:lnTo>
                    <a:pt x="3193211" y="638009"/>
                  </a:lnTo>
                  <a:lnTo>
                    <a:pt x="3191345" y="639876"/>
                  </a:lnTo>
                  <a:lnTo>
                    <a:pt x="3190875" y="640994"/>
                  </a:lnTo>
                  <a:lnTo>
                    <a:pt x="3190875" y="643623"/>
                  </a:lnTo>
                  <a:lnTo>
                    <a:pt x="3191345" y="644740"/>
                  </a:lnTo>
                  <a:lnTo>
                    <a:pt x="3193211" y="646607"/>
                  </a:lnTo>
                  <a:lnTo>
                    <a:pt x="3194329" y="647065"/>
                  </a:lnTo>
                  <a:lnTo>
                    <a:pt x="3196958" y="647065"/>
                  </a:lnTo>
                  <a:lnTo>
                    <a:pt x="3198076" y="646607"/>
                  </a:lnTo>
                  <a:lnTo>
                    <a:pt x="3199942" y="644740"/>
                  </a:lnTo>
                  <a:lnTo>
                    <a:pt x="3200400" y="643623"/>
                  </a:lnTo>
                  <a:lnTo>
                    <a:pt x="3200400" y="640994"/>
                  </a:lnTo>
                  <a:close/>
                </a:path>
                <a:path w="5295900" h="647064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5295900" h="647064">
                  <a:moveTo>
                    <a:pt x="3248025" y="640994"/>
                  </a:moveTo>
                  <a:lnTo>
                    <a:pt x="3247567" y="639876"/>
                  </a:lnTo>
                  <a:lnTo>
                    <a:pt x="3245701" y="638009"/>
                  </a:lnTo>
                  <a:lnTo>
                    <a:pt x="3244583" y="637540"/>
                  </a:lnTo>
                  <a:lnTo>
                    <a:pt x="3241954" y="637540"/>
                  </a:lnTo>
                  <a:lnTo>
                    <a:pt x="3240836" y="638009"/>
                  </a:lnTo>
                  <a:lnTo>
                    <a:pt x="3238970" y="639876"/>
                  </a:lnTo>
                  <a:lnTo>
                    <a:pt x="3238500" y="640994"/>
                  </a:lnTo>
                  <a:lnTo>
                    <a:pt x="3238500" y="643623"/>
                  </a:lnTo>
                  <a:lnTo>
                    <a:pt x="3238970" y="644740"/>
                  </a:lnTo>
                  <a:lnTo>
                    <a:pt x="3240836" y="646607"/>
                  </a:lnTo>
                  <a:lnTo>
                    <a:pt x="3241954" y="647065"/>
                  </a:lnTo>
                  <a:lnTo>
                    <a:pt x="3244583" y="647065"/>
                  </a:lnTo>
                  <a:lnTo>
                    <a:pt x="3245701" y="646607"/>
                  </a:lnTo>
                  <a:lnTo>
                    <a:pt x="3247567" y="644740"/>
                  </a:lnTo>
                  <a:lnTo>
                    <a:pt x="3248025" y="643623"/>
                  </a:lnTo>
                  <a:lnTo>
                    <a:pt x="3248025" y="640994"/>
                  </a:lnTo>
                  <a:close/>
                </a:path>
                <a:path w="5295900" h="647064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5295900" h="647064">
                  <a:moveTo>
                    <a:pt x="3295650" y="640994"/>
                  </a:moveTo>
                  <a:lnTo>
                    <a:pt x="3295192" y="639876"/>
                  </a:lnTo>
                  <a:lnTo>
                    <a:pt x="3293326" y="638009"/>
                  </a:lnTo>
                  <a:lnTo>
                    <a:pt x="3292208" y="637540"/>
                  </a:lnTo>
                  <a:lnTo>
                    <a:pt x="3289579" y="637540"/>
                  </a:lnTo>
                  <a:lnTo>
                    <a:pt x="3288461" y="638009"/>
                  </a:lnTo>
                  <a:lnTo>
                    <a:pt x="3286595" y="639876"/>
                  </a:lnTo>
                  <a:lnTo>
                    <a:pt x="3286125" y="640994"/>
                  </a:lnTo>
                  <a:lnTo>
                    <a:pt x="3286125" y="643623"/>
                  </a:lnTo>
                  <a:lnTo>
                    <a:pt x="3286595" y="644740"/>
                  </a:lnTo>
                  <a:lnTo>
                    <a:pt x="3288461" y="646607"/>
                  </a:lnTo>
                  <a:lnTo>
                    <a:pt x="3289579" y="647065"/>
                  </a:lnTo>
                  <a:lnTo>
                    <a:pt x="3292208" y="647065"/>
                  </a:lnTo>
                  <a:lnTo>
                    <a:pt x="3293326" y="646607"/>
                  </a:lnTo>
                  <a:lnTo>
                    <a:pt x="3295192" y="644740"/>
                  </a:lnTo>
                  <a:lnTo>
                    <a:pt x="3295650" y="643623"/>
                  </a:lnTo>
                  <a:lnTo>
                    <a:pt x="3295650" y="640994"/>
                  </a:lnTo>
                  <a:close/>
                </a:path>
                <a:path w="5295900" h="647064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5295900" h="647064">
                  <a:moveTo>
                    <a:pt x="3343275" y="640994"/>
                  </a:moveTo>
                  <a:lnTo>
                    <a:pt x="3342817" y="639876"/>
                  </a:lnTo>
                  <a:lnTo>
                    <a:pt x="3340951" y="638009"/>
                  </a:lnTo>
                  <a:lnTo>
                    <a:pt x="3339833" y="637540"/>
                  </a:lnTo>
                  <a:lnTo>
                    <a:pt x="3337204" y="637540"/>
                  </a:lnTo>
                  <a:lnTo>
                    <a:pt x="3336086" y="638009"/>
                  </a:lnTo>
                  <a:lnTo>
                    <a:pt x="3334220" y="639876"/>
                  </a:lnTo>
                  <a:lnTo>
                    <a:pt x="3333750" y="640994"/>
                  </a:lnTo>
                  <a:lnTo>
                    <a:pt x="3333750" y="643623"/>
                  </a:lnTo>
                  <a:lnTo>
                    <a:pt x="3334220" y="644740"/>
                  </a:lnTo>
                  <a:lnTo>
                    <a:pt x="3336086" y="646607"/>
                  </a:lnTo>
                  <a:lnTo>
                    <a:pt x="3337204" y="647065"/>
                  </a:lnTo>
                  <a:lnTo>
                    <a:pt x="3339833" y="647065"/>
                  </a:lnTo>
                  <a:lnTo>
                    <a:pt x="3340951" y="646607"/>
                  </a:lnTo>
                  <a:lnTo>
                    <a:pt x="3342817" y="644740"/>
                  </a:lnTo>
                  <a:lnTo>
                    <a:pt x="3343275" y="643623"/>
                  </a:lnTo>
                  <a:lnTo>
                    <a:pt x="3343275" y="640994"/>
                  </a:lnTo>
                  <a:close/>
                </a:path>
                <a:path w="5295900" h="647064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86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86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5295900" h="647064">
                  <a:moveTo>
                    <a:pt x="3390900" y="640994"/>
                  </a:moveTo>
                  <a:lnTo>
                    <a:pt x="3390442" y="639876"/>
                  </a:lnTo>
                  <a:lnTo>
                    <a:pt x="3388576" y="638009"/>
                  </a:lnTo>
                  <a:lnTo>
                    <a:pt x="3387458" y="637540"/>
                  </a:lnTo>
                  <a:lnTo>
                    <a:pt x="3384829" y="637540"/>
                  </a:lnTo>
                  <a:lnTo>
                    <a:pt x="3383711" y="638009"/>
                  </a:lnTo>
                  <a:lnTo>
                    <a:pt x="3381845" y="639876"/>
                  </a:lnTo>
                  <a:lnTo>
                    <a:pt x="3381375" y="640994"/>
                  </a:lnTo>
                  <a:lnTo>
                    <a:pt x="3381375" y="643623"/>
                  </a:lnTo>
                  <a:lnTo>
                    <a:pt x="3381845" y="644740"/>
                  </a:lnTo>
                  <a:lnTo>
                    <a:pt x="3383711" y="646607"/>
                  </a:lnTo>
                  <a:lnTo>
                    <a:pt x="3384829" y="647065"/>
                  </a:lnTo>
                  <a:lnTo>
                    <a:pt x="3387458" y="647065"/>
                  </a:lnTo>
                  <a:lnTo>
                    <a:pt x="3388576" y="646607"/>
                  </a:lnTo>
                  <a:lnTo>
                    <a:pt x="3390442" y="644740"/>
                  </a:lnTo>
                  <a:lnTo>
                    <a:pt x="3390900" y="643623"/>
                  </a:lnTo>
                  <a:lnTo>
                    <a:pt x="3390900" y="640994"/>
                  </a:lnTo>
                  <a:close/>
                </a:path>
                <a:path w="5295900" h="647064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711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711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5295900" h="647064">
                  <a:moveTo>
                    <a:pt x="3438525" y="640994"/>
                  </a:moveTo>
                  <a:lnTo>
                    <a:pt x="3438067" y="639876"/>
                  </a:lnTo>
                  <a:lnTo>
                    <a:pt x="3436201" y="638009"/>
                  </a:lnTo>
                  <a:lnTo>
                    <a:pt x="3435083" y="637540"/>
                  </a:lnTo>
                  <a:lnTo>
                    <a:pt x="3432454" y="637540"/>
                  </a:lnTo>
                  <a:lnTo>
                    <a:pt x="3431336" y="638009"/>
                  </a:lnTo>
                  <a:lnTo>
                    <a:pt x="3429470" y="639876"/>
                  </a:lnTo>
                  <a:lnTo>
                    <a:pt x="3429000" y="640994"/>
                  </a:lnTo>
                  <a:lnTo>
                    <a:pt x="3429000" y="643623"/>
                  </a:lnTo>
                  <a:lnTo>
                    <a:pt x="3429470" y="644740"/>
                  </a:lnTo>
                  <a:lnTo>
                    <a:pt x="3431336" y="646607"/>
                  </a:lnTo>
                  <a:lnTo>
                    <a:pt x="3432454" y="647065"/>
                  </a:lnTo>
                  <a:lnTo>
                    <a:pt x="3435083" y="647065"/>
                  </a:lnTo>
                  <a:lnTo>
                    <a:pt x="3436201" y="646607"/>
                  </a:lnTo>
                  <a:lnTo>
                    <a:pt x="3438067" y="644740"/>
                  </a:lnTo>
                  <a:lnTo>
                    <a:pt x="3438525" y="643623"/>
                  </a:lnTo>
                  <a:lnTo>
                    <a:pt x="3438525" y="640994"/>
                  </a:lnTo>
                  <a:close/>
                </a:path>
                <a:path w="5295900" h="647064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5295900" h="647064">
                  <a:moveTo>
                    <a:pt x="3486150" y="640994"/>
                  </a:moveTo>
                  <a:lnTo>
                    <a:pt x="3485692" y="639876"/>
                  </a:lnTo>
                  <a:lnTo>
                    <a:pt x="3483826" y="638009"/>
                  </a:lnTo>
                  <a:lnTo>
                    <a:pt x="3482708" y="637540"/>
                  </a:lnTo>
                  <a:lnTo>
                    <a:pt x="3480079" y="637540"/>
                  </a:lnTo>
                  <a:lnTo>
                    <a:pt x="3478961" y="638009"/>
                  </a:lnTo>
                  <a:lnTo>
                    <a:pt x="3477095" y="639876"/>
                  </a:lnTo>
                  <a:lnTo>
                    <a:pt x="3476625" y="640994"/>
                  </a:lnTo>
                  <a:lnTo>
                    <a:pt x="3476625" y="643623"/>
                  </a:lnTo>
                  <a:lnTo>
                    <a:pt x="3477095" y="644740"/>
                  </a:lnTo>
                  <a:lnTo>
                    <a:pt x="3478961" y="646607"/>
                  </a:lnTo>
                  <a:lnTo>
                    <a:pt x="3480079" y="647065"/>
                  </a:lnTo>
                  <a:lnTo>
                    <a:pt x="3482708" y="647065"/>
                  </a:lnTo>
                  <a:lnTo>
                    <a:pt x="3483826" y="646607"/>
                  </a:lnTo>
                  <a:lnTo>
                    <a:pt x="3485692" y="644740"/>
                  </a:lnTo>
                  <a:lnTo>
                    <a:pt x="3486150" y="643623"/>
                  </a:lnTo>
                  <a:lnTo>
                    <a:pt x="3486150" y="640994"/>
                  </a:lnTo>
                  <a:close/>
                </a:path>
                <a:path w="5295900" h="647064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5295900" h="647064">
                  <a:moveTo>
                    <a:pt x="3533775" y="640994"/>
                  </a:moveTo>
                  <a:lnTo>
                    <a:pt x="3533317" y="639876"/>
                  </a:lnTo>
                  <a:lnTo>
                    <a:pt x="3531451" y="638009"/>
                  </a:lnTo>
                  <a:lnTo>
                    <a:pt x="3530333" y="637540"/>
                  </a:lnTo>
                  <a:lnTo>
                    <a:pt x="3527704" y="637540"/>
                  </a:lnTo>
                  <a:lnTo>
                    <a:pt x="3526586" y="638009"/>
                  </a:lnTo>
                  <a:lnTo>
                    <a:pt x="3524720" y="639876"/>
                  </a:lnTo>
                  <a:lnTo>
                    <a:pt x="3524250" y="640994"/>
                  </a:lnTo>
                  <a:lnTo>
                    <a:pt x="3524250" y="643623"/>
                  </a:lnTo>
                  <a:lnTo>
                    <a:pt x="3524720" y="644740"/>
                  </a:lnTo>
                  <a:lnTo>
                    <a:pt x="3526586" y="646607"/>
                  </a:lnTo>
                  <a:lnTo>
                    <a:pt x="3527704" y="647065"/>
                  </a:lnTo>
                  <a:lnTo>
                    <a:pt x="3530333" y="647065"/>
                  </a:lnTo>
                  <a:lnTo>
                    <a:pt x="3531451" y="646607"/>
                  </a:lnTo>
                  <a:lnTo>
                    <a:pt x="3533317" y="644740"/>
                  </a:lnTo>
                  <a:lnTo>
                    <a:pt x="3533775" y="643623"/>
                  </a:lnTo>
                  <a:lnTo>
                    <a:pt x="3533775" y="640994"/>
                  </a:lnTo>
                  <a:close/>
                </a:path>
                <a:path w="5295900" h="647064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5295900" h="647064">
                  <a:moveTo>
                    <a:pt x="3581400" y="640994"/>
                  </a:moveTo>
                  <a:lnTo>
                    <a:pt x="3580942" y="639876"/>
                  </a:lnTo>
                  <a:lnTo>
                    <a:pt x="3579076" y="638009"/>
                  </a:lnTo>
                  <a:lnTo>
                    <a:pt x="3577958" y="637540"/>
                  </a:lnTo>
                  <a:lnTo>
                    <a:pt x="3575329" y="637540"/>
                  </a:lnTo>
                  <a:lnTo>
                    <a:pt x="3574211" y="638009"/>
                  </a:lnTo>
                  <a:lnTo>
                    <a:pt x="3572345" y="639876"/>
                  </a:lnTo>
                  <a:lnTo>
                    <a:pt x="3571875" y="640994"/>
                  </a:lnTo>
                  <a:lnTo>
                    <a:pt x="3571875" y="643623"/>
                  </a:lnTo>
                  <a:lnTo>
                    <a:pt x="3572345" y="644740"/>
                  </a:lnTo>
                  <a:lnTo>
                    <a:pt x="3574211" y="646607"/>
                  </a:lnTo>
                  <a:lnTo>
                    <a:pt x="3575329" y="647065"/>
                  </a:lnTo>
                  <a:lnTo>
                    <a:pt x="3577958" y="647065"/>
                  </a:lnTo>
                  <a:lnTo>
                    <a:pt x="3579076" y="646607"/>
                  </a:lnTo>
                  <a:lnTo>
                    <a:pt x="3580942" y="644740"/>
                  </a:lnTo>
                  <a:lnTo>
                    <a:pt x="3581400" y="643623"/>
                  </a:lnTo>
                  <a:lnTo>
                    <a:pt x="3581400" y="640994"/>
                  </a:lnTo>
                  <a:close/>
                </a:path>
                <a:path w="5295900" h="647064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5295900" h="647064">
                  <a:moveTo>
                    <a:pt x="3629037" y="640994"/>
                  </a:moveTo>
                  <a:lnTo>
                    <a:pt x="3628567" y="639876"/>
                  </a:lnTo>
                  <a:lnTo>
                    <a:pt x="3626701" y="638009"/>
                  </a:lnTo>
                  <a:lnTo>
                    <a:pt x="3625583" y="637540"/>
                  </a:lnTo>
                  <a:lnTo>
                    <a:pt x="3622954" y="637540"/>
                  </a:lnTo>
                  <a:lnTo>
                    <a:pt x="3621836" y="638009"/>
                  </a:lnTo>
                  <a:lnTo>
                    <a:pt x="3619970" y="639876"/>
                  </a:lnTo>
                  <a:lnTo>
                    <a:pt x="3619500" y="640994"/>
                  </a:lnTo>
                  <a:lnTo>
                    <a:pt x="3619500" y="643623"/>
                  </a:lnTo>
                  <a:lnTo>
                    <a:pt x="3619970" y="644740"/>
                  </a:lnTo>
                  <a:lnTo>
                    <a:pt x="3621836" y="646607"/>
                  </a:lnTo>
                  <a:lnTo>
                    <a:pt x="3622954" y="647065"/>
                  </a:lnTo>
                  <a:lnTo>
                    <a:pt x="3625583" y="647065"/>
                  </a:lnTo>
                  <a:lnTo>
                    <a:pt x="3626701" y="646607"/>
                  </a:lnTo>
                  <a:lnTo>
                    <a:pt x="3628567" y="644740"/>
                  </a:lnTo>
                  <a:lnTo>
                    <a:pt x="3629037" y="643623"/>
                  </a:lnTo>
                  <a:lnTo>
                    <a:pt x="3629037" y="640994"/>
                  </a:lnTo>
                  <a:close/>
                </a:path>
                <a:path w="5295900" h="647064">
                  <a:moveTo>
                    <a:pt x="3629037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37" y="6083"/>
                  </a:lnTo>
                  <a:lnTo>
                    <a:pt x="3629037" y="3454"/>
                  </a:lnTo>
                  <a:close/>
                </a:path>
                <a:path w="5295900" h="647064">
                  <a:moveTo>
                    <a:pt x="3676650" y="640994"/>
                  </a:moveTo>
                  <a:lnTo>
                    <a:pt x="3676192" y="639876"/>
                  </a:lnTo>
                  <a:lnTo>
                    <a:pt x="3674326" y="638009"/>
                  </a:lnTo>
                  <a:lnTo>
                    <a:pt x="3673208" y="637540"/>
                  </a:lnTo>
                  <a:lnTo>
                    <a:pt x="3670579" y="637540"/>
                  </a:lnTo>
                  <a:lnTo>
                    <a:pt x="3669461" y="638009"/>
                  </a:lnTo>
                  <a:lnTo>
                    <a:pt x="3667595" y="639876"/>
                  </a:lnTo>
                  <a:lnTo>
                    <a:pt x="3667125" y="640994"/>
                  </a:lnTo>
                  <a:lnTo>
                    <a:pt x="3667125" y="643623"/>
                  </a:lnTo>
                  <a:lnTo>
                    <a:pt x="3667595" y="644740"/>
                  </a:lnTo>
                  <a:lnTo>
                    <a:pt x="3669461" y="646607"/>
                  </a:lnTo>
                  <a:lnTo>
                    <a:pt x="3670579" y="647065"/>
                  </a:lnTo>
                  <a:lnTo>
                    <a:pt x="3673208" y="647065"/>
                  </a:lnTo>
                  <a:lnTo>
                    <a:pt x="3674326" y="646607"/>
                  </a:lnTo>
                  <a:lnTo>
                    <a:pt x="3676192" y="644740"/>
                  </a:lnTo>
                  <a:lnTo>
                    <a:pt x="3676650" y="643623"/>
                  </a:lnTo>
                  <a:lnTo>
                    <a:pt x="3676650" y="640994"/>
                  </a:lnTo>
                  <a:close/>
                </a:path>
                <a:path w="5295900" h="647064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5295900" h="647064">
                  <a:moveTo>
                    <a:pt x="3724275" y="640994"/>
                  </a:moveTo>
                  <a:lnTo>
                    <a:pt x="3723817" y="639876"/>
                  </a:lnTo>
                  <a:lnTo>
                    <a:pt x="3721951" y="638009"/>
                  </a:lnTo>
                  <a:lnTo>
                    <a:pt x="3720833" y="637540"/>
                  </a:lnTo>
                  <a:lnTo>
                    <a:pt x="3718204" y="637540"/>
                  </a:lnTo>
                  <a:lnTo>
                    <a:pt x="3717086" y="638009"/>
                  </a:lnTo>
                  <a:lnTo>
                    <a:pt x="3715220" y="639876"/>
                  </a:lnTo>
                  <a:lnTo>
                    <a:pt x="3714750" y="640994"/>
                  </a:lnTo>
                  <a:lnTo>
                    <a:pt x="3714750" y="643623"/>
                  </a:lnTo>
                  <a:lnTo>
                    <a:pt x="3715220" y="644740"/>
                  </a:lnTo>
                  <a:lnTo>
                    <a:pt x="3717086" y="646607"/>
                  </a:lnTo>
                  <a:lnTo>
                    <a:pt x="3718204" y="647065"/>
                  </a:lnTo>
                  <a:lnTo>
                    <a:pt x="3720833" y="647065"/>
                  </a:lnTo>
                  <a:lnTo>
                    <a:pt x="3721951" y="646607"/>
                  </a:lnTo>
                  <a:lnTo>
                    <a:pt x="3723817" y="644740"/>
                  </a:lnTo>
                  <a:lnTo>
                    <a:pt x="3724275" y="643623"/>
                  </a:lnTo>
                  <a:lnTo>
                    <a:pt x="3724275" y="640994"/>
                  </a:lnTo>
                  <a:close/>
                </a:path>
                <a:path w="5295900" h="647064">
                  <a:moveTo>
                    <a:pt x="3724275" y="3454"/>
                  </a:moveTo>
                  <a:lnTo>
                    <a:pt x="3723817" y="2336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36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67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67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5295900" h="647064">
                  <a:moveTo>
                    <a:pt x="3771900" y="640994"/>
                  </a:moveTo>
                  <a:lnTo>
                    <a:pt x="3771442" y="639876"/>
                  </a:lnTo>
                  <a:lnTo>
                    <a:pt x="3769576" y="638009"/>
                  </a:lnTo>
                  <a:lnTo>
                    <a:pt x="3768458" y="637540"/>
                  </a:lnTo>
                  <a:lnTo>
                    <a:pt x="3765829" y="637540"/>
                  </a:lnTo>
                  <a:lnTo>
                    <a:pt x="3764711" y="638009"/>
                  </a:lnTo>
                  <a:lnTo>
                    <a:pt x="3762845" y="639876"/>
                  </a:lnTo>
                  <a:lnTo>
                    <a:pt x="3762375" y="640994"/>
                  </a:lnTo>
                  <a:lnTo>
                    <a:pt x="3762375" y="643623"/>
                  </a:lnTo>
                  <a:lnTo>
                    <a:pt x="3762845" y="644740"/>
                  </a:lnTo>
                  <a:lnTo>
                    <a:pt x="3764711" y="646607"/>
                  </a:lnTo>
                  <a:lnTo>
                    <a:pt x="3765829" y="647065"/>
                  </a:lnTo>
                  <a:lnTo>
                    <a:pt x="3768458" y="647065"/>
                  </a:lnTo>
                  <a:lnTo>
                    <a:pt x="3769576" y="646607"/>
                  </a:lnTo>
                  <a:lnTo>
                    <a:pt x="3771442" y="644740"/>
                  </a:lnTo>
                  <a:lnTo>
                    <a:pt x="3771900" y="643623"/>
                  </a:lnTo>
                  <a:lnTo>
                    <a:pt x="3771900" y="640994"/>
                  </a:lnTo>
                  <a:close/>
                </a:path>
                <a:path w="5295900" h="647064">
                  <a:moveTo>
                    <a:pt x="3771900" y="3454"/>
                  </a:moveTo>
                  <a:lnTo>
                    <a:pt x="3771442" y="2336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36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67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67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5295900" h="647064">
                  <a:moveTo>
                    <a:pt x="3819525" y="640994"/>
                  </a:moveTo>
                  <a:lnTo>
                    <a:pt x="3819067" y="639876"/>
                  </a:lnTo>
                  <a:lnTo>
                    <a:pt x="3817201" y="638009"/>
                  </a:lnTo>
                  <a:lnTo>
                    <a:pt x="3816083" y="637540"/>
                  </a:lnTo>
                  <a:lnTo>
                    <a:pt x="3813454" y="637540"/>
                  </a:lnTo>
                  <a:lnTo>
                    <a:pt x="3812336" y="638009"/>
                  </a:lnTo>
                  <a:lnTo>
                    <a:pt x="3810470" y="639876"/>
                  </a:lnTo>
                  <a:lnTo>
                    <a:pt x="3810000" y="640994"/>
                  </a:lnTo>
                  <a:lnTo>
                    <a:pt x="3810000" y="643623"/>
                  </a:lnTo>
                  <a:lnTo>
                    <a:pt x="3810470" y="644740"/>
                  </a:lnTo>
                  <a:lnTo>
                    <a:pt x="3812336" y="646607"/>
                  </a:lnTo>
                  <a:lnTo>
                    <a:pt x="3813454" y="647065"/>
                  </a:lnTo>
                  <a:lnTo>
                    <a:pt x="3816083" y="647065"/>
                  </a:lnTo>
                  <a:lnTo>
                    <a:pt x="3817201" y="646607"/>
                  </a:lnTo>
                  <a:lnTo>
                    <a:pt x="3819067" y="644740"/>
                  </a:lnTo>
                  <a:lnTo>
                    <a:pt x="3819525" y="643623"/>
                  </a:lnTo>
                  <a:lnTo>
                    <a:pt x="3819525" y="640994"/>
                  </a:lnTo>
                  <a:close/>
                </a:path>
                <a:path w="5295900" h="647064">
                  <a:moveTo>
                    <a:pt x="3819525" y="3454"/>
                  </a:moveTo>
                  <a:lnTo>
                    <a:pt x="3819067" y="2336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36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67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67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  <a:path w="5295900" h="647064">
                  <a:moveTo>
                    <a:pt x="3867150" y="640994"/>
                  </a:moveTo>
                  <a:lnTo>
                    <a:pt x="3866692" y="639876"/>
                  </a:lnTo>
                  <a:lnTo>
                    <a:pt x="3864826" y="638009"/>
                  </a:lnTo>
                  <a:lnTo>
                    <a:pt x="3863708" y="637540"/>
                  </a:lnTo>
                  <a:lnTo>
                    <a:pt x="3861079" y="637540"/>
                  </a:lnTo>
                  <a:lnTo>
                    <a:pt x="3859949" y="638009"/>
                  </a:lnTo>
                  <a:lnTo>
                    <a:pt x="3858095" y="639876"/>
                  </a:lnTo>
                  <a:lnTo>
                    <a:pt x="3857625" y="640994"/>
                  </a:lnTo>
                  <a:lnTo>
                    <a:pt x="3857625" y="643623"/>
                  </a:lnTo>
                  <a:lnTo>
                    <a:pt x="3858095" y="644740"/>
                  </a:lnTo>
                  <a:lnTo>
                    <a:pt x="3859949" y="646607"/>
                  </a:lnTo>
                  <a:lnTo>
                    <a:pt x="3861079" y="647065"/>
                  </a:lnTo>
                  <a:lnTo>
                    <a:pt x="3863708" y="647065"/>
                  </a:lnTo>
                  <a:lnTo>
                    <a:pt x="3864826" y="646607"/>
                  </a:lnTo>
                  <a:lnTo>
                    <a:pt x="3866692" y="644740"/>
                  </a:lnTo>
                  <a:lnTo>
                    <a:pt x="3867150" y="643623"/>
                  </a:lnTo>
                  <a:lnTo>
                    <a:pt x="3867150" y="640994"/>
                  </a:lnTo>
                  <a:close/>
                </a:path>
                <a:path w="5295900" h="647064">
                  <a:moveTo>
                    <a:pt x="3867150" y="3454"/>
                  </a:moveTo>
                  <a:lnTo>
                    <a:pt x="3866692" y="2336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36"/>
                  </a:lnTo>
                  <a:lnTo>
                    <a:pt x="3857625" y="3454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67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67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54"/>
                  </a:lnTo>
                  <a:close/>
                </a:path>
                <a:path w="5295900" h="647064">
                  <a:moveTo>
                    <a:pt x="3914775" y="640994"/>
                  </a:moveTo>
                  <a:lnTo>
                    <a:pt x="3914317" y="639876"/>
                  </a:lnTo>
                  <a:lnTo>
                    <a:pt x="3912451" y="638009"/>
                  </a:lnTo>
                  <a:lnTo>
                    <a:pt x="3911333" y="637540"/>
                  </a:lnTo>
                  <a:lnTo>
                    <a:pt x="3908704" y="637540"/>
                  </a:lnTo>
                  <a:lnTo>
                    <a:pt x="3907574" y="638009"/>
                  </a:lnTo>
                  <a:lnTo>
                    <a:pt x="3905720" y="639876"/>
                  </a:lnTo>
                  <a:lnTo>
                    <a:pt x="3905250" y="640994"/>
                  </a:lnTo>
                  <a:lnTo>
                    <a:pt x="3905250" y="643623"/>
                  </a:lnTo>
                  <a:lnTo>
                    <a:pt x="3905720" y="644740"/>
                  </a:lnTo>
                  <a:lnTo>
                    <a:pt x="3907574" y="646607"/>
                  </a:lnTo>
                  <a:lnTo>
                    <a:pt x="3908704" y="647065"/>
                  </a:lnTo>
                  <a:lnTo>
                    <a:pt x="3911333" y="647065"/>
                  </a:lnTo>
                  <a:lnTo>
                    <a:pt x="3912451" y="646607"/>
                  </a:lnTo>
                  <a:lnTo>
                    <a:pt x="3914317" y="644740"/>
                  </a:lnTo>
                  <a:lnTo>
                    <a:pt x="3914775" y="643623"/>
                  </a:lnTo>
                  <a:lnTo>
                    <a:pt x="3914775" y="640994"/>
                  </a:lnTo>
                  <a:close/>
                </a:path>
                <a:path w="5295900" h="647064">
                  <a:moveTo>
                    <a:pt x="3914775" y="3454"/>
                  </a:moveTo>
                  <a:lnTo>
                    <a:pt x="3914317" y="2336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36"/>
                  </a:lnTo>
                  <a:lnTo>
                    <a:pt x="3905250" y="3454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67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67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54"/>
                  </a:lnTo>
                  <a:close/>
                </a:path>
                <a:path w="5295900" h="647064">
                  <a:moveTo>
                    <a:pt x="3962400" y="640994"/>
                  </a:moveTo>
                  <a:lnTo>
                    <a:pt x="3961942" y="639876"/>
                  </a:lnTo>
                  <a:lnTo>
                    <a:pt x="3960076" y="638009"/>
                  </a:lnTo>
                  <a:lnTo>
                    <a:pt x="3958958" y="637540"/>
                  </a:lnTo>
                  <a:lnTo>
                    <a:pt x="3956329" y="637540"/>
                  </a:lnTo>
                  <a:lnTo>
                    <a:pt x="3955211" y="638009"/>
                  </a:lnTo>
                  <a:lnTo>
                    <a:pt x="3953345" y="639876"/>
                  </a:lnTo>
                  <a:lnTo>
                    <a:pt x="3952875" y="640994"/>
                  </a:lnTo>
                  <a:lnTo>
                    <a:pt x="3952875" y="643623"/>
                  </a:lnTo>
                  <a:lnTo>
                    <a:pt x="3953345" y="644740"/>
                  </a:lnTo>
                  <a:lnTo>
                    <a:pt x="3955211" y="646607"/>
                  </a:lnTo>
                  <a:lnTo>
                    <a:pt x="3956329" y="647065"/>
                  </a:lnTo>
                  <a:lnTo>
                    <a:pt x="3958958" y="647065"/>
                  </a:lnTo>
                  <a:lnTo>
                    <a:pt x="3960076" y="646607"/>
                  </a:lnTo>
                  <a:lnTo>
                    <a:pt x="3961942" y="644740"/>
                  </a:lnTo>
                  <a:lnTo>
                    <a:pt x="3962400" y="643623"/>
                  </a:lnTo>
                  <a:lnTo>
                    <a:pt x="3962400" y="640994"/>
                  </a:lnTo>
                  <a:close/>
                </a:path>
                <a:path w="5295900" h="647064">
                  <a:moveTo>
                    <a:pt x="3962400" y="3454"/>
                  </a:moveTo>
                  <a:lnTo>
                    <a:pt x="3961942" y="2336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36"/>
                  </a:lnTo>
                  <a:lnTo>
                    <a:pt x="3952875" y="3454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67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67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54"/>
                  </a:lnTo>
                  <a:close/>
                </a:path>
                <a:path w="5295900" h="647064">
                  <a:moveTo>
                    <a:pt x="4010025" y="640994"/>
                  </a:moveTo>
                  <a:lnTo>
                    <a:pt x="4009567" y="639876"/>
                  </a:lnTo>
                  <a:lnTo>
                    <a:pt x="4007701" y="638009"/>
                  </a:lnTo>
                  <a:lnTo>
                    <a:pt x="4006583" y="637540"/>
                  </a:lnTo>
                  <a:lnTo>
                    <a:pt x="4003954" y="637540"/>
                  </a:lnTo>
                  <a:lnTo>
                    <a:pt x="4002836" y="638009"/>
                  </a:lnTo>
                  <a:lnTo>
                    <a:pt x="4000970" y="639876"/>
                  </a:lnTo>
                  <a:lnTo>
                    <a:pt x="4000500" y="640994"/>
                  </a:lnTo>
                  <a:lnTo>
                    <a:pt x="4000500" y="643623"/>
                  </a:lnTo>
                  <a:lnTo>
                    <a:pt x="4000970" y="644740"/>
                  </a:lnTo>
                  <a:lnTo>
                    <a:pt x="4002836" y="646607"/>
                  </a:lnTo>
                  <a:lnTo>
                    <a:pt x="4003954" y="647065"/>
                  </a:lnTo>
                  <a:lnTo>
                    <a:pt x="4006583" y="647065"/>
                  </a:lnTo>
                  <a:lnTo>
                    <a:pt x="4007701" y="646607"/>
                  </a:lnTo>
                  <a:lnTo>
                    <a:pt x="4009567" y="644740"/>
                  </a:lnTo>
                  <a:lnTo>
                    <a:pt x="4010025" y="643623"/>
                  </a:lnTo>
                  <a:lnTo>
                    <a:pt x="4010025" y="640994"/>
                  </a:lnTo>
                  <a:close/>
                </a:path>
                <a:path w="5295900" h="647064">
                  <a:moveTo>
                    <a:pt x="4010025" y="3454"/>
                  </a:moveTo>
                  <a:lnTo>
                    <a:pt x="4009567" y="2336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36"/>
                  </a:lnTo>
                  <a:lnTo>
                    <a:pt x="4000500" y="3454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67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67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54"/>
                  </a:lnTo>
                  <a:close/>
                </a:path>
                <a:path w="5295900" h="647064">
                  <a:moveTo>
                    <a:pt x="4057650" y="640994"/>
                  </a:moveTo>
                  <a:lnTo>
                    <a:pt x="4057192" y="639876"/>
                  </a:lnTo>
                  <a:lnTo>
                    <a:pt x="4055326" y="638009"/>
                  </a:lnTo>
                  <a:lnTo>
                    <a:pt x="4054208" y="637540"/>
                  </a:lnTo>
                  <a:lnTo>
                    <a:pt x="4051579" y="637540"/>
                  </a:lnTo>
                  <a:lnTo>
                    <a:pt x="4050461" y="638009"/>
                  </a:lnTo>
                  <a:lnTo>
                    <a:pt x="4048595" y="639876"/>
                  </a:lnTo>
                  <a:lnTo>
                    <a:pt x="4048125" y="640994"/>
                  </a:lnTo>
                  <a:lnTo>
                    <a:pt x="4048125" y="643623"/>
                  </a:lnTo>
                  <a:lnTo>
                    <a:pt x="4048595" y="644740"/>
                  </a:lnTo>
                  <a:lnTo>
                    <a:pt x="4050461" y="646607"/>
                  </a:lnTo>
                  <a:lnTo>
                    <a:pt x="4051579" y="647065"/>
                  </a:lnTo>
                  <a:lnTo>
                    <a:pt x="4054208" y="647065"/>
                  </a:lnTo>
                  <a:lnTo>
                    <a:pt x="4055326" y="646607"/>
                  </a:lnTo>
                  <a:lnTo>
                    <a:pt x="4057192" y="644740"/>
                  </a:lnTo>
                  <a:lnTo>
                    <a:pt x="4057650" y="643623"/>
                  </a:lnTo>
                  <a:lnTo>
                    <a:pt x="4057650" y="640994"/>
                  </a:lnTo>
                  <a:close/>
                </a:path>
                <a:path w="5295900" h="647064">
                  <a:moveTo>
                    <a:pt x="4057650" y="3454"/>
                  </a:moveTo>
                  <a:lnTo>
                    <a:pt x="4057192" y="2336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69"/>
                  </a:lnTo>
                  <a:lnTo>
                    <a:pt x="4048595" y="2336"/>
                  </a:lnTo>
                  <a:lnTo>
                    <a:pt x="4048125" y="3454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61" y="9067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67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54"/>
                  </a:lnTo>
                  <a:close/>
                </a:path>
                <a:path w="5295900" h="647064">
                  <a:moveTo>
                    <a:pt x="4105275" y="640994"/>
                  </a:moveTo>
                  <a:lnTo>
                    <a:pt x="4104817" y="639876"/>
                  </a:lnTo>
                  <a:lnTo>
                    <a:pt x="4102951" y="638009"/>
                  </a:lnTo>
                  <a:lnTo>
                    <a:pt x="4101833" y="637540"/>
                  </a:lnTo>
                  <a:lnTo>
                    <a:pt x="4099204" y="637540"/>
                  </a:lnTo>
                  <a:lnTo>
                    <a:pt x="4098086" y="638009"/>
                  </a:lnTo>
                  <a:lnTo>
                    <a:pt x="4096220" y="639876"/>
                  </a:lnTo>
                  <a:lnTo>
                    <a:pt x="4095750" y="640994"/>
                  </a:lnTo>
                  <a:lnTo>
                    <a:pt x="4095750" y="643623"/>
                  </a:lnTo>
                  <a:lnTo>
                    <a:pt x="4096220" y="644740"/>
                  </a:lnTo>
                  <a:lnTo>
                    <a:pt x="4098086" y="646607"/>
                  </a:lnTo>
                  <a:lnTo>
                    <a:pt x="4099204" y="647065"/>
                  </a:lnTo>
                  <a:lnTo>
                    <a:pt x="4101833" y="647065"/>
                  </a:lnTo>
                  <a:lnTo>
                    <a:pt x="4102951" y="646607"/>
                  </a:lnTo>
                  <a:lnTo>
                    <a:pt x="4104817" y="644740"/>
                  </a:lnTo>
                  <a:lnTo>
                    <a:pt x="4105275" y="643623"/>
                  </a:lnTo>
                  <a:lnTo>
                    <a:pt x="4105275" y="640994"/>
                  </a:lnTo>
                  <a:close/>
                </a:path>
                <a:path w="5295900" h="647064">
                  <a:moveTo>
                    <a:pt x="4105275" y="3454"/>
                  </a:moveTo>
                  <a:lnTo>
                    <a:pt x="4104817" y="2336"/>
                  </a:lnTo>
                  <a:lnTo>
                    <a:pt x="4102951" y="469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69"/>
                  </a:lnTo>
                  <a:lnTo>
                    <a:pt x="4096220" y="2336"/>
                  </a:lnTo>
                  <a:lnTo>
                    <a:pt x="4095750" y="3454"/>
                  </a:lnTo>
                  <a:lnTo>
                    <a:pt x="4095750" y="6083"/>
                  </a:lnTo>
                  <a:lnTo>
                    <a:pt x="4096220" y="7200"/>
                  </a:lnTo>
                  <a:lnTo>
                    <a:pt x="4098086" y="9067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67"/>
                  </a:lnTo>
                  <a:lnTo>
                    <a:pt x="4104817" y="7200"/>
                  </a:lnTo>
                  <a:lnTo>
                    <a:pt x="4105275" y="6083"/>
                  </a:lnTo>
                  <a:lnTo>
                    <a:pt x="4105275" y="3454"/>
                  </a:lnTo>
                  <a:close/>
                </a:path>
                <a:path w="5295900" h="647064">
                  <a:moveTo>
                    <a:pt x="4152900" y="640994"/>
                  </a:moveTo>
                  <a:lnTo>
                    <a:pt x="4152442" y="639876"/>
                  </a:lnTo>
                  <a:lnTo>
                    <a:pt x="4150576" y="638009"/>
                  </a:lnTo>
                  <a:lnTo>
                    <a:pt x="4149458" y="637540"/>
                  </a:lnTo>
                  <a:lnTo>
                    <a:pt x="4146829" y="637540"/>
                  </a:lnTo>
                  <a:lnTo>
                    <a:pt x="4145711" y="638009"/>
                  </a:lnTo>
                  <a:lnTo>
                    <a:pt x="4143845" y="639876"/>
                  </a:lnTo>
                  <a:lnTo>
                    <a:pt x="4143375" y="640994"/>
                  </a:lnTo>
                  <a:lnTo>
                    <a:pt x="4143375" y="643623"/>
                  </a:lnTo>
                  <a:lnTo>
                    <a:pt x="4143845" y="644740"/>
                  </a:lnTo>
                  <a:lnTo>
                    <a:pt x="4145711" y="646607"/>
                  </a:lnTo>
                  <a:lnTo>
                    <a:pt x="4146829" y="647065"/>
                  </a:lnTo>
                  <a:lnTo>
                    <a:pt x="4149458" y="647065"/>
                  </a:lnTo>
                  <a:lnTo>
                    <a:pt x="4150576" y="646607"/>
                  </a:lnTo>
                  <a:lnTo>
                    <a:pt x="4152442" y="644740"/>
                  </a:lnTo>
                  <a:lnTo>
                    <a:pt x="4152900" y="643623"/>
                  </a:lnTo>
                  <a:lnTo>
                    <a:pt x="4152900" y="640994"/>
                  </a:lnTo>
                  <a:close/>
                </a:path>
                <a:path w="5295900" h="647064">
                  <a:moveTo>
                    <a:pt x="4152900" y="3454"/>
                  </a:moveTo>
                  <a:lnTo>
                    <a:pt x="4152442" y="2336"/>
                  </a:lnTo>
                  <a:lnTo>
                    <a:pt x="4150576" y="469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69"/>
                  </a:lnTo>
                  <a:lnTo>
                    <a:pt x="4143845" y="2336"/>
                  </a:lnTo>
                  <a:lnTo>
                    <a:pt x="4143375" y="3454"/>
                  </a:lnTo>
                  <a:lnTo>
                    <a:pt x="4143375" y="6083"/>
                  </a:lnTo>
                  <a:lnTo>
                    <a:pt x="4143845" y="7200"/>
                  </a:lnTo>
                  <a:lnTo>
                    <a:pt x="4145711" y="9067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67"/>
                  </a:lnTo>
                  <a:lnTo>
                    <a:pt x="4152442" y="7200"/>
                  </a:lnTo>
                  <a:lnTo>
                    <a:pt x="4152900" y="6083"/>
                  </a:lnTo>
                  <a:lnTo>
                    <a:pt x="4152900" y="3454"/>
                  </a:lnTo>
                  <a:close/>
                </a:path>
                <a:path w="5295900" h="647064">
                  <a:moveTo>
                    <a:pt x="4200525" y="640994"/>
                  </a:moveTo>
                  <a:lnTo>
                    <a:pt x="4200067" y="639876"/>
                  </a:lnTo>
                  <a:lnTo>
                    <a:pt x="4198201" y="638009"/>
                  </a:lnTo>
                  <a:lnTo>
                    <a:pt x="4197083" y="637540"/>
                  </a:lnTo>
                  <a:lnTo>
                    <a:pt x="4194454" y="637540"/>
                  </a:lnTo>
                  <a:lnTo>
                    <a:pt x="4193336" y="638009"/>
                  </a:lnTo>
                  <a:lnTo>
                    <a:pt x="4191470" y="639876"/>
                  </a:lnTo>
                  <a:lnTo>
                    <a:pt x="4191000" y="640994"/>
                  </a:lnTo>
                  <a:lnTo>
                    <a:pt x="4191000" y="643623"/>
                  </a:lnTo>
                  <a:lnTo>
                    <a:pt x="4191470" y="644740"/>
                  </a:lnTo>
                  <a:lnTo>
                    <a:pt x="4193336" y="646607"/>
                  </a:lnTo>
                  <a:lnTo>
                    <a:pt x="4194454" y="647065"/>
                  </a:lnTo>
                  <a:lnTo>
                    <a:pt x="4197083" y="647065"/>
                  </a:lnTo>
                  <a:lnTo>
                    <a:pt x="4198201" y="646607"/>
                  </a:lnTo>
                  <a:lnTo>
                    <a:pt x="4200067" y="644740"/>
                  </a:lnTo>
                  <a:lnTo>
                    <a:pt x="4200525" y="643623"/>
                  </a:lnTo>
                  <a:lnTo>
                    <a:pt x="4200525" y="640994"/>
                  </a:lnTo>
                  <a:close/>
                </a:path>
                <a:path w="5295900" h="647064">
                  <a:moveTo>
                    <a:pt x="4200525" y="3454"/>
                  </a:moveTo>
                  <a:lnTo>
                    <a:pt x="4200067" y="2336"/>
                  </a:lnTo>
                  <a:lnTo>
                    <a:pt x="4198201" y="469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69"/>
                  </a:lnTo>
                  <a:lnTo>
                    <a:pt x="4191470" y="2336"/>
                  </a:lnTo>
                  <a:lnTo>
                    <a:pt x="4191000" y="3454"/>
                  </a:lnTo>
                  <a:lnTo>
                    <a:pt x="4191000" y="6083"/>
                  </a:lnTo>
                  <a:lnTo>
                    <a:pt x="4191470" y="7200"/>
                  </a:lnTo>
                  <a:lnTo>
                    <a:pt x="4193336" y="9067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67"/>
                  </a:lnTo>
                  <a:lnTo>
                    <a:pt x="4200067" y="7200"/>
                  </a:lnTo>
                  <a:lnTo>
                    <a:pt x="4200525" y="6083"/>
                  </a:lnTo>
                  <a:lnTo>
                    <a:pt x="4200525" y="3454"/>
                  </a:lnTo>
                  <a:close/>
                </a:path>
                <a:path w="5295900" h="647064">
                  <a:moveTo>
                    <a:pt x="4248150" y="640994"/>
                  </a:moveTo>
                  <a:lnTo>
                    <a:pt x="4247693" y="639876"/>
                  </a:lnTo>
                  <a:lnTo>
                    <a:pt x="4245826" y="638009"/>
                  </a:lnTo>
                  <a:lnTo>
                    <a:pt x="4244708" y="637540"/>
                  </a:lnTo>
                  <a:lnTo>
                    <a:pt x="4242079" y="637540"/>
                  </a:lnTo>
                  <a:lnTo>
                    <a:pt x="4240962" y="638009"/>
                  </a:lnTo>
                  <a:lnTo>
                    <a:pt x="4239095" y="639876"/>
                  </a:lnTo>
                  <a:lnTo>
                    <a:pt x="4238625" y="640994"/>
                  </a:lnTo>
                  <a:lnTo>
                    <a:pt x="4238625" y="643623"/>
                  </a:lnTo>
                  <a:lnTo>
                    <a:pt x="4239095" y="644740"/>
                  </a:lnTo>
                  <a:lnTo>
                    <a:pt x="4240962" y="646607"/>
                  </a:lnTo>
                  <a:lnTo>
                    <a:pt x="4242079" y="647065"/>
                  </a:lnTo>
                  <a:lnTo>
                    <a:pt x="4244708" y="647065"/>
                  </a:lnTo>
                  <a:lnTo>
                    <a:pt x="4245826" y="646607"/>
                  </a:lnTo>
                  <a:lnTo>
                    <a:pt x="4247693" y="644740"/>
                  </a:lnTo>
                  <a:lnTo>
                    <a:pt x="4248150" y="643623"/>
                  </a:lnTo>
                  <a:lnTo>
                    <a:pt x="4248150" y="640994"/>
                  </a:lnTo>
                  <a:close/>
                </a:path>
                <a:path w="5295900" h="647064">
                  <a:moveTo>
                    <a:pt x="4248150" y="3454"/>
                  </a:moveTo>
                  <a:lnTo>
                    <a:pt x="4247693" y="2336"/>
                  </a:lnTo>
                  <a:lnTo>
                    <a:pt x="4245826" y="469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69"/>
                  </a:lnTo>
                  <a:lnTo>
                    <a:pt x="4239095" y="2336"/>
                  </a:lnTo>
                  <a:lnTo>
                    <a:pt x="4238625" y="3454"/>
                  </a:lnTo>
                  <a:lnTo>
                    <a:pt x="4238625" y="6083"/>
                  </a:lnTo>
                  <a:lnTo>
                    <a:pt x="4239095" y="7200"/>
                  </a:lnTo>
                  <a:lnTo>
                    <a:pt x="4240962" y="9067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67"/>
                  </a:lnTo>
                  <a:lnTo>
                    <a:pt x="4247693" y="7200"/>
                  </a:lnTo>
                  <a:lnTo>
                    <a:pt x="4248150" y="6083"/>
                  </a:lnTo>
                  <a:lnTo>
                    <a:pt x="4248150" y="3454"/>
                  </a:lnTo>
                  <a:close/>
                </a:path>
                <a:path w="5295900" h="647064">
                  <a:moveTo>
                    <a:pt x="4295775" y="640994"/>
                  </a:moveTo>
                  <a:lnTo>
                    <a:pt x="4295318" y="639876"/>
                  </a:lnTo>
                  <a:lnTo>
                    <a:pt x="4293451" y="638009"/>
                  </a:lnTo>
                  <a:lnTo>
                    <a:pt x="4292333" y="637540"/>
                  </a:lnTo>
                  <a:lnTo>
                    <a:pt x="4289704" y="637540"/>
                  </a:lnTo>
                  <a:lnTo>
                    <a:pt x="4288587" y="638009"/>
                  </a:lnTo>
                  <a:lnTo>
                    <a:pt x="4286720" y="639876"/>
                  </a:lnTo>
                  <a:lnTo>
                    <a:pt x="4286250" y="640994"/>
                  </a:lnTo>
                  <a:lnTo>
                    <a:pt x="4286250" y="643623"/>
                  </a:lnTo>
                  <a:lnTo>
                    <a:pt x="4286720" y="644740"/>
                  </a:lnTo>
                  <a:lnTo>
                    <a:pt x="4288587" y="646607"/>
                  </a:lnTo>
                  <a:lnTo>
                    <a:pt x="4289704" y="647065"/>
                  </a:lnTo>
                  <a:lnTo>
                    <a:pt x="4292333" y="647065"/>
                  </a:lnTo>
                  <a:lnTo>
                    <a:pt x="4293451" y="646607"/>
                  </a:lnTo>
                  <a:lnTo>
                    <a:pt x="4295318" y="644740"/>
                  </a:lnTo>
                  <a:lnTo>
                    <a:pt x="4295775" y="643623"/>
                  </a:lnTo>
                  <a:lnTo>
                    <a:pt x="4295775" y="640994"/>
                  </a:lnTo>
                  <a:close/>
                </a:path>
                <a:path w="5295900" h="647064">
                  <a:moveTo>
                    <a:pt x="4295775" y="3454"/>
                  </a:moveTo>
                  <a:lnTo>
                    <a:pt x="4295318" y="2336"/>
                  </a:lnTo>
                  <a:lnTo>
                    <a:pt x="4293451" y="469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69"/>
                  </a:lnTo>
                  <a:lnTo>
                    <a:pt x="4286720" y="2336"/>
                  </a:lnTo>
                  <a:lnTo>
                    <a:pt x="4286250" y="3454"/>
                  </a:lnTo>
                  <a:lnTo>
                    <a:pt x="4286250" y="6083"/>
                  </a:lnTo>
                  <a:lnTo>
                    <a:pt x="4286720" y="7200"/>
                  </a:lnTo>
                  <a:lnTo>
                    <a:pt x="4288587" y="9067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67"/>
                  </a:lnTo>
                  <a:lnTo>
                    <a:pt x="4295318" y="7200"/>
                  </a:lnTo>
                  <a:lnTo>
                    <a:pt x="4295775" y="6083"/>
                  </a:lnTo>
                  <a:lnTo>
                    <a:pt x="4295775" y="3454"/>
                  </a:lnTo>
                  <a:close/>
                </a:path>
                <a:path w="5295900" h="647064">
                  <a:moveTo>
                    <a:pt x="4343400" y="640994"/>
                  </a:moveTo>
                  <a:lnTo>
                    <a:pt x="4342943" y="639876"/>
                  </a:lnTo>
                  <a:lnTo>
                    <a:pt x="4341076" y="638009"/>
                  </a:lnTo>
                  <a:lnTo>
                    <a:pt x="4339958" y="637540"/>
                  </a:lnTo>
                  <a:lnTo>
                    <a:pt x="4337329" y="637540"/>
                  </a:lnTo>
                  <a:lnTo>
                    <a:pt x="4336199" y="638009"/>
                  </a:lnTo>
                  <a:lnTo>
                    <a:pt x="4334345" y="639876"/>
                  </a:lnTo>
                  <a:lnTo>
                    <a:pt x="4333875" y="640994"/>
                  </a:lnTo>
                  <a:lnTo>
                    <a:pt x="4333875" y="643623"/>
                  </a:lnTo>
                  <a:lnTo>
                    <a:pt x="4334345" y="644740"/>
                  </a:lnTo>
                  <a:lnTo>
                    <a:pt x="4336199" y="646607"/>
                  </a:lnTo>
                  <a:lnTo>
                    <a:pt x="4337329" y="647065"/>
                  </a:lnTo>
                  <a:lnTo>
                    <a:pt x="4339958" y="647065"/>
                  </a:lnTo>
                  <a:lnTo>
                    <a:pt x="4341076" y="646607"/>
                  </a:lnTo>
                  <a:lnTo>
                    <a:pt x="4342943" y="644740"/>
                  </a:lnTo>
                  <a:lnTo>
                    <a:pt x="4343400" y="643623"/>
                  </a:lnTo>
                  <a:lnTo>
                    <a:pt x="4343400" y="640994"/>
                  </a:lnTo>
                  <a:close/>
                </a:path>
                <a:path w="5295900" h="647064">
                  <a:moveTo>
                    <a:pt x="4343400" y="3454"/>
                  </a:moveTo>
                  <a:lnTo>
                    <a:pt x="4342943" y="2336"/>
                  </a:lnTo>
                  <a:lnTo>
                    <a:pt x="4341076" y="469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199" y="469"/>
                  </a:lnTo>
                  <a:lnTo>
                    <a:pt x="4334345" y="2336"/>
                  </a:lnTo>
                  <a:lnTo>
                    <a:pt x="4333875" y="3454"/>
                  </a:lnTo>
                  <a:lnTo>
                    <a:pt x="4333875" y="6083"/>
                  </a:lnTo>
                  <a:lnTo>
                    <a:pt x="4334345" y="7200"/>
                  </a:lnTo>
                  <a:lnTo>
                    <a:pt x="4336199" y="9067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67"/>
                  </a:lnTo>
                  <a:lnTo>
                    <a:pt x="4342943" y="7200"/>
                  </a:lnTo>
                  <a:lnTo>
                    <a:pt x="4343400" y="6083"/>
                  </a:lnTo>
                  <a:lnTo>
                    <a:pt x="4343400" y="3454"/>
                  </a:lnTo>
                  <a:close/>
                </a:path>
                <a:path w="5295900" h="647064">
                  <a:moveTo>
                    <a:pt x="4391025" y="640994"/>
                  </a:moveTo>
                  <a:lnTo>
                    <a:pt x="4390568" y="639876"/>
                  </a:lnTo>
                  <a:lnTo>
                    <a:pt x="4388701" y="638009"/>
                  </a:lnTo>
                  <a:lnTo>
                    <a:pt x="4387583" y="637540"/>
                  </a:lnTo>
                  <a:lnTo>
                    <a:pt x="4384954" y="637540"/>
                  </a:lnTo>
                  <a:lnTo>
                    <a:pt x="4383837" y="638009"/>
                  </a:lnTo>
                  <a:lnTo>
                    <a:pt x="4381970" y="639876"/>
                  </a:lnTo>
                  <a:lnTo>
                    <a:pt x="4381512" y="640994"/>
                  </a:lnTo>
                  <a:lnTo>
                    <a:pt x="4381512" y="643623"/>
                  </a:lnTo>
                  <a:lnTo>
                    <a:pt x="4381970" y="644740"/>
                  </a:lnTo>
                  <a:lnTo>
                    <a:pt x="4383837" y="646607"/>
                  </a:lnTo>
                  <a:lnTo>
                    <a:pt x="4384954" y="647065"/>
                  </a:lnTo>
                  <a:lnTo>
                    <a:pt x="4387583" y="647065"/>
                  </a:lnTo>
                  <a:lnTo>
                    <a:pt x="4388701" y="646607"/>
                  </a:lnTo>
                  <a:lnTo>
                    <a:pt x="4390568" y="644740"/>
                  </a:lnTo>
                  <a:lnTo>
                    <a:pt x="4391025" y="643623"/>
                  </a:lnTo>
                  <a:lnTo>
                    <a:pt x="4391025" y="640994"/>
                  </a:lnTo>
                  <a:close/>
                </a:path>
                <a:path w="5295900" h="647064">
                  <a:moveTo>
                    <a:pt x="4391025" y="3454"/>
                  </a:moveTo>
                  <a:lnTo>
                    <a:pt x="4390568" y="2336"/>
                  </a:lnTo>
                  <a:lnTo>
                    <a:pt x="4388701" y="469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37" y="469"/>
                  </a:lnTo>
                  <a:lnTo>
                    <a:pt x="4381970" y="2336"/>
                  </a:lnTo>
                  <a:lnTo>
                    <a:pt x="4381512" y="3454"/>
                  </a:lnTo>
                  <a:lnTo>
                    <a:pt x="4381512" y="6083"/>
                  </a:lnTo>
                  <a:lnTo>
                    <a:pt x="4381970" y="7200"/>
                  </a:lnTo>
                  <a:lnTo>
                    <a:pt x="4383837" y="9067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67"/>
                  </a:lnTo>
                  <a:lnTo>
                    <a:pt x="4390568" y="7200"/>
                  </a:lnTo>
                  <a:lnTo>
                    <a:pt x="4391025" y="6083"/>
                  </a:lnTo>
                  <a:lnTo>
                    <a:pt x="4391025" y="3454"/>
                  </a:lnTo>
                  <a:close/>
                </a:path>
                <a:path w="5295900" h="647064">
                  <a:moveTo>
                    <a:pt x="4438650" y="640994"/>
                  </a:moveTo>
                  <a:lnTo>
                    <a:pt x="4438193" y="639876"/>
                  </a:lnTo>
                  <a:lnTo>
                    <a:pt x="4436326" y="638009"/>
                  </a:lnTo>
                  <a:lnTo>
                    <a:pt x="4435208" y="637540"/>
                  </a:lnTo>
                  <a:lnTo>
                    <a:pt x="4432579" y="637540"/>
                  </a:lnTo>
                  <a:lnTo>
                    <a:pt x="4431449" y="638009"/>
                  </a:lnTo>
                  <a:lnTo>
                    <a:pt x="4429595" y="639876"/>
                  </a:lnTo>
                  <a:lnTo>
                    <a:pt x="4429125" y="640994"/>
                  </a:lnTo>
                  <a:lnTo>
                    <a:pt x="4429125" y="643623"/>
                  </a:lnTo>
                  <a:lnTo>
                    <a:pt x="4429595" y="644740"/>
                  </a:lnTo>
                  <a:lnTo>
                    <a:pt x="4431449" y="646607"/>
                  </a:lnTo>
                  <a:lnTo>
                    <a:pt x="4432579" y="647065"/>
                  </a:lnTo>
                  <a:lnTo>
                    <a:pt x="4435208" y="647065"/>
                  </a:lnTo>
                  <a:lnTo>
                    <a:pt x="4436326" y="646607"/>
                  </a:lnTo>
                  <a:lnTo>
                    <a:pt x="4438193" y="644740"/>
                  </a:lnTo>
                  <a:lnTo>
                    <a:pt x="4438650" y="643623"/>
                  </a:lnTo>
                  <a:lnTo>
                    <a:pt x="4438650" y="640994"/>
                  </a:lnTo>
                  <a:close/>
                </a:path>
                <a:path w="5295900" h="647064">
                  <a:moveTo>
                    <a:pt x="4438650" y="3454"/>
                  </a:moveTo>
                  <a:lnTo>
                    <a:pt x="4438193" y="2336"/>
                  </a:lnTo>
                  <a:lnTo>
                    <a:pt x="4436326" y="469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69"/>
                  </a:lnTo>
                  <a:lnTo>
                    <a:pt x="4429595" y="2336"/>
                  </a:lnTo>
                  <a:lnTo>
                    <a:pt x="4429125" y="3454"/>
                  </a:lnTo>
                  <a:lnTo>
                    <a:pt x="4429125" y="6083"/>
                  </a:lnTo>
                  <a:lnTo>
                    <a:pt x="4429595" y="7200"/>
                  </a:lnTo>
                  <a:lnTo>
                    <a:pt x="4431449" y="9067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67"/>
                  </a:lnTo>
                  <a:lnTo>
                    <a:pt x="4438193" y="7200"/>
                  </a:lnTo>
                  <a:lnTo>
                    <a:pt x="4438650" y="6083"/>
                  </a:lnTo>
                  <a:lnTo>
                    <a:pt x="4438650" y="3454"/>
                  </a:lnTo>
                  <a:close/>
                </a:path>
                <a:path w="5295900" h="647064">
                  <a:moveTo>
                    <a:pt x="4486275" y="640994"/>
                  </a:moveTo>
                  <a:lnTo>
                    <a:pt x="4485818" y="639876"/>
                  </a:lnTo>
                  <a:lnTo>
                    <a:pt x="4483951" y="638009"/>
                  </a:lnTo>
                  <a:lnTo>
                    <a:pt x="4482833" y="637540"/>
                  </a:lnTo>
                  <a:lnTo>
                    <a:pt x="4480204" y="637540"/>
                  </a:lnTo>
                  <a:lnTo>
                    <a:pt x="4479087" y="638009"/>
                  </a:lnTo>
                  <a:lnTo>
                    <a:pt x="4477220" y="639876"/>
                  </a:lnTo>
                  <a:lnTo>
                    <a:pt x="4476750" y="640994"/>
                  </a:lnTo>
                  <a:lnTo>
                    <a:pt x="4476750" y="643623"/>
                  </a:lnTo>
                  <a:lnTo>
                    <a:pt x="4477220" y="644740"/>
                  </a:lnTo>
                  <a:lnTo>
                    <a:pt x="4479087" y="646607"/>
                  </a:lnTo>
                  <a:lnTo>
                    <a:pt x="4480204" y="647065"/>
                  </a:lnTo>
                  <a:lnTo>
                    <a:pt x="4482833" y="647065"/>
                  </a:lnTo>
                  <a:lnTo>
                    <a:pt x="4483951" y="646607"/>
                  </a:lnTo>
                  <a:lnTo>
                    <a:pt x="4485818" y="644740"/>
                  </a:lnTo>
                  <a:lnTo>
                    <a:pt x="4486275" y="643623"/>
                  </a:lnTo>
                  <a:lnTo>
                    <a:pt x="4486275" y="640994"/>
                  </a:lnTo>
                  <a:close/>
                </a:path>
                <a:path w="5295900" h="647064">
                  <a:moveTo>
                    <a:pt x="4486275" y="3454"/>
                  </a:moveTo>
                  <a:lnTo>
                    <a:pt x="4485818" y="2336"/>
                  </a:lnTo>
                  <a:lnTo>
                    <a:pt x="4483951" y="469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69"/>
                  </a:lnTo>
                  <a:lnTo>
                    <a:pt x="4477220" y="2336"/>
                  </a:lnTo>
                  <a:lnTo>
                    <a:pt x="4476750" y="3454"/>
                  </a:lnTo>
                  <a:lnTo>
                    <a:pt x="4476750" y="6083"/>
                  </a:lnTo>
                  <a:lnTo>
                    <a:pt x="4477220" y="7200"/>
                  </a:lnTo>
                  <a:lnTo>
                    <a:pt x="4479087" y="9067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67"/>
                  </a:lnTo>
                  <a:lnTo>
                    <a:pt x="4485818" y="7200"/>
                  </a:lnTo>
                  <a:lnTo>
                    <a:pt x="4486275" y="6083"/>
                  </a:lnTo>
                  <a:lnTo>
                    <a:pt x="4486275" y="3454"/>
                  </a:lnTo>
                  <a:close/>
                </a:path>
                <a:path w="5295900" h="647064">
                  <a:moveTo>
                    <a:pt x="4533900" y="640994"/>
                  </a:moveTo>
                  <a:lnTo>
                    <a:pt x="4533443" y="639876"/>
                  </a:lnTo>
                  <a:lnTo>
                    <a:pt x="4531576" y="638009"/>
                  </a:lnTo>
                  <a:lnTo>
                    <a:pt x="4530458" y="637540"/>
                  </a:lnTo>
                  <a:lnTo>
                    <a:pt x="4527829" y="637540"/>
                  </a:lnTo>
                  <a:lnTo>
                    <a:pt x="4526712" y="638009"/>
                  </a:lnTo>
                  <a:lnTo>
                    <a:pt x="4524845" y="639876"/>
                  </a:lnTo>
                  <a:lnTo>
                    <a:pt x="4524375" y="640994"/>
                  </a:lnTo>
                  <a:lnTo>
                    <a:pt x="4524375" y="643623"/>
                  </a:lnTo>
                  <a:lnTo>
                    <a:pt x="4524845" y="644740"/>
                  </a:lnTo>
                  <a:lnTo>
                    <a:pt x="4526712" y="646607"/>
                  </a:lnTo>
                  <a:lnTo>
                    <a:pt x="4527829" y="647065"/>
                  </a:lnTo>
                  <a:lnTo>
                    <a:pt x="4530458" y="647065"/>
                  </a:lnTo>
                  <a:lnTo>
                    <a:pt x="4531576" y="646607"/>
                  </a:lnTo>
                  <a:lnTo>
                    <a:pt x="4533443" y="644740"/>
                  </a:lnTo>
                  <a:lnTo>
                    <a:pt x="4533900" y="643623"/>
                  </a:lnTo>
                  <a:lnTo>
                    <a:pt x="4533900" y="640994"/>
                  </a:lnTo>
                  <a:close/>
                </a:path>
                <a:path w="5295900" h="647064">
                  <a:moveTo>
                    <a:pt x="4533900" y="3454"/>
                  </a:moveTo>
                  <a:lnTo>
                    <a:pt x="4533443" y="2336"/>
                  </a:lnTo>
                  <a:lnTo>
                    <a:pt x="4531576" y="469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712" y="469"/>
                  </a:lnTo>
                  <a:lnTo>
                    <a:pt x="4524845" y="2336"/>
                  </a:lnTo>
                  <a:lnTo>
                    <a:pt x="4524375" y="3454"/>
                  </a:lnTo>
                  <a:lnTo>
                    <a:pt x="4524375" y="6083"/>
                  </a:lnTo>
                  <a:lnTo>
                    <a:pt x="4524845" y="7200"/>
                  </a:lnTo>
                  <a:lnTo>
                    <a:pt x="4526712" y="9067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67"/>
                  </a:lnTo>
                  <a:lnTo>
                    <a:pt x="4533443" y="7200"/>
                  </a:lnTo>
                  <a:lnTo>
                    <a:pt x="4533900" y="6083"/>
                  </a:lnTo>
                  <a:lnTo>
                    <a:pt x="4533900" y="3454"/>
                  </a:lnTo>
                  <a:close/>
                </a:path>
                <a:path w="5295900" h="647064">
                  <a:moveTo>
                    <a:pt x="4581525" y="640994"/>
                  </a:moveTo>
                  <a:lnTo>
                    <a:pt x="4581068" y="639876"/>
                  </a:lnTo>
                  <a:lnTo>
                    <a:pt x="4579201" y="638009"/>
                  </a:lnTo>
                  <a:lnTo>
                    <a:pt x="4578083" y="637540"/>
                  </a:lnTo>
                  <a:lnTo>
                    <a:pt x="4575454" y="637540"/>
                  </a:lnTo>
                  <a:lnTo>
                    <a:pt x="4574337" y="638009"/>
                  </a:lnTo>
                  <a:lnTo>
                    <a:pt x="4572470" y="639876"/>
                  </a:lnTo>
                  <a:lnTo>
                    <a:pt x="4572000" y="640994"/>
                  </a:lnTo>
                  <a:lnTo>
                    <a:pt x="4572000" y="643623"/>
                  </a:lnTo>
                  <a:lnTo>
                    <a:pt x="4572470" y="644740"/>
                  </a:lnTo>
                  <a:lnTo>
                    <a:pt x="4574337" y="646607"/>
                  </a:lnTo>
                  <a:lnTo>
                    <a:pt x="4575454" y="647065"/>
                  </a:lnTo>
                  <a:lnTo>
                    <a:pt x="4578083" y="647065"/>
                  </a:lnTo>
                  <a:lnTo>
                    <a:pt x="4579201" y="646607"/>
                  </a:lnTo>
                  <a:lnTo>
                    <a:pt x="4581068" y="644740"/>
                  </a:lnTo>
                  <a:lnTo>
                    <a:pt x="4581525" y="643623"/>
                  </a:lnTo>
                  <a:lnTo>
                    <a:pt x="4581525" y="640994"/>
                  </a:lnTo>
                  <a:close/>
                </a:path>
                <a:path w="5295900" h="647064">
                  <a:moveTo>
                    <a:pt x="4581525" y="3454"/>
                  </a:moveTo>
                  <a:lnTo>
                    <a:pt x="4581068" y="2336"/>
                  </a:lnTo>
                  <a:lnTo>
                    <a:pt x="4579201" y="469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37" y="469"/>
                  </a:lnTo>
                  <a:lnTo>
                    <a:pt x="4572470" y="2336"/>
                  </a:lnTo>
                  <a:lnTo>
                    <a:pt x="4572000" y="3454"/>
                  </a:lnTo>
                  <a:lnTo>
                    <a:pt x="4572000" y="6083"/>
                  </a:lnTo>
                  <a:lnTo>
                    <a:pt x="4572470" y="7200"/>
                  </a:lnTo>
                  <a:lnTo>
                    <a:pt x="4574337" y="9067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67"/>
                  </a:lnTo>
                  <a:lnTo>
                    <a:pt x="4581068" y="7200"/>
                  </a:lnTo>
                  <a:lnTo>
                    <a:pt x="4581525" y="6083"/>
                  </a:lnTo>
                  <a:lnTo>
                    <a:pt x="4581525" y="3454"/>
                  </a:lnTo>
                  <a:close/>
                </a:path>
                <a:path w="5295900" h="647064">
                  <a:moveTo>
                    <a:pt x="4629150" y="640994"/>
                  </a:moveTo>
                  <a:lnTo>
                    <a:pt x="4628693" y="639876"/>
                  </a:lnTo>
                  <a:lnTo>
                    <a:pt x="4626826" y="638009"/>
                  </a:lnTo>
                  <a:lnTo>
                    <a:pt x="4625708" y="637540"/>
                  </a:lnTo>
                  <a:lnTo>
                    <a:pt x="4623079" y="637540"/>
                  </a:lnTo>
                  <a:lnTo>
                    <a:pt x="4621962" y="638009"/>
                  </a:lnTo>
                  <a:lnTo>
                    <a:pt x="4620095" y="639876"/>
                  </a:lnTo>
                  <a:lnTo>
                    <a:pt x="4619625" y="640994"/>
                  </a:lnTo>
                  <a:lnTo>
                    <a:pt x="4619625" y="643623"/>
                  </a:lnTo>
                  <a:lnTo>
                    <a:pt x="4620095" y="644740"/>
                  </a:lnTo>
                  <a:lnTo>
                    <a:pt x="4621962" y="646607"/>
                  </a:lnTo>
                  <a:lnTo>
                    <a:pt x="4623079" y="647065"/>
                  </a:lnTo>
                  <a:lnTo>
                    <a:pt x="4625708" y="647065"/>
                  </a:lnTo>
                  <a:lnTo>
                    <a:pt x="4626826" y="646607"/>
                  </a:lnTo>
                  <a:lnTo>
                    <a:pt x="4628693" y="644740"/>
                  </a:lnTo>
                  <a:lnTo>
                    <a:pt x="4629150" y="643623"/>
                  </a:lnTo>
                  <a:lnTo>
                    <a:pt x="4629150" y="640994"/>
                  </a:lnTo>
                  <a:close/>
                </a:path>
                <a:path w="5295900" h="647064">
                  <a:moveTo>
                    <a:pt x="4629150" y="3454"/>
                  </a:moveTo>
                  <a:lnTo>
                    <a:pt x="4628693" y="2336"/>
                  </a:lnTo>
                  <a:lnTo>
                    <a:pt x="4626826" y="469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62" y="469"/>
                  </a:lnTo>
                  <a:lnTo>
                    <a:pt x="4620095" y="2336"/>
                  </a:lnTo>
                  <a:lnTo>
                    <a:pt x="4619625" y="3454"/>
                  </a:lnTo>
                  <a:lnTo>
                    <a:pt x="4619625" y="6083"/>
                  </a:lnTo>
                  <a:lnTo>
                    <a:pt x="4620095" y="7200"/>
                  </a:lnTo>
                  <a:lnTo>
                    <a:pt x="4621962" y="9067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67"/>
                  </a:lnTo>
                  <a:lnTo>
                    <a:pt x="4628693" y="7200"/>
                  </a:lnTo>
                  <a:lnTo>
                    <a:pt x="4629150" y="6083"/>
                  </a:lnTo>
                  <a:lnTo>
                    <a:pt x="4629150" y="3454"/>
                  </a:lnTo>
                  <a:close/>
                </a:path>
                <a:path w="5295900" h="647064">
                  <a:moveTo>
                    <a:pt x="4676775" y="640994"/>
                  </a:moveTo>
                  <a:lnTo>
                    <a:pt x="4676318" y="639876"/>
                  </a:lnTo>
                  <a:lnTo>
                    <a:pt x="4674451" y="638009"/>
                  </a:lnTo>
                  <a:lnTo>
                    <a:pt x="4673333" y="637540"/>
                  </a:lnTo>
                  <a:lnTo>
                    <a:pt x="4670704" y="637540"/>
                  </a:lnTo>
                  <a:lnTo>
                    <a:pt x="4669587" y="638009"/>
                  </a:lnTo>
                  <a:lnTo>
                    <a:pt x="4667720" y="639876"/>
                  </a:lnTo>
                  <a:lnTo>
                    <a:pt x="4667250" y="640994"/>
                  </a:lnTo>
                  <a:lnTo>
                    <a:pt x="4667250" y="643623"/>
                  </a:lnTo>
                  <a:lnTo>
                    <a:pt x="4667720" y="644740"/>
                  </a:lnTo>
                  <a:lnTo>
                    <a:pt x="4669587" y="646607"/>
                  </a:lnTo>
                  <a:lnTo>
                    <a:pt x="4670704" y="647065"/>
                  </a:lnTo>
                  <a:lnTo>
                    <a:pt x="4673333" y="647065"/>
                  </a:lnTo>
                  <a:lnTo>
                    <a:pt x="4674451" y="646607"/>
                  </a:lnTo>
                  <a:lnTo>
                    <a:pt x="4676318" y="644740"/>
                  </a:lnTo>
                  <a:lnTo>
                    <a:pt x="4676775" y="643623"/>
                  </a:lnTo>
                  <a:lnTo>
                    <a:pt x="4676775" y="640994"/>
                  </a:lnTo>
                  <a:close/>
                </a:path>
                <a:path w="5295900" h="647064">
                  <a:moveTo>
                    <a:pt x="4676775" y="3454"/>
                  </a:moveTo>
                  <a:lnTo>
                    <a:pt x="4676318" y="2336"/>
                  </a:lnTo>
                  <a:lnTo>
                    <a:pt x="4674451" y="469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87" y="469"/>
                  </a:lnTo>
                  <a:lnTo>
                    <a:pt x="4667720" y="2336"/>
                  </a:lnTo>
                  <a:lnTo>
                    <a:pt x="4667250" y="3454"/>
                  </a:lnTo>
                  <a:lnTo>
                    <a:pt x="4667250" y="6083"/>
                  </a:lnTo>
                  <a:lnTo>
                    <a:pt x="4667720" y="7200"/>
                  </a:lnTo>
                  <a:lnTo>
                    <a:pt x="4669587" y="9067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67"/>
                  </a:lnTo>
                  <a:lnTo>
                    <a:pt x="4676318" y="7200"/>
                  </a:lnTo>
                  <a:lnTo>
                    <a:pt x="4676775" y="6083"/>
                  </a:lnTo>
                  <a:lnTo>
                    <a:pt x="4676775" y="3454"/>
                  </a:lnTo>
                  <a:close/>
                </a:path>
                <a:path w="5295900" h="647064">
                  <a:moveTo>
                    <a:pt x="4724400" y="640994"/>
                  </a:moveTo>
                  <a:lnTo>
                    <a:pt x="4723943" y="639876"/>
                  </a:lnTo>
                  <a:lnTo>
                    <a:pt x="4722076" y="638009"/>
                  </a:lnTo>
                  <a:lnTo>
                    <a:pt x="4720958" y="637540"/>
                  </a:lnTo>
                  <a:lnTo>
                    <a:pt x="4718329" y="637540"/>
                  </a:lnTo>
                  <a:lnTo>
                    <a:pt x="4717212" y="638009"/>
                  </a:lnTo>
                  <a:lnTo>
                    <a:pt x="4715345" y="639876"/>
                  </a:lnTo>
                  <a:lnTo>
                    <a:pt x="4714875" y="640994"/>
                  </a:lnTo>
                  <a:lnTo>
                    <a:pt x="4714875" y="643623"/>
                  </a:lnTo>
                  <a:lnTo>
                    <a:pt x="4715345" y="644740"/>
                  </a:lnTo>
                  <a:lnTo>
                    <a:pt x="4717212" y="646607"/>
                  </a:lnTo>
                  <a:lnTo>
                    <a:pt x="4718329" y="647065"/>
                  </a:lnTo>
                  <a:lnTo>
                    <a:pt x="4720958" y="647065"/>
                  </a:lnTo>
                  <a:lnTo>
                    <a:pt x="4722076" y="646607"/>
                  </a:lnTo>
                  <a:lnTo>
                    <a:pt x="4723943" y="644740"/>
                  </a:lnTo>
                  <a:lnTo>
                    <a:pt x="4724400" y="643623"/>
                  </a:lnTo>
                  <a:lnTo>
                    <a:pt x="4724400" y="640994"/>
                  </a:lnTo>
                  <a:close/>
                </a:path>
                <a:path w="5295900" h="647064">
                  <a:moveTo>
                    <a:pt x="4724400" y="3454"/>
                  </a:moveTo>
                  <a:lnTo>
                    <a:pt x="4723943" y="2336"/>
                  </a:lnTo>
                  <a:lnTo>
                    <a:pt x="4722076" y="469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212" y="469"/>
                  </a:lnTo>
                  <a:lnTo>
                    <a:pt x="4715345" y="2336"/>
                  </a:lnTo>
                  <a:lnTo>
                    <a:pt x="4714875" y="3454"/>
                  </a:lnTo>
                  <a:lnTo>
                    <a:pt x="4714875" y="6083"/>
                  </a:lnTo>
                  <a:lnTo>
                    <a:pt x="4715345" y="7200"/>
                  </a:lnTo>
                  <a:lnTo>
                    <a:pt x="4717212" y="9067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67"/>
                  </a:lnTo>
                  <a:lnTo>
                    <a:pt x="4723943" y="7200"/>
                  </a:lnTo>
                  <a:lnTo>
                    <a:pt x="4724400" y="6083"/>
                  </a:lnTo>
                  <a:lnTo>
                    <a:pt x="4724400" y="3454"/>
                  </a:lnTo>
                  <a:close/>
                </a:path>
                <a:path w="5295900" h="647064">
                  <a:moveTo>
                    <a:pt x="4772025" y="640994"/>
                  </a:moveTo>
                  <a:lnTo>
                    <a:pt x="4771568" y="639876"/>
                  </a:lnTo>
                  <a:lnTo>
                    <a:pt x="4769701" y="638009"/>
                  </a:lnTo>
                  <a:lnTo>
                    <a:pt x="4768583" y="637540"/>
                  </a:lnTo>
                  <a:lnTo>
                    <a:pt x="4765954" y="637540"/>
                  </a:lnTo>
                  <a:lnTo>
                    <a:pt x="4764837" y="638009"/>
                  </a:lnTo>
                  <a:lnTo>
                    <a:pt x="4762970" y="639876"/>
                  </a:lnTo>
                  <a:lnTo>
                    <a:pt x="4762500" y="640994"/>
                  </a:lnTo>
                  <a:lnTo>
                    <a:pt x="4762500" y="643623"/>
                  </a:lnTo>
                  <a:lnTo>
                    <a:pt x="4762970" y="644740"/>
                  </a:lnTo>
                  <a:lnTo>
                    <a:pt x="4764837" y="646607"/>
                  </a:lnTo>
                  <a:lnTo>
                    <a:pt x="4765954" y="647065"/>
                  </a:lnTo>
                  <a:lnTo>
                    <a:pt x="4768583" y="647065"/>
                  </a:lnTo>
                  <a:lnTo>
                    <a:pt x="4769701" y="646607"/>
                  </a:lnTo>
                  <a:lnTo>
                    <a:pt x="4771568" y="644740"/>
                  </a:lnTo>
                  <a:lnTo>
                    <a:pt x="4772025" y="643623"/>
                  </a:lnTo>
                  <a:lnTo>
                    <a:pt x="4772025" y="640994"/>
                  </a:lnTo>
                  <a:close/>
                </a:path>
                <a:path w="5295900" h="647064">
                  <a:moveTo>
                    <a:pt x="4772025" y="3454"/>
                  </a:moveTo>
                  <a:lnTo>
                    <a:pt x="4771568" y="2336"/>
                  </a:lnTo>
                  <a:lnTo>
                    <a:pt x="4769701" y="469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37" y="469"/>
                  </a:lnTo>
                  <a:lnTo>
                    <a:pt x="4762970" y="2336"/>
                  </a:lnTo>
                  <a:lnTo>
                    <a:pt x="4762500" y="3454"/>
                  </a:lnTo>
                  <a:lnTo>
                    <a:pt x="4762500" y="6083"/>
                  </a:lnTo>
                  <a:lnTo>
                    <a:pt x="4762970" y="7200"/>
                  </a:lnTo>
                  <a:lnTo>
                    <a:pt x="4764837" y="9067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67"/>
                  </a:lnTo>
                  <a:lnTo>
                    <a:pt x="4771568" y="7200"/>
                  </a:lnTo>
                  <a:lnTo>
                    <a:pt x="4772025" y="6083"/>
                  </a:lnTo>
                  <a:lnTo>
                    <a:pt x="4772025" y="3454"/>
                  </a:lnTo>
                  <a:close/>
                </a:path>
                <a:path w="5295900" h="647064">
                  <a:moveTo>
                    <a:pt x="4819650" y="640994"/>
                  </a:moveTo>
                  <a:lnTo>
                    <a:pt x="4819193" y="639876"/>
                  </a:lnTo>
                  <a:lnTo>
                    <a:pt x="4817326" y="638009"/>
                  </a:lnTo>
                  <a:lnTo>
                    <a:pt x="4816208" y="637540"/>
                  </a:lnTo>
                  <a:lnTo>
                    <a:pt x="4813579" y="637540"/>
                  </a:lnTo>
                  <a:lnTo>
                    <a:pt x="4812449" y="638009"/>
                  </a:lnTo>
                  <a:lnTo>
                    <a:pt x="4810595" y="639876"/>
                  </a:lnTo>
                  <a:lnTo>
                    <a:pt x="4810125" y="640994"/>
                  </a:lnTo>
                  <a:lnTo>
                    <a:pt x="4810125" y="643623"/>
                  </a:lnTo>
                  <a:lnTo>
                    <a:pt x="4810595" y="644740"/>
                  </a:lnTo>
                  <a:lnTo>
                    <a:pt x="4812449" y="646607"/>
                  </a:lnTo>
                  <a:lnTo>
                    <a:pt x="4813579" y="647065"/>
                  </a:lnTo>
                  <a:lnTo>
                    <a:pt x="4816208" y="647065"/>
                  </a:lnTo>
                  <a:lnTo>
                    <a:pt x="4817326" y="646607"/>
                  </a:lnTo>
                  <a:lnTo>
                    <a:pt x="4819193" y="644740"/>
                  </a:lnTo>
                  <a:lnTo>
                    <a:pt x="4819650" y="643623"/>
                  </a:lnTo>
                  <a:lnTo>
                    <a:pt x="4819650" y="640994"/>
                  </a:lnTo>
                  <a:close/>
                </a:path>
                <a:path w="5295900" h="647064">
                  <a:moveTo>
                    <a:pt x="4819650" y="3454"/>
                  </a:moveTo>
                  <a:lnTo>
                    <a:pt x="4819193" y="2336"/>
                  </a:lnTo>
                  <a:lnTo>
                    <a:pt x="4817326" y="469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69"/>
                  </a:lnTo>
                  <a:lnTo>
                    <a:pt x="4810595" y="2336"/>
                  </a:lnTo>
                  <a:lnTo>
                    <a:pt x="4810125" y="3454"/>
                  </a:lnTo>
                  <a:lnTo>
                    <a:pt x="4810125" y="6083"/>
                  </a:lnTo>
                  <a:lnTo>
                    <a:pt x="4810595" y="7200"/>
                  </a:lnTo>
                  <a:lnTo>
                    <a:pt x="4812449" y="9067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67"/>
                  </a:lnTo>
                  <a:lnTo>
                    <a:pt x="4819193" y="7200"/>
                  </a:lnTo>
                  <a:lnTo>
                    <a:pt x="4819650" y="6083"/>
                  </a:lnTo>
                  <a:lnTo>
                    <a:pt x="4819650" y="3454"/>
                  </a:lnTo>
                  <a:close/>
                </a:path>
                <a:path w="5295900" h="647064">
                  <a:moveTo>
                    <a:pt x="4867275" y="640994"/>
                  </a:moveTo>
                  <a:lnTo>
                    <a:pt x="4866818" y="639876"/>
                  </a:lnTo>
                  <a:lnTo>
                    <a:pt x="4864951" y="638009"/>
                  </a:lnTo>
                  <a:lnTo>
                    <a:pt x="4863833" y="637540"/>
                  </a:lnTo>
                  <a:lnTo>
                    <a:pt x="4861204" y="637540"/>
                  </a:lnTo>
                  <a:lnTo>
                    <a:pt x="4860074" y="638009"/>
                  </a:lnTo>
                  <a:lnTo>
                    <a:pt x="4858220" y="639876"/>
                  </a:lnTo>
                  <a:lnTo>
                    <a:pt x="4857750" y="640994"/>
                  </a:lnTo>
                  <a:lnTo>
                    <a:pt x="4857750" y="643623"/>
                  </a:lnTo>
                  <a:lnTo>
                    <a:pt x="4858220" y="644740"/>
                  </a:lnTo>
                  <a:lnTo>
                    <a:pt x="4860074" y="646607"/>
                  </a:lnTo>
                  <a:lnTo>
                    <a:pt x="4861204" y="647065"/>
                  </a:lnTo>
                  <a:lnTo>
                    <a:pt x="4863833" y="647065"/>
                  </a:lnTo>
                  <a:lnTo>
                    <a:pt x="4864951" y="646607"/>
                  </a:lnTo>
                  <a:lnTo>
                    <a:pt x="4866818" y="644740"/>
                  </a:lnTo>
                  <a:lnTo>
                    <a:pt x="4867275" y="643623"/>
                  </a:lnTo>
                  <a:lnTo>
                    <a:pt x="4867275" y="640994"/>
                  </a:lnTo>
                  <a:close/>
                </a:path>
                <a:path w="5295900" h="647064">
                  <a:moveTo>
                    <a:pt x="4867275" y="3454"/>
                  </a:moveTo>
                  <a:lnTo>
                    <a:pt x="4866818" y="2336"/>
                  </a:lnTo>
                  <a:lnTo>
                    <a:pt x="4864951" y="469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69"/>
                  </a:lnTo>
                  <a:lnTo>
                    <a:pt x="4858220" y="2336"/>
                  </a:lnTo>
                  <a:lnTo>
                    <a:pt x="4857750" y="3454"/>
                  </a:lnTo>
                  <a:lnTo>
                    <a:pt x="4857750" y="6083"/>
                  </a:lnTo>
                  <a:lnTo>
                    <a:pt x="4858220" y="7200"/>
                  </a:lnTo>
                  <a:lnTo>
                    <a:pt x="4860074" y="9067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67"/>
                  </a:lnTo>
                  <a:lnTo>
                    <a:pt x="4866818" y="7200"/>
                  </a:lnTo>
                  <a:lnTo>
                    <a:pt x="4867275" y="6083"/>
                  </a:lnTo>
                  <a:lnTo>
                    <a:pt x="4867275" y="3454"/>
                  </a:lnTo>
                  <a:close/>
                </a:path>
                <a:path w="5295900" h="647064">
                  <a:moveTo>
                    <a:pt x="4914900" y="640994"/>
                  </a:moveTo>
                  <a:lnTo>
                    <a:pt x="4914443" y="639876"/>
                  </a:lnTo>
                  <a:lnTo>
                    <a:pt x="4912576" y="638009"/>
                  </a:lnTo>
                  <a:lnTo>
                    <a:pt x="4911458" y="637540"/>
                  </a:lnTo>
                  <a:lnTo>
                    <a:pt x="4908829" y="637540"/>
                  </a:lnTo>
                  <a:lnTo>
                    <a:pt x="4907699" y="638009"/>
                  </a:lnTo>
                  <a:lnTo>
                    <a:pt x="4905845" y="639876"/>
                  </a:lnTo>
                  <a:lnTo>
                    <a:pt x="4905375" y="640994"/>
                  </a:lnTo>
                  <a:lnTo>
                    <a:pt x="4905375" y="643623"/>
                  </a:lnTo>
                  <a:lnTo>
                    <a:pt x="4905845" y="644740"/>
                  </a:lnTo>
                  <a:lnTo>
                    <a:pt x="4907699" y="646607"/>
                  </a:lnTo>
                  <a:lnTo>
                    <a:pt x="4908829" y="647065"/>
                  </a:lnTo>
                  <a:lnTo>
                    <a:pt x="4911458" y="647065"/>
                  </a:lnTo>
                  <a:lnTo>
                    <a:pt x="4912576" y="646607"/>
                  </a:lnTo>
                  <a:lnTo>
                    <a:pt x="4914443" y="644740"/>
                  </a:lnTo>
                  <a:lnTo>
                    <a:pt x="4914900" y="643623"/>
                  </a:lnTo>
                  <a:lnTo>
                    <a:pt x="4914900" y="640994"/>
                  </a:lnTo>
                  <a:close/>
                </a:path>
                <a:path w="5295900" h="647064">
                  <a:moveTo>
                    <a:pt x="4914900" y="3454"/>
                  </a:moveTo>
                  <a:lnTo>
                    <a:pt x="4914443" y="2336"/>
                  </a:lnTo>
                  <a:lnTo>
                    <a:pt x="4912576" y="469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69"/>
                  </a:lnTo>
                  <a:lnTo>
                    <a:pt x="4905845" y="2336"/>
                  </a:lnTo>
                  <a:lnTo>
                    <a:pt x="4905375" y="3454"/>
                  </a:lnTo>
                  <a:lnTo>
                    <a:pt x="4905375" y="6083"/>
                  </a:lnTo>
                  <a:lnTo>
                    <a:pt x="4905845" y="7200"/>
                  </a:lnTo>
                  <a:lnTo>
                    <a:pt x="4907699" y="9067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67"/>
                  </a:lnTo>
                  <a:lnTo>
                    <a:pt x="4914443" y="7200"/>
                  </a:lnTo>
                  <a:lnTo>
                    <a:pt x="4914900" y="6083"/>
                  </a:lnTo>
                  <a:lnTo>
                    <a:pt x="4914900" y="3454"/>
                  </a:lnTo>
                  <a:close/>
                </a:path>
                <a:path w="5295900" h="647064">
                  <a:moveTo>
                    <a:pt x="4962525" y="640994"/>
                  </a:moveTo>
                  <a:lnTo>
                    <a:pt x="4962068" y="639876"/>
                  </a:lnTo>
                  <a:lnTo>
                    <a:pt x="4960201" y="638009"/>
                  </a:lnTo>
                  <a:lnTo>
                    <a:pt x="4959083" y="637540"/>
                  </a:lnTo>
                  <a:lnTo>
                    <a:pt x="4956454" y="637540"/>
                  </a:lnTo>
                  <a:lnTo>
                    <a:pt x="4955324" y="638009"/>
                  </a:lnTo>
                  <a:lnTo>
                    <a:pt x="4953470" y="639876"/>
                  </a:lnTo>
                  <a:lnTo>
                    <a:pt x="4953000" y="640994"/>
                  </a:lnTo>
                  <a:lnTo>
                    <a:pt x="4953000" y="643623"/>
                  </a:lnTo>
                  <a:lnTo>
                    <a:pt x="4953470" y="644740"/>
                  </a:lnTo>
                  <a:lnTo>
                    <a:pt x="4955324" y="646607"/>
                  </a:lnTo>
                  <a:lnTo>
                    <a:pt x="4956454" y="647065"/>
                  </a:lnTo>
                  <a:lnTo>
                    <a:pt x="4959083" y="647065"/>
                  </a:lnTo>
                  <a:lnTo>
                    <a:pt x="4960201" y="646607"/>
                  </a:lnTo>
                  <a:lnTo>
                    <a:pt x="4962068" y="644740"/>
                  </a:lnTo>
                  <a:lnTo>
                    <a:pt x="4962525" y="643623"/>
                  </a:lnTo>
                  <a:lnTo>
                    <a:pt x="4962525" y="640994"/>
                  </a:lnTo>
                  <a:close/>
                </a:path>
                <a:path w="5295900" h="647064">
                  <a:moveTo>
                    <a:pt x="4962525" y="3454"/>
                  </a:moveTo>
                  <a:lnTo>
                    <a:pt x="4962068" y="2336"/>
                  </a:lnTo>
                  <a:lnTo>
                    <a:pt x="4960201" y="469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69"/>
                  </a:lnTo>
                  <a:lnTo>
                    <a:pt x="4953470" y="2336"/>
                  </a:lnTo>
                  <a:lnTo>
                    <a:pt x="4953000" y="3454"/>
                  </a:lnTo>
                  <a:lnTo>
                    <a:pt x="4953000" y="6083"/>
                  </a:lnTo>
                  <a:lnTo>
                    <a:pt x="4953470" y="7200"/>
                  </a:lnTo>
                  <a:lnTo>
                    <a:pt x="4955324" y="9067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67"/>
                  </a:lnTo>
                  <a:lnTo>
                    <a:pt x="4962068" y="7200"/>
                  </a:lnTo>
                  <a:lnTo>
                    <a:pt x="4962525" y="6083"/>
                  </a:lnTo>
                  <a:lnTo>
                    <a:pt x="4962525" y="3454"/>
                  </a:lnTo>
                  <a:close/>
                </a:path>
                <a:path w="5295900" h="647064">
                  <a:moveTo>
                    <a:pt x="5010150" y="640994"/>
                  </a:moveTo>
                  <a:lnTo>
                    <a:pt x="5009693" y="639876"/>
                  </a:lnTo>
                  <a:lnTo>
                    <a:pt x="5007826" y="638009"/>
                  </a:lnTo>
                  <a:lnTo>
                    <a:pt x="5006708" y="637540"/>
                  </a:lnTo>
                  <a:lnTo>
                    <a:pt x="5004079" y="637540"/>
                  </a:lnTo>
                  <a:lnTo>
                    <a:pt x="5002949" y="638009"/>
                  </a:lnTo>
                  <a:lnTo>
                    <a:pt x="5001095" y="639876"/>
                  </a:lnTo>
                  <a:lnTo>
                    <a:pt x="5000625" y="640994"/>
                  </a:lnTo>
                  <a:lnTo>
                    <a:pt x="5000625" y="643623"/>
                  </a:lnTo>
                  <a:lnTo>
                    <a:pt x="5001095" y="644740"/>
                  </a:lnTo>
                  <a:lnTo>
                    <a:pt x="5002949" y="646607"/>
                  </a:lnTo>
                  <a:lnTo>
                    <a:pt x="5004079" y="647065"/>
                  </a:lnTo>
                  <a:lnTo>
                    <a:pt x="5006708" y="647065"/>
                  </a:lnTo>
                  <a:lnTo>
                    <a:pt x="5007826" y="646607"/>
                  </a:lnTo>
                  <a:lnTo>
                    <a:pt x="5009693" y="644740"/>
                  </a:lnTo>
                  <a:lnTo>
                    <a:pt x="5010150" y="643623"/>
                  </a:lnTo>
                  <a:lnTo>
                    <a:pt x="5010150" y="640994"/>
                  </a:lnTo>
                  <a:close/>
                </a:path>
                <a:path w="5295900" h="647064">
                  <a:moveTo>
                    <a:pt x="5010150" y="3454"/>
                  </a:moveTo>
                  <a:lnTo>
                    <a:pt x="5009693" y="2336"/>
                  </a:lnTo>
                  <a:lnTo>
                    <a:pt x="5007826" y="469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69"/>
                  </a:lnTo>
                  <a:lnTo>
                    <a:pt x="5001095" y="2336"/>
                  </a:lnTo>
                  <a:lnTo>
                    <a:pt x="5000625" y="3454"/>
                  </a:lnTo>
                  <a:lnTo>
                    <a:pt x="5000625" y="6083"/>
                  </a:lnTo>
                  <a:lnTo>
                    <a:pt x="5001095" y="7200"/>
                  </a:lnTo>
                  <a:lnTo>
                    <a:pt x="5002949" y="9067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67"/>
                  </a:lnTo>
                  <a:lnTo>
                    <a:pt x="5009693" y="7200"/>
                  </a:lnTo>
                  <a:lnTo>
                    <a:pt x="5010150" y="6083"/>
                  </a:lnTo>
                  <a:lnTo>
                    <a:pt x="5010150" y="3454"/>
                  </a:lnTo>
                  <a:close/>
                </a:path>
                <a:path w="5295900" h="647064">
                  <a:moveTo>
                    <a:pt x="5057775" y="640994"/>
                  </a:moveTo>
                  <a:lnTo>
                    <a:pt x="5057318" y="639876"/>
                  </a:lnTo>
                  <a:lnTo>
                    <a:pt x="5055451" y="638009"/>
                  </a:lnTo>
                  <a:lnTo>
                    <a:pt x="5054333" y="637540"/>
                  </a:lnTo>
                  <a:lnTo>
                    <a:pt x="5051704" y="637540"/>
                  </a:lnTo>
                  <a:lnTo>
                    <a:pt x="5050574" y="638009"/>
                  </a:lnTo>
                  <a:lnTo>
                    <a:pt x="5048720" y="639876"/>
                  </a:lnTo>
                  <a:lnTo>
                    <a:pt x="5048250" y="640994"/>
                  </a:lnTo>
                  <a:lnTo>
                    <a:pt x="5048250" y="643623"/>
                  </a:lnTo>
                  <a:lnTo>
                    <a:pt x="5048720" y="644740"/>
                  </a:lnTo>
                  <a:lnTo>
                    <a:pt x="5050574" y="646607"/>
                  </a:lnTo>
                  <a:lnTo>
                    <a:pt x="5051704" y="647065"/>
                  </a:lnTo>
                  <a:lnTo>
                    <a:pt x="5054333" y="647065"/>
                  </a:lnTo>
                  <a:lnTo>
                    <a:pt x="5055451" y="646607"/>
                  </a:lnTo>
                  <a:lnTo>
                    <a:pt x="5057318" y="644740"/>
                  </a:lnTo>
                  <a:lnTo>
                    <a:pt x="5057775" y="643623"/>
                  </a:lnTo>
                  <a:lnTo>
                    <a:pt x="5057775" y="640994"/>
                  </a:lnTo>
                  <a:close/>
                </a:path>
                <a:path w="5295900" h="647064">
                  <a:moveTo>
                    <a:pt x="5057775" y="3454"/>
                  </a:moveTo>
                  <a:lnTo>
                    <a:pt x="5057318" y="2336"/>
                  </a:lnTo>
                  <a:lnTo>
                    <a:pt x="5055451" y="469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69"/>
                  </a:lnTo>
                  <a:lnTo>
                    <a:pt x="5048720" y="2336"/>
                  </a:lnTo>
                  <a:lnTo>
                    <a:pt x="5048250" y="3454"/>
                  </a:lnTo>
                  <a:lnTo>
                    <a:pt x="5048250" y="6083"/>
                  </a:lnTo>
                  <a:lnTo>
                    <a:pt x="5048720" y="7200"/>
                  </a:lnTo>
                  <a:lnTo>
                    <a:pt x="5050574" y="9067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67"/>
                  </a:lnTo>
                  <a:lnTo>
                    <a:pt x="5057318" y="7200"/>
                  </a:lnTo>
                  <a:lnTo>
                    <a:pt x="5057775" y="6083"/>
                  </a:lnTo>
                  <a:lnTo>
                    <a:pt x="5057775" y="3454"/>
                  </a:lnTo>
                  <a:close/>
                </a:path>
                <a:path w="5295900" h="647064">
                  <a:moveTo>
                    <a:pt x="5105400" y="640994"/>
                  </a:moveTo>
                  <a:lnTo>
                    <a:pt x="5104943" y="639876"/>
                  </a:lnTo>
                  <a:lnTo>
                    <a:pt x="5103076" y="638009"/>
                  </a:lnTo>
                  <a:lnTo>
                    <a:pt x="5101958" y="637540"/>
                  </a:lnTo>
                  <a:lnTo>
                    <a:pt x="5099329" y="637540"/>
                  </a:lnTo>
                  <a:lnTo>
                    <a:pt x="5098212" y="638009"/>
                  </a:lnTo>
                  <a:lnTo>
                    <a:pt x="5096345" y="639876"/>
                  </a:lnTo>
                  <a:lnTo>
                    <a:pt x="5095875" y="640994"/>
                  </a:lnTo>
                  <a:lnTo>
                    <a:pt x="5095875" y="643623"/>
                  </a:lnTo>
                  <a:lnTo>
                    <a:pt x="5096345" y="644740"/>
                  </a:lnTo>
                  <a:lnTo>
                    <a:pt x="5098212" y="646607"/>
                  </a:lnTo>
                  <a:lnTo>
                    <a:pt x="5099329" y="647065"/>
                  </a:lnTo>
                  <a:lnTo>
                    <a:pt x="5101958" y="647065"/>
                  </a:lnTo>
                  <a:lnTo>
                    <a:pt x="5103076" y="646607"/>
                  </a:lnTo>
                  <a:lnTo>
                    <a:pt x="5104943" y="644740"/>
                  </a:lnTo>
                  <a:lnTo>
                    <a:pt x="5105400" y="643623"/>
                  </a:lnTo>
                  <a:lnTo>
                    <a:pt x="5105400" y="640994"/>
                  </a:lnTo>
                  <a:close/>
                </a:path>
                <a:path w="5295900" h="647064">
                  <a:moveTo>
                    <a:pt x="5105400" y="3454"/>
                  </a:moveTo>
                  <a:lnTo>
                    <a:pt x="5104943" y="2336"/>
                  </a:lnTo>
                  <a:lnTo>
                    <a:pt x="5103076" y="469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69"/>
                  </a:lnTo>
                  <a:lnTo>
                    <a:pt x="5096345" y="2336"/>
                  </a:lnTo>
                  <a:lnTo>
                    <a:pt x="5095875" y="3454"/>
                  </a:lnTo>
                  <a:lnTo>
                    <a:pt x="5095875" y="6083"/>
                  </a:lnTo>
                  <a:lnTo>
                    <a:pt x="5096345" y="7200"/>
                  </a:lnTo>
                  <a:lnTo>
                    <a:pt x="5098212" y="9067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67"/>
                  </a:lnTo>
                  <a:lnTo>
                    <a:pt x="5104943" y="7200"/>
                  </a:lnTo>
                  <a:lnTo>
                    <a:pt x="5105400" y="6083"/>
                  </a:lnTo>
                  <a:lnTo>
                    <a:pt x="5105400" y="3454"/>
                  </a:lnTo>
                  <a:close/>
                </a:path>
                <a:path w="5295900" h="647064">
                  <a:moveTo>
                    <a:pt x="5153025" y="640994"/>
                  </a:moveTo>
                  <a:lnTo>
                    <a:pt x="5152568" y="639876"/>
                  </a:lnTo>
                  <a:lnTo>
                    <a:pt x="5150701" y="638009"/>
                  </a:lnTo>
                  <a:lnTo>
                    <a:pt x="5149583" y="637540"/>
                  </a:lnTo>
                  <a:lnTo>
                    <a:pt x="5146954" y="637540"/>
                  </a:lnTo>
                  <a:lnTo>
                    <a:pt x="5145824" y="638009"/>
                  </a:lnTo>
                  <a:lnTo>
                    <a:pt x="5143970" y="639876"/>
                  </a:lnTo>
                  <a:lnTo>
                    <a:pt x="5143500" y="640994"/>
                  </a:lnTo>
                  <a:lnTo>
                    <a:pt x="5143500" y="643623"/>
                  </a:lnTo>
                  <a:lnTo>
                    <a:pt x="5143970" y="644740"/>
                  </a:lnTo>
                  <a:lnTo>
                    <a:pt x="5145824" y="646607"/>
                  </a:lnTo>
                  <a:lnTo>
                    <a:pt x="5146954" y="647065"/>
                  </a:lnTo>
                  <a:lnTo>
                    <a:pt x="5149583" y="647065"/>
                  </a:lnTo>
                  <a:lnTo>
                    <a:pt x="5150701" y="646607"/>
                  </a:lnTo>
                  <a:lnTo>
                    <a:pt x="5152568" y="644740"/>
                  </a:lnTo>
                  <a:lnTo>
                    <a:pt x="5153025" y="643623"/>
                  </a:lnTo>
                  <a:lnTo>
                    <a:pt x="5153025" y="640994"/>
                  </a:lnTo>
                  <a:close/>
                </a:path>
                <a:path w="5295900" h="647064">
                  <a:moveTo>
                    <a:pt x="5153025" y="3454"/>
                  </a:moveTo>
                  <a:lnTo>
                    <a:pt x="5152568" y="2336"/>
                  </a:lnTo>
                  <a:lnTo>
                    <a:pt x="5150701" y="469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69"/>
                  </a:lnTo>
                  <a:lnTo>
                    <a:pt x="5143970" y="2336"/>
                  </a:lnTo>
                  <a:lnTo>
                    <a:pt x="5143500" y="3454"/>
                  </a:lnTo>
                  <a:lnTo>
                    <a:pt x="5143500" y="6083"/>
                  </a:lnTo>
                  <a:lnTo>
                    <a:pt x="5143970" y="7200"/>
                  </a:lnTo>
                  <a:lnTo>
                    <a:pt x="5145824" y="9067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67"/>
                  </a:lnTo>
                  <a:lnTo>
                    <a:pt x="5152568" y="7200"/>
                  </a:lnTo>
                  <a:lnTo>
                    <a:pt x="5153025" y="6083"/>
                  </a:lnTo>
                  <a:lnTo>
                    <a:pt x="5153025" y="3454"/>
                  </a:lnTo>
                  <a:close/>
                </a:path>
                <a:path w="5295900" h="647064">
                  <a:moveTo>
                    <a:pt x="5200650" y="640994"/>
                  </a:moveTo>
                  <a:lnTo>
                    <a:pt x="5200193" y="639876"/>
                  </a:lnTo>
                  <a:lnTo>
                    <a:pt x="5198326" y="638009"/>
                  </a:lnTo>
                  <a:lnTo>
                    <a:pt x="5197208" y="637540"/>
                  </a:lnTo>
                  <a:lnTo>
                    <a:pt x="5194579" y="637540"/>
                  </a:lnTo>
                  <a:lnTo>
                    <a:pt x="5193449" y="638009"/>
                  </a:lnTo>
                  <a:lnTo>
                    <a:pt x="5191595" y="639876"/>
                  </a:lnTo>
                  <a:lnTo>
                    <a:pt x="5191125" y="640994"/>
                  </a:lnTo>
                  <a:lnTo>
                    <a:pt x="5191125" y="643623"/>
                  </a:lnTo>
                  <a:lnTo>
                    <a:pt x="5191595" y="644740"/>
                  </a:lnTo>
                  <a:lnTo>
                    <a:pt x="5193449" y="646607"/>
                  </a:lnTo>
                  <a:lnTo>
                    <a:pt x="5194579" y="647065"/>
                  </a:lnTo>
                  <a:lnTo>
                    <a:pt x="5197208" y="647065"/>
                  </a:lnTo>
                  <a:lnTo>
                    <a:pt x="5198326" y="646607"/>
                  </a:lnTo>
                  <a:lnTo>
                    <a:pt x="5200193" y="644740"/>
                  </a:lnTo>
                  <a:lnTo>
                    <a:pt x="5200650" y="643623"/>
                  </a:lnTo>
                  <a:lnTo>
                    <a:pt x="5200650" y="640994"/>
                  </a:lnTo>
                  <a:close/>
                </a:path>
                <a:path w="5295900" h="647064">
                  <a:moveTo>
                    <a:pt x="5200650" y="3454"/>
                  </a:moveTo>
                  <a:lnTo>
                    <a:pt x="5200193" y="2336"/>
                  </a:lnTo>
                  <a:lnTo>
                    <a:pt x="5198326" y="469"/>
                  </a:lnTo>
                  <a:lnTo>
                    <a:pt x="5197208" y="0"/>
                  </a:lnTo>
                  <a:lnTo>
                    <a:pt x="5194579" y="0"/>
                  </a:lnTo>
                  <a:lnTo>
                    <a:pt x="5193449" y="469"/>
                  </a:lnTo>
                  <a:lnTo>
                    <a:pt x="5191595" y="2336"/>
                  </a:lnTo>
                  <a:lnTo>
                    <a:pt x="5191125" y="3454"/>
                  </a:lnTo>
                  <a:lnTo>
                    <a:pt x="5191125" y="6083"/>
                  </a:lnTo>
                  <a:lnTo>
                    <a:pt x="5191595" y="7200"/>
                  </a:lnTo>
                  <a:lnTo>
                    <a:pt x="5193449" y="9067"/>
                  </a:lnTo>
                  <a:lnTo>
                    <a:pt x="5194579" y="9525"/>
                  </a:lnTo>
                  <a:lnTo>
                    <a:pt x="5197208" y="9525"/>
                  </a:lnTo>
                  <a:lnTo>
                    <a:pt x="5198326" y="9067"/>
                  </a:lnTo>
                  <a:lnTo>
                    <a:pt x="5200193" y="7200"/>
                  </a:lnTo>
                  <a:lnTo>
                    <a:pt x="5200650" y="6083"/>
                  </a:lnTo>
                  <a:lnTo>
                    <a:pt x="5200650" y="3454"/>
                  </a:lnTo>
                  <a:close/>
                </a:path>
                <a:path w="5295900" h="647064">
                  <a:moveTo>
                    <a:pt x="5248275" y="640994"/>
                  </a:moveTo>
                  <a:lnTo>
                    <a:pt x="5247818" y="639876"/>
                  </a:lnTo>
                  <a:lnTo>
                    <a:pt x="5245951" y="638009"/>
                  </a:lnTo>
                  <a:lnTo>
                    <a:pt x="5244833" y="637540"/>
                  </a:lnTo>
                  <a:lnTo>
                    <a:pt x="5242204" y="637540"/>
                  </a:lnTo>
                  <a:lnTo>
                    <a:pt x="5241074" y="638009"/>
                  </a:lnTo>
                  <a:lnTo>
                    <a:pt x="5239220" y="639876"/>
                  </a:lnTo>
                  <a:lnTo>
                    <a:pt x="5238750" y="640994"/>
                  </a:lnTo>
                  <a:lnTo>
                    <a:pt x="5238750" y="643623"/>
                  </a:lnTo>
                  <a:lnTo>
                    <a:pt x="5239220" y="644740"/>
                  </a:lnTo>
                  <a:lnTo>
                    <a:pt x="5241074" y="646607"/>
                  </a:lnTo>
                  <a:lnTo>
                    <a:pt x="5242204" y="647065"/>
                  </a:lnTo>
                  <a:lnTo>
                    <a:pt x="5244833" y="647065"/>
                  </a:lnTo>
                  <a:lnTo>
                    <a:pt x="5245951" y="646607"/>
                  </a:lnTo>
                  <a:lnTo>
                    <a:pt x="5247818" y="644740"/>
                  </a:lnTo>
                  <a:lnTo>
                    <a:pt x="5248275" y="643623"/>
                  </a:lnTo>
                  <a:lnTo>
                    <a:pt x="5248275" y="640994"/>
                  </a:lnTo>
                  <a:close/>
                </a:path>
                <a:path w="5295900" h="647064">
                  <a:moveTo>
                    <a:pt x="5248275" y="3454"/>
                  </a:moveTo>
                  <a:lnTo>
                    <a:pt x="5247818" y="2336"/>
                  </a:lnTo>
                  <a:lnTo>
                    <a:pt x="5245951" y="469"/>
                  </a:lnTo>
                  <a:lnTo>
                    <a:pt x="5244833" y="0"/>
                  </a:lnTo>
                  <a:lnTo>
                    <a:pt x="5242204" y="0"/>
                  </a:lnTo>
                  <a:lnTo>
                    <a:pt x="5241074" y="469"/>
                  </a:lnTo>
                  <a:lnTo>
                    <a:pt x="5239220" y="2336"/>
                  </a:lnTo>
                  <a:lnTo>
                    <a:pt x="5238750" y="3454"/>
                  </a:lnTo>
                  <a:lnTo>
                    <a:pt x="5238750" y="6083"/>
                  </a:lnTo>
                  <a:lnTo>
                    <a:pt x="5239220" y="7200"/>
                  </a:lnTo>
                  <a:lnTo>
                    <a:pt x="5241074" y="9067"/>
                  </a:lnTo>
                  <a:lnTo>
                    <a:pt x="5242204" y="9525"/>
                  </a:lnTo>
                  <a:lnTo>
                    <a:pt x="5244833" y="9525"/>
                  </a:lnTo>
                  <a:lnTo>
                    <a:pt x="5245951" y="9067"/>
                  </a:lnTo>
                  <a:lnTo>
                    <a:pt x="5247818" y="7200"/>
                  </a:lnTo>
                  <a:lnTo>
                    <a:pt x="5248275" y="6083"/>
                  </a:lnTo>
                  <a:lnTo>
                    <a:pt x="5248275" y="3454"/>
                  </a:lnTo>
                  <a:close/>
                </a:path>
                <a:path w="5295900" h="647064">
                  <a:moveTo>
                    <a:pt x="5295900" y="640994"/>
                  </a:moveTo>
                  <a:lnTo>
                    <a:pt x="5295443" y="639876"/>
                  </a:lnTo>
                  <a:lnTo>
                    <a:pt x="5293576" y="638009"/>
                  </a:lnTo>
                  <a:lnTo>
                    <a:pt x="5292458" y="637540"/>
                  </a:lnTo>
                  <a:lnTo>
                    <a:pt x="5289829" y="637540"/>
                  </a:lnTo>
                  <a:lnTo>
                    <a:pt x="5288699" y="638009"/>
                  </a:lnTo>
                  <a:lnTo>
                    <a:pt x="5286845" y="639876"/>
                  </a:lnTo>
                  <a:lnTo>
                    <a:pt x="5286375" y="640994"/>
                  </a:lnTo>
                  <a:lnTo>
                    <a:pt x="5286375" y="643623"/>
                  </a:lnTo>
                  <a:lnTo>
                    <a:pt x="5286845" y="644740"/>
                  </a:lnTo>
                  <a:lnTo>
                    <a:pt x="5288699" y="646607"/>
                  </a:lnTo>
                  <a:lnTo>
                    <a:pt x="5289829" y="647065"/>
                  </a:lnTo>
                  <a:lnTo>
                    <a:pt x="5292458" y="647065"/>
                  </a:lnTo>
                  <a:lnTo>
                    <a:pt x="5293576" y="646607"/>
                  </a:lnTo>
                  <a:lnTo>
                    <a:pt x="5295443" y="644740"/>
                  </a:lnTo>
                  <a:lnTo>
                    <a:pt x="5295900" y="643623"/>
                  </a:lnTo>
                  <a:lnTo>
                    <a:pt x="5295900" y="640994"/>
                  </a:lnTo>
                  <a:close/>
                </a:path>
                <a:path w="5295900" h="647064">
                  <a:moveTo>
                    <a:pt x="5295900" y="3454"/>
                  </a:moveTo>
                  <a:lnTo>
                    <a:pt x="5295443" y="2336"/>
                  </a:lnTo>
                  <a:lnTo>
                    <a:pt x="5293576" y="469"/>
                  </a:lnTo>
                  <a:lnTo>
                    <a:pt x="5292458" y="0"/>
                  </a:lnTo>
                  <a:lnTo>
                    <a:pt x="5289829" y="0"/>
                  </a:lnTo>
                  <a:lnTo>
                    <a:pt x="5288699" y="469"/>
                  </a:lnTo>
                  <a:lnTo>
                    <a:pt x="5286845" y="2336"/>
                  </a:lnTo>
                  <a:lnTo>
                    <a:pt x="5286375" y="3454"/>
                  </a:lnTo>
                  <a:lnTo>
                    <a:pt x="5286375" y="6083"/>
                  </a:lnTo>
                  <a:lnTo>
                    <a:pt x="5286845" y="7200"/>
                  </a:lnTo>
                  <a:lnTo>
                    <a:pt x="5288699" y="9067"/>
                  </a:lnTo>
                  <a:lnTo>
                    <a:pt x="5289829" y="9525"/>
                  </a:lnTo>
                  <a:lnTo>
                    <a:pt x="5292458" y="9525"/>
                  </a:lnTo>
                  <a:lnTo>
                    <a:pt x="5293576" y="9067"/>
                  </a:lnTo>
                  <a:lnTo>
                    <a:pt x="5295443" y="7200"/>
                  </a:lnTo>
                  <a:lnTo>
                    <a:pt x="5295900" y="6083"/>
                  </a:lnTo>
                  <a:lnTo>
                    <a:pt x="5295900" y="345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78445" y="3318609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4862" y="2474912"/>
            <a:ext cx="5295900" cy="1581150"/>
            <a:chOff x="804862" y="2474912"/>
            <a:chExt cx="5295900" cy="1581150"/>
          </a:xfrm>
        </p:grpSpPr>
        <p:sp>
          <p:nvSpPr>
            <p:cNvPr id="34" name="object 34"/>
            <p:cNvSpPr/>
            <p:nvPr/>
          </p:nvSpPr>
          <p:spPr>
            <a:xfrm>
              <a:off x="804862" y="2766695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5295900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5295900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5295900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5295900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5295900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5295900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5295900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5295900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5295900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5295900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5295900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5295900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5295900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5295900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5295900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5295900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5295900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5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5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5295900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5295900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5" y="464"/>
                  </a:lnTo>
                  <a:lnTo>
                    <a:pt x="913935" y="2324"/>
                  </a:lnTo>
                  <a:lnTo>
                    <a:pt x="914400" y="3447"/>
                  </a:lnTo>
                  <a:lnTo>
                    <a:pt x="914400" y="6077"/>
                  </a:lnTo>
                  <a:lnTo>
                    <a:pt x="913935" y="7200"/>
                  </a:lnTo>
                  <a:lnTo>
                    <a:pt x="912075" y="9060"/>
                  </a:lnTo>
                  <a:lnTo>
                    <a:pt x="910952" y="9524"/>
                  </a:lnTo>
                  <a:close/>
                </a:path>
                <a:path w="5295900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5295900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5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5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5295900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5295900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5" y="6077"/>
                  </a:lnTo>
                  <a:lnTo>
                    <a:pt x="1095375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5295900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5295900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5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5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5295900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5295900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5295900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5295900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5295900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5" y="7200"/>
                  </a:lnTo>
                  <a:lnTo>
                    <a:pt x="1428750" y="6077"/>
                  </a:lnTo>
                  <a:lnTo>
                    <a:pt x="1428750" y="3447"/>
                  </a:lnTo>
                  <a:lnTo>
                    <a:pt x="1429215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50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50" y="9060"/>
                  </a:lnTo>
                  <a:lnTo>
                    <a:pt x="1434827" y="9524"/>
                  </a:lnTo>
                  <a:close/>
                </a:path>
                <a:path w="5295900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5295900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5295900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5295900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50" y="464"/>
                  </a:lnTo>
                  <a:lnTo>
                    <a:pt x="1628310" y="2324"/>
                  </a:lnTo>
                  <a:lnTo>
                    <a:pt x="1628775" y="3447"/>
                  </a:lnTo>
                  <a:lnTo>
                    <a:pt x="1628775" y="6077"/>
                  </a:lnTo>
                  <a:lnTo>
                    <a:pt x="1628310" y="7200"/>
                  </a:lnTo>
                  <a:lnTo>
                    <a:pt x="1626450" y="9060"/>
                  </a:lnTo>
                  <a:lnTo>
                    <a:pt x="1625327" y="9524"/>
                  </a:lnTo>
                  <a:close/>
                </a:path>
                <a:path w="5295900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5295900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5295900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5295900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5295900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5295900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5295900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5295900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5" y="7200"/>
                  </a:lnTo>
                  <a:lnTo>
                    <a:pt x="2000250" y="6077"/>
                  </a:lnTo>
                  <a:lnTo>
                    <a:pt x="2000250" y="3447"/>
                  </a:lnTo>
                  <a:lnTo>
                    <a:pt x="2000715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50" y="464"/>
                  </a:lnTo>
                  <a:lnTo>
                    <a:pt x="2009310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10" y="7200"/>
                  </a:lnTo>
                  <a:lnTo>
                    <a:pt x="2007450" y="9060"/>
                  </a:lnTo>
                  <a:lnTo>
                    <a:pt x="2006327" y="9524"/>
                  </a:lnTo>
                  <a:close/>
                </a:path>
                <a:path w="5295900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5295900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5295900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5295900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50" y="464"/>
                  </a:lnTo>
                  <a:lnTo>
                    <a:pt x="2199809" y="2324"/>
                  </a:lnTo>
                  <a:lnTo>
                    <a:pt x="2200275" y="3447"/>
                  </a:lnTo>
                  <a:lnTo>
                    <a:pt x="2200275" y="6077"/>
                  </a:lnTo>
                  <a:lnTo>
                    <a:pt x="2199809" y="7200"/>
                  </a:lnTo>
                  <a:lnTo>
                    <a:pt x="2197950" y="9060"/>
                  </a:lnTo>
                  <a:lnTo>
                    <a:pt x="2196827" y="9524"/>
                  </a:lnTo>
                  <a:close/>
                </a:path>
                <a:path w="5295900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5295900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5295900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5295900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5295900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5295900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5295900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5295900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5295900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5295900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5295900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5295900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5295900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5295900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60" y="2324"/>
                  </a:lnTo>
                  <a:lnTo>
                    <a:pt x="2867025" y="3447"/>
                  </a:lnTo>
                  <a:lnTo>
                    <a:pt x="2867025" y="6077"/>
                  </a:lnTo>
                  <a:lnTo>
                    <a:pt x="2866560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5295900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5295900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5295900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5295900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5295900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5295900" h="9525">
                  <a:moveTo>
                    <a:pt x="3149327" y="9524"/>
                  </a:moveTo>
                  <a:lnTo>
                    <a:pt x="3146697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7" y="0"/>
                  </a:lnTo>
                  <a:lnTo>
                    <a:pt x="3149327" y="0"/>
                  </a:lnTo>
                  <a:lnTo>
                    <a:pt x="3150450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50" y="9060"/>
                  </a:lnTo>
                  <a:lnTo>
                    <a:pt x="3149327" y="9524"/>
                  </a:lnTo>
                  <a:close/>
                </a:path>
                <a:path w="5295900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4" y="6077"/>
                  </a:lnTo>
                  <a:lnTo>
                    <a:pt x="3190874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4" y="464"/>
                  </a:lnTo>
                  <a:lnTo>
                    <a:pt x="3199934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4" y="7200"/>
                  </a:lnTo>
                  <a:lnTo>
                    <a:pt x="3198074" y="9060"/>
                  </a:lnTo>
                  <a:lnTo>
                    <a:pt x="3196952" y="9524"/>
                  </a:lnTo>
                  <a:close/>
                </a:path>
                <a:path w="5295900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700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700" y="9060"/>
                  </a:lnTo>
                  <a:lnTo>
                    <a:pt x="3244577" y="9524"/>
                  </a:lnTo>
                  <a:close/>
                </a:path>
                <a:path w="5295900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5295900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5295900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5295900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5295900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5295900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5295900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5295900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60" y="2324"/>
                  </a:lnTo>
                  <a:lnTo>
                    <a:pt x="3629025" y="3447"/>
                  </a:lnTo>
                  <a:lnTo>
                    <a:pt x="3629025" y="6077"/>
                  </a:lnTo>
                  <a:lnTo>
                    <a:pt x="3628560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5295900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5295900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5295900" h="9525">
                  <a:moveTo>
                    <a:pt x="3768452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2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2" y="9524"/>
                  </a:lnTo>
                  <a:close/>
                </a:path>
                <a:path w="5295900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5295900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5295900" h="9525">
                  <a:moveTo>
                    <a:pt x="3911327" y="9524"/>
                  </a:moveTo>
                  <a:lnTo>
                    <a:pt x="3908697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7" y="0"/>
                  </a:lnTo>
                  <a:lnTo>
                    <a:pt x="3911327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7" y="9524"/>
                  </a:lnTo>
                  <a:close/>
                </a:path>
                <a:path w="5295900" h="9525">
                  <a:moveTo>
                    <a:pt x="3958952" y="9524"/>
                  </a:moveTo>
                  <a:lnTo>
                    <a:pt x="3956322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2" y="0"/>
                  </a:lnTo>
                  <a:lnTo>
                    <a:pt x="3958952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2" y="9524"/>
                  </a:lnTo>
                  <a:close/>
                </a:path>
                <a:path w="5295900" h="9525">
                  <a:moveTo>
                    <a:pt x="4006577" y="9524"/>
                  </a:moveTo>
                  <a:lnTo>
                    <a:pt x="4003947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7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5295900" h="9525">
                  <a:moveTo>
                    <a:pt x="4054202" y="9524"/>
                  </a:moveTo>
                  <a:lnTo>
                    <a:pt x="4051572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2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5295900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09" y="2324"/>
                  </a:lnTo>
                  <a:lnTo>
                    <a:pt x="4105274" y="3447"/>
                  </a:lnTo>
                  <a:lnTo>
                    <a:pt x="4105274" y="6077"/>
                  </a:lnTo>
                  <a:lnTo>
                    <a:pt x="4104809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5295900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5295900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5295900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5295900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5295900" h="9525">
                  <a:moveTo>
                    <a:pt x="4339952" y="9524"/>
                  </a:moveTo>
                  <a:lnTo>
                    <a:pt x="4337322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2" y="0"/>
                  </a:lnTo>
                  <a:lnTo>
                    <a:pt x="4339952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2" y="9524"/>
                  </a:lnTo>
                  <a:close/>
                </a:path>
                <a:path w="5295900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500" y="6077"/>
                  </a:lnTo>
                  <a:lnTo>
                    <a:pt x="4381500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5295900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5295900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5295900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5295900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5295900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5295900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5295900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5295900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5295900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5295900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5295900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  <a:path w="5295900" h="9525">
                  <a:moveTo>
                    <a:pt x="4959077" y="9524"/>
                  </a:moveTo>
                  <a:lnTo>
                    <a:pt x="4956446" y="9524"/>
                  </a:lnTo>
                  <a:lnTo>
                    <a:pt x="4955324" y="9060"/>
                  </a:lnTo>
                  <a:lnTo>
                    <a:pt x="4953464" y="7200"/>
                  </a:lnTo>
                  <a:lnTo>
                    <a:pt x="4952999" y="6077"/>
                  </a:lnTo>
                  <a:lnTo>
                    <a:pt x="4952999" y="3447"/>
                  </a:lnTo>
                  <a:lnTo>
                    <a:pt x="4953464" y="2324"/>
                  </a:lnTo>
                  <a:lnTo>
                    <a:pt x="4955324" y="464"/>
                  </a:lnTo>
                  <a:lnTo>
                    <a:pt x="4956446" y="0"/>
                  </a:lnTo>
                  <a:lnTo>
                    <a:pt x="4959077" y="0"/>
                  </a:lnTo>
                  <a:lnTo>
                    <a:pt x="4960199" y="464"/>
                  </a:lnTo>
                  <a:lnTo>
                    <a:pt x="4962059" y="2324"/>
                  </a:lnTo>
                  <a:lnTo>
                    <a:pt x="4962524" y="3447"/>
                  </a:lnTo>
                  <a:lnTo>
                    <a:pt x="4962524" y="6077"/>
                  </a:lnTo>
                  <a:lnTo>
                    <a:pt x="4962059" y="7200"/>
                  </a:lnTo>
                  <a:lnTo>
                    <a:pt x="4960199" y="9060"/>
                  </a:lnTo>
                  <a:lnTo>
                    <a:pt x="4959077" y="9524"/>
                  </a:lnTo>
                  <a:close/>
                </a:path>
                <a:path w="5295900" h="9525">
                  <a:moveTo>
                    <a:pt x="5006702" y="9524"/>
                  </a:moveTo>
                  <a:lnTo>
                    <a:pt x="5004071" y="9524"/>
                  </a:lnTo>
                  <a:lnTo>
                    <a:pt x="5002949" y="9060"/>
                  </a:lnTo>
                  <a:lnTo>
                    <a:pt x="5001089" y="7200"/>
                  </a:lnTo>
                  <a:lnTo>
                    <a:pt x="5000624" y="6077"/>
                  </a:lnTo>
                  <a:lnTo>
                    <a:pt x="5000624" y="3447"/>
                  </a:lnTo>
                  <a:lnTo>
                    <a:pt x="5001089" y="2324"/>
                  </a:lnTo>
                  <a:lnTo>
                    <a:pt x="5002949" y="464"/>
                  </a:lnTo>
                  <a:lnTo>
                    <a:pt x="5004071" y="0"/>
                  </a:lnTo>
                  <a:lnTo>
                    <a:pt x="5006702" y="0"/>
                  </a:lnTo>
                  <a:lnTo>
                    <a:pt x="5007824" y="464"/>
                  </a:lnTo>
                  <a:lnTo>
                    <a:pt x="5009684" y="2324"/>
                  </a:lnTo>
                  <a:lnTo>
                    <a:pt x="5010149" y="3447"/>
                  </a:lnTo>
                  <a:lnTo>
                    <a:pt x="5010149" y="6077"/>
                  </a:lnTo>
                  <a:lnTo>
                    <a:pt x="5009684" y="7200"/>
                  </a:lnTo>
                  <a:lnTo>
                    <a:pt x="5007824" y="9060"/>
                  </a:lnTo>
                  <a:lnTo>
                    <a:pt x="5006702" y="9524"/>
                  </a:lnTo>
                  <a:close/>
                </a:path>
                <a:path w="5295900" h="9525">
                  <a:moveTo>
                    <a:pt x="5054326" y="9524"/>
                  </a:moveTo>
                  <a:lnTo>
                    <a:pt x="5051696" y="9524"/>
                  </a:lnTo>
                  <a:lnTo>
                    <a:pt x="5050574" y="9060"/>
                  </a:lnTo>
                  <a:lnTo>
                    <a:pt x="5048714" y="7200"/>
                  </a:lnTo>
                  <a:lnTo>
                    <a:pt x="5048249" y="6077"/>
                  </a:lnTo>
                  <a:lnTo>
                    <a:pt x="5048249" y="3447"/>
                  </a:lnTo>
                  <a:lnTo>
                    <a:pt x="5048714" y="2324"/>
                  </a:lnTo>
                  <a:lnTo>
                    <a:pt x="5050574" y="464"/>
                  </a:lnTo>
                  <a:lnTo>
                    <a:pt x="5051696" y="0"/>
                  </a:lnTo>
                  <a:lnTo>
                    <a:pt x="5054326" y="0"/>
                  </a:lnTo>
                  <a:lnTo>
                    <a:pt x="5055449" y="464"/>
                  </a:lnTo>
                  <a:lnTo>
                    <a:pt x="5057309" y="2324"/>
                  </a:lnTo>
                  <a:lnTo>
                    <a:pt x="5057774" y="3447"/>
                  </a:lnTo>
                  <a:lnTo>
                    <a:pt x="5057774" y="6077"/>
                  </a:lnTo>
                  <a:lnTo>
                    <a:pt x="5057309" y="7200"/>
                  </a:lnTo>
                  <a:lnTo>
                    <a:pt x="5055449" y="9060"/>
                  </a:lnTo>
                  <a:lnTo>
                    <a:pt x="5054326" y="9524"/>
                  </a:lnTo>
                  <a:close/>
                </a:path>
                <a:path w="5295900" h="9525">
                  <a:moveTo>
                    <a:pt x="5101951" y="9524"/>
                  </a:moveTo>
                  <a:lnTo>
                    <a:pt x="5099322" y="9524"/>
                  </a:lnTo>
                  <a:lnTo>
                    <a:pt x="5098199" y="9060"/>
                  </a:lnTo>
                  <a:lnTo>
                    <a:pt x="5096339" y="7200"/>
                  </a:lnTo>
                  <a:lnTo>
                    <a:pt x="5095874" y="6077"/>
                  </a:lnTo>
                  <a:lnTo>
                    <a:pt x="5095874" y="3447"/>
                  </a:lnTo>
                  <a:lnTo>
                    <a:pt x="5096339" y="2324"/>
                  </a:lnTo>
                  <a:lnTo>
                    <a:pt x="5098199" y="464"/>
                  </a:lnTo>
                  <a:lnTo>
                    <a:pt x="5099322" y="0"/>
                  </a:lnTo>
                  <a:lnTo>
                    <a:pt x="5101951" y="0"/>
                  </a:lnTo>
                  <a:lnTo>
                    <a:pt x="5103074" y="464"/>
                  </a:lnTo>
                  <a:lnTo>
                    <a:pt x="5104934" y="2324"/>
                  </a:lnTo>
                  <a:lnTo>
                    <a:pt x="5105399" y="3447"/>
                  </a:lnTo>
                  <a:lnTo>
                    <a:pt x="5105399" y="6077"/>
                  </a:lnTo>
                  <a:lnTo>
                    <a:pt x="5104934" y="7200"/>
                  </a:lnTo>
                  <a:lnTo>
                    <a:pt x="5103074" y="9060"/>
                  </a:lnTo>
                  <a:lnTo>
                    <a:pt x="5101951" y="9524"/>
                  </a:lnTo>
                  <a:close/>
                </a:path>
                <a:path w="5295900" h="9525">
                  <a:moveTo>
                    <a:pt x="5149577" y="9524"/>
                  </a:moveTo>
                  <a:lnTo>
                    <a:pt x="5146946" y="9524"/>
                  </a:lnTo>
                  <a:lnTo>
                    <a:pt x="5145824" y="9060"/>
                  </a:lnTo>
                  <a:lnTo>
                    <a:pt x="5143964" y="7200"/>
                  </a:lnTo>
                  <a:lnTo>
                    <a:pt x="5143499" y="6077"/>
                  </a:lnTo>
                  <a:lnTo>
                    <a:pt x="5143499" y="3447"/>
                  </a:lnTo>
                  <a:lnTo>
                    <a:pt x="5143964" y="2324"/>
                  </a:lnTo>
                  <a:lnTo>
                    <a:pt x="5145824" y="464"/>
                  </a:lnTo>
                  <a:lnTo>
                    <a:pt x="5146946" y="0"/>
                  </a:lnTo>
                  <a:lnTo>
                    <a:pt x="5149577" y="0"/>
                  </a:lnTo>
                  <a:lnTo>
                    <a:pt x="5150699" y="464"/>
                  </a:lnTo>
                  <a:lnTo>
                    <a:pt x="5152559" y="2324"/>
                  </a:lnTo>
                  <a:lnTo>
                    <a:pt x="5153024" y="3447"/>
                  </a:lnTo>
                  <a:lnTo>
                    <a:pt x="5153024" y="6077"/>
                  </a:lnTo>
                  <a:lnTo>
                    <a:pt x="5152559" y="7200"/>
                  </a:lnTo>
                  <a:lnTo>
                    <a:pt x="5150699" y="9060"/>
                  </a:lnTo>
                  <a:lnTo>
                    <a:pt x="5149577" y="9524"/>
                  </a:lnTo>
                  <a:close/>
                </a:path>
                <a:path w="5295900" h="9525">
                  <a:moveTo>
                    <a:pt x="5197202" y="9524"/>
                  </a:moveTo>
                  <a:lnTo>
                    <a:pt x="5194571" y="9524"/>
                  </a:lnTo>
                  <a:lnTo>
                    <a:pt x="5193449" y="9060"/>
                  </a:lnTo>
                  <a:lnTo>
                    <a:pt x="5191589" y="7200"/>
                  </a:lnTo>
                  <a:lnTo>
                    <a:pt x="5191124" y="6077"/>
                  </a:lnTo>
                  <a:lnTo>
                    <a:pt x="5191124" y="3447"/>
                  </a:lnTo>
                  <a:lnTo>
                    <a:pt x="5191589" y="2324"/>
                  </a:lnTo>
                  <a:lnTo>
                    <a:pt x="5193449" y="464"/>
                  </a:lnTo>
                  <a:lnTo>
                    <a:pt x="5194571" y="0"/>
                  </a:lnTo>
                  <a:lnTo>
                    <a:pt x="5197202" y="0"/>
                  </a:lnTo>
                  <a:lnTo>
                    <a:pt x="5198324" y="464"/>
                  </a:lnTo>
                  <a:lnTo>
                    <a:pt x="5200184" y="2324"/>
                  </a:lnTo>
                  <a:lnTo>
                    <a:pt x="5200649" y="3447"/>
                  </a:lnTo>
                  <a:lnTo>
                    <a:pt x="5200649" y="6077"/>
                  </a:lnTo>
                  <a:lnTo>
                    <a:pt x="5200184" y="7200"/>
                  </a:lnTo>
                  <a:lnTo>
                    <a:pt x="5198324" y="9060"/>
                  </a:lnTo>
                  <a:lnTo>
                    <a:pt x="5197202" y="9524"/>
                  </a:lnTo>
                  <a:close/>
                </a:path>
                <a:path w="5295900" h="9525">
                  <a:moveTo>
                    <a:pt x="5244827" y="9524"/>
                  </a:moveTo>
                  <a:lnTo>
                    <a:pt x="5242196" y="9524"/>
                  </a:lnTo>
                  <a:lnTo>
                    <a:pt x="5241074" y="9060"/>
                  </a:lnTo>
                  <a:lnTo>
                    <a:pt x="5239214" y="7200"/>
                  </a:lnTo>
                  <a:lnTo>
                    <a:pt x="5238749" y="6077"/>
                  </a:lnTo>
                  <a:lnTo>
                    <a:pt x="5238749" y="3447"/>
                  </a:lnTo>
                  <a:lnTo>
                    <a:pt x="5239214" y="2324"/>
                  </a:lnTo>
                  <a:lnTo>
                    <a:pt x="5241074" y="464"/>
                  </a:lnTo>
                  <a:lnTo>
                    <a:pt x="5242196" y="0"/>
                  </a:lnTo>
                  <a:lnTo>
                    <a:pt x="5244827" y="0"/>
                  </a:lnTo>
                  <a:lnTo>
                    <a:pt x="5245949" y="464"/>
                  </a:lnTo>
                  <a:lnTo>
                    <a:pt x="5247809" y="2324"/>
                  </a:lnTo>
                  <a:lnTo>
                    <a:pt x="5248274" y="3447"/>
                  </a:lnTo>
                  <a:lnTo>
                    <a:pt x="5248274" y="6077"/>
                  </a:lnTo>
                  <a:lnTo>
                    <a:pt x="5247809" y="7200"/>
                  </a:lnTo>
                  <a:lnTo>
                    <a:pt x="5245949" y="9060"/>
                  </a:lnTo>
                  <a:lnTo>
                    <a:pt x="5244827" y="9524"/>
                  </a:lnTo>
                  <a:close/>
                </a:path>
                <a:path w="5295900" h="9525">
                  <a:moveTo>
                    <a:pt x="5292452" y="9524"/>
                  </a:moveTo>
                  <a:lnTo>
                    <a:pt x="5289821" y="9524"/>
                  </a:lnTo>
                  <a:lnTo>
                    <a:pt x="5288699" y="9060"/>
                  </a:lnTo>
                  <a:lnTo>
                    <a:pt x="5286839" y="7200"/>
                  </a:lnTo>
                  <a:lnTo>
                    <a:pt x="5286374" y="6077"/>
                  </a:lnTo>
                  <a:lnTo>
                    <a:pt x="5286374" y="3447"/>
                  </a:lnTo>
                  <a:lnTo>
                    <a:pt x="5286839" y="2324"/>
                  </a:lnTo>
                  <a:lnTo>
                    <a:pt x="5288699" y="464"/>
                  </a:lnTo>
                  <a:lnTo>
                    <a:pt x="5289821" y="0"/>
                  </a:lnTo>
                  <a:lnTo>
                    <a:pt x="5292452" y="0"/>
                  </a:lnTo>
                  <a:lnTo>
                    <a:pt x="5293574" y="464"/>
                  </a:lnTo>
                  <a:lnTo>
                    <a:pt x="5295434" y="2324"/>
                  </a:lnTo>
                  <a:lnTo>
                    <a:pt x="5295899" y="3447"/>
                  </a:lnTo>
                  <a:lnTo>
                    <a:pt x="5295899" y="6077"/>
                  </a:lnTo>
                  <a:lnTo>
                    <a:pt x="5295434" y="7200"/>
                  </a:lnTo>
                  <a:lnTo>
                    <a:pt x="5293574" y="9060"/>
                  </a:lnTo>
                  <a:lnTo>
                    <a:pt x="5292452" y="952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862" y="2474912"/>
              <a:ext cx="49529" cy="158114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78445" y="2681069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21496" y="4213125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ahoma"/>
                <a:cs typeface="Tahoma"/>
              </a:rPr>
              <a:t>BRS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2895" y="2884537"/>
            <a:ext cx="177800" cy="7207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ahoma"/>
                <a:cs typeface="Tahoma"/>
              </a:rPr>
              <a:t>Depression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93049" y="406717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2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54135" y="406717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3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15219" y="406717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4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76304" y="4067175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5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76934" y="2164587"/>
            <a:ext cx="5247640" cy="1891664"/>
            <a:chOff x="876934" y="2164587"/>
            <a:chExt cx="5247640" cy="1891664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0282" y="2474912"/>
              <a:ext cx="54292" cy="158114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9739" y="3933253"/>
              <a:ext cx="89535" cy="11808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9739" y="3741991"/>
              <a:ext cx="89534" cy="15328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9581" y="3741991"/>
              <a:ext cx="89535" cy="31407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48112" y="2474912"/>
              <a:ext cx="89534" cy="158114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59355" y="3678237"/>
              <a:ext cx="89535" cy="37782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28496" y="2913189"/>
              <a:ext cx="89535" cy="114287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09197" y="2474912"/>
              <a:ext cx="89535" cy="158114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78654" y="2976943"/>
              <a:ext cx="89535" cy="107911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98270" y="3040697"/>
              <a:ext cx="89535" cy="101536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59039" y="3295713"/>
              <a:ext cx="89535" cy="76034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28812" y="3295713"/>
              <a:ext cx="89534" cy="72707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59355" y="3486975"/>
              <a:ext cx="89534" cy="8953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25942" y="2474912"/>
              <a:ext cx="89535" cy="158114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59039" y="3104451"/>
              <a:ext cx="89534" cy="8953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89581" y="3231959"/>
              <a:ext cx="89534" cy="15328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89581" y="3040697"/>
              <a:ext cx="89534" cy="8953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59355" y="3295713"/>
              <a:ext cx="89534" cy="8953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20124" y="3040697"/>
              <a:ext cx="89534" cy="8953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06326" y="3741991"/>
              <a:ext cx="89534" cy="8953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2180862" y="38105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180862" y="381050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D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76100" y="3423221"/>
              <a:ext cx="89534" cy="8953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76100" y="3104451"/>
              <a:ext cx="89534" cy="15328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56484" y="3359467"/>
              <a:ext cx="89534" cy="8953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541631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DF4040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541631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DF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36869" y="3295713"/>
              <a:ext cx="89534" cy="8953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36869" y="3040697"/>
              <a:ext cx="89534" cy="15328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536869" y="2913189"/>
              <a:ext cx="89534" cy="8953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06642" y="3359467"/>
              <a:ext cx="89534" cy="8953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06642" y="3168205"/>
              <a:ext cx="89534" cy="8953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887027" y="2474912"/>
              <a:ext cx="89534" cy="158114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067411" y="2849435"/>
              <a:ext cx="89534" cy="11095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37185" y="2976943"/>
              <a:ext cx="89534" cy="21704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37185" y="3295713"/>
              <a:ext cx="89535" cy="76034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06642" y="3550729"/>
              <a:ext cx="89534" cy="3445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17569" y="2913189"/>
              <a:ext cx="89534" cy="8953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17569" y="3104451"/>
              <a:ext cx="89534" cy="85458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97954" y="2658173"/>
              <a:ext cx="89534" cy="8953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97954" y="2913189"/>
              <a:ext cx="89535" cy="114287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67727" y="2849435"/>
              <a:ext cx="89534" cy="8953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67727" y="2658173"/>
              <a:ext cx="89534" cy="15328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541631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326633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541631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3266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67727" y="3040697"/>
              <a:ext cx="89535" cy="101536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180862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180862" y="374675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356484" y="3805745"/>
              <a:ext cx="89534" cy="8953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76934" y="2164587"/>
              <a:ext cx="114299" cy="11429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34110" y="2164587"/>
              <a:ext cx="114299" cy="11429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81759" y="2164587"/>
              <a:ext cx="114299" cy="11429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29410" y="2164587"/>
              <a:ext cx="114299" cy="114299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96109" y="2164587"/>
              <a:ext cx="114299" cy="11429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134234" y="2164587"/>
              <a:ext cx="114299" cy="11429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62834" y="2164587"/>
              <a:ext cx="114299" cy="114299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629535" y="2164587"/>
              <a:ext cx="114299" cy="114299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377824" y="1809813"/>
            <a:ext cx="247777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Cluster,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52423"/>
                </a:solidFill>
                <a:latin typeface="Tahoma"/>
                <a:cs typeface="Tahoma"/>
              </a:rPr>
              <a:t>BRS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Depression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  <a:tabLst>
                <a:tab pos="624840" algn="l"/>
                <a:tab pos="880110" algn="l"/>
                <a:tab pos="1126490" algn="l"/>
                <a:tab pos="1378585" algn="l"/>
                <a:tab pos="1640839" algn="l"/>
                <a:tab pos="1878330" algn="l"/>
                <a:tab pos="2113280" algn="l"/>
                <a:tab pos="2373630" algn="l"/>
              </a:tabLst>
            </a:pP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Cluster</a:t>
            </a: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B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C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D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E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G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-50" dirty="0">
                <a:solidFill>
                  <a:srgbClr val="605D5C"/>
                </a:solidFill>
                <a:latin typeface="Segoe UI"/>
                <a:cs typeface="Segoe UI"/>
              </a:rPr>
              <a:t>H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683375" y="1809813"/>
            <a:ext cx="13728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Stress</a:t>
            </a:r>
            <a:r>
              <a:rPr sz="1400" spc="-10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10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52423"/>
                </a:solidFill>
                <a:latin typeface="Tahoma"/>
                <a:cs typeface="Tahoma"/>
              </a:rPr>
              <a:t>Anxiety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7110400" y="2538729"/>
            <a:ext cx="4914900" cy="1515745"/>
          </a:xfrm>
          <a:custGeom>
            <a:avLst/>
            <a:gdLst/>
            <a:ahLst/>
            <a:cxnLst/>
            <a:rect l="l" t="t" r="r" b="b"/>
            <a:pathLst>
              <a:path w="4914900" h="1515745">
                <a:moveTo>
                  <a:pt x="9525" y="1509674"/>
                </a:moveTo>
                <a:lnTo>
                  <a:pt x="9067" y="1508556"/>
                </a:lnTo>
                <a:lnTo>
                  <a:pt x="7200" y="1506689"/>
                </a:lnTo>
                <a:lnTo>
                  <a:pt x="6083" y="1506220"/>
                </a:lnTo>
                <a:lnTo>
                  <a:pt x="3454" y="1506220"/>
                </a:lnTo>
                <a:lnTo>
                  <a:pt x="2336" y="1506689"/>
                </a:lnTo>
                <a:lnTo>
                  <a:pt x="469" y="1508556"/>
                </a:lnTo>
                <a:lnTo>
                  <a:pt x="0" y="1509674"/>
                </a:lnTo>
                <a:lnTo>
                  <a:pt x="0" y="1512303"/>
                </a:lnTo>
                <a:lnTo>
                  <a:pt x="469" y="1513420"/>
                </a:lnTo>
                <a:lnTo>
                  <a:pt x="2336" y="1515287"/>
                </a:lnTo>
                <a:lnTo>
                  <a:pt x="3454" y="1515745"/>
                </a:lnTo>
                <a:lnTo>
                  <a:pt x="6083" y="1515745"/>
                </a:lnTo>
                <a:lnTo>
                  <a:pt x="7200" y="1515287"/>
                </a:lnTo>
                <a:lnTo>
                  <a:pt x="9067" y="1513420"/>
                </a:lnTo>
                <a:lnTo>
                  <a:pt x="9525" y="1512303"/>
                </a:lnTo>
                <a:lnTo>
                  <a:pt x="9525" y="1509674"/>
                </a:lnTo>
                <a:close/>
              </a:path>
              <a:path w="4914900" h="1515745">
                <a:moveTo>
                  <a:pt x="9525" y="756564"/>
                </a:moveTo>
                <a:lnTo>
                  <a:pt x="9067" y="755446"/>
                </a:lnTo>
                <a:lnTo>
                  <a:pt x="7200" y="753579"/>
                </a:lnTo>
                <a:lnTo>
                  <a:pt x="6083" y="753110"/>
                </a:lnTo>
                <a:lnTo>
                  <a:pt x="3454" y="753110"/>
                </a:lnTo>
                <a:lnTo>
                  <a:pt x="2336" y="753579"/>
                </a:lnTo>
                <a:lnTo>
                  <a:pt x="469" y="755446"/>
                </a:lnTo>
                <a:lnTo>
                  <a:pt x="0" y="756564"/>
                </a:lnTo>
                <a:lnTo>
                  <a:pt x="0" y="759193"/>
                </a:lnTo>
                <a:lnTo>
                  <a:pt x="469" y="760310"/>
                </a:lnTo>
                <a:lnTo>
                  <a:pt x="2336" y="762177"/>
                </a:lnTo>
                <a:lnTo>
                  <a:pt x="3454" y="762635"/>
                </a:lnTo>
                <a:lnTo>
                  <a:pt x="6083" y="762635"/>
                </a:lnTo>
                <a:lnTo>
                  <a:pt x="7200" y="762177"/>
                </a:lnTo>
                <a:lnTo>
                  <a:pt x="9067" y="760310"/>
                </a:lnTo>
                <a:lnTo>
                  <a:pt x="9525" y="759193"/>
                </a:lnTo>
                <a:lnTo>
                  <a:pt x="9525" y="756564"/>
                </a:lnTo>
                <a:close/>
              </a:path>
              <a:path w="4914900" h="151574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914900" h="1515745">
                <a:moveTo>
                  <a:pt x="57150" y="1509674"/>
                </a:moveTo>
                <a:lnTo>
                  <a:pt x="56692" y="1508556"/>
                </a:lnTo>
                <a:lnTo>
                  <a:pt x="54825" y="1506689"/>
                </a:lnTo>
                <a:lnTo>
                  <a:pt x="53708" y="1506220"/>
                </a:lnTo>
                <a:lnTo>
                  <a:pt x="51079" y="1506220"/>
                </a:lnTo>
                <a:lnTo>
                  <a:pt x="49961" y="1506689"/>
                </a:lnTo>
                <a:lnTo>
                  <a:pt x="48094" y="1508556"/>
                </a:lnTo>
                <a:lnTo>
                  <a:pt x="47625" y="1509674"/>
                </a:lnTo>
                <a:lnTo>
                  <a:pt x="47625" y="1512303"/>
                </a:lnTo>
                <a:lnTo>
                  <a:pt x="48094" y="1513420"/>
                </a:lnTo>
                <a:lnTo>
                  <a:pt x="49961" y="1515287"/>
                </a:lnTo>
                <a:lnTo>
                  <a:pt x="51079" y="1515745"/>
                </a:lnTo>
                <a:lnTo>
                  <a:pt x="53708" y="1515745"/>
                </a:lnTo>
                <a:lnTo>
                  <a:pt x="54825" y="1515287"/>
                </a:lnTo>
                <a:lnTo>
                  <a:pt x="56692" y="1513420"/>
                </a:lnTo>
                <a:lnTo>
                  <a:pt x="57150" y="1512303"/>
                </a:lnTo>
                <a:lnTo>
                  <a:pt x="57150" y="1509674"/>
                </a:lnTo>
                <a:close/>
              </a:path>
              <a:path w="4914900" h="1515745">
                <a:moveTo>
                  <a:pt x="57150" y="756564"/>
                </a:moveTo>
                <a:lnTo>
                  <a:pt x="56692" y="755446"/>
                </a:lnTo>
                <a:lnTo>
                  <a:pt x="54825" y="753579"/>
                </a:lnTo>
                <a:lnTo>
                  <a:pt x="53708" y="753110"/>
                </a:lnTo>
                <a:lnTo>
                  <a:pt x="51079" y="753110"/>
                </a:lnTo>
                <a:lnTo>
                  <a:pt x="49961" y="753579"/>
                </a:lnTo>
                <a:lnTo>
                  <a:pt x="48094" y="755446"/>
                </a:lnTo>
                <a:lnTo>
                  <a:pt x="47625" y="756564"/>
                </a:lnTo>
                <a:lnTo>
                  <a:pt x="47625" y="759193"/>
                </a:lnTo>
                <a:lnTo>
                  <a:pt x="48094" y="760310"/>
                </a:lnTo>
                <a:lnTo>
                  <a:pt x="49961" y="762177"/>
                </a:lnTo>
                <a:lnTo>
                  <a:pt x="51079" y="762635"/>
                </a:lnTo>
                <a:lnTo>
                  <a:pt x="53708" y="762635"/>
                </a:lnTo>
                <a:lnTo>
                  <a:pt x="54825" y="762177"/>
                </a:lnTo>
                <a:lnTo>
                  <a:pt x="56692" y="760310"/>
                </a:lnTo>
                <a:lnTo>
                  <a:pt x="57150" y="759193"/>
                </a:lnTo>
                <a:lnTo>
                  <a:pt x="57150" y="756564"/>
                </a:lnTo>
                <a:close/>
              </a:path>
              <a:path w="4914900" h="151574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914900" h="1515745">
                <a:moveTo>
                  <a:pt x="104775" y="1509674"/>
                </a:moveTo>
                <a:lnTo>
                  <a:pt x="104317" y="1508556"/>
                </a:lnTo>
                <a:lnTo>
                  <a:pt x="102450" y="1506689"/>
                </a:lnTo>
                <a:lnTo>
                  <a:pt x="101333" y="1506220"/>
                </a:lnTo>
                <a:lnTo>
                  <a:pt x="98704" y="1506220"/>
                </a:lnTo>
                <a:lnTo>
                  <a:pt x="97586" y="1506689"/>
                </a:lnTo>
                <a:lnTo>
                  <a:pt x="95719" y="1508556"/>
                </a:lnTo>
                <a:lnTo>
                  <a:pt x="95250" y="1509674"/>
                </a:lnTo>
                <a:lnTo>
                  <a:pt x="95250" y="1512303"/>
                </a:lnTo>
                <a:lnTo>
                  <a:pt x="95719" y="1513420"/>
                </a:lnTo>
                <a:lnTo>
                  <a:pt x="97586" y="1515287"/>
                </a:lnTo>
                <a:lnTo>
                  <a:pt x="98704" y="1515745"/>
                </a:lnTo>
                <a:lnTo>
                  <a:pt x="101333" y="1515745"/>
                </a:lnTo>
                <a:lnTo>
                  <a:pt x="102450" y="1515287"/>
                </a:lnTo>
                <a:lnTo>
                  <a:pt x="104317" y="1513420"/>
                </a:lnTo>
                <a:lnTo>
                  <a:pt x="104775" y="1512303"/>
                </a:lnTo>
                <a:lnTo>
                  <a:pt x="104775" y="1509674"/>
                </a:lnTo>
                <a:close/>
              </a:path>
              <a:path w="4914900" h="1515745">
                <a:moveTo>
                  <a:pt x="104775" y="756564"/>
                </a:moveTo>
                <a:lnTo>
                  <a:pt x="104317" y="755446"/>
                </a:lnTo>
                <a:lnTo>
                  <a:pt x="102450" y="753579"/>
                </a:lnTo>
                <a:lnTo>
                  <a:pt x="101333" y="753110"/>
                </a:lnTo>
                <a:lnTo>
                  <a:pt x="98704" y="753110"/>
                </a:lnTo>
                <a:lnTo>
                  <a:pt x="97586" y="753579"/>
                </a:lnTo>
                <a:lnTo>
                  <a:pt x="95719" y="755446"/>
                </a:lnTo>
                <a:lnTo>
                  <a:pt x="95250" y="756564"/>
                </a:lnTo>
                <a:lnTo>
                  <a:pt x="95250" y="759193"/>
                </a:lnTo>
                <a:lnTo>
                  <a:pt x="95719" y="760310"/>
                </a:lnTo>
                <a:lnTo>
                  <a:pt x="97586" y="762177"/>
                </a:lnTo>
                <a:lnTo>
                  <a:pt x="98704" y="762635"/>
                </a:lnTo>
                <a:lnTo>
                  <a:pt x="101333" y="762635"/>
                </a:lnTo>
                <a:lnTo>
                  <a:pt x="102450" y="762177"/>
                </a:lnTo>
                <a:lnTo>
                  <a:pt x="104317" y="760310"/>
                </a:lnTo>
                <a:lnTo>
                  <a:pt x="104775" y="759193"/>
                </a:lnTo>
                <a:lnTo>
                  <a:pt x="104775" y="756564"/>
                </a:lnTo>
                <a:close/>
              </a:path>
              <a:path w="4914900" h="151574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914900" h="1515745">
                <a:moveTo>
                  <a:pt x="152400" y="1509674"/>
                </a:moveTo>
                <a:lnTo>
                  <a:pt x="151942" y="1508556"/>
                </a:lnTo>
                <a:lnTo>
                  <a:pt x="150075" y="1506689"/>
                </a:lnTo>
                <a:lnTo>
                  <a:pt x="148958" y="1506220"/>
                </a:lnTo>
                <a:lnTo>
                  <a:pt x="146329" y="1506220"/>
                </a:lnTo>
                <a:lnTo>
                  <a:pt x="145211" y="1506689"/>
                </a:lnTo>
                <a:lnTo>
                  <a:pt x="143344" y="1508556"/>
                </a:lnTo>
                <a:lnTo>
                  <a:pt x="142875" y="1509674"/>
                </a:lnTo>
                <a:lnTo>
                  <a:pt x="142875" y="1512303"/>
                </a:lnTo>
                <a:lnTo>
                  <a:pt x="143344" y="1513420"/>
                </a:lnTo>
                <a:lnTo>
                  <a:pt x="145211" y="1515287"/>
                </a:lnTo>
                <a:lnTo>
                  <a:pt x="146329" y="1515745"/>
                </a:lnTo>
                <a:lnTo>
                  <a:pt x="148958" y="1515745"/>
                </a:lnTo>
                <a:lnTo>
                  <a:pt x="150075" y="1515287"/>
                </a:lnTo>
                <a:lnTo>
                  <a:pt x="151942" y="1513420"/>
                </a:lnTo>
                <a:lnTo>
                  <a:pt x="152400" y="1512303"/>
                </a:lnTo>
                <a:lnTo>
                  <a:pt x="152400" y="1509674"/>
                </a:lnTo>
                <a:close/>
              </a:path>
              <a:path w="4914900" h="1515745">
                <a:moveTo>
                  <a:pt x="152400" y="756564"/>
                </a:moveTo>
                <a:lnTo>
                  <a:pt x="151942" y="755446"/>
                </a:lnTo>
                <a:lnTo>
                  <a:pt x="150075" y="753579"/>
                </a:lnTo>
                <a:lnTo>
                  <a:pt x="148958" y="753110"/>
                </a:lnTo>
                <a:lnTo>
                  <a:pt x="146329" y="753110"/>
                </a:lnTo>
                <a:lnTo>
                  <a:pt x="145211" y="753579"/>
                </a:lnTo>
                <a:lnTo>
                  <a:pt x="143344" y="755446"/>
                </a:lnTo>
                <a:lnTo>
                  <a:pt x="142875" y="756564"/>
                </a:lnTo>
                <a:lnTo>
                  <a:pt x="142875" y="759193"/>
                </a:lnTo>
                <a:lnTo>
                  <a:pt x="143344" y="760310"/>
                </a:lnTo>
                <a:lnTo>
                  <a:pt x="145211" y="762177"/>
                </a:lnTo>
                <a:lnTo>
                  <a:pt x="146329" y="762635"/>
                </a:lnTo>
                <a:lnTo>
                  <a:pt x="148958" y="762635"/>
                </a:lnTo>
                <a:lnTo>
                  <a:pt x="150075" y="762177"/>
                </a:lnTo>
                <a:lnTo>
                  <a:pt x="151942" y="760310"/>
                </a:lnTo>
                <a:lnTo>
                  <a:pt x="152400" y="759193"/>
                </a:lnTo>
                <a:lnTo>
                  <a:pt x="152400" y="756564"/>
                </a:lnTo>
                <a:close/>
              </a:path>
              <a:path w="4914900" h="151574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914900" h="1515745">
                <a:moveTo>
                  <a:pt x="200025" y="1509674"/>
                </a:moveTo>
                <a:lnTo>
                  <a:pt x="199567" y="1508556"/>
                </a:lnTo>
                <a:lnTo>
                  <a:pt x="197700" y="1506689"/>
                </a:lnTo>
                <a:lnTo>
                  <a:pt x="196583" y="1506220"/>
                </a:lnTo>
                <a:lnTo>
                  <a:pt x="193954" y="1506220"/>
                </a:lnTo>
                <a:lnTo>
                  <a:pt x="192836" y="1506689"/>
                </a:lnTo>
                <a:lnTo>
                  <a:pt x="190969" y="1508556"/>
                </a:lnTo>
                <a:lnTo>
                  <a:pt x="190500" y="1509674"/>
                </a:lnTo>
                <a:lnTo>
                  <a:pt x="190500" y="1512303"/>
                </a:lnTo>
                <a:lnTo>
                  <a:pt x="190969" y="1513420"/>
                </a:lnTo>
                <a:lnTo>
                  <a:pt x="192836" y="1515287"/>
                </a:lnTo>
                <a:lnTo>
                  <a:pt x="193954" y="1515745"/>
                </a:lnTo>
                <a:lnTo>
                  <a:pt x="196583" y="1515745"/>
                </a:lnTo>
                <a:lnTo>
                  <a:pt x="197700" y="1515287"/>
                </a:lnTo>
                <a:lnTo>
                  <a:pt x="199567" y="1513420"/>
                </a:lnTo>
                <a:lnTo>
                  <a:pt x="200025" y="1512303"/>
                </a:lnTo>
                <a:lnTo>
                  <a:pt x="200025" y="1509674"/>
                </a:lnTo>
                <a:close/>
              </a:path>
              <a:path w="4914900" h="1515745">
                <a:moveTo>
                  <a:pt x="200025" y="756564"/>
                </a:moveTo>
                <a:lnTo>
                  <a:pt x="199567" y="755446"/>
                </a:lnTo>
                <a:lnTo>
                  <a:pt x="197700" y="753579"/>
                </a:lnTo>
                <a:lnTo>
                  <a:pt x="196583" y="753110"/>
                </a:lnTo>
                <a:lnTo>
                  <a:pt x="193954" y="753110"/>
                </a:lnTo>
                <a:lnTo>
                  <a:pt x="192836" y="753579"/>
                </a:lnTo>
                <a:lnTo>
                  <a:pt x="190969" y="755446"/>
                </a:lnTo>
                <a:lnTo>
                  <a:pt x="190500" y="756564"/>
                </a:lnTo>
                <a:lnTo>
                  <a:pt x="190500" y="759193"/>
                </a:lnTo>
                <a:lnTo>
                  <a:pt x="190969" y="760310"/>
                </a:lnTo>
                <a:lnTo>
                  <a:pt x="192836" y="762177"/>
                </a:lnTo>
                <a:lnTo>
                  <a:pt x="193954" y="762635"/>
                </a:lnTo>
                <a:lnTo>
                  <a:pt x="196583" y="762635"/>
                </a:lnTo>
                <a:lnTo>
                  <a:pt x="197700" y="762177"/>
                </a:lnTo>
                <a:lnTo>
                  <a:pt x="199567" y="760310"/>
                </a:lnTo>
                <a:lnTo>
                  <a:pt x="200025" y="759193"/>
                </a:lnTo>
                <a:lnTo>
                  <a:pt x="200025" y="756564"/>
                </a:lnTo>
                <a:close/>
              </a:path>
              <a:path w="4914900" h="151574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914900" h="1515745">
                <a:moveTo>
                  <a:pt x="247650" y="1509674"/>
                </a:moveTo>
                <a:lnTo>
                  <a:pt x="247192" y="1508556"/>
                </a:lnTo>
                <a:lnTo>
                  <a:pt x="245325" y="1506689"/>
                </a:lnTo>
                <a:lnTo>
                  <a:pt x="244208" y="1506220"/>
                </a:lnTo>
                <a:lnTo>
                  <a:pt x="241579" y="1506220"/>
                </a:lnTo>
                <a:lnTo>
                  <a:pt x="240461" y="1506689"/>
                </a:lnTo>
                <a:lnTo>
                  <a:pt x="238594" y="1508556"/>
                </a:lnTo>
                <a:lnTo>
                  <a:pt x="238125" y="1509674"/>
                </a:lnTo>
                <a:lnTo>
                  <a:pt x="238125" y="1512303"/>
                </a:lnTo>
                <a:lnTo>
                  <a:pt x="238594" y="1513420"/>
                </a:lnTo>
                <a:lnTo>
                  <a:pt x="240461" y="1515287"/>
                </a:lnTo>
                <a:lnTo>
                  <a:pt x="241579" y="1515745"/>
                </a:lnTo>
                <a:lnTo>
                  <a:pt x="244208" y="1515745"/>
                </a:lnTo>
                <a:lnTo>
                  <a:pt x="245325" y="1515287"/>
                </a:lnTo>
                <a:lnTo>
                  <a:pt x="247192" y="1513420"/>
                </a:lnTo>
                <a:lnTo>
                  <a:pt x="247650" y="1512303"/>
                </a:lnTo>
                <a:lnTo>
                  <a:pt x="247650" y="1509674"/>
                </a:lnTo>
                <a:close/>
              </a:path>
              <a:path w="4914900" h="1515745">
                <a:moveTo>
                  <a:pt x="247650" y="756564"/>
                </a:moveTo>
                <a:lnTo>
                  <a:pt x="247192" y="755446"/>
                </a:lnTo>
                <a:lnTo>
                  <a:pt x="245325" y="753579"/>
                </a:lnTo>
                <a:lnTo>
                  <a:pt x="244208" y="753110"/>
                </a:lnTo>
                <a:lnTo>
                  <a:pt x="241579" y="753110"/>
                </a:lnTo>
                <a:lnTo>
                  <a:pt x="240461" y="753579"/>
                </a:lnTo>
                <a:lnTo>
                  <a:pt x="238594" y="755446"/>
                </a:lnTo>
                <a:lnTo>
                  <a:pt x="238125" y="756564"/>
                </a:lnTo>
                <a:lnTo>
                  <a:pt x="238125" y="759193"/>
                </a:lnTo>
                <a:lnTo>
                  <a:pt x="238594" y="760310"/>
                </a:lnTo>
                <a:lnTo>
                  <a:pt x="240461" y="762177"/>
                </a:lnTo>
                <a:lnTo>
                  <a:pt x="241579" y="762635"/>
                </a:lnTo>
                <a:lnTo>
                  <a:pt x="244208" y="762635"/>
                </a:lnTo>
                <a:lnTo>
                  <a:pt x="245325" y="762177"/>
                </a:lnTo>
                <a:lnTo>
                  <a:pt x="247192" y="760310"/>
                </a:lnTo>
                <a:lnTo>
                  <a:pt x="247650" y="759193"/>
                </a:lnTo>
                <a:lnTo>
                  <a:pt x="247650" y="756564"/>
                </a:lnTo>
                <a:close/>
              </a:path>
              <a:path w="4914900" h="151574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914900" h="1515745">
                <a:moveTo>
                  <a:pt x="295275" y="1509674"/>
                </a:moveTo>
                <a:lnTo>
                  <a:pt x="294817" y="1508556"/>
                </a:lnTo>
                <a:lnTo>
                  <a:pt x="292950" y="1506689"/>
                </a:lnTo>
                <a:lnTo>
                  <a:pt x="291833" y="1506220"/>
                </a:lnTo>
                <a:lnTo>
                  <a:pt x="289204" y="1506220"/>
                </a:lnTo>
                <a:lnTo>
                  <a:pt x="288086" y="1506689"/>
                </a:lnTo>
                <a:lnTo>
                  <a:pt x="286219" y="1508556"/>
                </a:lnTo>
                <a:lnTo>
                  <a:pt x="285750" y="1509674"/>
                </a:lnTo>
                <a:lnTo>
                  <a:pt x="285750" y="1512303"/>
                </a:lnTo>
                <a:lnTo>
                  <a:pt x="286219" y="1513420"/>
                </a:lnTo>
                <a:lnTo>
                  <a:pt x="288086" y="1515287"/>
                </a:lnTo>
                <a:lnTo>
                  <a:pt x="289204" y="1515745"/>
                </a:lnTo>
                <a:lnTo>
                  <a:pt x="291833" y="1515745"/>
                </a:lnTo>
                <a:lnTo>
                  <a:pt x="292950" y="1515287"/>
                </a:lnTo>
                <a:lnTo>
                  <a:pt x="294817" y="1513420"/>
                </a:lnTo>
                <a:lnTo>
                  <a:pt x="295275" y="1512303"/>
                </a:lnTo>
                <a:lnTo>
                  <a:pt x="295275" y="1509674"/>
                </a:lnTo>
                <a:close/>
              </a:path>
              <a:path w="4914900" h="1515745">
                <a:moveTo>
                  <a:pt x="295275" y="756564"/>
                </a:moveTo>
                <a:lnTo>
                  <a:pt x="294817" y="755446"/>
                </a:lnTo>
                <a:lnTo>
                  <a:pt x="292950" y="753579"/>
                </a:lnTo>
                <a:lnTo>
                  <a:pt x="291833" y="753110"/>
                </a:lnTo>
                <a:lnTo>
                  <a:pt x="289204" y="753110"/>
                </a:lnTo>
                <a:lnTo>
                  <a:pt x="288086" y="753579"/>
                </a:lnTo>
                <a:lnTo>
                  <a:pt x="286219" y="755446"/>
                </a:lnTo>
                <a:lnTo>
                  <a:pt x="285750" y="756564"/>
                </a:lnTo>
                <a:lnTo>
                  <a:pt x="285750" y="759193"/>
                </a:lnTo>
                <a:lnTo>
                  <a:pt x="286219" y="760310"/>
                </a:lnTo>
                <a:lnTo>
                  <a:pt x="288086" y="762177"/>
                </a:lnTo>
                <a:lnTo>
                  <a:pt x="289204" y="762635"/>
                </a:lnTo>
                <a:lnTo>
                  <a:pt x="291833" y="762635"/>
                </a:lnTo>
                <a:lnTo>
                  <a:pt x="292950" y="762177"/>
                </a:lnTo>
                <a:lnTo>
                  <a:pt x="294817" y="760310"/>
                </a:lnTo>
                <a:lnTo>
                  <a:pt x="295275" y="759193"/>
                </a:lnTo>
                <a:lnTo>
                  <a:pt x="295275" y="756564"/>
                </a:lnTo>
                <a:close/>
              </a:path>
              <a:path w="4914900" h="151574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914900" h="1515745">
                <a:moveTo>
                  <a:pt x="342900" y="1509674"/>
                </a:moveTo>
                <a:lnTo>
                  <a:pt x="342442" y="1508556"/>
                </a:lnTo>
                <a:lnTo>
                  <a:pt x="340575" y="1506689"/>
                </a:lnTo>
                <a:lnTo>
                  <a:pt x="339458" y="1506220"/>
                </a:lnTo>
                <a:lnTo>
                  <a:pt x="336829" y="1506220"/>
                </a:lnTo>
                <a:lnTo>
                  <a:pt x="335711" y="1506689"/>
                </a:lnTo>
                <a:lnTo>
                  <a:pt x="333844" y="1508556"/>
                </a:lnTo>
                <a:lnTo>
                  <a:pt x="333375" y="1509674"/>
                </a:lnTo>
                <a:lnTo>
                  <a:pt x="333375" y="1512303"/>
                </a:lnTo>
                <a:lnTo>
                  <a:pt x="333844" y="1513420"/>
                </a:lnTo>
                <a:lnTo>
                  <a:pt x="335711" y="1515287"/>
                </a:lnTo>
                <a:lnTo>
                  <a:pt x="336829" y="1515745"/>
                </a:lnTo>
                <a:lnTo>
                  <a:pt x="339458" y="1515745"/>
                </a:lnTo>
                <a:lnTo>
                  <a:pt x="340575" y="1515287"/>
                </a:lnTo>
                <a:lnTo>
                  <a:pt x="342442" y="1513420"/>
                </a:lnTo>
                <a:lnTo>
                  <a:pt x="342900" y="1512303"/>
                </a:lnTo>
                <a:lnTo>
                  <a:pt x="342900" y="1509674"/>
                </a:lnTo>
                <a:close/>
              </a:path>
              <a:path w="4914900" h="1515745">
                <a:moveTo>
                  <a:pt x="342900" y="756564"/>
                </a:moveTo>
                <a:lnTo>
                  <a:pt x="342442" y="755446"/>
                </a:lnTo>
                <a:lnTo>
                  <a:pt x="340575" y="753579"/>
                </a:lnTo>
                <a:lnTo>
                  <a:pt x="339458" y="753110"/>
                </a:lnTo>
                <a:lnTo>
                  <a:pt x="336829" y="753110"/>
                </a:lnTo>
                <a:lnTo>
                  <a:pt x="335711" y="753579"/>
                </a:lnTo>
                <a:lnTo>
                  <a:pt x="333844" y="755446"/>
                </a:lnTo>
                <a:lnTo>
                  <a:pt x="333375" y="756564"/>
                </a:lnTo>
                <a:lnTo>
                  <a:pt x="333375" y="759193"/>
                </a:lnTo>
                <a:lnTo>
                  <a:pt x="333844" y="760310"/>
                </a:lnTo>
                <a:lnTo>
                  <a:pt x="335711" y="762177"/>
                </a:lnTo>
                <a:lnTo>
                  <a:pt x="336829" y="762635"/>
                </a:lnTo>
                <a:lnTo>
                  <a:pt x="339458" y="762635"/>
                </a:lnTo>
                <a:lnTo>
                  <a:pt x="340575" y="762177"/>
                </a:lnTo>
                <a:lnTo>
                  <a:pt x="342442" y="760310"/>
                </a:lnTo>
                <a:lnTo>
                  <a:pt x="342900" y="759193"/>
                </a:lnTo>
                <a:lnTo>
                  <a:pt x="342900" y="756564"/>
                </a:lnTo>
                <a:close/>
              </a:path>
              <a:path w="4914900" h="151574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914900" h="1515745">
                <a:moveTo>
                  <a:pt x="390525" y="1509674"/>
                </a:moveTo>
                <a:lnTo>
                  <a:pt x="390067" y="1508556"/>
                </a:lnTo>
                <a:lnTo>
                  <a:pt x="388200" y="1506689"/>
                </a:lnTo>
                <a:lnTo>
                  <a:pt x="387083" y="1506220"/>
                </a:lnTo>
                <a:lnTo>
                  <a:pt x="384454" y="1506220"/>
                </a:lnTo>
                <a:lnTo>
                  <a:pt x="383336" y="1506689"/>
                </a:lnTo>
                <a:lnTo>
                  <a:pt x="381469" y="1508556"/>
                </a:lnTo>
                <a:lnTo>
                  <a:pt x="381000" y="1509674"/>
                </a:lnTo>
                <a:lnTo>
                  <a:pt x="381000" y="1512303"/>
                </a:lnTo>
                <a:lnTo>
                  <a:pt x="381469" y="1513420"/>
                </a:lnTo>
                <a:lnTo>
                  <a:pt x="383336" y="1515287"/>
                </a:lnTo>
                <a:lnTo>
                  <a:pt x="384454" y="1515745"/>
                </a:lnTo>
                <a:lnTo>
                  <a:pt x="387083" y="1515745"/>
                </a:lnTo>
                <a:lnTo>
                  <a:pt x="388200" y="1515287"/>
                </a:lnTo>
                <a:lnTo>
                  <a:pt x="390067" y="1513420"/>
                </a:lnTo>
                <a:lnTo>
                  <a:pt x="390525" y="1512303"/>
                </a:lnTo>
                <a:lnTo>
                  <a:pt x="390525" y="1509674"/>
                </a:lnTo>
                <a:close/>
              </a:path>
              <a:path w="4914900" h="1515745">
                <a:moveTo>
                  <a:pt x="390525" y="756564"/>
                </a:moveTo>
                <a:lnTo>
                  <a:pt x="390067" y="755446"/>
                </a:lnTo>
                <a:lnTo>
                  <a:pt x="388200" y="753579"/>
                </a:lnTo>
                <a:lnTo>
                  <a:pt x="387083" y="753110"/>
                </a:lnTo>
                <a:lnTo>
                  <a:pt x="384454" y="753110"/>
                </a:lnTo>
                <a:lnTo>
                  <a:pt x="383336" y="753579"/>
                </a:lnTo>
                <a:lnTo>
                  <a:pt x="381469" y="755446"/>
                </a:lnTo>
                <a:lnTo>
                  <a:pt x="381000" y="756564"/>
                </a:lnTo>
                <a:lnTo>
                  <a:pt x="381000" y="759193"/>
                </a:lnTo>
                <a:lnTo>
                  <a:pt x="381469" y="760310"/>
                </a:lnTo>
                <a:lnTo>
                  <a:pt x="383336" y="762177"/>
                </a:lnTo>
                <a:lnTo>
                  <a:pt x="384454" y="762635"/>
                </a:lnTo>
                <a:lnTo>
                  <a:pt x="387083" y="762635"/>
                </a:lnTo>
                <a:lnTo>
                  <a:pt x="388200" y="762177"/>
                </a:lnTo>
                <a:lnTo>
                  <a:pt x="390067" y="760310"/>
                </a:lnTo>
                <a:lnTo>
                  <a:pt x="390525" y="759193"/>
                </a:lnTo>
                <a:lnTo>
                  <a:pt x="390525" y="756564"/>
                </a:lnTo>
                <a:close/>
              </a:path>
              <a:path w="4914900" h="151574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914900" h="1515745">
                <a:moveTo>
                  <a:pt x="438150" y="1509674"/>
                </a:moveTo>
                <a:lnTo>
                  <a:pt x="437692" y="1508556"/>
                </a:lnTo>
                <a:lnTo>
                  <a:pt x="435825" y="1506689"/>
                </a:lnTo>
                <a:lnTo>
                  <a:pt x="434708" y="1506220"/>
                </a:lnTo>
                <a:lnTo>
                  <a:pt x="432079" y="1506220"/>
                </a:lnTo>
                <a:lnTo>
                  <a:pt x="430961" y="1506689"/>
                </a:lnTo>
                <a:lnTo>
                  <a:pt x="429094" y="1508556"/>
                </a:lnTo>
                <a:lnTo>
                  <a:pt x="428625" y="1509674"/>
                </a:lnTo>
                <a:lnTo>
                  <a:pt x="428625" y="1512303"/>
                </a:lnTo>
                <a:lnTo>
                  <a:pt x="429094" y="1513420"/>
                </a:lnTo>
                <a:lnTo>
                  <a:pt x="430961" y="1515287"/>
                </a:lnTo>
                <a:lnTo>
                  <a:pt x="432079" y="1515745"/>
                </a:lnTo>
                <a:lnTo>
                  <a:pt x="434708" y="1515745"/>
                </a:lnTo>
                <a:lnTo>
                  <a:pt x="435825" y="1515287"/>
                </a:lnTo>
                <a:lnTo>
                  <a:pt x="437692" y="1513420"/>
                </a:lnTo>
                <a:lnTo>
                  <a:pt x="438150" y="1512303"/>
                </a:lnTo>
                <a:lnTo>
                  <a:pt x="438150" y="1509674"/>
                </a:lnTo>
                <a:close/>
              </a:path>
              <a:path w="4914900" h="1515745">
                <a:moveTo>
                  <a:pt x="438150" y="756564"/>
                </a:moveTo>
                <a:lnTo>
                  <a:pt x="437692" y="755446"/>
                </a:lnTo>
                <a:lnTo>
                  <a:pt x="435825" y="753579"/>
                </a:lnTo>
                <a:lnTo>
                  <a:pt x="434708" y="753110"/>
                </a:lnTo>
                <a:lnTo>
                  <a:pt x="432079" y="753110"/>
                </a:lnTo>
                <a:lnTo>
                  <a:pt x="430961" y="753579"/>
                </a:lnTo>
                <a:lnTo>
                  <a:pt x="429094" y="755446"/>
                </a:lnTo>
                <a:lnTo>
                  <a:pt x="428625" y="756564"/>
                </a:lnTo>
                <a:lnTo>
                  <a:pt x="428625" y="759193"/>
                </a:lnTo>
                <a:lnTo>
                  <a:pt x="429094" y="760310"/>
                </a:lnTo>
                <a:lnTo>
                  <a:pt x="430961" y="762177"/>
                </a:lnTo>
                <a:lnTo>
                  <a:pt x="432079" y="762635"/>
                </a:lnTo>
                <a:lnTo>
                  <a:pt x="434708" y="762635"/>
                </a:lnTo>
                <a:lnTo>
                  <a:pt x="435825" y="762177"/>
                </a:lnTo>
                <a:lnTo>
                  <a:pt x="437692" y="760310"/>
                </a:lnTo>
                <a:lnTo>
                  <a:pt x="438150" y="759193"/>
                </a:lnTo>
                <a:lnTo>
                  <a:pt x="438150" y="756564"/>
                </a:lnTo>
                <a:close/>
              </a:path>
              <a:path w="4914900" h="151574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914900" h="1515745">
                <a:moveTo>
                  <a:pt x="485775" y="1509674"/>
                </a:moveTo>
                <a:lnTo>
                  <a:pt x="485317" y="1508556"/>
                </a:lnTo>
                <a:lnTo>
                  <a:pt x="483450" y="1506689"/>
                </a:lnTo>
                <a:lnTo>
                  <a:pt x="482333" y="1506220"/>
                </a:lnTo>
                <a:lnTo>
                  <a:pt x="479704" y="1506220"/>
                </a:lnTo>
                <a:lnTo>
                  <a:pt x="478586" y="1506689"/>
                </a:lnTo>
                <a:lnTo>
                  <a:pt x="476719" y="1508556"/>
                </a:lnTo>
                <a:lnTo>
                  <a:pt x="476250" y="1509674"/>
                </a:lnTo>
                <a:lnTo>
                  <a:pt x="476250" y="1512303"/>
                </a:lnTo>
                <a:lnTo>
                  <a:pt x="476719" y="1513420"/>
                </a:lnTo>
                <a:lnTo>
                  <a:pt x="478586" y="1515287"/>
                </a:lnTo>
                <a:lnTo>
                  <a:pt x="479704" y="1515745"/>
                </a:lnTo>
                <a:lnTo>
                  <a:pt x="482333" y="1515745"/>
                </a:lnTo>
                <a:lnTo>
                  <a:pt x="483450" y="1515287"/>
                </a:lnTo>
                <a:lnTo>
                  <a:pt x="485317" y="1513420"/>
                </a:lnTo>
                <a:lnTo>
                  <a:pt x="485775" y="1512303"/>
                </a:lnTo>
                <a:lnTo>
                  <a:pt x="485775" y="1509674"/>
                </a:lnTo>
                <a:close/>
              </a:path>
              <a:path w="4914900" h="1515745">
                <a:moveTo>
                  <a:pt x="485775" y="756564"/>
                </a:moveTo>
                <a:lnTo>
                  <a:pt x="485317" y="755446"/>
                </a:lnTo>
                <a:lnTo>
                  <a:pt x="483450" y="753579"/>
                </a:lnTo>
                <a:lnTo>
                  <a:pt x="482333" y="753110"/>
                </a:lnTo>
                <a:lnTo>
                  <a:pt x="479704" y="753110"/>
                </a:lnTo>
                <a:lnTo>
                  <a:pt x="478586" y="753579"/>
                </a:lnTo>
                <a:lnTo>
                  <a:pt x="476719" y="755446"/>
                </a:lnTo>
                <a:lnTo>
                  <a:pt x="476250" y="756564"/>
                </a:lnTo>
                <a:lnTo>
                  <a:pt x="476250" y="759193"/>
                </a:lnTo>
                <a:lnTo>
                  <a:pt x="476719" y="760310"/>
                </a:lnTo>
                <a:lnTo>
                  <a:pt x="478586" y="762177"/>
                </a:lnTo>
                <a:lnTo>
                  <a:pt x="479704" y="762635"/>
                </a:lnTo>
                <a:lnTo>
                  <a:pt x="482333" y="762635"/>
                </a:lnTo>
                <a:lnTo>
                  <a:pt x="483450" y="762177"/>
                </a:lnTo>
                <a:lnTo>
                  <a:pt x="485317" y="760310"/>
                </a:lnTo>
                <a:lnTo>
                  <a:pt x="485775" y="759193"/>
                </a:lnTo>
                <a:lnTo>
                  <a:pt x="485775" y="756564"/>
                </a:lnTo>
                <a:close/>
              </a:path>
              <a:path w="4914900" h="151574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914900" h="1515745">
                <a:moveTo>
                  <a:pt x="533400" y="1509674"/>
                </a:moveTo>
                <a:lnTo>
                  <a:pt x="532942" y="1508556"/>
                </a:lnTo>
                <a:lnTo>
                  <a:pt x="531075" y="1506689"/>
                </a:lnTo>
                <a:lnTo>
                  <a:pt x="529958" y="1506220"/>
                </a:lnTo>
                <a:lnTo>
                  <a:pt x="527329" y="1506220"/>
                </a:lnTo>
                <a:lnTo>
                  <a:pt x="526211" y="1506689"/>
                </a:lnTo>
                <a:lnTo>
                  <a:pt x="524344" y="1508556"/>
                </a:lnTo>
                <a:lnTo>
                  <a:pt x="523875" y="1509674"/>
                </a:lnTo>
                <a:lnTo>
                  <a:pt x="523875" y="1512303"/>
                </a:lnTo>
                <a:lnTo>
                  <a:pt x="524344" y="1513420"/>
                </a:lnTo>
                <a:lnTo>
                  <a:pt x="526211" y="1515287"/>
                </a:lnTo>
                <a:lnTo>
                  <a:pt x="527329" y="1515745"/>
                </a:lnTo>
                <a:lnTo>
                  <a:pt x="529958" y="1515745"/>
                </a:lnTo>
                <a:lnTo>
                  <a:pt x="531075" y="1515287"/>
                </a:lnTo>
                <a:lnTo>
                  <a:pt x="532942" y="1513420"/>
                </a:lnTo>
                <a:lnTo>
                  <a:pt x="533400" y="1512303"/>
                </a:lnTo>
                <a:lnTo>
                  <a:pt x="533400" y="1509674"/>
                </a:lnTo>
                <a:close/>
              </a:path>
              <a:path w="4914900" h="1515745">
                <a:moveTo>
                  <a:pt x="533400" y="756564"/>
                </a:moveTo>
                <a:lnTo>
                  <a:pt x="532942" y="755446"/>
                </a:lnTo>
                <a:lnTo>
                  <a:pt x="531075" y="753579"/>
                </a:lnTo>
                <a:lnTo>
                  <a:pt x="529958" y="753110"/>
                </a:lnTo>
                <a:lnTo>
                  <a:pt x="527329" y="753110"/>
                </a:lnTo>
                <a:lnTo>
                  <a:pt x="526211" y="753579"/>
                </a:lnTo>
                <a:lnTo>
                  <a:pt x="524344" y="755446"/>
                </a:lnTo>
                <a:lnTo>
                  <a:pt x="523875" y="756564"/>
                </a:lnTo>
                <a:lnTo>
                  <a:pt x="523875" y="759193"/>
                </a:lnTo>
                <a:lnTo>
                  <a:pt x="524344" y="760310"/>
                </a:lnTo>
                <a:lnTo>
                  <a:pt x="526211" y="762177"/>
                </a:lnTo>
                <a:lnTo>
                  <a:pt x="527329" y="762635"/>
                </a:lnTo>
                <a:lnTo>
                  <a:pt x="529958" y="762635"/>
                </a:lnTo>
                <a:lnTo>
                  <a:pt x="531075" y="762177"/>
                </a:lnTo>
                <a:lnTo>
                  <a:pt x="532942" y="760310"/>
                </a:lnTo>
                <a:lnTo>
                  <a:pt x="533400" y="759193"/>
                </a:lnTo>
                <a:lnTo>
                  <a:pt x="533400" y="756564"/>
                </a:lnTo>
                <a:close/>
              </a:path>
              <a:path w="4914900" h="151574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914900" h="1515745">
                <a:moveTo>
                  <a:pt x="581025" y="1509674"/>
                </a:moveTo>
                <a:lnTo>
                  <a:pt x="580567" y="1508556"/>
                </a:lnTo>
                <a:lnTo>
                  <a:pt x="578700" y="1506689"/>
                </a:lnTo>
                <a:lnTo>
                  <a:pt x="577583" y="1506220"/>
                </a:lnTo>
                <a:lnTo>
                  <a:pt x="574954" y="1506220"/>
                </a:lnTo>
                <a:lnTo>
                  <a:pt x="573836" y="1506689"/>
                </a:lnTo>
                <a:lnTo>
                  <a:pt x="571969" y="1508556"/>
                </a:lnTo>
                <a:lnTo>
                  <a:pt x="571500" y="1509674"/>
                </a:lnTo>
                <a:lnTo>
                  <a:pt x="571500" y="1512303"/>
                </a:lnTo>
                <a:lnTo>
                  <a:pt x="571969" y="1513420"/>
                </a:lnTo>
                <a:lnTo>
                  <a:pt x="573836" y="1515287"/>
                </a:lnTo>
                <a:lnTo>
                  <a:pt x="574954" y="1515745"/>
                </a:lnTo>
                <a:lnTo>
                  <a:pt x="577583" y="1515745"/>
                </a:lnTo>
                <a:lnTo>
                  <a:pt x="578700" y="1515287"/>
                </a:lnTo>
                <a:lnTo>
                  <a:pt x="580567" y="1513420"/>
                </a:lnTo>
                <a:lnTo>
                  <a:pt x="581025" y="1512303"/>
                </a:lnTo>
                <a:lnTo>
                  <a:pt x="581025" y="1509674"/>
                </a:lnTo>
                <a:close/>
              </a:path>
              <a:path w="4914900" h="1515745">
                <a:moveTo>
                  <a:pt x="581025" y="756564"/>
                </a:moveTo>
                <a:lnTo>
                  <a:pt x="580567" y="755446"/>
                </a:lnTo>
                <a:lnTo>
                  <a:pt x="578700" y="753579"/>
                </a:lnTo>
                <a:lnTo>
                  <a:pt x="577583" y="753110"/>
                </a:lnTo>
                <a:lnTo>
                  <a:pt x="574954" y="753110"/>
                </a:lnTo>
                <a:lnTo>
                  <a:pt x="573836" y="753579"/>
                </a:lnTo>
                <a:lnTo>
                  <a:pt x="571969" y="755446"/>
                </a:lnTo>
                <a:lnTo>
                  <a:pt x="571500" y="756564"/>
                </a:lnTo>
                <a:lnTo>
                  <a:pt x="571500" y="759193"/>
                </a:lnTo>
                <a:lnTo>
                  <a:pt x="571969" y="760310"/>
                </a:lnTo>
                <a:lnTo>
                  <a:pt x="573836" y="762177"/>
                </a:lnTo>
                <a:lnTo>
                  <a:pt x="574954" y="762635"/>
                </a:lnTo>
                <a:lnTo>
                  <a:pt x="577583" y="762635"/>
                </a:lnTo>
                <a:lnTo>
                  <a:pt x="578700" y="762177"/>
                </a:lnTo>
                <a:lnTo>
                  <a:pt x="580567" y="760310"/>
                </a:lnTo>
                <a:lnTo>
                  <a:pt x="581025" y="759193"/>
                </a:lnTo>
                <a:lnTo>
                  <a:pt x="581025" y="756564"/>
                </a:lnTo>
                <a:close/>
              </a:path>
              <a:path w="4914900" h="151574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914900" h="1515745">
                <a:moveTo>
                  <a:pt x="628650" y="1509674"/>
                </a:moveTo>
                <a:lnTo>
                  <a:pt x="628192" y="1508556"/>
                </a:lnTo>
                <a:lnTo>
                  <a:pt x="626325" y="1506689"/>
                </a:lnTo>
                <a:lnTo>
                  <a:pt x="625208" y="1506220"/>
                </a:lnTo>
                <a:lnTo>
                  <a:pt x="622579" y="1506220"/>
                </a:lnTo>
                <a:lnTo>
                  <a:pt x="621461" y="1506689"/>
                </a:lnTo>
                <a:lnTo>
                  <a:pt x="619594" y="1508556"/>
                </a:lnTo>
                <a:lnTo>
                  <a:pt x="619125" y="1509674"/>
                </a:lnTo>
                <a:lnTo>
                  <a:pt x="619125" y="1512303"/>
                </a:lnTo>
                <a:lnTo>
                  <a:pt x="619594" y="1513420"/>
                </a:lnTo>
                <a:lnTo>
                  <a:pt x="621461" y="1515287"/>
                </a:lnTo>
                <a:lnTo>
                  <a:pt x="622579" y="1515745"/>
                </a:lnTo>
                <a:lnTo>
                  <a:pt x="625208" y="1515745"/>
                </a:lnTo>
                <a:lnTo>
                  <a:pt x="626325" y="1515287"/>
                </a:lnTo>
                <a:lnTo>
                  <a:pt x="628192" y="1513420"/>
                </a:lnTo>
                <a:lnTo>
                  <a:pt x="628650" y="1512303"/>
                </a:lnTo>
                <a:lnTo>
                  <a:pt x="628650" y="1509674"/>
                </a:lnTo>
                <a:close/>
              </a:path>
              <a:path w="4914900" h="1515745">
                <a:moveTo>
                  <a:pt x="628650" y="756564"/>
                </a:moveTo>
                <a:lnTo>
                  <a:pt x="628192" y="755446"/>
                </a:lnTo>
                <a:lnTo>
                  <a:pt x="626325" y="753579"/>
                </a:lnTo>
                <a:lnTo>
                  <a:pt x="625208" y="753110"/>
                </a:lnTo>
                <a:lnTo>
                  <a:pt x="622579" y="753110"/>
                </a:lnTo>
                <a:lnTo>
                  <a:pt x="621461" y="753579"/>
                </a:lnTo>
                <a:lnTo>
                  <a:pt x="619594" y="755446"/>
                </a:lnTo>
                <a:lnTo>
                  <a:pt x="619125" y="756564"/>
                </a:lnTo>
                <a:lnTo>
                  <a:pt x="619125" y="759193"/>
                </a:lnTo>
                <a:lnTo>
                  <a:pt x="619594" y="760310"/>
                </a:lnTo>
                <a:lnTo>
                  <a:pt x="621461" y="762177"/>
                </a:lnTo>
                <a:lnTo>
                  <a:pt x="622579" y="762635"/>
                </a:lnTo>
                <a:lnTo>
                  <a:pt x="625208" y="762635"/>
                </a:lnTo>
                <a:lnTo>
                  <a:pt x="626325" y="762177"/>
                </a:lnTo>
                <a:lnTo>
                  <a:pt x="628192" y="760310"/>
                </a:lnTo>
                <a:lnTo>
                  <a:pt x="628650" y="759193"/>
                </a:lnTo>
                <a:lnTo>
                  <a:pt x="628650" y="756564"/>
                </a:lnTo>
                <a:close/>
              </a:path>
              <a:path w="4914900" h="151574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914900" h="1515745">
                <a:moveTo>
                  <a:pt x="676275" y="1509674"/>
                </a:moveTo>
                <a:lnTo>
                  <a:pt x="675817" y="1508556"/>
                </a:lnTo>
                <a:lnTo>
                  <a:pt x="673950" y="1506689"/>
                </a:lnTo>
                <a:lnTo>
                  <a:pt x="672833" y="1506220"/>
                </a:lnTo>
                <a:lnTo>
                  <a:pt x="670204" y="1506220"/>
                </a:lnTo>
                <a:lnTo>
                  <a:pt x="669086" y="1506689"/>
                </a:lnTo>
                <a:lnTo>
                  <a:pt x="667219" y="1508556"/>
                </a:lnTo>
                <a:lnTo>
                  <a:pt x="666750" y="1509674"/>
                </a:lnTo>
                <a:lnTo>
                  <a:pt x="666750" y="1512303"/>
                </a:lnTo>
                <a:lnTo>
                  <a:pt x="667219" y="1513420"/>
                </a:lnTo>
                <a:lnTo>
                  <a:pt x="669086" y="1515287"/>
                </a:lnTo>
                <a:lnTo>
                  <a:pt x="670204" y="1515745"/>
                </a:lnTo>
                <a:lnTo>
                  <a:pt x="672833" y="1515745"/>
                </a:lnTo>
                <a:lnTo>
                  <a:pt x="673950" y="1515287"/>
                </a:lnTo>
                <a:lnTo>
                  <a:pt x="675817" y="1513420"/>
                </a:lnTo>
                <a:lnTo>
                  <a:pt x="676275" y="1512303"/>
                </a:lnTo>
                <a:lnTo>
                  <a:pt x="676275" y="1509674"/>
                </a:lnTo>
                <a:close/>
              </a:path>
              <a:path w="4914900" h="1515745">
                <a:moveTo>
                  <a:pt x="676275" y="756564"/>
                </a:moveTo>
                <a:lnTo>
                  <a:pt x="675817" y="755446"/>
                </a:lnTo>
                <a:lnTo>
                  <a:pt x="673950" y="753579"/>
                </a:lnTo>
                <a:lnTo>
                  <a:pt x="672833" y="753110"/>
                </a:lnTo>
                <a:lnTo>
                  <a:pt x="670204" y="753110"/>
                </a:lnTo>
                <a:lnTo>
                  <a:pt x="669086" y="753579"/>
                </a:lnTo>
                <a:lnTo>
                  <a:pt x="667219" y="755446"/>
                </a:lnTo>
                <a:lnTo>
                  <a:pt x="666750" y="756564"/>
                </a:lnTo>
                <a:lnTo>
                  <a:pt x="666750" y="759193"/>
                </a:lnTo>
                <a:lnTo>
                  <a:pt x="667219" y="760310"/>
                </a:lnTo>
                <a:lnTo>
                  <a:pt x="669086" y="762177"/>
                </a:lnTo>
                <a:lnTo>
                  <a:pt x="670204" y="762635"/>
                </a:lnTo>
                <a:lnTo>
                  <a:pt x="672833" y="762635"/>
                </a:lnTo>
                <a:lnTo>
                  <a:pt x="673950" y="762177"/>
                </a:lnTo>
                <a:lnTo>
                  <a:pt x="675817" y="760310"/>
                </a:lnTo>
                <a:lnTo>
                  <a:pt x="676275" y="759193"/>
                </a:lnTo>
                <a:lnTo>
                  <a:pt x="676275" y="756564"/>
                </a:lnTo>
                <a:close/>
              </a:path>
              <a:path w="4914900" h="151574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914900" h="1515745">
                <a:moveTo>
                  <a:pt x="723900" y="1509674"/>
                </a:moveTo>
                <a:lnTo>
                  <a:pt x="723442" y="1508556"/>
                </a:lnTo>
                <a:lnTo>
                  <a:pt x="721575" y="1506689"/>
                </a:lnTo>
                <a:lnTo>
                  <a:pt x="720458" y="1506220"/>
                </a:lnTo>
                <a:lnTo>
                  <a:pt x="717829" y="1506220"/>
                </a:lnTo>
                <a:lnTo>
                  <a:pt x="716711" y="1506689"/>
                </a:lnTo>
                <a:lnTo>
                  <a:pt x="714844" y="1508556"/>
                </a:lnTo>
                <a:lnTo>
                  <a:pt x="714375" y="1509674"/>
                </a:lnTo>
                <a:lnTo>
                  <a:pt x="714375" y="1512303"/>
                </a:lnTo>
                <a:lnTo>
                  <a:pt x="714844" y="1513420"/>
                </a:lnTo>
                <a:lnTo>
                  <a:pt x="716711" y="1515287"/>
                </a:lnTo>
                <a:lnTo>
                  <a:pt x="717829" y="1515745"/>
                </a:lnTo>
                <a:lnTo>
                  <a:pt x="720458" y="1515745"/>
                </a:lnTo>
                <a:lnTo>
                  <a:pt x="721575" y="1515287"/>
                </a:lnTo>
                <a:lnTo>
                  <a:pt x="723442" y="1513420"/>
                </a:lnTo>
                <a:lnTo>
                  <a:pt x="723900" y="1512303"/>
                </a:lnTo>
                <a:lnTo>
                  <a:pt x="723900" y="1509674"/>
                </a:lnTo>
                <a:close/>
              </a:path>
              <a:path w="4914900" h="1515745">
                <a:moveTo>
                  <a:pt x="723900" y="756564"/>
                </a:moveTo>
                <a:lnTo>
                  <a:pt x="723442" y="755446"/>
                </a:lnTo>
                <a:lnTo>
                  <a:pt x="721575" y="753579"/>
                </a:lnTo>
                <a:lnTo>
                  <a:pt x="720458" y="753110"/>
                </a:lnTo>
                <a:lnTo>
                  <a:pt x="717829" y="753110"/>
                </a:lnTo>
                <a:lnTo>
                  <a:pt x="716711" y="753579"/>
                </a:lnTo>
                <a:lnTo>
                  <a:pt x="714844" y="755446"/>
                </a:lnTo>
                <a:lnTo>
                  <a:pt x="714375" y="756564"/>
                </a:lnTo>
                <a:lnTo>
                  <a:pt x="714375" y="759193"/>
                </a:lnTo>
                <a:lnTo>
                  <a:pt x="714844" y="760310"/>
                </a:lnTo>
                <a:lnTo>
                  <a:pt x="716711" y="762177"/>
                </a:lnTo>
                <a:lnTo>
                  <a:pt x="717829" y="762635"/>
                </a:lnTo>
                <a:lnTo>
                  <a:pt x="720458" y="762635"/>
                </a:lnTo>
                <a:lnTo>
                  <a:pt x="721575" y="762177"/>
                </a:lnTo>
                <a:lnTo>
                  <a:pt x="723442" y="760310"/>
                </a:lnTo>
                <a:lnTo>
                  <a:pt x="723900" y="759193"/>
                </a:lnTo>
                <a:lnTo>
                  <a:pt x="723900" y="756564"/>
                </a:lnTo>
                <a:close/>
              </a:path>
              <a:path w="4914900" h="151574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914900" h="1515745">
                <a:moveTo>
                  <a:pt x="771525" y="1509674"/>
                </a:moveTo>
                <a:lnTo>
                  <a:pt x="771067" y="1508556"/>
                </a:lnTo>
                <a:lnTo>
                  <a:pt x="769200" y="1506689"/>
                </a:lnTo>
                <a:lnTo>
                  <a:pt x="768083" y="1506220"/>
                </a:lnTo>
                <a:lnTo>
                  <a:pt x="765454" y="1506220"/>
                </a:lnTo>
                <a:lnTo>
                  <a:pt x="764336" y="1506689"/>
                </a:lnTo>
                <a:lnTo>
                  <a:pt x="762469" y="1508556"/>
                </a:lnTo>
                <a:lnTo>
                  <a:pt x="762000" y="1509674"/>
                </a:lnTo>
                <a:lnTo>
                  <a:pt x="762000" y="1512303"/>
                </a:lnTo>
                <a:lnTo>
                  <a:pt x="762469" y="1513420"/>
                </a:lnTo>
                <a:lnTo>
                  <a:pt x="764336" y="1515287"/>
                </a:lnTo>
                <a:lnTo>
                  <a:pt x="765454" y="1515745"/>
                </a:lnTo>
                <a:lnTo>
                  <a:pt x="768083" y="1515745"/>
                </a:lnTo>
                <a:lnTo>
                  <a:pt x="769200" y="1515287"/>
                </a:lnTo>
                <a:lnTo>
                  <a:pt x="771067" y="1513420"/>
                </a:lnTo>
                <a:lnTo>
                  <a:pt x="771525" y="1512303"/>
                </a:lnTo>
                <a:lnTo>
                  <a:pt x="771525" y="1509674"/>
                </a:lnTo>
                <a:close/>
              </a:path>
              <a:path w="4914900" h="1515745">
                <a:moveTo>
                  <a:pt x="771525" y="756564"/>
                </a:moveTo>
                <a:lnTo>
                  <a:pt x="771067" y="755446"/>
                </a:lnTo>
                <a:lnTo>
                  <a:pt x="769200" y="753579"/>
                </a:lnTo>
                <a:lnTo>
                  <a:pt x="768083" y="753110"/>
                </a:lnTo>
                <a:lnTo>
                  <a:pt x="765454" y="753110"/>
                </a:lnTo>
                <a:lnTo>
                  <a:pt x="764336" y="753579"/>
                </a:lnTo>
                <a:lnTo>
                  <a:pt x="762469" y="755446"/>
                </a:lnTo>
                <a:lnTo>
                  <a:pt x="762000" y="756564"/>
                </a:lnTo>
                <a:lnTo>
                  <a:pt x="762000" y="759193"/>
                </a:lnTo>
                <a:lnTo>
                  <a:pt x="762469" y="760310"/>
                </a:lnTo>
                <a:lnTo>
                  <a:pt x="764336" y="762177"/>
                </a:lnTo>
                <a:lnTo>
                  <a:pt x="765454" y="762635"/>
                </a:lnTo>
                <a:lnTo>
                  <a:pt x="768083" y="762635"/>
                </a:lnTo>
                <a:lnTo>
                  <a:pt x="769200" y="762177"/>
                </a:lnTo>
                <a:lnTo>
                  <a:pt x="771067" y="760310"/>
                </a:lnTo>
                <a:lnTo>
                  <a:pt x="771525" y="759193"/>
                </a:lnTo>
                <a:lnTo>
                  <a:pt x="771525" y="756564"/>
                </a:lnTo>
                <a:close/>
              </a:path>
              <a:path w="4914900" h="151574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914900" h="1515745">
                <a:moveTo>
                  <a:pt x="819150" y="1509674"/>
                </a:moveTo>
                <a:lnTo>
                  <a:pt x="818692" y="1508556"/>
                </a:lnTo>
                <a:lnTo>
                  <a:pt x="816825" y="1506689"/>
                </a:lnTo>
                <a:lnTo>
                  <a:pt x="815708" y="1506220"/>
                </a:lnTo>
                <a:lnTo>
                  <a:pt x="813079" y="1506220"/>
                </a:lnTo>
                <a:lnTo>
                  <a:pt x="811961" y="1506689"/>
                </a:lnTo>
                <a:lnTo>
                  <a:pt x="810094" y="1508556"/>
                </a:lnTo>
                <a:lnTo>
                  <a:pt x="809625" y="1509674"/>
                </a:lnTo>
                <a:lnTo>
                  <a:pt x="809625" y="1512303"/>
                </a:lnTo>
                <a:lnTo>
                  <a:pt x="810094" y="1513420"/>
                </a:lnTo>
                <a:lnTo>
                  <a:pt x="811961" y="1515287"/>
                </a:lnTo>
                <a:lnTo>
                  <a:pt x="813079" y="1515745"/>
                </a:lnTo>
                <a:lnTo>
                  <a:pt x="815708" y="1515745"/>
                </a:lnTo>
                <a:lnTo>
                  <a:pt x="816825" y="1515287"/>
                </a:lnTo>
                <a:lnTo>
                  <a:pt x="818692" y="1513420"/>
                </a:lnTo>
                <a:lnTo>
                  <a:pt x="819150" y="1512303"/>
                </a:lnTo>
                <a:lnTo>
                  <a:pt x="819150" y="1509674"/>
                </a:lnTo>
                <a:close/>
              </a:path>
              <a:path w="4914900" h="1515745">
                <a:moveTo>
                  <a:pt x="819150" y="756564"/>
                </a:moveTo>
                <a:lnTo>
                  <a:pt x="818692" y="755446"/>
                </a:lnTo>
                <a:lnTo>
                  <a:pt x="816825" y="753579"/>
                </a:lnTo>
                <a:lnTo>
                  <a:pt x="815708" y="753110"/>
                </a:lnTo>
                <a:lnTo>
                  <a:pt x="813079" y="753110"/>
                </a:lnTo>
                <a:lnTo>
                  <a:pt x="811961" y="753579"/>
                </a:lnTo>
                <a:lnTo>
                  <a:pt x="810094" y="755446"/>
                </a:lnTo>
                <a:lnTo>
                  <a:pt x="809625" y="756564"/>
                </a:lnTo>
                <a:lnTo>
                  <a:pt x="809625" y="759193"/>
                </a:lnTo>
                <a:lnTo>
                  <a:pt x="810094" y="760310"/>
                </a:lnTo>
                <a:lnTo>
                  <a:pt x="811961" y="762177"/>
                </a:lnTo>
                <a:lnTo>
                  <a:pt x="813079" y="762635"/>
                </a:lnTo>
                <a:lnTo>
                  <a:pt x="815708" y="762635"/>
                </a:lnTo>
                <a:lnTo>
                  <a:pt x="816825" y="762177"/>
                </a:lnTo>
                <a:lnTo>
                  <a:pt x="818692" y="760310"/>
                </a:lnTo>
                <a:lnTo>
                  <a:pt x="819150" y="759193"/>
                </a:lnTo>
                <a:lnTo>
                  <a:pt x="819150" y="756564"/>
                </a:lnTo>
                <a:close/>
              </a:path>
              <a:path w="4914900" h="151574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914900" h="1515745">
                <a:moveTo>
                  <a:pt x="866775" y="1509674"/>
                </a:moveTo>
                <a:lnTo>
                  <a:pt x="866317" y="1508556"/>
                </a:lnTo>
                <a:lnTo>
                  <a:pt x="864450" y="1506689"/>
                </a:lnTo>
                <a:lnTo>
                  <a:pt x="863333" y="1506220"/>
                </a:lnTo>
                <a:lnTo>
                  <a:pt x="860704" y="1506220"/>
                </a:lnTo>
                <a:lnTo>
                  <a:pt x="859586" y="1506689"/>
                </a:lnTo>
                <a:lnTo>
                  <a:pt x="857719" y="1508556"/>
                </a:lnTo>
                <a:lnTo>
                  <a:pt x="857250" y="1509674"/>
                </a:lnTo>
                <a:lnTo>
                  <a:pt x="857250" y="1512303"/>
                </a:lnTo>
                <a:lnTo>
                  <a:pt x="857719" y="1513420"/>
                </a:lnTo>
                <a:lnTo>
                  <a:pt x="859586" y="1515287"/>
                </a:lnTo>
                <a:lnTo>
                  <a:pt x="860704" y="1515745"/>
                </a:lnTo>
                <a:lnTo>
                  <a:pt x="863333" y="1515745"/>
                </a:lnTo>
                <a:lnTo>
                  <a:pt x="864450" y="1515287"/>
                </a:lnTo>
                <a:lnTo>
                  <a:pt x="866317" y="1513420"/>
                </a:lnTo>
                <a:lnTo>
                  <a:pt x="866775" y="1512303"/>
                </a:lnTo>
                <a:lnTo>
                  <a:pt x="866775" y="1509674"/>
                </a:lnTo>
                <a:close/>
              </a:path>
              <a:path w="4914900" h="1515745">
                <a:moveTo>
                  <a:pt x="866775" y="756564"/>
                </a:moveTo>
                <a:lnTo>
                  <a:pt x="866317" y="755446"/>
                </a:lnTo>
                <a:lnTo>
                  <a:pt x="864450" y="753579"/>
                </a:lnTo>
                <a:lnTo>
                  <a:pt x="863333" y="753110"/>
                </a:lnTo>
                <a:lnTo>
                  <a:pt x="860704" y="753110"/>
                </a:lnTo>
                <a:lnTo>
                  <a:pt x="859586" y="753579"/>
                </a:lnTo>
                <a:lnTo>
                  <a:pt x="857719" y="755446"/>
                </a:lnTo>
                <a:lnTo>
                  <a:pt x="857250" y="756564"/>
                </a:lnTo>
                <a:lnTo>
                  <a:pt x="857250" y="759193"/>
                </a:lnTo>
                <a:lnTo>
                  <a:pt x="857719" y="760310"/>
                </a:lnTo>
                <a:lnTo>
                  <a:pt x="859586" y="762177"/>
                </a:lnTo>
                <a:lnTo>
                  <a:pt x="860704" y="762635"/>
                </a:lnTo>
                <a:lnTo>
                  <a:pt x="863333" y="762635"/>
                </a:lnTo>
                <a:lnTo>
                  <a:pt x="864450" y="762177"/>
                </a:lnTo>
                <a:lnTo>
                  <a:pt x="866317" y="760310"/>
                </a:lnTo>
                <a:lnTo>
                  <a:pt x="866775" y="759193"/>
                </a:lnTo>
                <a:lnTo>
                  <a:pt x="866775" y="756564"/>
                </a:lnTo>
                <a:close/>
              </a:path>
              <a:path w="4914900" h="151574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914900" h="1515745">
                <a:moveTo>
                  <a:pt x="914400" y="1509674"/>
                </a:moveTo>
                <a:lnTo>
                  <a:pt x="913942" y="1508556"/>
                </a:lnTo>
                <a:lnTo>
                  <a:pt x="912075" y="1506689"/>
                </a:lnTo>
                <a:lnTo>
                  <a:pt x="910958" y="1506220"/>
                </a:lnTo>
                <a:lnTo>
                  <a:pt x="908329" y="1506220"/>
                </a:lnTo>
                <a:lnTo>
                  <a:pt x="907211" y="1506689"/>
                </a:lnTo>
                <a:lnTo>
                  <a:pt x="905344" y="1508556"/>
                </a:lnTo>
                <a:lnTo>
                  <a:pt x="904875" y="1509674"/>
                </a:lnTo>
                <a:lnTo>
                  <a:pt x="904875" y="1512303"/>
                </a:lnTo>
                <a:lnTo>
                  <a:pt x="905344" y="1513420"/>
                </a:lnTo>
                <a:lnTo>
                  <a:pt x="907211" y="1515287"/>
                </a:lnTo>
                <a:lnTo>
                  <a:pt x="908329" y="1515745"/>
                </a:lnTo>
                <a:lnTo>
                  <a:pt x="910958" y="1515745"/>
                </a:lnTo>
                <a:lnTo>
                  <a:pt x="912075" y="1515287"/>
                </a:lnTo>
                <a:lnTo>
                  <a:pt x="913942" y="1513420"/>
                </a:lnTo>
                <a:lnTo>
                  <a:pt x="914400" y="1512303"/>
                </a:lnTo>
                <a:lnTo>
                  <a:pt x="914400" y="1509674"/>
                </a:lnTo>
                <a:close/>
              </a:path>
              <a:path w="4914900" h="1515745">
                <a:moveTo>
                  <a:pt x="914400" y="756564"/>
                </a:moveTo>
                <a:lnTo>
                  <a:pt x="913942" y="755446"/>
                </a:lnTo>
                <a:lnTo>
                  <a:pt x="912075" y="753579"/>
                </a:lnTo>
                <a:lnTo>
                  <a:pt x="910958" y="753110"/>
                </a:lnTo>
                <a:lnTo>
                  <a:pt x="908329" y="753110"/>
                </a:lnTo>
                <a:lnTo>
                  <a:pt x="907211" y="753579"/>
                </a:lnTo>
                <a:lnTo>
                  <a:pt x="905344" y="755446"/>
                </a:lnTo>
                <a:lnTo>
                  <a:pt x="904875" y="756564"/>
                </a:lnTo>
                <a:lnTo>
                  <a:pt x="904875" y="759193"/>
                </a:lnTo>
                <a:lnTo>
                  <a:pt x="905344" y="760310"/>
                </a:lnTo>
                <a:lnTo>
                  <a:pt x="907211" y="762177"/>
                </a:lnTo>
                <a:lnTo>
                  <a:pt x="908329" y="762635"/>
                </a:lnTo>
                <a:lnTo>
                  <a:pt x="910958" y="762635"/>
                </a:lnTo>
                <a:lnTo>
                  <a:pt x="912075" y="762177"/>
                </a:lnTo>
                <a:lnTo>
                  <a:pt x="913942" y="760310"/>
                </a:lnTo>
                <a:lnTo>
                  <a:pt x="914400" y="759193"/>
                </a:lnTo>
                <a:lnTo>
                  <a:pt x="914400" y="756564"/>
                </a:lnTo>
                <a:close/>
              </a:path>
              <a:path w="4914900" h="151574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914900" h="1515745">
                <a:moveTo>
                  <a:pt x="962025" y="1509674"/>
                </a:moveTo>
                <a:lnTo>
                  <a:pt x="961567" y="1508556"/>
                </a:lnTo>
                <a:lnTo>
                  <a:pt x="959700" y="1506689"/>
                </a:lnTo>
                <a:lnTo>
                  <a:pt x="958583" y="1506220"/>
                </a:lnTo>
                <a:lnTo>
                  <a:pt x="955954" y="1506220"/>
                </a:lnTo>
                <a:lnTo>
                  <a:pt x="954836" y="1506689"/>
                </a:lnTo>
                <a:lnTo>
                  <a:pt x="952969" y="1508556"/>
                </a:lnTo>
                <a:lnTo>
                  <a:pt x="952500" y="1509674"/>
                </a:lnTo>
                <a:lnTo>
                  <a:pt x="952500" y="1512303"/>
                </a:lnTo>
                <a:lnTo>
                  <a:pt x="952969" y="1513420"/>
                </a:lnTo>
                <a:lnTo>
                  <a:pt x="954836" y="1515287"/>
                </a:lnTo>
                <a:lnTo>
                  <a:pt x="955954" y="1515745"/>
                </a:lnTo>
                <a:lnTo>
                  <a:pt x="958583" y="1515745"/>
                </a:lnTo>
                <a:lnTo>
                  <a:pt x="959700" y="1515287"/>
                </a:lnTo>
                <a:lnTo>
                  <a:pt x="961567" y="1513420"/>
                </a:lnTo>
                <a:lnTo>
                  <a:pt x="962025" y="1512303"/>
                </a:lnTo>
                <a:lnTo>
                  <a:pt x="962025" y="1509674"/>
                </a:lnTo>
                <a:close/>
              </a:path>
              <a:path w="4914900" h="1515745">
                <a:moveTo>
                  <a:pt x="962025" y="756564"/>
                </a:moveTo>
                <a:lnTo>
                  <a:pt x="961567" y="755446"/>
                </a:lnTo>
                <a:lnTo>
                  <a:pt x="959700" y="753579"/>
                </a:lnTo>
                <a:lnTo>
                  <a:pt x="958583" y="753110"/>
                </a:lnTo>
                <a:lnTo>
                  <a:pt x="955954" y="753110"/>
                </a:lnTo>
                <a:lnTo>
                  <a:pt x="954836" y="753579"/>
                </a:lnTo>
                <a:lnTo>
                  <a:pt x="952969" y="755446"/>
                </a:lnTo>
                <a:lnTo>
                  <a:pt x="952500" y="756564"/>
                </a:lnTo>
                <a:lnTo>
                  <a:pt x="952500" y="759193"/>
                </a:lnTo>
                <a:lnTo>
                  <a:pt x="952969" y="760310"/>
                </a:lnTo>
                <a:lnTo>
                  <a:pt x="954836" y="762177"/>
                </a:lnTo>
                <a:lnTo>
                  <a:pt x="955954" y="762635"/>
                </a:lnTo>
                <a:lnTo>
                  <a:pt x="958583" y="762635"/>
                </a:lnTo>
                <a:lnTo>
                  <a:pt x="959700" y="762177"/>
                </a:lnTo>
                <a:lnTo>
                  <a:pt x="961567" y="760310"/>
                </a:lnTo>
                <a:lnTo>
                  <a:pt x="962025" y="759193"/>
                </a:lnTo>
                <a:lnTo>
                  <a:pt x="962025" y="756564"/>
                </a:lnTo>
                <a:close/>
              </a:path>
              <a:path w="4914900" h="151574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914900" h="1515745">
                <a:moveTo>
                  <a:pt x="1009650" y="1509674"/>
                </a:moveTo>
                <a:lnTo>
                  <a:pt x="1009192" y="1508556"/>
                </a:lnTo>
                <a:lnTo>
                  <a:pt x="1007325" y="1506689"/>
                </a:lnTo>
                <a:lnTo>
                  <a:pt x="1006208" y="1506220"/>
                </a:lnTo>
                <a:lnTo>
                  <a:pt x="1003579" y="1506220"/>
                </a:lnTo>
                <a:lnTo>
                  <a:pt x="1002461" y="1506689"/>
                </a:lnTo>
                <a:lnTo>
                  <a:pt x="1000594" y="1508556"/>
                </a:lnTo>
                <a:lnTo>
                  <a:pt x="1000125" y="1509674"/>
                </a:lnTo>
                <a:lnTo>
                  <a:pt x="1000125" y="1512303"/>
                </a:lnTo>
                <a:lnTo>
                  <a:pt x="1000594" y="1513420"/>
                </a:lnTo>
                <a:lnTo>
                  <a:pt x="1002461" y="1515287"/>
                </a:lnTo>
                <a:lnTo>
                  <a:pt x="1003579" y="1515745"/>
                </a:lnTo>
                <a:lnTo>
                  <a:pt x="1006208" y="1515745"/>
                </a:lnTo>
                <a:lnTo>
                  <a:pt x="1007325" y="1515287"/>
                </a:lnTo>
                <a:lnTo>
                  <a:pt x="1009192" y="1513420"/>
                </a:lnTo>
                <a:lnTo>
                  <a:pt x="1009650" y="1512303"/>
                </a:lnTo>
                <a:lnTo>
                  <a:pt x="1009650" y="1509674"/>
                </a:lnTo>
                <a:close/>
              </a:path>
              <a:path w="4914900" h="1515745">
                <a:moveTo>
                  <a:pt x="1009650" y="756564"/>
                </a:moveTo>
                <a:lnTo>
                  <a:pt x="1009192" y="755446"/>
                </a:lnTo>
                <a:lnTo>
                  <a:pt x="1007325" y="753579"/>
                </a:lnTo>
                <a:lnTo>
                  <a:pt x="1006208" y="753110"/>
                </a:lnTo>
                <a:lnTo>
                  <a:pt x="1003579" y="753110"/>
                </a:lnTo>
                <a:lnTo>
                  <a:pt x="1002461" y="753579"/>
                </a:lnTo>
                <a:lnTo>
                  <a:pt x="1000594" y="755446"/>
                </a:lnTo>
                <a:lnTo>
                  <a:pt x="1000125" y="756564"/>
                </a:lnTo>
                <a:lnTo>
                  <a:pt x="1000125" y="759193"/>
                </a:lnTo>
                <a:lnTo>
                  <a:pt x="1000594" y="760310"/>
                </a:lnTo>
                <a:lnTo>
                  <a:pt x="1002461" y="762177"/>
                </a:lnTo>
                <a:lnTo>
                  <a:pt x="1003579" y="762635"/>
                </a:lnTo>
                <a:lnTo>
                  <a:pt x="1006208" y="762635"/>
                </a:lnTo>
                <a:lnTo>
                  <a:pt x="1007325" y="762177"/>
                </a:lnTo>
                <a:lnTo>
                  <a:pt x="1009192" y="760310"/>
                </a:lnTo>
                <a:lnTo>
                  <a:pt x="1009650" y="759193"/>
                </a:lnTo>
                <a:lnTo>
                  <a:pt x="1009650" y="756564"/>
                </a:lnTo>
                <a:close/>
              </a:path>
              <a:path w="4914900" h="151574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914900" h="1515745">
                <a:moveTo>
                  <a:pt x="1057275" y="1509674"/>
                </a:moveTo>
                <a:lnTo>
                  <a:pt x="1056817" y="1508556"/>
                </a:lnTo>
                <a:lnTo>
                  <a:pt x="1054950" y="1506689"/>
                </a:lnTo>
                <a:lnTo>
                  <a:pt x="1053833" y="1506220"/>
                </a:lnTo>
                <a:lnTo>
                  <a:pt x="1051204" y="1506220"/>
                </a:lnTo>
                <a:lnTo>
                  <a:pt x="1050086" y="1506689"/>
                </a:lnTo>
                <a:lnTo>
                  <a:pt x="1048219" y="1508556"/>
                </a:lnTo>
                <a:lnTo>
                  <a:pt x="1047750" y="1509674"/>
                </a:lnTo>
                <a:lnTo>
                  <a:pt x="1047750" y="1512303"/>
                </a:lnTo>
                <a:lnTo>
                  <a:pt x="1048219" y="1513420"/>
                </a:lnTo>
                <a:lnTo>
                  <a:pt x="1050086" y="1515287"/>
                </a:lnTo>
                <a:lnTo>
                  <a:pt x="1051204" y="1515745"/>
                </a:lnTo>
                <a:lnTo>
                  <a:pt x="1053833" y="1515745"/>
                </a:lnTo>
                <a:lnTo>
                  <a:pt x="1054950" y="1515287"/>
                </a:lnTo>
                <a:lnTo>
                  <a:pt x="1056817" y="1513420"/>
                </a:lnTo>
                <a:lnTo>
                  <a:pt x="1057275" y="1512303"/>
                </a:lnTo>
                <a:lnTo>
                  <a:pt x="1057275" y="1509674"/>
                </a:lnTo>
                <a:close/>
              </a:path>
              <a:path w="4914900" h="1515745">
                <a:moveTo>
                  <a:pt x="1057275" y="756564"/>
                </a:moveTo>
                <a:lnTo>
                  <a:pt x="1056817" y="755446"/>
                </a:lnTo>
                <a:lnTo>
                  <a:pt x="1054950" y="753579"/>
                </a:lnTo>
                <a:lnTo>
                  <a:pt x="1053833" y="753110"/>
                </a:lnTo>
                <a:lnTo>
                  <a:pt x="1051204" y="753110"/>
                </a:lnTo>
                <a:lnTo>
                  <a:pt x="1050086" y="753579"/>
                </a:lnTo>
                <a:lnTo>
                  <a:pt x="1048219" y="755446"/>
                </a:lnTo>
                <a:lnTo>
                  <a:pt x="1047750" y="756564"/>
                </a:lnTo>
                <a:lnTo>
                  <a:pt x="1047750" y="759193"/>
                </a:lnTo>
                <a:lnTo>
                  <a:pt x="1048219" y="760310"/>
                </a:lnTo>
                <a:lnTo>
                  <a:pt x="1050086" y="762177"/>
                </a:lnTo>
                <a:lnTo>
                  <a:pt x="1051204" y="762635"/>
                </a:lnTo>
                <a:lnTo>
                  <a:pt x="1053833" y="762635"/>
                </a:lnTo>
                <a:lnTo>
                  <a:pt x="1054950" y="762177"/>
                </a:lnTo>
                <a:lnTo>
                  <a:pt x="1056817" y="760310"/>
                </a:lnTo>
                <a:lnTo>
                  <a:pt x="1057275" y="759193"/>
                </a:lnTo>
                <a:lnTo>
                  <a:pt x="1057275" y="756564"/>
                </a:lnTo>
                <a:close/>
              </a:path>
              <a:path w="4914900" h="151574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914900" h="1515745">
                <a:moveTo>
                  <a:pt x="1104900" y="1509674"/>
                </a:moveTo>
                <a:lnTo>
                  <a:pt x="1104442" y="1508556"/>
                </a:lnTo>
                <a:lnTo>
                  <a:pt x="1102575" y="1506689"/>
                </a:lnTo>
                <a:lnTo>
                  <a:pt x="1101458" y="1506220"/>
                </a:lnTo>
                <a:lnTo>
                  <a:pt x="1098829" y="1506220"/>
                </a:lnTo>
                <a:lnTo>
                  <a:pt x="1097711" y="1506689"/>
                </a:lnTo>
                <a:lnTo>
                  <a:pt x="1095844" y="1508556"/>
                </a:lnTo>
                <a:lnTo>
                  <a:pt x="1095375" y="1509674"/>
                </a:lnTo>
                <a:lnTo>
                  <a:pt x="1095375" y="1512303"/>
                </a:lnTo>
                <a:lnTo>
                  <a:pt x="1095844" y="1513420"/>
                </a:lnTo>
                <a:lnTo>
                  <a:pt x="1097711" y="1515287"/>
                </a:lnTo>
                <a:lnTo>
                  <a:pt x="1098829" y="1515745"/>
                </a:lnTo>
                <a:lnTo>
                  <a:pt x="1101458" y="1515745"/>
                </a:lnTo>
                <a:lnTo>
                  <a:pt x="1102575" y="1515287"/>
                </a:lnTo>
                <a:lnTo>
                  <a:pt x="1104442" y="1513420"/>
                </a:lnTo>
                <a:lnTo>
                  <a:pt x="1104900" y="1512303"/>
                </a:lnTo>
                <a:lnTo>
                  <a:pt x="1104900" y="1509674"/>
                </a:lnTo>
                <a:close/>
              </a:path>
              <a:path w="4914900" h="1515745">
                <a:moveTo>
                  <a:pt x="1104900" y="756564"/>
                </a:moveTo>
                <a:lnTo>
                  <a:pt x="1104442" y="755446"/>
                </a:lnTo>
                <a:lnTo>
                  <a:pt x="1102575" y="753579"/>
                </a:lnTo>
                <a:lnTo>
                  <a:pt x="1101458" y="753110"/>
                </a:lnTo>
                <a:lnTo>
                  <a:pt x="1098829" y="753110"/>
                </a:lnTo>
                <a:lnTo>
                  <a:pt x="1097711" y="753579"/>
                </a:lnTo>
                <a:lnTo>
                  <a:pt x="1095844" y="755446"/>
                </a:lnTo>
                <a:lnTo>
                  <a:pt x="1095375" y="756564"/>
                </a:lnTo>
                <a:lnTo>
                  <a:pt x="1095375" y="759193"/>
                </a:lnTo>
                <a:lnTo>
                  <a:pt x="1095844" y="760310"/>
                </a:lnTo>
                <a:lnTo>
                  <a:pt x="1097711" y="762177"/>
                </a:lnTo>
                <a:lnTo>
                  <a:pt x="1098829" y="762635"/>
                </a:lnTo>
                <a:lnTo>
                  <a:pt x="1101458" y="762635"/>
                </a:lnTo>
                <a:lnTo>
                  <a:pt x="1102575" y="762177"/>
                </a:lnTo>
                <a:lnTo>
                  <a:pt x="1104442" y="760310"/>
                </a:lnTo>
                <a:lnTo>
                  <a:pt x="1104900" y="759193"/>
                </a:lnTo>
                <a:lnTo>
                  <a:pt x="1104900" y="756564"/>
                </a:lnTo>
                <a:close/>
              </a:path>
              <a:path w="4914900" h="151574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914900" h="1515745">
                <a:moveTo>
                  <a:pt x="1152525" y="1509674"/>
                </a:moveTo>
                <a:lnTo>
                  <a:pt x="1152067" y="1508556"/>
                </a:lnTo>
                <a:lnTo>
                  <a:pt x="1150200" y="1506689"/>
                </a:lnTo>
                <a:lnTo>
                  <a:pt x="1149083" y="1506220"/>
                </a:lnTo>
                <a:lnTo>
                  <a:pt x="1146454" y="1506220"/>
                </a:lnTo>
                <a:lnTo>
                  <a:pt x="1145336" y="1506689"/>
                </a:lnTo>
                <a:lnTo>
                  <a:pt x="1143469" y="1508556"/>
                </a:lnTo>
                <a:lnTo>
                  <a:pt x="1143000" y="1509674"/>
                </a:lnTo>
                <a:lnTo>
                  <a:pt x="1143000" y="1512303"/>
                </a:lnTo>
                <a:lnTo>
                  <a:pt x="1143469" y="1513420"/>
                </a:lnTo>
                <a:lnTo>
                  <a:pt x="1145336" y="1515287"/>
                </a:lnTo>
                <a:lnTo>
                  <a:pt x="1146454" y="1515745"/>
                </a:lnTo>
                <a:lnTo>
                  <a:pt x="1149083" y="1515745"/>
                </a:lnTo>
                <a:lnTo>
                  <a:pt x="1150200" y="1515287"/>
                </a:lnTo>
                <a:lnTo>
                  <a:pt x="1152067" y="1513420"/>
                </a:lnTo>
                <a:lnTo>
                  <a:pt x="1152525" y="1512303"/>
                </a:lnTo>
                <a:lnTo>
                  <a:pt x="1152525" y="1509674"/>
                </a:lnTo>
                <a:close/>
              </a:path>
              <a:path w="4914900" h="1515745">
                <a:moveTo>
                  <a:pt x="1152525" y="756564"/>
                </a:moveTo>
                <a:lnTo>
                  <a:pt x="1152067" y="755446"/>
                </a:lnTo>
                <a:lnTo>
                  <a:pt x="1150200" y="753579"/>
                </a:lnTo>
                <a:lnTo>
                  <a:pt x="1149083" y="753110"/>
                </a:lnTo>
                <a:lnTo>
                  <a:pt x="1146454" y="753110"/>
                </a:lnTo>
                <a:lnTo>
                  <a:pt x="1145336" y="753579"/>
                </a:lnTo>
                <a:lnTo>
                  <a:pt x="1143469" y="755446"/>
                </a:lnTo>
                <a:lnTo>
                  <a:pt x="1143000" y="756564"/>
                </a:lnTo>
                <a:lnTo>
                  <a:pt x="1143000" y="759193"/>
                </a:lnTo>
                <a:lnTo>
                  <a:pt x="1143469" y="760310"/>
                </a:lnTo>
                <a:lnTo>
                  <a:pt x="1145336" y="762177"/>
                </a:lnTo>
                <a:lnTo>
                  <a:pt x="1146454" y="762635"/>
                </a:lnTo>
                <a:lnTo>
                  <a:pt x="1149083" y="762635"/>
                </a:lnTo>
                <a:lnTo>
                  <a:pt x="1150200" y="762177"/>
                </a:lnTo>
                <a:lnTo>
                  <a:pt x="1152067" y="760310"/>
                </a:lnTo>
                <a:lnTo>
                  <a:pt x="1152525" y="759193"/>
                </a:lnTo>
                <a:lnTo>
                  <a:pt x="1152525" y="756564"/>
                </a:lnTo>
                <a:close/>
              </a:path>
              <a:path w="4914900" h="151574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914900" h="1515745">
                <a:moveTo>
                  <a:pt x="1200150" y="1509674"/>
                </a:moveTo>
                <a:lnTo>
                  <a:pt x="1199692" y="1508556"/>
                </a:lnTo>
                <a:lnTo>
                  <a:pt x="1197825" y="1506689"/>
                </a:lnTo>
                <a:lnTo>
                  <a:pt x="1196708" y="1506220"/>
                </a:lnTo>
                <a:lnTo>
                  <a:pt x="1194079" y="1506220"/>
                </a:lnTo>
                <a:lnTo>
                  <a:pt x="1192961" y="1506689"/>
                </a:lnTo>
                <a:lnTo>
                  <a:pt x="1191094" y="1508556"/>
                </a:lnTo>
                <a:lnTo>
                  <a:pt x="1190625" y="1509674"/>
                </a:lnTo>
                <a:lnTo>
                  <a:pt x="1190625" y="1512303"/>
                </a:lnTo>
                <a:lnTo>
                  <a:pt x="1191094" y="1513420"/>
                </a:lnTo>
                <a:lnTo>
                  <a:pt x="1192961" y="1515287"/>
                </a:lnTo>
                <a:lnTo>
                  <a:pt x="1194079" y="1515745"/>
                </a:lnTo>
                <a:lnTo>
                  <a:pt x="1196708" y="1515745"/>
                </a:lnTo>
                <a:lnTo>
                  <a:pt x="1197825" y="1515287"/>
                </a:lnTo>
                <a:lnTo>
                  <a:pt x="1199692" y="1513420"/>
                </a:lnTo>
                <a:lnTo>
                  <a:pt x="1200150" y="1512303"/>
                </a:lnTo>
                <a:lnTo>
                  <a:pt x="1200150" y="1509674"/>
                </a:lnTo>
                <a:close/>
              </a:path>
              <a:path w="4914900" h="1515745">
                <a:moveTo>
                  <a:pt x="1200150" y="756564"/>
                </a:moveTo>
                <a:lnTo>
                  <a:pt x="1199692" y="755446"/>
                </a:lnTo>
                <a:lnTo>
                  <a:pt x="1197825" y="753579"/>
                </a:lnTo>
                <a:lnTo>
                  <a:pt x="1196708" y="753110"/>
                </a:lnTo>
                <a:lnTo>
                  <a:pt x="1194079" y="753110"/>
                </a:lnTo>
                <a:lnTo>
                  <a:pt x="1192961" y="753579"/>
                </a:lnTo>
                <a:lnTo>
                  <a:pt x="1191094" y="755446"/>
                </a:lnTo>
                <a:lnTo>
                  <a:pt x="1190625" y="756564"/>
                </a:lnTo>
                <a:lnTo>
                  <a:pt x="1190625" y="759193"/>
                </a:lnTo>
                <a:lnTo>
                  <a:pt x="1191094" y="760310"/>
                </a:lnTo>
                <a:lnTo>
                  <a:pt x="1192961" y="762177"/>
                </a:lnTo>
                <a:lnTo>
                  <a:pt x="1194079" y="762635"/>
                </a:lnTo>
                <a:lnTo>
                  <a:pt x="1196708" y="762635"/>
                </a:lnTo>
                <a:lnTo>
                  <a:pt x="1197825" y="762177"/>
                </a:lnTo>
                <a:lnTo>
                  <a:pt x="1199692" y="760310"/>
                </a:lnTo>
                <a:lnTo>
                  <a:pt x="1200150" y="759193"/>
                </a:lnTo>
                <a:lnTo>
                  <a:pt x="1200150" y="756564"/>
                </a:lnTo>
                <a:close/>
              </a:path>
              <a:path w="4914900" h="151574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914900" h="1515745">
                <a:moveTo>
                  <a:pt x="1247775" y="1509674"/>
                </a:moveTo>
                <a:lnTo>
                  <a:pt x="1247317" y="1508556"/>
                </a:lnTo>
                <a:lnTo>
                  <a:pt x="1245450" y="1506689"/>
                </a:lnTo>
                <a:lnTo>
                  <a:pt x="1244333" y="1506220"/>
                </a:lnTo>
                <a:lnTo>
                  <a:pt x="1241704" y="1506220"/>
                </a:lnTo>
                <a:lnTo>
                  <a:pt x="1240586" y="1506689"/>
                </a:lnTo>
                <a:lnTo>
                  <a:pt x="1238719" y="1508556"/>
                </a:lnTo>
                <a:lnTo>
                  <a:pt x="1238250" y="1509674"/>
                </a:lnTo>
                <a:lnTo>
                  <a:pt x="1238250" y="1512303"/>
                </a:lnTo>
                <a:lnTo>
                  <a:pt x="1238719" y="1513420"/>
                </a:lnTo>
                <a:lnTo>
                  <a:pt x="1240586" y="1515287"/>
                </a:lnTo>
                <a:lnTo>
                  <a:pt x="1241704" y="1515745"/>
                </a:lnTo>
                <a:lnTo>
                  <a:pt x="1244333" y="1515745"/>
                </a:lnTo>
                <a:lnTo>
                  <a:pt x="1245450" y="1515287"/>
                </a:lnTo>
                <a:lnTo>
                  <a:pt x="1247317" y="1513420"/>
                </a:lnTo>
                <a:lnTo>
                  <a:pt x="1247775" y="1512303"/>
                </a:lnTo>
                <a:lnTo>
                  <a:pt x="1247775" y="1509674"/>
                </a:lnTo>
                <a:close/>
              </a:path>
              <a:path w="4914900" h="1515745">
                <a:moveTo>
                  <a:pt x="1247775" y="756564"/>
                </a:moveTo>
                <a:lnTo>
                  <a:pt x="1247317" y="755446"/>
                </a:lnTo>
                <a:lnTo>
                  <a:pt x="1245450" y="753579"/>
                </a:lnTo>
                <a:lnTo>
                  <a:pt x="1244333" y="753110"/>
                </a:lnTo>
                <a:lnTo>
                  <a:pt x="1241704" y="753110"/>
                </a:lnTo>
                <a:lnTo>
                  <a:pt x="1240586" y="753579"/>
                </a:lnTo>
                <a:lnTo>
                  <a:pt x="1238719" y="755446"/>
                </a:lnTo>
                <a:lnTo>
                  <a:pt x="1238250" y="756564"/>
                </a:lnTo>
                <a:lnTo>
                  <a:pt x="1238250" y="759193"/>
                </a:lnTo>
                <a:lnTo>
                  <a:pt x="1238719" y="760310"/>
                </a:lnTo>
                <a:lnTo>
                  <a:pt x="1240586" y="762177"/>
                </a:lnTo>
                <a:lnTo>
                  <a:pt x="1241704" y="762635"/>
                </a:lnTo>
                <a:lnTo>
                  <a:pt x="1244333" y="762635"/>
                </a:lnTo>
                <a:lnTo>
                  <a:pt x="1245450" y="762177"/>
                </a:lnTo>
                <a:lnTo>
                  <a:pt x="1247317" y="760310"/>
                </a:lnTo>
                <a:lnTo>
                  <a:pt x="1247775" y="759193"/>
                </a:lnTo>
                <a:lnTo>
                  <a:pt x="1247775" y="756564"/>
                </a:lnTo>
                <a:close/>
              </a:path>
              <a:path w="4914900" h="151574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914900" h="1515745">
                <a:moveTo>
                  <a:pt x="1295400" y="1509674"/>
                </a:moveTo>
                <a:lnTo>
                  <a:pt x="1294942" y="1508556"/>
                </a:lnTo>
                <a:lnTo>
                  <a:pt x="1293075" y="1506689"/>
                </a:lnTo>
                <a:lnTo>
                  <a:pt x="1291958" y="1506220"/>
                </a:lnTo>
                <a:lnTo>
                  <a:pt x="1289329" y="1506220"/>
                </a:lnTo>
                <a:lnTo>
                  <a:pt x="1288211" y="1506689"/>
                </a:lnTo>
                <a:lnTo>
                  <a:pt x="1286344" y="1508556"/>
                </a:lnTo>
                <a:lnTo>
                  <a:pt x="1285875" y="1509674"/>
                </a:lnTo>
                <a:lnTo>
                  <a:pt x="1285875" y="1512303"/>
                </a:lnTo>
                <a:lnTo>
                  <a:pt x="1286344" y="1513420"/>
                </a:lnTo>
                <a:lnTo>
                  <a:pt x="1288211" y="1515287"/>
                </a:lnTo>
                <a:lnTo>
                  <a:pt x="1289329" y="1515745"/>
                </a:lnTo>
                <a:lnTo>
                  <a:pt x="1291958" y="1515745"/>
                </a:lnTo>
                <a:lnTo>
                  <a:pt x="1293075" y="1515287"/>
                </a:lnTo>
                <a:lnTo>
                  <a:pt x="1294942" y="1513420"/>
                </a:lnTo>
                <a:lnTo>
                  <a:pt x="1295400" y="1512303"/>
                </a:lnTo>
                <a:lnTo>
                  <a:pt x="1295400" y="1509674"/>
                </a:lnTo>
                <a:close/>
              </a:path>
              <a:path w="4914900" h="1515745">
                <a:moveTo>
                  <a:pt x="1295400" y="756564"/>
                </a:moveTo>
                <a:lnTo>
                  <a:pt x="1294942" y="755446"/>
                </a:lnTo>
                <a:lnTo>
                  <a:pt x="1293075" y="753579"/>
                </a:lnTo>
                <a:lnTo>
                  <a:pt x="1291958" y="753110"/>
                </a:lnTo>
                <a:lnTo>
                  <a:pt x="1289329" y="753110"/>
                </a:lnTo>
                <a:lnTo>
                  <a:pt x="1288211" y="753579"/>
                </a:lnTo>
                <a:lnTo>
                  <a:pt x="1286344" y="755446"/>
                </a:lnTo>
                <a:lnTo>
                  <a:pt x="1285875" y="756564"/>
                </a:lnTo>
                <a:lnTo>
                  <a:pt x="1285875" y="759193"/>
                </a:lnTo>
                <a:lnTo>
                  <a:pt x="1286344" y="760310"/>
                </a:lnTo>
                <a:lnTo>
                  <a:pt x="1288211" y="762177"/>
                </a:lnTo>
                <a:lnTo>
                  <a:pt x="1289329" y="762635"/>
                </a:lnTo>
                <a:lnTo>
                  <a:pt x="1291958" y="762635"/>
                </a:lnTo>
                <a:lnTo>
                  <a:pt x="1293075" y="762177"/>
                </a:lnTo>
                <a:lnTo>
                  <a:pt x="1294942" y="760310"/>
                </a:lnTo>
                <a:lnTo>
                  <a:pt x="1295400" y="759193"/>
                </a:lnTo>
                <a:lnTo>
                  <a:pt x="1295400" y="756564"/>
                </a:lnTo>
                <a:close/>
              </a:path>
              <a:path w="4914900" h="151574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914900" h="1515745">
                <a:moveTo>
                  <a:pt x="1343025" y="1509674"/>
                </a:moveTo>
                <a:lnTo>
                  <a:pt x="1342567" y="1508556"/>
                </a:lnTo>
                <a:lnTo>
                  <a:pt x="1340700" y="1506689"/>
                </a:lnTo>
                <a:lnTo>
                  <a:pt x="1339583" y="1506220"/>
                </a:lnTo>
                <a:lnTo>
                  <a:pt x="1336954" y="1506220"/>
                </a:lnTo>
                <a:lnTo>
                  <a:pt x="1335836" y="1506689"/>
                </a:lnTo>
                <a:lnTo>
                  <a:pt x="1333969" y="1508556"/>
                </a:lnTo>
                <a:lnTo>
                  <a:pt x="1333500" y="1509674"/>
                </a:lnTo>
                <a:lnTo>
                  <a:pt x="1333500" y="1512303"/>
                </a:lnTo>
                <a:lnTo>
                  <a:pt x="1333969" y="1513420"/>
                </a:lnTo>
                <a:lnTo>
                  <a:pt x="1335836" y="1515287"/>
                </a:lnTo>
                <a:lnTo>
                  <a:pt x="1336954" y="1515745"/>
                </a:lnTo>
                <a:lnTo>
                  <a:pt x="1339583" y="1515745"/>
                </a:lnTo>
                <a:lnTo>
                  <a:pt x="1340700" y="1515287"/>
                </a:lnTo>
                <a:lnTo>
                  <a:pt x="1342567" y="1513420"/>
                </a:lnTo>
                <a:lnTo>
                  <a:pt x="1343025" y="1512303"/>
                </a:lnTo>
                <a:lnTo>
                  <a:pt x="1343025" y="1509674"/>
                </a:lnTo>
                <a:close/>
              </a:path>
              <a:path w="4914900" h="1515745">
                <a:moveTo>
                  <a:pt x="1343025" y="756564"/>
                </a:moveTo>
                <a:lnTo>
                  <a:pt x="1342567" y="755446"/>
                </a:lnTo>
                <a:lnTo>
                  <a:pt x="1340700" y="753579"/>
                </a:lnTo>
                <a:lnTo>
                  <a:pt x="1339583" y="753110"/>
                </a:lnTo>
                <a:lnTo>
                  <a:pt x="1336954" y="753110"/>
                </a:lnTo>
                <a:lnTo>
                  <a:pt x="1335836" y="753579"/>
                </a:lnTo>
                <a:lnTo>
                  <a:pt x="1333969" y="755446"/>
                </a:lnTo>
                <a:lnTo>
                  <a:pt x="1333500" y="756564"/>
                </a:lnTo>
                <a:lnTo>
                  <a:pt x="1333500" y="759193"/>
                </a:lnTo>
                <a:lnTo>
                  <a:pt x="1333969" y="760310"/>
                </a:lnTo>
                <a:lnTo>
                  <a:pt x="1335836" y="762177"/>
                </a:lnTo>
                <a:lnTo>
                  <a:pt x="1336954" y="762635"/>
                </a:lnTo>
                <a:lnTo>
                  <a:pt x="1339583" y="762635"/>
                </a:lnTo>
                <a:lnTo>
                  <a:pt x="1340700" y="762177"/>
                </a:lnTo>
                <a:lnTo>
                  <a:pt x="1342567" y="760310"/>
                </a:lnTo>
                <a:lnTo>
                  <a:pt x="1343025" y="759193"/>
                </a:lnTo>
                <a:lnTo>
                  <a:pt x="1343025" y="756564"/>
                </a:lnTo>
                <a:close/>
              </a:path>
              <a:path w="4914900" h="151574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914900" h="1515745">
                <a:moveTo>
                  <a:pt x="1390650" y="1509674"/>
                </a:moveTo>
                <a:lnTo>
                  <a:pt x="1390192" y="1508556"/>
                </a:lnTo>
                <a:lnTo>
                  <a:pt x="1388325" y="1506689"/>
                </a:lnTo>
                <a:lnTo>
                  <a:pt x="1387208" y="1506220"/>
                </a:lnTo>
                <a:lnTo>
                  <a:pt x="1384579" y="1506220"/>
                </a:lnTo>
                <a:lnTo>
                  <a:pt x="1383461" y="1506689"/>
                </a:lnTo>
                <a:lnTo>
                  <a:pt x="1381594" y="1508556"/>
                </a:lnTo>
                <a:lnTo>
                  <a:pt x="1381125" y="1509674"/>
                </a:lnTo>
                <a:lnTo>
                  <a:pt x="1381125" y="1512303"/>
                </a:lnTo>
                <a:lnTo>
                  <a:pt x="1381594" y="1513420"/>
                </a:lnTo>
                <a:lnTo>
                  <a:pt x="1383461" y="1515287"/>
                </a:lnTo>
                <a:lnTo>
                  <a:pt x="1384579" y="1515745"/>
                </a:lnTo>
                <a:lnTo>
                  <a:pt x="1387208" y="1515745"/>
                </a:lnTo>
                <a:lnTo>
                  <a:pt x="1388325" y="1515287"/>
                </a:lnTo>
                <a:lnTo>
                  <a:pt x="1390192" y="1513420"/>
                </a:lnTo>
                <a:lnTo>
                  <a:pt x="1390650" y="1512303"/>
                </a:lnTo>
                <a:lnTo>
                  <a:pt x="1390650" y="1509674"/>
                </a:lnTo>
                <a:close/>
              </a:path>
              <a:path w="4914900" h="1515745">
                <a:moveTo>
                  <a:pt x="1390650" y="756564"/>
                </a:moveTo>
                <a:lnTo>
                  <a:pt x="1390192" y="755446"/>
                </a:lnTo>
                <a:lnTo>
                  <a:pt x="1388325" y="753579"/>
                </a:lnTo>
                <a:lnTo>
                  <a:pt x="1387208" y="753110"/>
                </a:lnTo>
                <a:lnTo>
                  <a:pt x="1384579" y="753110"/>
                </a:lnTo>
                <a:lnTo>
                  <a:pt x="1383461" y="753579"/>
                </a:lnTo>
                <a:lnTo>
                  <a:pt x="1381594" y="755446"/>
                </a:lnTo>
                <a:lnTo>
                  <a:pt x="1381125" y="756564"/>
                </a:lnTo>
                <a:lnTo>
                  <a:pt x="1381125" y="759193"/>
                </a:lnTo>
                <a:lnTo>
                  <a:pt x="1381594" y="760310"/>
                </a:lnTo>
                <a:lnTo>
                  <a:pt x="1383461" y="762177"/>
                </a:lnTo>
                <a:lnTo>
                  <a:pt x="1384579" y="762635"/>
                </a:lnTo>
                <a:lnTo>
                  <a:pt x="1387208" y="762635"/>
                </a:lnTo>
                <a:lnTo>
                  <a:pt x="1388325" y="762177"/>
                </a:lnTo>
                <a:lnTo>
                  <a:pt x="1390192" y="760310"/>
                </a:lnTo>
                <a:lnTo>
                  <a:pt x="1390650" y="759193"/>
                </a:lnTo>
                <a:lnTo>
                  <a:pt x="1390650" y="756564"/>
                </a:lnTo>
                <a:close/>
              </a:path>
              <a:path w="4914900" h="151574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914900" h="1515745">
                <a:moveTo>
                  <a:pt x="1438275" y="1509674"/>
                </a:moveTo>
                <a:lnTo>
                  <a:pt x="1437817" y="1508556"/>
                </a:lnTo>
                <a:lnTo>
                  <a:pt x="1435950" y="1506689"/>
                </a:lnTo>
                <a:lnTo>
                  <a:pt x="1434833" y="1506220"/>
                </a:lnTo>
                <a:lnTo>
                  <a:pt x="1432204" y="1506220"/>
                </a:lnTo>
                <a:lnTo>
                  <a:pt x="1431086" y="1506689"/>
                </a:lnTo>
                <a:lnTo>
                  <a:pt x="1429219" y="1508556"/>
                </a:lnTo>
                <a:lnTo>
                  <a:pt x="1428750" y="1509674"/>
                </a:lnTo>
                <a:lnTo>
                  <a:pt x="1428750" y="1512303"/>
                </a:lnTo>
                <a:lnTo>
                  <a:pt x="1429219" y="1513420"/>
                </a:lnTo>
                <a:lnTo>
                  <a:pt x="1431086" y="1515287"/>
                </a:lnTo>
                <a:lnTo>
                  <a:pt x="1432204" y="1515745"/>
                </a:lnTo>
                <a:lnTo>
                  <a:pt x="1434833" y="1515745"/>
                </a:lnTo>
                <a:lnTo>
                  <a:pt x="1435950" y="1515287"/>
                </a:lnTo>
                <a:lnTo>
                  <a:pt x="1437817" y="1513420"/>
                </a:lnTo>
                <a:lnTo>
                  <a:pt x="1438275" y="1512303"/>
                </a:lnTo>
                <a:lnTo>
                  <a:pt x="1438275" y="1509674"/>
                </a:lnTo>
                <a:close/>
              </a:path>
              <a:path w="4914900" h="1515745">
                <a:moveTo>
                  <a:pt x="1438275" y="756564"/>
                </a:moveTo>
                <a:lnTo>
                  <a:pt x="1437817" y="755446"/>
                </a:lnTo>
                <a:lnTo>
                  <a:pt x="1435950" y="753579"/>
                </a:lnTo>
                <a:lnTo>
                  <a:pt x="1434833" y="753110"/>
                </a:lnTo>
                <a:lnTo>
                  <a:pt x="1432204" y="753110"/>
                </a:lnTo>
                <a:lnTo>
                  <a:pt x="1431086" y="753579"/>
                </a:lnTo>
                <a:lnTo>
                  <a:pt x="1429219" y="755446"/>
                </a:lnTo>
                <a:lnTo>
                  <a:pt x="1428750" y="756564"/>
                </a:lnTo>
                <a:lnTo>
                  <a:pt x="1428750" y="759193"/>
                </a:lnTo>
                <a:lnTo>
                  <a:pt x="1429219" y="760310"/>
                </a:lnTo>
                <a:lnTo>
                  <a:pt x="1431086" y="762177"/>
                </a:lnTo>
                <a:lnTo>
                  <a:pt x="1432204" y="762635"/>
                </a:lnTo>
                <a:lnTo>
                  <a:pt x="1434833" y="762635"/>
                </a:lnTo>
                <a:lnTo>
                  <a:pt x="1435950" y="762177"/>
                </a:lnTo>
                <a:lnTo>
                  <a:pt x="1437817" y="760310"/>
                </a:lnTo>
                <a:lnTo>
                  <a:pt x="1438275" y="759193"/>
                </a:lnTo>
                <a:lnTo>
                  <a:pt x="1438275" y="756564"/>
                </a:lnTo>
                <a:close/>
              </a:path>
              <a:path w="4914900" h="151574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914900" h="1515745">
                <a:moveTo>
                  <a:pt x="1485900" y="1509674"/>
                </a:moveTo>
                <a:lnTo>
                  <a:pt x="1485442" y="1508556"/>
                </a:lnTo>
                <a:lnTo>
                  <a:pt x="1483575" y="1506689"/>
                </a:lnTo>
                <a:lnTo>
                  <a:pt x="1482458" y="1506220"/>
                </a:lnTo>
                <a:lnTo>
                  <a:pt x="1479829" y="1506220"/>
                </a:lnTo>
                <a:lnTo>
                  <a:pt x="1478711" y="1506689"/>
                </a:lnTo>
                <a:lnTo>
                  <a:pt x="1476844" y="1508556"/>
                </a:lnTo>
                <a:lnTo>
                  <a:pt x="1476375" y="1509674"/>
                </a:lnTo>
                <a:lnTo>
                  <a:pt x="1476375" y="1512303"/>
                </a:lnTo>
                <a:lnTo>
                  <a:pt x="1476844" y="1513420"/>
                </a:lnTo>
                <a:lnTo>
                  <a:pt x="1478711" y="1515287"/>
                </a:lnTo>
                <a:lnTo>
                  <a:pt x="1479829" y="1515745"/>
                </a:lnTo>
                <a:lnTo>
                  <a:pt x="1482458" y="1515745"/>
                </a:lnTo>
                <a:lnTo>
                  <a:pt x="1483575" y="1515287"/>
                </a:lnTo>
                <a:lnTo>
                  <a:pt x="1485442" y="1513420"/>
                </a:lnTo>
                <a:lnTo>
                  <a:pt x="1485900" y="1512303"/>
                </a:lnTo>
                <a:lnTo>
                  <a:pt x="1485900" y="1509674"/>
                </a:lnTo>
                <a:close/>
              </a:path>
              <a:path w="4914900" h="1515745">
                <a:moveTo>
                  <a:pt x="1485900" y="756564"/>
                </a:moveTo>
                <a:lnTo>
                  <a:pt x="1485442" y="755446"/>
                </a:lnTo>
                <a:lnTo>
                  <a:pt x="1483575" y="753579"/>
                </a:lnTo>
                <a:lnTo>
                  <a:pt x="1482458" y="753110"/>
                </a:lnTo>
                <a:lnTo>
                  <a:pt x="1479829" y="753110"/>
                </a:lnTo>
                <a:lnTo>
                  <a:pt x="1478711" y="753579"/>
                </a:lnTo>
                <a:lnTo>
                  <a:pt x="1476844" y="755446"/>
                </a:lnTo>
                <a:lnTo>
                  <a:pt x="1476375" y="756564"/>
                </a:lnTo>
                <a:lnTo>
                  <a:pt x="1476375" y="759193"/>
                </a:lnTo>
                <a:lnTo>
                  <a:pt x="1476844" y="760310"/>
                </a:lnTo>
                <a:lnTo>
                  <a:pt x="1478711" y="762177"/>
                </a:lnTo>
                <a:lnTo>
                  <a:pt x="1479829" y="762635"/>
                </a:lnTo>
                <a:lnTo>
                  <a:pt x="1482458" y="762635"/>
                </a:lnTo>
                <a:lnTo>
                  <a:pt x="1483575" y="762177"/>
                </a:lnTo>
                <a:lnTo>
                  <a:pt x="1485442" y="760310"/>
                </a:lnTo>
                <a:lnTo>
                  <a:pt x="1485900" y="759193"/>
                </a:lnTo>
                <a:lnTo>
                  <a:pt x="1485900" y="756564"/>
                </a:lnTo>
                <a:close/>
              </a:path>
              <a:path w="4914900" h="151574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914900" h="1515745">
                <a:moveTo>
                  <a:pt x="1533525" y="1509674"/>
                </a:moveTo>
                <a:lnTo>
                  <a:pt x="1533067" y="1508556"/>
                </a:lnTo>
                <a:lnTo>
                  <a:pt x="1531200" y="1506689"/>
                </a:lnTo>
                <a:lnTo>
                  <a:pt x="1530083" y="1506220"/>
                </a:lnTo>
                <a:lnTo>
                  <a:pt x="1527454" y="1506220"/>
                </a:lnTo>
                <a:lnTo>
                  <a:pt x="1526336" y="1506689"/>
                </a:lnTo>
                <a:lnTo>
                  <a:pt x="1524469" y="1508556"/>
                </a:lnTo>
                <a:lnTo>
                  <a:pt x="1524000" y="1509674"/>
                </a:lnTo>
                <a:lnTo>
                  <a:pt x="1524000" y="1512303"/>
                </a:lnTo>
                <a:lnTo>
                  <a:pt x="1524469" y="1513420"/>
                </a:lnTo>
                <a:lnTo>
                  <a:pt x="1526336" y="1515287"/>
                </a:lnTo>
                <a:lnTo>
                  <a:pt x="1527454" y="1515745"/>
                </a:lnTo>
                <a:lnTo>
                  <a:pt x="1530083" y="1515745"/>
                </a:lnTo>
                <a:lnTo>
                  <a:pt x="1531200" y="1515287"/>
                </a:lnTo>
                <a:lnTo>
                  <a:pt x="1533067" y="1513420"/>
                </a:lnTo>
                <a:lnTo>
                  <a:pt x="1533525" y="1512303"/>
                </a:lnTo>
                <a:lnTo>
                  <a:pt x="1533525" y="1509674"/>
                </a:lnTo>
                <a:close/>
              </a:path>
              <a:path w="4914900" h="1515745">
                <a:moveTo>
                  <a:pt x="1533525" y="756564"/>
                </a:moveTo>
                <a:lnTo>
                  <a:pt x="1533067" y="755446"/>
                </a:lnTo>
                <a:lnTo>
                  <a:pt x="1531200" y="753579"/>
                </a:lnTo>
                <a:lnTo>
                  <a:pt x="1530083" y="753110"/>
                </a:lnTo>
                <a:lnTo>
                  <a:pt x="1527454" y="753110"/>
                </a:lnTo>
                <a:lnTo>
                  <a:pt x="1526336" y="753579"/>
                </a:lnTo>
                <a:lnTo>
                  <a:pt x="1524469" y="755446"/>
                </a:lnTo>
                <a:lnTo>
                  <a:pt x="1524000" y="756564"/>
                </a:lnTo>
                <a:lnTo>
                  <a:pt x="1524000" y="759193"/>
                </a:lnTo>
                <a:lnTo>
                  <a:pt x="1524469" y="760310"/>
                </a:lnTo>
                <a:lnTo>
                  <a:pt x="1526336" y="762177"/>
                </a:lnTo>
                <a:lnTo>
                  <a:pt x="1527454" y="762635"/>
                </a:lnTo>
                <a:lnTo>
                  <a:pt x="1530083" y="762635"/>
                </a:lnTo>
                <a:lnTo>
                  <a:pt x="1531200" y="762177"/>
                </a:lnTo>
                <a:lnTo>
                  <a:pt x="1533067" y="760310"/>
                </a:lnTo>
                <a:lnTo>
                  <a:pt x="1533525" y="759193"/>
                </a:lnTo>
                <a:lnTo>
                  <a:pt x="1533525" y="756564"/>
                </a:lnTo>
                <a:close/>
              </a:path>
              <a:path w="4914900" h="151574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914900" h="1515745">
                <a:moveTo>
                  <a:pt x="1581150" y="1509674"/>
                </a:moveTo>
                <a:lnTo>
                  <a:pt x="1580692" y="1508556"/>
                </a:lnTo>
                <a:lnTo>
                  <a:pt x="1578825" y="1506689"/>
                </a:lnTo>
                <a:lnTo>
                  <a:pt x="1577708" y="1506220"/>
                </a:lnTo>
                <a:lnTo>
                  <a:pt x="1575079" y="1506220"/>
                </a:lnTo>
                <a:lnTo>
                  <a:pt x="1573961" y="1506689"/>
                </a:lnTo>
                <a:lnTo>
                  <a:pt x="1572094" y="1508556"/>
                </a:lnTo>
                <a:lnTo>
                  <a:pt x="1571625" y="1509674"/>
                </a:lnTo>
                <a:lnTo>
                  <a:pt x="1571625" y="1512303"/>
                </a:lnTo>
                <a:lnTo>
                  <a:pt x="1572094" y="1513420"/>
                </a:lnTo>
                <a:lnTo>
                  <a:pt x="1573961" y="1515287"/>
                </a:lnTo>
                <a:lnTo>
                  <a:pt x="1575079" y="1515745"/>
                </a:lnTo>
                <a:lnTo>
                  <a:pt x="1577708" y="1515745"/>
                </a:lnTo>
                <a:lnTo>
                  <a:pt x="1578825" y="1515287"/>
                </a:lnTo>
                <a:lnTo>
                  <a:pt x="1580692" y="1513420"/>
                </a:lnTo>
                <a:lnTo>
                  <a:pt x="1581150" y="1512303"/>
                </a:lnTo>
                <a:lnTo>
                  <a:pt x="1581150" y="1509674"/>
                </a:lnTo>
                <a:close/>
              </a:path>
              <a:path w="4914900" h="1515745">
                <a:moveTo>
                  <a:pt x="1581150" y="756564"/>
                </a:moveTo>
                <a:lnTo>
                  <a:pt x="1580692" y="755446"/>
                </a:lnTo>
                <a:lnTo>
                  <a:pt x="1578825" y="753579"/>
                </a:lnTo>
                <a:lnTo>
                  <a:pt x="1577708" y="753110"/>
                </a:lnTo>
                <a:lnTo>
                  <a:pt x="1575079" y="753110"/>
                </a:lnTo>
                <a:lnTo>
                  <a:pt x="1573961" y="753579"/>
                </a:lnTo>
                <a:lnTo>
                  <a:pt x="1572094" y="755446"/>
                </a:lnTo>
                <a:lnTo>
                  <a:pt x="1571625" y="756564"/>
                </a:lnTo>
                <a:lnTo>
                  <a:pt x="1571625" y="759193"/>
                </a:lnTo>
                <a:lnTo>
                  <a:pt x="1572094" y="760310"/>
                </a:lnTo>
                <a:lnTo>
                  <a:pt x="1573961" y="762177"/>
                </a:lnTo>
                <a:lnTo>
                  <a:pt x="1575079" y="762635"/>
                </a:lnTo>
                <a:lnTo>
                  <a:pt x="1577708" y="762635"/>
                </a:lnTo>
                <a:lnTo>
                  <a:pt x="1578825" y="762177"/>
                </a:lnTo>
                <a:lnTo>
                  <a:pt x="1580692" y="760310"/>
                </a:lnTo>
                <a:lnTo>
                  <a:pt x="1581150" y="759193"/>
                </a:lnTo>
                <a:lnTo>
                  <a:pt x="1581150" y="756564"/>
                </a:lnTo>
                <a:close/>
              </a:path>
              <a:path w="4914900" h="151574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914900" h="1515745">
                <a:moveTo>
                  <a:pt x="1628775" y="1509674"/>
                </a:moveTo>
                <a:lnTo>
                  <a:pt x="1628317" y="1508556"/>
                </a:lnTo>
                <a:lnTo>
                  <a:pt x="1626450" y="1506689"/>
                </a:lnTo>
                <a:lnTo>
                  <a:pt x="1625333" y="1506220"/>
                </a:lnTo>
                <a:lnTo>
                  <a:pt x="1622704" y="1506220"/>
                </a:lnTo>
                <a:lnTo>
                  <a:pt x="1621586" y="1506689"/>
                </a:lnTo>
                <a:lnTo>
                  <a:pt x="1619719" y="1508556"/>
                </a:lnTo>
                <a:lnTo>
                  <a:pt x="1619250" y="1509674"/>
                </a:lnTo>
                <a:lnTo>
                  <a:pt x="1619250" y="1512303"/>
                </a:lnTo>
                <a:lnTo>
                  <a:pt x="1619719" y="1513420"/>
                </a:lnTo>
                <a:lnTo>
                  <a:pt x="1621586" y="1515287"/>
                </a:lnTo>
                <a:lnTo>
                  <a:pt x="1622704" y="1515745"/>
                </a:lnTo>
                <a:lnTo>
                  <a:pt x="1625333" y="1515745"/>
                </a:lnTo>
                <a:lnTo>
                  <a:pt x="1626450" y="1515287"/>
                </a:lnTo>
                <a:lnTo>
                  <a:pt x="1628317" y="1513420"/>
                </a:lnTo>
                <a:lnTo>
                  <a:pt x="1628775" y="1512303"/>
                </a:lnTo>
                <a:lnTo>
                  <a:pt x="1628775" y="1509674"/>
                </a:lnTo>
                <a:close/>
              </a:path>
              <a:path w="4914900" h="1515745">
                <a:moveTo>
                  <a:pt x="1628775" y="756564"/>
                </a:moveTo>
                <a:lnTo>
                  <a:pt x="1628317" y="755446"/>
                </a:lnTo>
                <a:lnTo>
                  <a:pt x="1626450" y="753579"/>
                </a:lnTo>
                <a:lnTo>
                  <a:pt x="1625333" y="753110"/>
                </a:lnTo>
                <a:lnTo>
                  <a:pt x="1622704" y="753110"/>
                </a:lnTo>
                <a:lnTo>
                  <a:pt x="1621586" y="753579"/>
                </a:lnTo>
                <a:lnTo>
                  <a:pt x="1619719" y="755446"/>
                </a:lnTo>
                <a:lnTo>
                  <a:pt x="1619250" y="756564"/>
                </a:lnTo>
                <a:lnTo>
                  <a:pt x="1619250" y="759193"/>
                </a:lnTo>
                <a:lnTo>
                  <a:pt x="1619719" y="760310"/>
                </a:lnTo>
                <a:lnTo>
                  <a:pt x="1621586" y="762177"/>
                </a:lnTo>
                <a:lnTo>
                  <a:pt x="1622704" y="762635"/>
                </a:lnTo>
                <a:lnTo>
                  <a:pt x="1625333" y="762635"/>
                </a:lnTo>
                <a:lnTo>
                  <a:pt x="1626450" y="762177"/>
                </a:lnTo>
                <a:lnTo>
                  <a:pt x="1628317" y="760310"/>
                </a:lnTo>
                <a:lnTo>
                  <a:pt x="1628775" y="759193"/>
                </a:lnTo>
                <a:lnTo>
                  <a:pt x="1628775" y="756564"/>
                </a:lnTo>
                <a:close/>
              </a:path>
              <a:path w="4914900" h="151574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914900" h="1515745">
                <a:moveTo>
                  <a:pt x="1676400" y="1509674"/>
                </a:moveTo>
                <a:lnTo>
                  <a:pt x="1675942" y="1508556"/>
                </a:lnTo>
                <a:lnTo>
                  <a:pt x="1674075" y="1506689"/>
                </a:lnTo>
                <a:lnTo>
                  <a:pt x="1672958" y="1506220"/>
                </a:lnTo>
                <a:lnTo>
                  <a:pt x="1670329" y="1506220"/>
                </a:lnTo>
                <a:lnTo>
                  <a:pt x="1669211" y="1506689"/>
                </a:lnTo>
                <a:lnTo>
                  <a:pt x="1667344" y="1508556"/>
                </a:lnTo>
                <a:lnTo>
                  <a:pt x="1666875" y="1509674"/>
                </a:lnTo>
                <a:lnTo>
                  <a:pt x="1666875" y="1512303"/>
                </a:lnTo>
                <a:lnTo>
                  <a:pt x="1667344" y="1513420"/>
                </a:lnTo>
                <a:lnTo>
                  <a:pt x="1669211" y="1515287"/>
                </a:lnTo>
                <a:lnTo>
                  <a:pt x="1670329" y="1515745"/>
                </a:lnTo>
                <a:lnTo>
                  <a:pt x="1672958" y="1515745"/>
                </a:lnTo>
                <a:lnTo>
                  <a:pt x="1674075" y="1515287"/>
                </a:lnTo>
                <a:lnTo>
                  <a:pt x="1675942" y="1513420"/>
                </a:lnTo>
                <a:lnTo>
                  <a:pt x="1676400" y="1512303"/>
                </a:lnTo>
                <a:lnTo>
                  <a:pt x="1676400" y="1509674"/>
                </a:lnTo>
                <a:close/>
              </a:path>
              <a:path w="4914900" h="1515745">
                <a:moveTo>
                  <a:pt x="1676400" y="756564"/>
                </a:moveTo>
                <a:lnTo>
                  <a:pt x="1675942" y="755446"/>
                </a:lnTo>
                <a:lnTo>
                  <a:pt x="1674075" y="753579"/>
                </a:lnTo>
                <a:lnTo>
                  <a:pt x="1672958" y="753110"/>
                </a:lnTo>
                <a:lnTo>
                  <a:pt x="1670329" y="753110"/>
                </a:lnTo>
                <a:lnTo>
                  <a:pt x="1669211" y="753579"/>
                </a:lnTo>
                <a:lnTo>
                  <a:pt x="1667344" y="755446"/>
                </a:lnTo>
                <a:lnTo>
                  <a:pt x="1666875" y="756564"/>
                </a:lnTo>
                <a:lnTo>
                  <a:pt x="1666875" y="759193"/>
                </a:lnTo>
                <a:lnTo>
                  <a:pt x="1667344" y="760310"/>
                </a:lnTo>
                <a:lnTo>
                  <a:pt x="1669211" y="762177"/>
                </a:lnTo>
                <a:lnTo>
                  <a:pt x="1670329" y="762635"/>
                </a:lnTo>
                <a:lnTo>
                  <a:pt x="1672958" y="762635"/>
                </a:lnTo>
                <a:lnTo>
                  <a:pt x="1674075" y="762177"/>
                </a:lnTo>
                <a:lnTo>
                  <a:pt x="1675942" y="760310"/>
                </a:lnTo>
                <a:lnTo>
                  <a:pt x="1676400" y="759193"/>
                </a:lnTo>
                <a:lnTo>
                  <a:pt x="1676400" y="756564"/>
                </a:lnTo>
                <a:close/>
              </a:path>
              <a:path w="4914900" h="151574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914900" h="1515745">
                <a:moveTo>
                  <a:pt x="1724025" y="1509674"/>
                </a:moveTo>
                <a:lnTo>
                  <a:pt x="1723567" y="1508556"/>
                </a:lnTo>
                <a:lnTo>
                  <a:pt x="1721700" y="1506689"/>
                </a:lnTo>
                <a:lnTo>
                  <a:pt x="1720583" y="1506220"/>
                </a:lnTo>
                <a:lnTo>
                  <a:pt x="1717954" y="1506220"/>
                </a:lnTo>
                <a:lnTo>
                  <a:pt x="1716836" y="1506689"/>
                </a:lnTo>
                <a:lnTo>
                  <a:pt x="1714969" y="1508556"/>
                </a:lnTo>
                <a:lnTo>
                  <a:pt x="1714500" y="1509674"/>
                </a:lnTo>
                <a:lnTo>
                  <a:pt x="1714500" y="1512303"/>
                </a:lnTo>
                <a:lnTo>
                  <a:pt x="1714969" y="1513420"/>
                </a:lnTo>
                <a:lnTo>
                  <a:pt x="1716836" y="1515287"/>
                </a:lnTo>
                <a:lnTo>
                  <a:pt x="1717954" y="1515745"/>
                </a:lnTo>
                <a:lnTo>
                  <a:pt x="1720583" y="1515745"/>
                </a:lnTo>
                <a:lnTo>
                  <a:pt x="1721700" y="1515287"/>
                </a:lnTo>
                <a:lnTo>
                  <a:pt x="1723567" y="1513420"/>
                </a:lnTo>
                <a:lnTo>
                  <a:pt x="1724025" y="1512303"/>
                </a:lnTo>
                <a:lnTo>
                  <a:pt x="1724025" y="1509674"/>
                </a:lnTo>
                <a:close/>
              </a:path>
              <a:path w="4914900" h="1515745">
                <a:moveTo>
                  <a:pt x="1724025" y="756564"/>
                </a:moveTo>
                <a:lnTo>
                  <a:pt x="1723567" y="755446"/>
                </a:lnTo>
                <a:lnTo>
                  <a:pt x="1721700" y="753579"/>
                </a:lnTo>
                <a:lnTo>
                  <a:pt x="1720583" y="753110"/>
                </a:lnTo>
                <a:lnTo>
                  <a:pt x="1717954" y="753110"/>
                </a:lnTo>
                <a:lnTo>
                  <a:pt x="1716836" y="753579"/>
                </a:lnTo>
                <a:lnTo>
                  <a:pt x="1714969" y="755446"/>
                </a:lnTo>
                <a:lnTo>
                  <a:pt x="1714500" y="756564"/>
                </a:lnTo>
                <a:lnTo>
                  <a:pt x="1714500" y="759193"/>
                </a:lnTo>
                <a:lnTo>
                  <a:pt x="1714969" y="760310"/>
                </a:lnTo>
                <a:lnTo>
                  <a:pt x="1716836" y="762177"/>
                </a:lnTo>
                <a:lnTo>
                  <a:pt x="1717954" y="762635"/>
                </a:lnTo>
                <a:lnTo>
                  <a:pt x="1720583" y="762635"/>
                </a:lnTo>
                <a:lnTo>
                  <a:pt x="1721700" y="762177"/>
                </a:lnTo>
                <a:lnTo>
                  <a:pt x="1723567" y="760310"/>
                </a:lnTo>
                <a:lnTo>
                  <a:pt x="1724025" y="759193"/>
                </a:lnTo>
                <a:lnTo>
                  <a:pt x="1724025" y="756564"/>
                </a:lnTo>
                <a:close/>
              </a:path>
              <a:path w="4914900" h="151574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914900" h="1515745">
                <a:moveTo>
                  <a:pt x="1771650" y="1509674"/>
                </a:moveTo>
                <a:lnTo>
                  <a:pt x="1771192" y="1508556"/>
                </a:lnTo>
                <a:lnTo>
                  <a:pt x="1769325" y="1506689"/>
                </a:lnTo>
                <a:lnTo>
                  <a:pt x="1768208" y="1506220"/>
                </a:lnTo>
                <a:lnTo>
                  <a:pt x="1765579" y="1506220"/>
                </a:lnTo>
                <a:lnTo>
                  <a:pt x="1764461" y="1506689"/>
                </a:lnTo>
                <a:lnTo>
                  <a:pt x="1762594" y="1508556"/>
                </a:lnTo>
                <a:lnTo>
                  <a:pt x="1762125" y="1509674"/>
                </a:lnTo>
                <a:lnTo>
                  <a:pt x="1762125" y="1512303"/>
                </a:lnTo>
                <a:lnTo>
                  <a:pt x="1762594" y="1513420"/>
                </a:lnTo>
                <a:lnTo>
                  <a:pt x="1764461" y="1515287"/>
                </a:lnTo>
                <a:lnTo>
                  <a:pt x="1765579" y="1515745"/>
                </a:lnTo>
                <a:lnTo>
                  <a:pt x="1768208" y="1515745"/>
                </a:lnTo>
                <a:lnTo>
                  <a:pt x="1769325" y="1515287"/>
                </a:lnTo>
                <a:lnTo>
                  <a:pt x="1771192" y="1513420"/>
                </a:lnTo>
                <a:lnTo>
                  <a:pt x="1771650" y="1512303"/>
                </a:lnTo>
                <a:lnTo>
                  <a:pt x="1771650" y="1509674"/>
                </a:lnTo>
                <a:close/>
              </a:path>
              <a:path w="4914900" h="1515745">
                <a:moveTo>
                  <a:pt x="1771650" y="756564"/>
                </a:moveTo>
                <a:lnTo>
                  <a:pt x="1771192" y="755446"/>
                </a:lnTo>
                <a:lnTo>
                  <a:pt x="1769325" y="753579"/>
                </a:lnTo>
                <a:lnTo>
                  <a:pt x="1768208" y="753110"/>
                </a:lnTo>
                <a:lnTo>
                  <a:pt x="1765579" y="753110"/>
                </a:lnTo>
                <a:lnTo>
                  <a:pt x="1764461" y="753579"/>
                </a:lnTo>
                <a:lnTo>
                  <a:pt x="1762594" y="755446"/>
                </a:lnTo>
                <a:lnTo>
                  <a:pt x="1762125" y="756564"/>
                </a:lnTo>
                <a:lnTo>
                  <a:pt x="1762125" y="759193"/>
                </a:lnTo>
                <a:lnTo>
                  <a:pt x="1762594" y="760310"/>
                </a:lnTo>
                <a:lnTo>
                  <a:pt x="1764461" y="762177"/>
                </a:lnTo>
                <a:lnTo>
                  <a:pt x="1765579" y="762635"/>
                </a:lnTo>
                <a:lnTo>
                  <a:pt x="1768208" y="762635"/>
                </a:lnTo>
                <a:lnTo>
                  <a:pt x="1769325" y="762177"/>
                </a:lnTo>
                <a:lnTo>
                  <a:pt x="1771192" y="760310"/>
                </a:lnTo>
                <a:lnTo>
                  <a:pt x="1771650" y="759193"/>
                </a:lnTo>
                <a:lnTo>
                  <a:pt x="1771650" y="756564"/>
                </a:lnTo>
                <a:close/>
              </a:path>
              <a:path w="4914900" h="151574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914900" h="1515745">
                <a:moveTo>
                  <a:pt x="1819275" y="1509674"/>
                </a:moveTo>
                <a:lnTo>
                  <a:pt x="1818817" y="1508556"/>
                </a:lnTo>
                <a:lnTo>
                  <a:pt x="1816950" y="1506689"/>
                </a:lnTo>
                <a:lnTo>
                  <a:pt x="1815833" y="1506220"/>
                </a:lnTo>
                <a:lnTo>
                  <a:pt x="1813204" y="1506220"/>
                </a:lnTo>
                <a:lnTo>
                  <a:pt x="1812086" y="1506689"/>
                </a:lnTo>
                <a:lnTo>
                  <a:pt x="1810219" y="1508556"/>
                </a:lnTo>
                <a:lnTo>
                  <a:pt x="1809750" y="1509674"/>
                </a:lnTo>
                <a:lnTo>
                  <a:pt x="1809750" y="1512303"/>
                </a:lnTo>
                <a:lnTo>
                  <a:pt x="1810219" y="1513420"/>
                </a:lnTo>
                <a:lnTo>
                  <a:pt x="1812086" y="1515287"/>
                </a:lnTo>
                <a:lnTo>
                  <a:pt x="1813204" y="1515745"/>
                </a:lnTo>
                <a:lnTo>
                  <a:pt x="1815833" y="1515745"/>
                </a:lnTo>
                <a:lnTo>
                  <a:pt x="1816950" y="1515287"/>
                </a:lnTo>
                <a:lnTo>
                  <a:pt x="1818817" y="1513420"/>
                </a:lnTo>
                <a:lnTo>
                  <a:pt x="1819275" y="1512303"/>
                </a:lnTo>
                <a:lnTo>
                  <a:pt x="1819275" y="1509674"/>
                </a:lnTo>
                <a:close/>
              </a:path>
              <a:path w="4914900" h="1515745">
                <a:moveTo>
                  <a:pt x="1819275" y="756564"/>
                </a:moveTo>
                <a:lnTo>
                  <a:pt x="1818817" y="755446"/>
                </a:lnTo>
                <a:lnTo>
                  <a:pt x="1816950" y="753579"/>
                </a:lnTo>
                <a:lnTo>
                  <a:pt x="1815833" y="753110"/>
                </a:lnTo>
                <a:lnTo>
                  <a:pt x="1813204" y="753110"/>
                </a:lnTo>
                <a:lnTo>
                  <a:pt x="1812086" y="753579"/>
                </a:lnTo>
                <a:lnTo>
                  <a:pt x="1810219" y="755446"/>
                </a:lnTo>
                <a:lnTo>
                  <a:pt x="1809750" y="756564"/>
                </a:lnTo>
                <a:lnTo>
                  <a:pt x="1809750" y="759193"/>
                </a:lnTo>
                <a:lnTo>
                  <a:pt x="1810219" y="760310"/>
                </a:lnTo>
                <a:lnTo>
                  <a:pt x="1812086" y="762177"/>
                </a:lnTo>
                <a:lnTo>
                  <a:pt x="1813204" y="762635"/>
                </a:lnTo>
                <a:lnTo>
                  <a:pt x="1815833" y="762635"/>
                </a:lnTo>
                <a:lnTo>
                  <a:pt x="1816950" y="762177"/>
                </a:lnTo>
                <a:lnTo>
                  <a:pt x="1818817" y="760310"/>
                </a:lnTo>
                <a:lnTo>
                  <a:pt x="1819275" y="759193"/>
                </a:lnTo>
                <a:lnTo>
                  <a:pt x="1819275" y="756564"/>
                </a:lnTo>
                <a:close/>
              </a:path>
              <a:path w="4914900" h="151574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914900" h="1515745">
                <a:moveTo>
                  <a:pt x="1866900" y="1509674"/>
                </a:moveTo>
                <a:lnTo>
                  <a:pt x="1866442" y="1508556"/>
                </a:lnTo>
                <a:lnTo>
                  <a:pt x="1864575" y="1506689"/>
                </a:lnTo>
                <a:lnTo>
                  <a:pt x="1863458" y="1506220"/>
                </a:lnTo>
                <a:lnTo>
                  <a:pt x="1860829" y="1506220"/>
                </a:lnTo>
                <a:lnTo>
                  <a:pt x="1859711" y="1506689"/>
                </a:lnTo>
                <a:lnTo>
                  <a:pt x="1857844" y="1508556"/>
                </a:lnTo>
                <a:lnTo>
                  <a:pt x="1857375" y="1509674"/>
                </a:lnTo>
                <a:lnTo>
                  <a:pt x="1857375" y="1512303"/>
                </a:lnTo>
                <a:lnTo>
                  <a:pt x="1857844" y="1513420"/>
                </a:lnTo>
                <a:lnTo>
                  <a:pt x="1859711" y="1515287"/>
                </a:lnTo>
                <a:lnTo>
                  <a:pt x="1860829" y="1515745"/>
                </a:lnTo>
                <a:lnTo>
                  <a:pt x="1863458" y="1515745"/>
                </a:lnTo>
                <a:lnTo>
                  <a:pt x="1864575" y="1515287"/>
                </a:lnTo>
                <a:lnTo>
                  <a:pt x="1866442" y="1513420"/>
                </a:lnTo>
                <a:lnTo>
                  <a:pt x="1866900" y="1512303"/>
                </a:lnTo>
                <a:lnTo>
                  <a:pt x="1866900" y="1509674"/>
                </a:lnTo>
                <a:close/>
              </a:path>
              <a:path w="4914900" h="1515745">
                <a:moveTo>
                  <a:pt x="1866900" y="756564"/>
                </a:moveTo>
                <a:lnTo>
                  <a:pt x="1866442" y="755446"/>
                </a:lnTo>
                <a:lnTo>
                  <a:pt x="1864575" y="753579"/>
                </a:lnTo>
                <a:lnTo>
                  <a:pt x="1863458" y="753110"/>
                </a:lnTo>
                <a:lnTo>
                  <a:pt x="1860829" y="753110"/>
                </a:lnTo>
                <a:lnTo>
                  <a:pt x="1859711" y="753579"/>
                </a:lnTo>
                <a:lnTo>
                  <a:pt x="1857844" y="755446"/>
                </a:lnTo>
                <a:lnTo>
                  <a:pt x="1857375" y="756564"/>
                </a:lnTo>
                <a:lnTo>
                  <a:pt x="1857375" y="759193"/>
                </a:lnTo>
                <a:lnTo>
                  <a:pt x="1857844" y="760310"/>
                </a:lnTo>
                <a:lnTo>
                  <a:pt x="1859711" y="762177"/>
                </a:lnTo>
                <a:lnTo>
                  <a:pt x="1860829" y="762635"/>
                </a:lnTo>
                <a:lnTo>
                  <a:pt x="1863458" y="762635"/>
                </a:lnTo>
                <a:lnTo>
                  <a:pt x="1864575" y="762177"/>
                </a:lnTo>
                <a:lnTo>
                  <a:pt x="1866442" y="760310"/>
                </a:lnTo>
                <a:lnTo>
                  <a:pt x="1866900" y="759193"/>
                </a:lnTo>
                <a:lnTo>
                  <a:pt x="1866900" y="756564"/>
                </a:lnTo>
                <a:close/>
              </a:path>
              <a:path w="4914900" h="151574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914900" h="1515745">
                <a:moveTo>
                  <a:pt x="1914525" y="1509674"/>
                </a:moveTo>
                <a:lnTo>
                  <a:pt x="1914067" y="1508556"/>
                </a:lnTo>
                <a:lnTo>
                  <a:pt x="1912200" y="1506689"/>
                </a:lnTo>
                <a:lnTo>
                  <a:pt x="1911083" y="1506220"/>
                </a:lnTo>
                <a:lnTo>
                  <a:pt x="1908454" y="1506220"/>
                </a:lnTo>
                <a:lnTo>
                  <a:pt x="1907336" y="1506689"/>
                </a:lnTo>
                <a:lnTo>
                  <a:pt x="1905469" y="1508556"/>
                </a:lnTo>
                <a:lnTo>
                  <a:pt x="1905000" y="1509674"/>
                </a:lnTo>
                <a:lnTo>
                  <a:pt x="1905000" y="1512303"/>
                </a:lnTo>
                <a:lnTo>
                  <a:pt x="1905469" y="1513420"/>
                </a:lnTo>
                <a:lnTo>
                  <a:pt x="1907336" y="1515287"/>
                </a:lnTo>
                <a:lnTo>
                  <a:pt x="1908454" y="1515745"/>
                </a:lnTo>
                <a:lnTo>
                  <a:pt x="1911083" y="1515745"/>
                </a:lnTo>
                <a:lnTo>
                  <a:pt x="1912200" y="1515287"/>
                </a:lnTo>
                <a:lnTo>
                  <a:pt x="1914067" y="1513420"/>
                </a:lnTo>
                <a:lnTo>
                  <a:pt x="1914525" y="1512303"/>
                </a:lnTo>
                <a:lnTo>
                  <a:pt x="1914525" y="1509674"/>
                </a:lnTo>
                <a:close/>
              </a:path>
              <a:path w="4914900" h="1515745">
                <a:moveTo>
                  <a:pt x="1914525" y="756564"/>
                </a:moveTo>
                <a:lnTo>
                  <a:pt x="1914067" y="755446"/>
                </a:lnTo>
                <a:lnTo>
                  <a:pt x="1912200" y="753579"/>
                </a:lnTo>
                <a:lnTo>
                  <a:pt x="1911083" y="753110"/>
                </a:lnTo>
                <a:lnTo>
                  <a:pt x="1908454" y="753110"/>
                </a:lnTo>
                <a:lnTo>
                  <a:pt x="1907336" y="753579"/>
                </a:lnTo>
                <a:lnTo>
                  <a:pt x="1905469" y="755446"/>
                </a:lnTo>
                <a:lnTo>
                  <a:pt x="1905000" y="756564"/>
                </a:lnTo>
                <a:lnTo>
                  <a:pt x="1905000" y="759193"/>
                </a:lnTo>
                <a:lnTo>
                  <a:pt x="1905469" y="760310"/>
                </a:lnTo>
                <a:lnTo>
                  <a:pt x="1907336" y="762177"/>
                </a:lnTo>
                <a:lnTo>
                  <a:pt x="1908454" y="762635"/>
                </a:lnTo>
                <a:lnTo>
                  <a:pt x="1911083" y="762635"/>
                </a:lnTo>
                <a:lnTo>
                  <a:pt x="1912200" y="762177"/>
                </a:lnTo>
                <a:lnTo>
                  <a:pt x="1914067" y="760310"/>
                </a:lnTo>
                <a:lnTo>
                  <a:pt x="1914525" y="759193"/>
                </a:lnTo>
                <a:lnTo>
                  <a:pt x="1914525" y="756564"/>
                </a:lnTo>
                <a:close/>
              </a:path>
              <a:path w="4914900" h="151574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914900" h="1515745">
                <a:moveTo>
                  <a:pt x="1962150" y="1509674"/>
                </a:moveTo>
                <a:lnTo>
                  <a:pt x="1961692" y="1508556"/>
                </a:lnTo>
                <a:lnTo>
                  <a:pt x="1959825" y="1506689"/>
                </a:lnTo>
                <a:lnTo>
                  <a:pt x="1958708" y="1506220"/>
                </a:lnTo>
                <a:lnTo>
                  <a:pt x="1956079" y="1506220"/>
                </a:lnTo>
                <a:lnTo>
                  <a:pt x="1954961" y="1506689"/>
                </a:lnTo>
                <a:lnTo>
                  <a:pt x="1953094" y="1508556"/>
                </a:lnTo>
                <a:lnTo>
                  <a:pt x="1952625" y="1509674"/>
                </a:lnTo>
                <a:lnTo>
                  <a:pt x="1952625" y="1512303"/>
                </a:lnTo>
                <a:lnTo>
                  <a:pt x="1953094" y="1513420"/>
                </a:lnTo>
                <a:lnTo>
                  <a:pt x="1954961" y="1515287"/>
                </a:lnTo>
                <a:lnTo>
                  <a:pt x="1956079" y="1515745"/>
                </a:lnTo>
                <a:lnTo>
                  <a:pt x="1958708" y="1515745"/>
                </a:lnTo>
                <a:lnTo>
                  <a:pt x="1959825" y="1515287"/>
                </a:lnTo>
                <a:lnTo>
                  <a:pt x="1961692" y="1513420"/>
                </a:lnTo>
                <a:lnTo>
                  <a:pt x="1962150" y="1512303"/>
                </a:lnTo>
                <a:lnTo>
                  <a:pt x="1962150" y="1509674"/>
                </a:lnTo>
                <a:close/>
              </a:path>
              <a:path w="4914900" h="1515745">
                <a:moveTo>
                  <a:pt x="1962150" y="756564"/>
                </a:moveTo>
                <a:lnTo>
                  <a:pt x="1961692" y="755446"/>
                </a:lnTo>
                <a:lnTo>
                  <a:pt x="1959825" y="753579"/>
                </a:lnTo>
                <a:lnTo>
                  <a:pt x="1958708" y="753110"/>
                </a:lnTo>
                <a:lnTo>
                  <a:pt x="1956079" y="753110"/>
                </a:lnTo>
                <a:lnTo>
                  <a:pt x="1954961" y="753579"/>
                </a:lnTo>
                <a:lnTo>
                  <a:pt x="1953094" y="755446"/>
                </a:lnTo>
                <a:lnTo>
                  <a:pt x="1952625" y="756564"/>
                </a:lnTo>
                <a:lnTo>
                  <a:pt x="1952625" y="759193"/>
                </a:lnTo>
                <a:lnTo>
                  <a:pt x="1953094" y="760310"/>
                </a:lnTo>
                <a:lnTo>
                  <a:pt x="1954961" y="762177"/>
                </a:lnTo>
                <a:lnTo>
                  <a:pt x="1956079" y="762635"/>
                </a:lnTo>
                <a:lnTo>
                  <a:pt x="1958708" y="762635"/>
                </a:lnTo>
                <a:lnTo>
                  <a:pt x="1959825" y="762177"/>
                </a:lnTo>
                <a:lnTo>
                  <a:pt x="1961692" y="760310"/>
                </a:lnTo>
                <a:lnTo>
                  <a:pt x="1962150" y="759193"/>
                </a:lnTo>
                <a:lnTo>
                  <a:pt x="1962150" y="756564"/>
                </a:lnTo>
                <a:close/>
              </a:path>
              <a:path w="4914900" h="151574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914900" h="1515745">
                <a:moveTo>
                  <a:pt x="2009775" y="1509674"/>
                </a:moveTo>
                <a:lnTo>
                  <a:pt x="2009317" y="1508556"/>
                </a:lnTo>
                <a:lnTo>
                  <a:pt x="2007450" y="1506689"/>
                </a:lnTo>
                <a:lnTo>
                  <a:pt x="2006333" y="1506220"/>
                </a:lnTo>
                <a:lnTo>
                  <a:pt x="2003704" y="1506220"/>
                </a:lnTo>
                <a:lnTo>
                  <a:pt x="2002586" y="1506689"/>
                </a:lnTo>
                <a:lnTo>
                  <a:pt x="2000719" y="1508556"/>
                </a:lnTo>
                <a:lnTo>
                  <a:pt x="2000250" y="1509674"/>
                </a:lnTo>
                <a:lnTo>
                  <a:pt x="2000250" y="1512303"/>
                </a:lnTo>
                <a:lnTo>
                  <a:pt x="2000719" y="1513420"/>
                </a:lnTo>
                <a:lnTo>
                  <a:pt x="2002586" y="1515287"/>
                </a:lnTo>
                <a:lnTo>
                  <a:pt x="2003704" y="1515745"/>
                </a:lnTo>
                <a:lnTo>
                  <a:pt x="2006333" y="1515745"/>
                </a:lnTo>
                <a:lnTo>
                  <a:pt x="2007450" y="1515287"/>
                </a:lnTo>
                <a:lnTo>
                  <a:pt x="2009317" y="1513420"/>
                </a:lnTo>
                <a:lnTo>
                  <a:pt x="2009775" y="1512303"/>
                </a:lnTo>
                <a:lnTo>
                  <a:pt x="2009775" y="1509674"/>
                </a:lnTo>
                <a:close/>
              </a:path>
              <a:path w="4914900" h="1515745">
                <a:moveTo>
                  <a:pt x="2009775" y="756564"/>
                </a:moveTo>
                <a:lnTo>
                  <a:pt x="2009317" y="755446"/>
                </a:lnTo>
                <a:lnTo>
                  <a:pt x="2007450" y="753579"/>
                </a:lnTo>
                <a:lnTo>
                  <a:pt x="2006333" y="753110"/>
                </a:lnTo>
                <a:lnTo>
                  <a:pt x="2003704" y="753110"/>
                </a:lnTo>
                <a:lnTo>
                  <a:pt x="2002586" y="753579"/>
                </a:lnTo>
                <a:lnTo>
                  <a:pt x="2000719" y="755446"/>
                </a:lnTo>
                <a:lnTo>
                  <a:pt x="2000250" y="756564"/>
                </a:lnTo>
                <a:lnTo>
                  <a:pt x="2000250" y="759193"/>
                </a:lnTo>
                <a:lnTo>
                  <a:pt x="2000719" y="760310"/>
                </a:lnTo>
                <a:lnTo>
                  <a:pt x="2002586" y="762177"/>
                </a:lnTo>
                <a:lnTo>
                  <a:pt x="2003704" y="762635"/>
                </a:lnTo>
                <a:lnTo>
                  <a:pt x="2006333" y="762635"/>
                </a:lnTo>
                <a:lnTo>
                  <a:pt x="2007450" y="762177"/>
                </a:lnTo>
                <a:lnTo>
                  <a:pt x="2009317" y="760310"/>
                </a:lnTo>
                <a:lnTo>
                  <a:pt x="2009775" y="759193"/>
                </a:lnTo>
                <a:lnTo>
                  <a:pt x="2009775" y="756564"/>
                </a:lnTo>
                <a:close/>
              </a:path>
              <a:path w="4914900" h="151574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914900" h="1515745">
                <a:moveTo>
                  <a:pt x="2057400" y="1509674"/>
                </a:moveTo>
                <a:lnTo>
                  <a:pt x="2056942" y="1508556"/>
                </a:lnTo>
                <a:lnTo>
                  <a:pt x="2055075" y="1506689"/>
                </a:lnTo>
                <a:lnTo>
                  <a:pt x="2053958" y="1506220"/>
                </a:lnTo>
                <a:lnTo>
                  <a:pt x="2051329" y="1506220"/>
                </a:lnTo>
                <a:lnTo>
                  <a:pt x="2050211" y="1506689"/>
                </a:lnTo>
                <a:lnTo>
                  <a:pt x="2048344" y="1508556"/>
                </a:lnTo>
                <a:lnTo>
                  <a:pt x="2047875" y="1509674"/>
                </a:lnTo>
                <a:lnTo>
                  <a:pt x="2047875" y="1512303"/>
                </a:lnTo>
                <a:lnTo>
                  <a:pt x="2048344" y="1513420"/>
                </a:lnTo>
                <a:lnTo>
                  <a:pt x="2050211" y="1515287"/>
                </a:lnTo>
                <a:lnTo>
                  <a:pt x="2051329" y="1515745"/>
                </a:lnTo>
                <a:lnTo>
                  <a:pt x="2053958" y="1515745"/>
                </a:lnTo>
                <a:lnTo>
                  <a:pt x="2055075" y="1515287"/>
                </a:lnTo>
                <a:lnTo>
                  <a:pt x="2056942" y="1513420"/>
                </a:lnTo>
                <a:lnTo>
                  <a:pt x="2057400" y="1512303"/>
                </a:lnTo>
                <a:lnTo>
                  <a:pt x="2057400" y="1509674"/>
                </a:lnTo>
                <a:close/>
              </a:path>
              <a:path w="4914900" h="1515745">
                <a:moveTo>
                  <a:pt x="2057400" y="756564"/>
                </a:moveTo>
                <a:lnTo>
                  <a:pt x="2056942" y="755446"/>
                </a:lnTo>
                <a:lnTo>
                  <a:pt x="2055075" y="753579"/>
                </a:lnTo>
                <a:lnTo>
                  <a:pt x="2053958" y="753110"/>
                </a:lnTo>
                <a:lnTo>
                  <a:pt x="2051329" y="753110"/>
                </a:lnTo>
                <a:lnTo>
                  <a:pt x="2050211" y="753579"/>
                </a:lnTo>
                <a:lnTo>
                  <a:pt x="2048344" y="755446"/>
                </a:lnTo>
                <a:lnTo>
                  <a:pt x="2047875" y="756564"/>
                </a:lnTo>
                <a:lnTo>
                  <a:pt x="2047875" y="759193"/>
                </a:lnTo>
                <a:lnTo>
                  <a:pt x="2048344" y="760310"/>
                </a:lnTo>
                <a:lnTo>
                  <a:pt x="2050211" y="762177"/>
                </a:lnTo>
                <a:lnTo>
                  <a:pt x="2051329" y="762635"/>
                </a:lnTo>
                <a:lnTo>
                  <a:pt x="2053958" y="762635"/>
                </a:lnTo>
                <a:lnTo>
                  <a:pt x="2055075" y="762177"/>
                </a:lnTo>
                <a:lnTo>
                  <a:pt x="2056942" y="760310"/>
                </a:lnTo>
                <a:lnTo>
                  <a:pt x="2057400" y="759193"/>
                </a:lnTo>
                <a:lnTo>
                  <a:pt x="2057400" y="756564"/>
                </a:lnTo>
                <a:close/>
              </a:path>
              <a:path w="4914900" h="151574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914900" h="1515745">
                <a:moveTo>
                  <a:pt x="2105025" y="1509674"/>
                </a:moveTo>
                <a:lnTo>
                  <a:pt x="2104567" y="1508556"/>
                </a:lnTo>
                <a:lnTo>
                  <a:pt x="2102700" y="1506689"/>
                </a:lnTo>
                <a:lnTo>
                  <a:pt x="2101583" y="1506220"/>
                </a:lnTo>
                <a:lnTo>
                  <a:pt x="2098954" y="1506220"/>
                </a:lnTo>
                <a:lnTo>
                  <a:pt x="2097836" y="1506689"/>
                </a:lnTo>
                <a:lnTo>
                  <a:pt x="2095969" y="1508556"/>
                </a:lnTo>
                <a:lnTo>
                  <a:pt x="2095500" y="1509674"/>
                </a:lnTo>
                <a:lnTo>
                  <a:pt x="2095500" y="1512303"/>
                </a:lnTo>
                <a:lnTo>
                  <a:pt x="2095969" y="1513420"/>
                </a:lnTo>
                <a:lnTo>
                  <a:pt x="2097836" y="1515287"/>
                </a:lnTo>
                <a:lnTo>
                  <a:pt x="2098954" y="1515745"/>
                </a:lnTo>
                <a:lnTo>
                  <a:pt x="2101583" y="1515745"/>
                </a:lnTo>
                <a:lnTo>
                  <a:pt x="2102700" y="1515287"/>
                </a:lnTo>
                <a:lnTo>
                  <a:pt x="2104567" y="1513420"/>
                </a:lnTo>
                <a:lnTo>
                  <a:pt x="2105025" y="1512303"/>
                </a:lnTo>
                <a:lnTo>
                  <a:pt x="2105025" y="1509674"/>
                </a:lnTo>
                <a:close/>
              </a:path>
              <a:path w="4914900" h="1515745">
                <a:moveTo>
                  <a:pt x="2105025" y="756564"/>
                </a:moveTo>
                <a:lnTo>
                  <a:pt x="2104567" y="755446"/>
                </a:lnTo>
                <a:lnTo>
                  <a:pt x="2102700" y="753579"/>
                </a:lnTo>
                <a:lnTo>
                  <a:pt x="2101583" y="753110"/>
                </a:lnTo>
                <a:lnTo>
                  <a:pt x="2098954" y="753110"/>
                </a:lnTo>
                <a:lnTo>
                  <a:pt x="2097836" y="753579"/>
                </a:lnTo>
                <a:lnTo>
                  <a:pt x="2095969" y="755446"/>
                </a:lnTo>
                <a:lnTo>
                  <a:pt x="2095500" y="756564"/>
                </a:lnTo>
                <a:lnTo>
                  <a:pt x="2095500" y="759193"/>
                </a:lnTo>
                <a:lnTo>
                  <a:pt x="2095969" y="760310"/>
                </a:lnTo>
                <a:lnTo>
                  <a:pt x="2097836" y="762177"/>
                </a:lnTo>
                <a:lnTo>
                  <a:pt x="2098954" y="762635"/>
                </a:lnTo>
                <a:lnTo>
                  <a:pt x="2101583" y="762635"/>
                </a:lnTo>
                <a:lnTo>
                  <a:pt x="2102700" y="762177"/>
                </a:lnTo>
                <a:lnTo>
                  <a:pt x="2104567" y="760310"/>
                </a:lnTo>
                <a:lnTo>
                  <a:pt x="2105025" y="759193"/>
                </a:lnTo>
                <a:lnTo>
                  <a:pt x="2105025" y="756564"/>
                </a:lnTo>
                <a:close/>
              </a:path>
              <a:path w="4914900" h="151574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914900" h="1515745">
                <a:moveTo>
                  <a:pt x="2152650" y="1509674"/>
                </a:moveTo>
                <a:lnTo>
                  <a:pt x="2152192" y="1508556"/>
                </a:lnTo>
                <a:lnTo>
                  <a:pt x="2150326" y="1506689"/>
                </a:lnTo>
                <a:lnTo>
                  <a:pt x="2149208" y="1506220"/>
                </a:lnTo>
                <a:lnTo>
                  <a:pt x="2146579" y="1506220"/>
                </a:lnTo>
                <a:lnTo>
                  <a:pt x="2145461" y="1506689"/>
                </a:lnTo>
                <a:lnTo>
                  <a:pt x="2143595" y="1508556"/>
                </a:lnTo>
                <a:lnTo>
                  <a:pt x="2143125" y="1509674"/>
                </a:lnTo>
                <a:lnTo>
                  <a:pt x="2143125" y="1512303"/>
                </a:lnTo>
                <a:lnTo>
                  <a:pt x="2143595" y="1513420"/>
                </a:lnTo>
                <a:lnTo>
                  <a:pt x="2145461" y="1515287"/>
                </a:lnTo>
                <a:lnTo>
                  <a:pt x="2146579" y="1515745"/>
                </a:lnTo>
                <a:lnTo>
                  <a:pt x="2149208" y="1515745"/>
                </a:lnTo>
                <a:lnTo>
                  <a:pt x="2150326" y="1515287"/>
                </a:lnTo>
                <a:lnTo>
                  <a:pt x="2152192" y="1513420"/>
                </a:lnTo>
                <a:lnTo>
                  <a:pt x="2152650" y="1512303"/>
                </a:lnTo>
                <a:lnTo>
                  <a:pt x="2152650" y="1509674"/>
                </a:lnTo>
                <a:close/>
              </a:path>
              <a:path w="4914900" h="1515745">
                <a:moveTo>
                  <a:pt x="2152650" y="756564"/>
                </a:moveTo>
                <a:lnTo>
                  <a:pt x="2152192" y="755446"/>
                </a:lnTo>
                <a:lnTo>
                  <a:pt x="2150326" y="753579"/>
                </a:lnTo>
                <a:lnTo>
                  <a:pt x="2149208" y="753110"/>
                </a:lnTo>
                <a:lnTo>
                  <a:pt x="2146579" y="753110"/>
                </a:lnTo>
                <a:lnTo>
                  <a:pt x="2145461" y="753579"/>
                </a:lnTo>
                <a:lnTo>
                  <a:pt x="2143595" y="755446"/>
                </a:lnTo>
                <a:lnTo>
                  <a:pt x="2143125" y="756564"/>
                </a:lnTo>
                <a:lnTo>
                  <a:pt x="2143125" y="759193"/>
                </a:lnTo>
                <a:lnTo>
                  <a:pt x="2143595" y="760310"/>
                </a:lnTo>
                <a:lnTo>
                  <a:pt x="2145461" y="762177"/>
                </a:lnTo>
                <a:lnTo>
                  <a:pt x="2146579" y="762635"/>
                </a:lnTo>
                <a:lnTo>
                  <a:pt x="2149208" y="762635"/>
                </a:lnTo>
                <a:lnTo>
                  <a:pt x="2150326" y="762177"/>
                </a:lnTo>
                <a:lnTo>
                  <a:pt x="2152192" y="760310"/>
                </a:lnTo>
                <a:lnTo>
                  <a:pt x="2152650" y="759193"/>
                </a:lnTo>
                <a:lnTo>
                  <a:pt x="2152650" y="756564"/>
                </a:lnTo>
                <a:close/>
              </a:path>
              <a:path w="4914900" h="151574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914900" h="1515745">
                <a:moveTo>
                  <a:pt x="2200275" y="1509674"/>
                </a:moveTo>
                <a:lnTo>
                  <a:pt x="2199817" y="1508556"/>
                </a:lnTo>
                <a:lnTo>
                  <a:pt x="2197951" y="1506689"/>
                </a:lnTo>
                <a:lnTo>
                  <a:pt x="2196833" y="1506220"/>
                </a:lnTo>
                <a:lnTo>
                  <a:pt x="2194204" y="1506220"/>
                </a:lnTo>
                <a:lnTo>
                  <a:pt x="2193086" y="1506689"/>
                </a:lnTo>
                <a:lnTo>
                  <a:pt x="2191220" y="1508556"/>
                </a:lnTo>
                <a:lnTo>
                  <a:pt x="2190750" y="1509674"/>
                </a:lnTo>
                <a:lnTo>
                  <a:pt x="2190750" y="1512303"/>
                </a:lnTo>
                <a:lnTo>
                  <a:pt x="2191220" y="1513420"/>
                </a:lnTo>
                <a:lnTo>
                  <a:pt x="2193086" y="1515287"/>
                </a:lnTo>
                <a:lnTo>
                  <a:pt x="2194204" y="1515745"/>
                </a:lnTo>
                <a:lnTo>
                  <a:pt x="2196833" y="1515745"/>
                </a:lnTo>
                <a:lnTo>
                  <a:pt x="2197951" y="1515287"/>
                </a:lnTo>
                <a:lnTo>
                  <a:pt x="2199817" y="1513420"/>
                </a:lnTo>
                <a:lnTo>
                  <a:pt x="2200275" y="1512303"/>
                </a:lnTo>
                <a:lnTo>
                  <a:pt x="2200275" y="1509674"/>
                </a:lnTo>
                <a:close/>
              </a:path>
              <a:path w="4914900" h="1515745">
                <a:moveTo>
                  <a:pt x="2200275" y="756564"/>
                </a:moveTo>
                <a:lnTo>
                  <a:pt x="2199817" y="755446"/>
                </a:lnTo>
                <a:lnTo>
                  <a:pt x="2197951" y="753579"/>
                </a:lnTo>
                <a:lnTo>
                  <a:pt x="2196833" y="753110"/>
                </a:lnTo>
                <a:lnTo>
                  <a:pt x="2194204" y="753110"/>
                </a:lnTo>
                <a:lnTo>
                  <a:pt x="2193086" y="753579"/>
                </a:lnTo>
                <a:lnTo>
                  <a:pt x="2191220" y="755446"/>
                </a:lnTo>
                <a:lnTo>
                  <a:pt x="2190750" y="756564"/>
                </a:lnTo>
                <a:lnTo>
                  <a:pt x="2190750" y="759193"/>
                </a:lnTo>
                <a:lnTo>
                  <a:pt x="2191220" y="760310"/>
                </a:lnTo>
                <a:lnTo>
                  <a:pt x="2193086" y="762177"/>
                </a:lnTo>
                <a:lnTo>
                  <a:pt x="2194204" y="762635"/>
                </a:lnTo>
                <a:lnTo>
                  <a:pt x="2196833" y="762635"/>
                </a:lnTo>
                <a:lnTo>
                  <a:pt x="2197951" y="762177"/>
                </a:lnTo>
                <a:lnTo>
                  <a:pt x="2199817" y="760310"/>
                </a:lnTo>
                <a:lnTo>
                  <a:pt x="2200275" y="759193"/>
                </a:lnTo>
                <a:lnTo>
                  <a:pt x="2200275" y="756564"/>
                </a:lnTo>
                <a:close/>
              </a:path>
              <a:path w="4914900" h="151574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914900" h="1515745">
                <a:moveTo>
                  <a:pt x="2247900" y="1509674"/>
                </a:moveTo>
                <a:lnTo>
                  <a:pt x="2247442" y="1508556"/>
                </a:lnTo>
                <a:lnTo>
                  <a:pt x="2245576" y="1506689"/>
                </a:lnTo>
                <a:lnTo>
                  <a:pt x="2244458" y="1506220"/>
                </a:lnTo>
                <a:lnTo>
                  <a:pt x="2241829" y="1506220"/>
                </a:lnTo>
                <a:lnTo>
                  <a:pt x="2240711" y="1506689"/>
                </a:lnTo>
                <a:lnTo>
                  <a:pt x="2238845" y="1508556"/>
                </a:lnTo>
                <a:lnTo>
                  <a:pt x="2238375" y="1509674"/>
                </a:lnTo>
                <a:lnTo>
                  <a:pt x="2238375" y="1512303"/>
                </a:lnTo>
                <a:lnTo>
                  <a:pt x="2238845" y="1513420"/>
                </a:lnTo>
                <a:lnTo>
                  <a:pt x="2240711" y="1515287"/>
                </a:lnTo>
                <a:lnTo>
                  <a:pt x="2241829" y="1515745"/>
                </a:lnTo>
                <a:lnTo>
                  <a:pt x="2244458" y="1515745"/>
                </a:lnTo>
                <a:lnTo>
                  <a:pt x="2245576" y="1515287"/>
                </a:lnTo>
                <a:lnTo>
                  <a:pt x="2247442" y="1513420"/>
                </a:lnTo>
                <a:lnTo>
                  <a:pt x="2247900" y="1512303"/>
                </a:lnTo>
                <a:lnTo>
                  <a:pt x="2247900" y="1509674"/>
                </a:lnTo>
                <a:close/>
              </a:path>
              <a:path w="4914900" h="1515745">
                <a:moveTo>
                  <a:pt x="2247900" y="756564"/>
                </a:moveTo>
                <a:lnTo>
                  <a:pt x="2247442" y="755446"/>
                </a:lnTo>
                <a:lnTo>
                  <a:pt x="2245576" y="753579"/>
                </a:lnTo>
                <a:lnTo>
                  <a:pt x="2244458" y="753110"/>
                </a:lnTo>
                <a:lnTo>
                  <a:pt x="2241829" y="753110"/>
                </a:lnTo>
                <a:lnTo>
                  <a:pt x="2240711" y="753579"/>
                </a:lnTo>
                <a:lnTo>
                  <a:pt x="2238845" y="755446"/>
                </a:lnTo>
                <a:lnTo>
                  <a:pt x="2238375" y="756564"/>
                </a:lnTo>
                <a:lnTo>
                  <a:pt x="2238375" y="759193"/>
                </a:lnTo>
                <a:lnTo>
                  <a:pt x="2238845" y="760310"/>
                </a:lnTo>
                <a:lnTo>
                  <a:pt x="2240711" y="762177"/>
                </a:lnTo>
                <a:lnTo>
                  <a:pt x="2241829" y="762635"/>
                </a:lnTo>
                <a:lnTo>
                  <a:pt x="2244458" y="762635"/>
                </a:lnTo>
                <a:lnTo>
                  <a:pt x="2245576" y="762177"/>
                </a:lnTo>
                <a:lnTo>
                  <a:pt x="2247442" y="760310"/>
                </a:lnTo>
                <a:lnTo>
                  <a:pt x="2247900" y="759193"/>
                </a:lnTo>
                <a:lnTo>
                  <a:pt x="2247900" y="756564"/>
                </a:lnTo>
                <a:close/>
              </a:path>
              <a:path w="4914900" h="151574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914900" h="1515745">
                <a:moveTo>
                  <a:pt x="2295525" y="1509674"/>
                </a:moveTo>
                <a:lnTo>
                  <a:pt x="2295067" y="1508556"/>
                </a:lnTo>
                <a:lnTo>
                  <a:pt x="2293201" y="1506689"/>
                </a:lnTo>
                <a:lnTo>
                  <a:pt x="2292083" y="1506220"/>
                </a:lnTo>
                <a:lnTo>
                  <a:pt x="2289454" y="1506220"/>
                </a:lnTo>
                <a:lnTo>
                  <a:pt x="2288336" y="1506689"/>
                </a:lnTo>
                <a:lnTo>
                  <a:pt x="2286470" y="1508556"/>
                </a:lnTo>
                <a:lnTo>
                  <a:pt x="2286000" y="1509674"/>
                </a:lnTo>
                <a:lnTo>
                  <a:pt x="2286000" y="1512303"/>
                </a:lnTo>
                <a:lnTo>
                  <a:pt x="2286470" y="1513420"/>
                </a:lnTo>
                <a:lnTo>
                  <a:pt x="2288336" y="1515287"/>
                </a:lnTo>
                <a:lnTo>
                  <a:pt x="2289454" y="1515745"/>
                </a:lnTo>
                <a:lnTo>
                  <a:pt x="2292083" y="1515745"/>
                </a:lnTo>
                <a:lnTo>
                  <a:pt x="2293201" y="1515287"/>
                </a:lnTo>
                <a:lnTo>
                  <a:pt x="2295067" y="1513420"/>
                </a:lnTo>
                <a:lnTo>
                  <a:pt x="2295525" y="1512303"/>
                </a:lnTo>
                <a:lnTo>
                  <a:pt x="2295525" y="1509674"/>
                </a:lnTo>
                <a:close/>
              </a:path>
              <a:path w="4914900" h="1515745">
                <a:moveTo>
                  <a:pt x="2295525" y="756564"/>
                </a:moveTo>
                <a:lnTo>
                  <a:pt x="2295067" y="755446"/>
                </a:lnTo>
                <a:lnTo>
                  <a:pt x="2293201" y="753579"/>
                </a:lnTo>
                <a:lnTo>
                  <a:pt x="2292083" y="753110"/>
                </a:lnTo>
                <a:lnTo>
                  <a:pt x="2289454" y="753110"/>
                </a:lnTo>
                <a:lnTo>
                  <a:pt x="2288336" y="753579"/>
                </a:lnTo>
                <a:lnTo>
                  <a:pt x="2286470" y="755446"/>
                </a:lnTo>
                <a:lnTo>
                  <a:pt x="2286000" y="756564"/>
                </a:lnTo>
                <a:lnTo>
                  <a:pt x="2286000" y="759193"/>
                </a:lnTo>
                <a:lnTo>
                  <a:pt x="2286470" y="760310"/>
                </a:lnTo>
                <a:lnTo>
                  <a:pt x="2288336" y="762177"/>
                </a:lnTo>
                <a:lnTo>
                  <a:pt x="2289454" y="762635"/>
                </a:lnTo>
                <a:lnTo>
                  <a:pt x="2292083" y="762635"/>
                </a:lnTo>
                <a:lnTo>
                  <a:pt x="2293201" y="762177"/>
                </a:lnTo>
                <a:lnTo>
                  <a:pt x="2295067" y="760310"/>
                </a:lnTo>
                <a:lnTo>
                  <a:pt x="2295525" y="759193"/>
                </a:lnTo>
                <a:lnTo>
                  <a:pt x="2295525" y="756564"/>
                </a:lnTo>
                <a:close/>
              </a:path>
              <a:path w="4914900" h="151574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914900" h="1515745">
                <a:moveTo>
                  <a:pt x="2343150" y="1509674"/>
                </a:moveTo>
                <a:lnTo>
                  <a:pt x="2342692" y="1508556"/>
                </a:lnTo>
                <a:lnTo>
                  <a:pt x="2340826" y="1506689"/>
                </a:lnTo>
                <a:lnTo>
                  <a:pt x="2339708" y="1506220"/>
                </a:lnTo>
                <a:lnTo>
                  <a:pt x="2337079" y="1506220"/>
                </a:lnTo>
                <a:lnTo>
                  <a:pt x="2335961" y="1506689"/>
                </a:lnTo>
                <a:lnTo>
                  <a:pt x="2334095" y="1508556"/>
                </a:lnTo>
                <a:lnTo>
                  <a:pt x="2333625" y="1509674"/>
                </a:lnTo>
                <a:lnTo>
                  <a:pt x="2333625" y="1512303"/>
                </a:lnTo>
                <a:lnTo>
                  <a:pt x="2334095" y="1513420"/>
                </a:lnTo>
                <a:lnTo>
                  <a:pt x="2335961" y="1515287"/>
                </a:lnTo>
                <a:lnTo>
                  <a:pt x="2337079" y="1515745"/>
                </a:lnTo>
                <a:lnTo>
                  <a:pt x="2339708" y="1515745"/>
                </a:lnTo>
                <a:lnTo>
                  <a:pt x="2340826" y="1515287"/>
                </a:lnTo>
                <a:lnTo>
                  <a:pt x="2342692" y="1513420"/>
                </a:lnTo>
                <a:lnTo>
                  <a:pt x="2343150" y="1512303"/>
                </a:lnTo>
                <a:lnTo>
                  <a:pt x="2343150" y="1509674"/>
                </a:lnTo>
                <a:close/>
              </a:path>
              <a:path w="4914900" h="1515745">
                <a:moveTo>
                  <a:pt x="2343150" y="756564"/>
                </a:moveTo>
                <a:lnTo>
                  <a:pt x="2342692" y="755446"/>
                </a:lnTo>
                <a:lnTo>
                  <a:pt x="2340826" y="753579"/>
                </a:lnTo>
                <a:lnTo>
                  <a:pt x="2339708" y="753110"/>
                </a:lnTo>
                <a:lnTo>
                  <a:pt x="2337079" y="753110"/>
                </a:lnTo>
                <a:lnTo>
                  <a:pt x="2335961" y="753579"/>
                </a:lnTo>
                <a:lnTo>
                  <a:pt x="2334095" y="755446"/>
                </a:lnTo>
                <a:lnTo>
                  <a:pt x="2333625" y="756564"/>
                </a:lnTo>
                <a:lnTo>
                  <a:pt x="2333625" y="759193"/>
                </a:lnTo>
                <a:lnTo>
                  <a:pt x="2334095" y="760310"/>
                </a:lnTo>
                <a:lnTo>
                  <a:pt x="2335961" y="762177"/>
                </a:lnTo>
                <a:lnTo>
                  <a:pt x="2337079" y="762635"/>
                </a:lnTo>
                <a:lnTo>
                  <a:pt x="2339708" y="762635"/>
                </a:lnTo>
                <a:lnTo>
                  <a:pt x="2340826" y="762177"/>
                </a:lnTo>
                <a:lnTo>
                  <a:pt x="2342692" y="760310"/>
                </a:lnTo>
                <a:lnTo>
                  <a:pt x="2343150" y="759193"/>
                </a:lnTo>
                <a:lnTo>
                  <a:pt x="2343150" y="756564"/>
                </a:lnTo>
                <a:close/>
              </a:path>
              <a:path w="4914900" h="151574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914900" h="1515745">
                <a:moveTo>
                  <a:pt x="2390775" y="1509674"/>
                </a:moveTo>
                <a:lnTo>
                  <a:pt x="2390317" y="1508556"/>
                </a:lnTo>
                <a:lnTo>
                  <a:pt x="2388451" y="1506689"/>
                </a:lnTo>
                <a:lnTo>
                  <a:pt x="2387333" y="1506220"/>
                </a:lnTo>
                <a:lnTo>
                  <a:pt x="2384704" y="1506220"/>
                </a:lnTo>
                <a:lnTo>
                  <a:pt x="2383586" y="1506689"/>
                </a:lnTo>
                <a:lnTo>
                  <a:pt x="2381720" y="1508556"/>
                </a:lnTo>
                <a:lnTo>
                  <a:pt x="2381250" y="1509674"/>
                </a:lnTo>
                <a:lnTo>
                  <a:pt x="2381250" y="1512303"/>
                </a:lnTo>
                <a:lnTo>
                  <a:pt x="2381720" y="1513420"/>
                </a:lnTo>
                <a:lnTo>
                  <a:pt x="2383586" y="1515287"/>
                </a:lnTo>
                <a:lnTo>
                  <a:pt x="2384704" y="1515745"/>
                </a:lnTo>
                <a:lnTo>
                  <a:pt x="2387333" y="1515745"/>
                </a:lnTo>
                <a:lnTo>
                  <a:pt x="2388451" y="1515287"/>
                </a:lnTo>
                <a:lnTo>
                  <a:pt x="2390317" y="1513420"/>
                </a:lnTo>
                <a:lnTo>
                  <a:pt x="2390775" y="1512303"/>
                </a:lnTo>
                <a:lnTo>
                  <a:pt x="2390775" y="1509674"/>
                </a:lnTo>
                <a:close/>
              </a:path>
              <a:path w="4914900" h="1515745">
                <a:moveTo>
                  <a:pt x="2390775" y="756564"/>
                </a:moveTo>
                <a:lnTo>
                  <a:pt x="2390317" y="755446"/>
                </a:lnTo>
                <a:lnTo>
                  <a:pt x="2388451" y="753579"/>
                </a:lnTo>
                <a:lnTo>
                  <a:pt x="2387333" y="753110"/>
                </a:lnTo>
                <a:lnTo>
                  <a:pt x="2384704" y="753110"/>
                </a:lnTo>
                <a:lnTo>
                  <a:pt x="2383586" y="753579"/>
                </a:lnTo>
                <a:lnTo>
                  <a:pt x="2381720" y="755446"/>
                </a:lnTo>
                <a:lnTo>
                  <a:pt x="2381250" y="756564"/>
                </a:lnTo>
                <a:lnTo>
                  <a:pt x="2381250" y="759193"/>
                </a:lnTo>
                <a:lnTo>
                  <a:pt x="2381720" y="760310"/>
                </a:lnTo>
                <a:lnTo>
                  <a:pt x="2383586" y="762177"/>
                </a:lnTo>
                <a:lnTo>
                  <a:pt x="2384704" y="762635"/>
                </a:lnTo>
                <a:lnTo>
                  <a:pt x="2387333" y="762635"/>
                </a:lnTo>
                <a:lnTo>
                  <a:pt x="2388451" y="762177"/>
                </a:lnTo>
                <a:lnTo>
                  <a:pt x="2390317" y="760310"/>
                </a:lnTo>
                <a:lnTo>
                  <a:pt x="2390775" y="759193"/>
                </a:lnTo>
                <a:lnTo>
                  <a:pt x="2390775" y="756564"/>
                </a:lnTo>
                <a:close/>
              </a:path>
              <a:path w="4914900" h="151574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914900" h="1515745">
                <a:moveTo>
                  <a:pt x="2438400" y="1509674"/>
                </a:moveTo>
                <a:lnTo>
                  <a:pt x="2437942" y="1508556"/>
                </a:lnTo>
                <a:lnTo>
                  <a:pt x="2436076" y="1506689"/>
                </a:lnTo>
                <a:lnTo>
                  <a:pt x="2434958" y="1506220"/>
                </a:lnTo>
                <a:lnTo>
                  <a:pt x="2432329" y="1506220"/>
                </a:lnTo>
                <a:lnTo>
                  <a:pt x="2431211" y="1506689"/>
                </a:lnTo>
                <a:lnTo>
                  <a:pt x="2429345" y="1508556"/>
                </a:lnTo>
                <a:lnTo>
                  <a:pt x="2428875" y="1509674"/>
                </a:lnTo>
                <a:lnTo>
                  <a:pt x="2428875" y="1512303"/>
                </a:lnTo>
                <a:lnTo>
                  <a:pt x="2429345" y="1513420"/>
                </a:lnTo>
                <a:lnTo>
                  <a:pt x="2431211" y="1515287"/>
                </a:lnTo>
                <a:lnTo>
                  <a:pt x="2432329" y="1515745"/>
                </a:lnTo>
                <a:lnTo>
                  <a:pt x="2434958" y="1515745"/>
                </a:lnTo>
                <a:lnTo>
                  <a:pt x="2436076" y="1515287"/>
                </a:lnTo>
                <a:lnTo>
                  <a:pt x="2437942" y="1513420"/>
                </a:lnTo>
                <a:lnTo>
                  <a:pt x="2438400" y="1512303"/>
                </a:lnTo>
                <a:lnTo>
                  <a:pt x="2438400" y="1509674"/>
                </a:lnTo>
                <a:close/>
              </a:path>
              <a:path w="4914900" h="1515745">
                <a:moveTo>
                  <a:pt x="2438400" y="756564"/>
                </a:moveTo>
                <a:lnTo>
                  <a:pt x="2437942" y="755446"/>
                </a:lnTo>
                <a:lnTo>
                  <a:pt x="2436076" y="753579"/>
                </a:lnTo>
                <a:lnTo>
                  <a:pt x="2434958" y="753110"/>
                </a:lnTo>
                <a:lnTo>
                  <a:pt x="2432329" y="753110"/>
                </a:lnTo>
                <a:lnTo>
                  <a:pt x="2431211" y="753579"/>
                </a:lnTo>
                <a:lnTo>
                  <a:pt x="2429345" y="755446"/>
                </a:lnTo>
                <a:lnTo>
                  <a:pt x="2428875" y="756564"/>
                </a:lnTo>
                <a:lnTo>
                  <a:pt x="2428875" y="759193"/>
                </a:lnTo>
                <a:lnTo>
                  <a:pt x="2429345" y="760310"/>
                </a:lnTo>
                <a:lnTo>
                  <a:pt x="2431211" y="762177"/>
                </a:lnTo>
                <a:lnTo>
                  <a:pt x="2432329" y="762635"/>
                </a:lnTo>
                <a:lnTo>
                  <a:pt x="2434958" y="762635"/>
                </a:lnTo>
                <a:lnTo>
                  <a:pt x="2436076" y="762177"/>
                </a:lnTo>
                <a:lnTo>
                  <a:pt x="2437942" y="760310"/>
                </a:lnTo>
                <a:lnTo>
                  <a:pt x="2438400" y="759193"/>
                </a:lnTo>
                <a:lnTo>
                  <a:pt x="2438400" y="756564"/>
                </a:lnTo>
                <a:close/>
              </a:path>
              <a:path w="4914900" h="151574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914900" h="1515745">
                <a:moveTo>
                  <a:pt x="2486025" y="1509674"/>
                </a:moveTo>
                <a:lnTo>
                  <a:pt x="2485567" y="1508556"/>
                </a:lnTo>
                <a:lnTo>
                  <a:pt x="2483701" y="1506689"/>
                </a:lnTo>
                <a:lnTo>
                  <a:pt x="2482583" y="1506220"/>
                </a:lnTo>
                <a:lnTo>
                  <a:pt x="2479954" y="1506220"/>
                </a:lnTo>
                <a:lnTo>
                  <a:pt x="2478836" y="1506689"/>
                </a:lnTo>
                <a:lnTo>
                  <a:pt x="2476970" y="1508556"/>
                </a:lnTo>
                <a:lnTo>
                  <a:pt x="2476500" y="1509674"/>
                </a:lnTo>
                <a:lnTo>
                  <a:pt x="2476500" y="1512303"/>
                </a:lnTo>
                <a:lnTo>
                  <a:pt x="2476970" y="1513420"/>
                </a:lnTo>
                <a:lnTo>
                  <a:pt x="2478836" y="1515287"/>
                </a:lnTo>
                <a:lnTo>
                  <a:pt x="2479954" y="1515745"/>
                </a:lnTo>
                <a:lnTo>
                  <a:pt x="2482583" y="1515745"/>
                </a:lnTo>
                <a:lnTo>
                  <a:pt x="2483701" y="1515287"/>
                </a:lnTo>
                <a:lnTo>
                  <a:pt x="2485567" y="1513420"/>
                </a:lnTo>
                <a:lnTo>
                  <a:pt x="2486025" y="1512303"/>
                </a:lnTo>
                <a:lnTo>
                  <a:pt x="2486025" y="1509674"/>
                </a:lnTo>
                <a:close/>
              </a:path>
              <a:path w="4914900" h="1515745">
                <a:moveTo>
                  <a:pt x="2486025" y="756564"/>
                </a:moveTo>
                <a:lnTo>
                  <a:pt x="2485567" y="755446"/>
                </a:lnTo>
                <a:lnTo>
                  <a:pt x="2483701" y="753579"/>
                </a:lnTo>
                <a:lnTo>
                  <a:pt x="2482583" y="753110"/>
                </a:lnTo>
                <a:lnTo>
                  <a:pt x="2479954" y="753110"/>
                </a:lnTo>
                <a:lnTo>
                  <a:pt x="2478836" y="753579"/>
                </a:lnTo>
                <a:lnTo>
                  <a:pt x="2476970" y="755446"/>
                </a:lnTo>
                <a:lnTo>
                  <a:pt x="2476500" y="756564"/>
                </a:lnTo>
                <a:lnTo>
                  <a:pt x="2476500" y="759193"/>
                </a:lnTo>
                <a:lnTo>
                  <a:pt x="2476970" y="760310"/>
                </a:lnTo>
                <a:lnTo>
                  <a:pt x="2478836" y="762177"/>
                </a:lnTo>
                <a:lnTo>
                  <a:pt x="2479954" y="762635"/>
                </a:lnTo>
                <a:lnTo>
                  <a:pt x="2482583" y="762635"/>
                </a:lnTo>
                <a:lnTo>
                  <a:pt x="2483701" y="762177"/>
                </a:lnTo>
                <a:lnTo>
                  <a:pt x="2485567" y="760310"/>
                </a:lnTo>
                <a:lnTo>
                  <a:pt x="2486025" y="759193"/>
                </a:lnTo>
                <a:lnTo>
                  <a:pt x="2486025" y="756564"/>
                </a:lnTo>
                <a:close/>
              </a:path>
              <a:path w="4914900" h="151574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914900" h="1515745">
                <a:moveTo>
                  <a:pt x="2533650" y="1509674"/>
                </a:moveTo>
                <a:lnTo>
                  <a:pt x="2533192" y="1508556"/>
                </a:lnTo>
                <a:lnTo>
                  <a:pt x="2531326" y="1506689"/>
                </a:lnTo>
                <a:lnTo>
                  <a:pt x="2530208" y="1506220"/>
                </a:lnTo>
                <a:lnTo>
                  <a:pt x="2527579" y="1506220"/>
                </a:lnTo>
                <a:lnTo>
                  <a:pt x="2526461" y="1506689"/>
                </a:lnTo>
                <a:lnTo>
                  <a:pt x="2524595" y="1508556"/>
                </a:lnTo>
                <a:lnTo>
                  <a:pt x="2524125" y="1509674"/>
                </a:lnTo>
                <a:lnTo>
                  <a:pt x="2524125" y="1512303"/>
                </a:lnTo>
                <a:lnTo>
                  <a:pt x="2524595" y="1513420"/>
                </a:lnTo>
                <a:lnTo>
                  <a:pt x="2526461" y="1515287"/>
                </a:lnTo>
                <a:lnTo>
                  <a:pt x="2527579" y="1515745"/>
                </a:lnTo>
                <a:lnTo>
                  <a:pt x="2530208" y="1515745"/>
                </a:lnTo>
                <a:lnTo>
                  <a:pt x="2531326" y="1515287"/>
                </a:lnTo>
                <a:lnTo>
                  <a:pt x="2533192" y="1513420"/>
                </a:lnTo>
                <a:lnTo>
                  <a:pt x="2533650" y="1512303"/>
                </a:lnTo>
                <a:lnTo>
                  <a:pt x="2533650" y="1509674"/>
                </a:lnTo>
                <a:close/>
              </a:path>
              <a:path w="4914900" h="1515745">
                <a:moveTo>
                  <a:pt x="2533650" y="756564"/>
                </a:moveTo>
                <a:lnTo>
                  <a:pt x="2533192" y="755446"/>
                </a:lnTo>
                <a:lnTo>
                  <a:pt x="2531326" y="753579"/>
                </a:lnTo>
                <a:lnTo>
                  <a:pt x="2530208" y="753110"/>
                </a:lnTo>
                <a:lnTo>
                  <a:pt x="2527579" y="753110"/>
                </a:lnTo>
                <a:lnTo>
                  <a:pt x="2526461" y="753579"/>
                </a:lnTo>
                <a:lnTo>
                  <a:pt x="2524595" y="755446"/>
                </a:lnTo>
                <a:lnTo>
                  <a:pt x="2524125" y="756564"/>
                </a:lnTo>
                <a:lnTo>
                  <a:pt x="2524125" y="759193"/>
                </a:lnTo>
                <a:lnTo>
                  <a:pt x="2524595" y="760310"/>
                </a:lnTo>
                <a:lnTo>
                  <a:pt x="2526461" y="762177"/>
                </a:lnTo>
                <a:lnTo>
                  <a:pt x="2527579" y="762635"/>
                </a:lnTo>
                <a:lnTo>
                  <a:pt x="2530208" y="762635"/>
                </a:lnTo>
                <a:lnTo>
                  <a:pt x="2531326" y="762177"/>
                </a:lnTo>
                <a:lnTo>
                  <a:pt x="2533192" y="760310"/>
                </a:lnTo>
                <a:lnTo>
                  <a:pt x="2533650" y="759193"/>
                </a:lnTo>
                <a:lnTo>
                  <a:pt x="2533650" y="756564"/>
                </a:lnTo>
                <a:close/>
              </a:path>
              <a:path w="4914900" h="151574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914900" h="1515745">
                <a:moveTo>
                  <a:pt x="2581275" y="1509674"/>
                </a:moveTo>
                <a:lnTo>
                  <a:pt x="2580817" y="1508556"/>
                </a:lnTo>
                <a:lnTo>
                  <a:pt x="2578951" y="1506689"/>
                </a:lnTo>
                <a:lnTo>
                  <a:pt x="2577833" y="1506220"/>
                </a:lnTo>
                <a:lnTo>
                  <a:pt x="2575204" y="1506220"/>
                </a:lnTo>
                <a:lnTo>
                  <a:pt x="2574086" y="1506689"/>
                </a:lnTo>
                <a:lnTo>
                  <a:pt x="2572220" y="1508556"/>
                </a:lnTo>
                <a:lnTo>
                  <a:pt x="2571750" y="1509674"/>
                </a:lnTo>
                <a:lnTo>
                  <a:pt x="2571750" y="1512303"/>
                </a:lnTo>
                <a:lnTo>
                  <a:pt x="2572220" y="1513420"/>
                </a:lnTo>
                <a:lnTo>
                  <a:pt x="2574086" y="1515287"/>
                </a:lnTo>
                <a:lnTo>
                  <a:pt x="2575204" y="1515745"/>
                </a:lnTo>
                <a:lnTo>
                  <a:pt x="2577833" y="1515745"/>
                </a:lnTo>
                <a:lnTo>
                  <a:pt x="2578951" y="1515287"/>
                </a:lnTo>
                <a:lnTo>
                  <a:pt x="2580817" y="1513420"/>
                </a:lnTo>
                <a:lnTo>
                  <a:pt x="2581275" y="1512303"/>
                </a:lnTo>
                <a:lnTo>
                  <a:pt x="2581275" y="1509674"/>
                </a:lnTo>
                <a:close/>
              </a:path>
              <a:path w="4914900" h="1515745">
                <a:moveTo>
                  <a:pt x="2581275" y="756564"/>
                </a:moveTo>
                <a:lnTo>
                  <a:pt x="2580817" y="755446"/>
                </a:lnTo>
                <a:lnTo>
                  <a:pt x="2578951" y="753579"/>
                </a:lnTo>
                <a:lnTo>
                  <a:pt x="2577833" y="753110"/>
                </a:lnTo>
                <a:lnTo>
                  <a:pt x="2575204" y="753110"/>
                </a:lnTo>
                <a:lnTo>
                  <a:pt x="2574086" y="753579"/>
                </a:lnTo>
                <a:lnTo>
                  <a:pt x="2572220" y="755446"/>
                </a:lnTo>
                <a:lnTo>
                  <a:pt x="2571750" y="756564"/>
                </a:lnTo>
                <a:lnTo>
                  <a:pt x="2571750" y="759193"/>
                </a:lnTo>
                <a:lnTo>
                  <a:pt x="2572220" y="760310"/>
                </a:lnTo>
                <a:lnTo>
                  <a:pt x="2574086" y="762177"/>
                </a:lnTo>
                <a:lnTo>
                  <a:pt x="2575204" y="762635"/>
                </a:lnTo>
                <a:lnTo>
                  <a:pt x="2577833" y="762635"/>
                </a:lnTo>
                <a:lnTo>
                  <a:pt x="2578951" y="762177"/>
                </a:lnTo>
                <a:lnTo>
                  <a:pt x="2580817" y="760310"/>
                </a:lnTo>
                <a:lnTo>
                  <a:pt x="2581275" y="759193"/>
                </a:lnTo>
                <a:lnTo>
                  <a:pt x="2581275" y="756564"/>
                </a:lnTo>
                <a:close/>
              </a:path>
              <a:path w="4914900" h="151574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914900" h="1515745">
                <a:moveTo>
                  <a:pt x="2628900" y="1509674"/>
                </a:moveTo>
                <a:lnTo>
                  <a:pt x="2628442" y="1508556"/>
                </a:lnTo>
                <a:lnTo>
                  <a:pt x="2626576" y="1506689"/>
                </a:lnTo>
                <a:lnTo>
                  <a:pt x="2625458" y="1506220"/>
                </a:lnTo>
                <a:lnTo>
                  <a:pt x="2622829" y="1506220"/>
                </a:lnTo>
                <a:lnTo>
                  <a:pt x="2621711" y="1506689"/>
                </a:lnTo>
                <a:lnTo>
                  <a:pt x="2619845" y="1508556"/>
                </a:lnTo>
                <a:lnTo>
                  <a:pt x="2619375" y="1509674"/>
                </a:lnTo>
                <a:lnTo>
                  <a:pt x="2619375" y="1512303"/>
                </a:lnTo>
                <a:lnTo>
                  <a:pt x="2619845" y="1513420"/>
                </a:lnTo>
                <a:lnTo>
                  <a:pt x="2621711" y="1515287"/>
                </a:lnTo>
                <a:lnTo>
                  <a:pt x="2622829" y="1515745"/>
                </a:lnTo>
                <a:lnTo>
                  <a:pt x="2625458" y="1515745"/>
                </a:lnTo>
                <a:lnTo>
                  <a:pt x="2626576" y="1515287"/>
                </a:lnTo>
                <a:lnTo>
                  <a:pt x="2628442" y="1513420"/>
                </a:lnTo>
                <a:lnTo>
                  <a:pt x="2628900" y="1512303"/>
                </a:lnTo>
                <a:lnTo>
                  <a:pt x="2628900" y="1509674"/>
                </a:lnTo>
                <a:close/>
              </a:path>
              <a:path w="4914900" h="1515745">
                <a:moveTo>
                  <a:pt x="2628900" y="756564"/>
                </a:moveTo>
                <a:lnTo>
                  <a:pt x="2628442" y="755446"/>
                </a:lnTo>
                <a:lnTo>
                  <a:pt x="2626576" y="753579"/>
                </a:lnTo>
                <a:lnTo>
                  <a:pt x="2625458" y="753110"/>
                </a:lnTo>
                <a:lnTo>
                  <a:pt x="2622829" y="753110"/>
                </a:lnTo>
                <a:lnTo>
                  <a:pt x="2621711" y="753579"/>
                </a:lnTo>
                <a:lnTo>
                  <a:pt x="2619845" y="755446"/>
                </a:lnTo>
                <a:lnTo>
                  <a:pt x="2619375" y="756564"/>
                </a:lnTo>
                <a:lnTo>
                  <a:pt x="2619375" y="759193"/>
                </a:lnTo>
                <a:lnTo>
                  <a:pt x="2619845" y="760310"/>
                </a:lnTo>
                <a:lnTo>
                  <a:pt x="2621711" y="762177"/>
                </a:lnTo>
                <a:lnTo>
                  <a:pt x="2622829" y="762635"/>
                </a:lnTo>
                <a:lnTo>
                  <a:pt x="2625458" y="762635"/>
                </a:lnTo>
                <a:lnTo>
                  <a:pt x="2626576" y="762177"/>
                </a:lnTo>
                <a:lnTo>
                  <a:pt x="2628442" y="760310"/>
                </a:lnTo>
                <a:lnTo>
                  <a:pt x="2628900" y="759193"/>
                </a:lnTo>
                <a:lnTo>
                  <a:pt x="2628900" y="756564"/>
                </a:lnTo>
                <a:close/>
              </a:path>
              <a:path w="4914900" h="151574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914900" h="1515745">
                <a:moveTo>
                  <a:pt x="2676525" y="1509674"/>
                </a:moveTo>
                <a:lnTo>
                  <a:pt x="2676067" y="1508556"/>
                </a:lnTo>
                <a:lnTo>
                  <a:pt x="2674201" y="1506689"/>
                </a:lnTo>
                <a:lnTo>
                  <a:pt x="2673083" y="1506220"/>
                </a:lnTo>
                <a:lnTo>
                  <a:pt x="2670454" y="1506220"/>
                </a:lnTo>
                <a:lnTo>
                  <a:pt x="2669336" y="1506689"/>
                </a:lnTo>
                <a:lnTo>
                  <a:pt x="2667470" y="1508556"/>
                </a:lnTo>
                <a:lnTo>
                  <a:pt x="2667000" y="1509674"/>
                </a:lnTo>
                <a:lnTo>
                  <a:pt x="2667000" y="1512303"/>
                </a:lnTo>
                <a:lnTo>
                  <a:pt x="2667470" y="1513420"/>
                </a:lnTo>
                <a:lnTo>
                  <a:pt x="2669336" y="1515287"/>
                </a:lnTo>
                <a:lnTo>
                  <a:pt x="2670454" y="1515745"/>
                </a:lnTo>
                <a:lnTo>
                  <a:pt x="2673083" y="1515745"/>
                </a:lnTo>
                <a:lnTo>
                  <a:pt x="2674201" y="1515287"/>
                </a:lnTo>
                <a:lnTo>
                  <a:pt x="2676067" y="1513420"/>
                </a:lnTo>
                <a:lnTo>
                  <a:pt x="2676525" y="1512303"/>
                </a:lnTo>
                <a:lnTo>
                  <a:pt x="2676525" y="1509674"/>
                </a:lnTo>
                <a:close/>
              </a:path>
              <a:path w="4914900" h="1515745">
                <a:moveTo>
                  <a:pt x="2676525" y="756564"/>
                </a:moveTo>
                <a:lnTo>
                  <a:pt x="2676067" y="755446"/>
                </a:lnTo>
                <a:lnTo>
                  <a:pt x="2674201" y="753579"/>
                </a:lnTo>
                <a:lnTo>
                  <a:pt x="2673083" y="753110"/>
                </a:lnTo>
                <a:lnTo>
                  <a:pt x="2670454" y="753110"/>
                </a:lnTo>
                <a:lnTo>
                  <a:pt x="2669336" y="753579"/>
                </a:lnTo>
                <a:lnTo>
                  <a:pt x="2667470" y="755446"/>
                </a:lnTo>
                <a:lnTo>
                  <a:pt x="2667000" y="756564"/>
                </a:lnTo>
                <a:lnTo>
                  <a:pt x="2667000" y="759193"/>
                </a:lnTo>
                <a:lnTo>
                  <a:pt x="2667470" y="760310"/>
                </a:lnTo>
                <a:lnTo>
                  <a:pt x="2669336" y="762177"/>
                </a:lnTo>
                <a:lnTo>
                  <a:pt x="2670454" y="762635"/>
                </a:lnTo>
                <a:lnTo>
                  <a:pt x="2673083" y="762635"/>
                </a:lnTo>
                <a:lnTo>
                  <a:pt x="2674201" y="762177"/>
                </a:lnTo>
                <a:lnTo>
                  <a:pt x="2676067" y="760310"/>
                </a:lnTo>
                <a:lnTo>
                  <a:pt x="2676525" y="759193"/>
                </a:lnTo>
                <a:lnTo>
                  <a:pt x="2676525" y="756564"/>
                </a:lnTo>
                <a:close/>
              </a:path>
              <a:path w="4914900" h="151574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914900" h="1515745">
                <a:moveTo>
                  <a:pt x="2724150" y="1509674"/>
                </a:moveTo>
                <a:lnTo>
                  <a:pt x="2723692" y="1508556"/>
                </a:lnTo>
                <a:lnTo>
                  <a:pt x="2721826" y="1506689"/>
                </a:lnTo>
                <a:lnTo>
                  <a:pt x="2720708" y="1506220"/>
                </a:lnTo>
                <a:lnTo>
                  <a:pt x="2718079" y="1506220"/>
                </a:lnTo>
                <a:lnTo>
                  <a:pt x="2716961" y="1506689"/>
                </a:lnTo>
                <a:lnTo>
                  <a:pt x="2715095" y="1508556"/>
                </a:lnTo>
                <a:lnTo>
                  <a:pt x="2714625" y="1509674"/>
                </a:lnTo>
                <a:lnTo>
                  <a:pt x="2714625" y="1512303"/>
                </a:lnTo>
                <a:lnTo>
                  <a:pt x="2715095" y="1513420"/>
                </a:lnTo>
                <a:lnTo>
                  <a:pt x="2716961" y="1515287"/>
                </a:lnTo>
                <a:lnTo>
                  <a:pt x="2718079" y="1515745"/>
                </a:lnTo>
                <a:lnTo>
                  <a:pt x="2720708" y="1515745"/>
                </a:lnTo>
                <a:lnTo>
                  <a:pt x="2721826" y="1515287"/>
                </a:lnTo>
                <a:lnTo>
                  <a:pt x="2723692" y="1513420"/>
                </a:lnTo>
                <a:lnTo>
                  <a:pt x="2724150" y="1512303"/>
                </a:lnTo>
                <a:lnTo>
                  <a:pt x="2724150" y="1509674"/>
                </a:lnTo>
                <a:close/>
              </a:path>
              <a:path w="4914900" h="1515745">
                <a:moveTo>
                  <a:pt x="2724150" y="756564"/>
                </a:moveTo>
                <a:lnTo>
                  <a:pt x="2723692" y="755446"/>
                </a:lnTo>
                <a:lnTo>
                  <a:pt x="2721826" y="753579"/>
                </a:lnTo>
                <a:lnTo>
                  <a:pt x="2720708" y="753110"/>
                </a:lnTo>
                <a:lnTo>
                  <a:pt x="2718079" y="753110"/>
                </a:lnTo>
                <a:lnTo>
                  <a:pt x="2716961" y="753579"/>
                </a:lnTo>
                <a:lnTo>
                  <a:pt x="2715095" y="755446"/>
                </a:lnTo>
                <a:lnTo>
                  <a:pt x="2714625" y="756564"/>
                </a:lnTo>
                <a:lnTo>
                  <a:pt x="2714625" y="759193"/>
                </a:lnTo>
                <a:lnTo>
                  <a:pt x="2715095" y="760310"/>
                </a:lnTo>
                <a:lnTo>
                  <a:pt x="2716961" y="762177"/>
                </a:lnTo>
                <a:lnTo>
                  <a:pt x="2718079" y="762635"/>
                </a:lnTo>
                <a:lnTo>
                  <a:pt x="2720708" y="762635"/>
                </a:lnTo>
                <a:lnTo>
                  <a:pt x="2721826" y="762177"/>
                </a:lnTo>
                <a:lnTo>
                  <a:pt x="2723692" y="760310"/>
                </a:lnTo>
                <a:lnTo>
                  <a:pt x="2724150" y="759193"/>
                </a:lnTo>
                <a:lnTo>
                  <a:pt x="2724150" y="756564"/>
                </a:lnTo>
                <a:close/>
              </a:path>
              <a:path w="4914900" h="151574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914900" h="1515745">
                <a:moveTo>
                  <a:pt x="2771775" y="1509674"/>
                </a:moveTo>
                <a:lnTo>
                  <a:pt x="2771317" y="1508556"/>
                </a:lnTo>
                <a:lnTo>
                  <a:pt x="2769451" y="1506689"/>
                </a:lnTo>
                <a:lnTo>
                  <a:pt x="2768333" y="1506220"/>
                </a:lnTo>
                <a:lnTo>
                  <a:pt x="2765704" y="1506220"/>
                </a:lnTo>
                <a:lnTo>
                  <a:pt x="2764586" y="1506689"/>
                </a:lnTo>
                <a:lnTo>
                  <a:pt x="2762720" y="1508556"/>
                </a:lnTo>
                <a:lnTo>
                  <a:pt x="2762250" y="1509674"/>
                </a:lnTo>
                <a:lnTo>
                  <a:pt x="2762250" y="1512303"/>
                </a:lnTo>
                <a:lnTo>
                  <a:pt x="2762720" y="1513420"/>
                </a:lnTo>
                <a:lnTo>
                  <a:pt x="2764586" y="1515287"/>
                </a:lnTo>
                <a:lnTo>
                  <a:pt x="2765704" y="1515745"/>
                </a:lnTo>
                <a:lnTo>
                  <a:pt x="2768333" y="1515745"/>
                </a:lnTo>
                <a:lnTo>
                  <a:pt x="2769451" y="1515287"/>
                </a:lnTo>
                <a:lnTo>
                  <a:pt x="2771317" y="1513420"/>
                </a:lnTo>
                <a:lnTo>
                  <a:pt x="2771775" y="1512303"/>
                </a:lnTo>
                <a:lnTo>
                  <a:pt x="2771775" y="1509674"/>
                </a:lnTo>
                <a:close/>
              </a:path>
              <a:path w="4914900" h="1515745">
                <a:moveTo>
                  <a:pt x="2771775" y="756564"/>
                </a:moveTo>
                <a:lnTo>
                  <a:pt x="2771317" y="755446"/>
                </a:lnTo>
                <a:lnTo>
                  <a:pt x="2769451" y="753579"/>
                </a:lnTo>
                <a:lnTo>
                  <a:pt x="2768333" y="753110"/>
                </a:lnTo>
                <a:lnTo>
                  <a:pt x="2765704" y="753110"/>
                </a:lnTo>
                <a:lnTo>
                  <a:pt x="2764586" y="753579"/>
                </a:lnTo>
                <a:lnTo>
                  <a:pt x="2762720" y="755446"/>
                </a:lnTo>
                <a:lnTo>
                  <a:pt x="2762250" y="756564"/>
                </a:lnTo>
                <a:lnTo>
                  <a:pt x="2762250" y="759193"/>
                </a:lnTo>
                <a:lnTo>
                  <a:pt x="2762720" y="760310"/>
                </a:lnTo>
                <a:lnTo>
                  <a:pt x="2764586" y="762177"/>
                </a:lnTo>
                <a:lnTo>
                  <a:pt x="2765704" y="762635"/>
                </a:lnTo>
                <a:lnTo>
                  <a:pt x="2768333" y="762635"/>
                </a:lnTo>
                <a:lnTo>
                  <a:pt x="2769451" y="762177"/>
                </a:lnTo>
                <a:lnTo>
                  <a:pt x="2771317" y="760310"/>
                </a:lnTo>
                <a:lnTo>
                  <a:pt x="2771775" y="759193"/>
                </a:lnTo>
                <a:lnTo>
                  <a:pt x="2771775" y="756564"/>
                </a:lnTo>
                <a:close/>
              </a:path>
              <a:path w="4914900" h="151574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914900" h="1515745">
                <a:moveTo>
                  <a:pt x="2819400" y="1509674"/>
                </a:moveTo>
                <a:lnTo>
                  <a:pt x="2818942" y="1508556"/>
                </a:lnTo>
                <a:lnTo>
                  <a:pt x="2817076" y="1506689"/>
                </a:lnTo>
                <a:lnTo>
                  <a:pt x="2815958" y="1506220"/>
                </a:lnTo>
                <a:lnTo>
                  <a:pt x="2813329" y="1506220"/>
                </a:lnTo>
                <a:lnTo>
                  <a:pt x="2812211" y="1506689"/>
                </a:lnTo>
                <a:lnTo>
                  <a:pt x="2810345" y="1508556"/>
                </a:lnTo>
                <a:lnTo>
                  <a:pt x="2809875" y="1509674"/>
                </a:lnTo>
                <a:lnTo>
                  <a:pt x="2809875" y="1512303"/>
                </a:lnTo>
                <a:lnTo>
                  <a:pt x="2810345" y="1513420"/>
                </a:lnTo>
                <a:lnTo>
                  <a:pt x="2812211" y="1515287"/>
                </a:lnTo>
                <a:lnTo>
                  <a:pt x="2813329" y="1515745"/>
                </a:lnTo>
                <a:lnTo>
                  <a:pt x="2815958" y="1515745"/>
                </a:lnTo>
                <a:lnTo>
                  <a:pt x="2817076" y="1515287"/>
                </a:lnTo>
                <a:lnTo>
                  <a:pt x="2818942" y="1513420"/>
                </a:lnTo>
                <a:lnTo>
                  <a:pt x="2819400" y="1512303"/>
                </a:lnTo>
                <a:lnTo>
                  <a:pt x="2819400" y="1509674"/>
                </a:lnTo>
                <a:close/>
              </a:path>
              <a:path w="4914900" h="1515745">
                <a:moveTo>
                  <a:pt x="2819400" y="756564"/>
                </a:moveTo>
                <a:lnTo>
                  <a:pt x="2818942" y="755446"/>
                </a:lnTo>
                <a:lnTo>
                  <a:pt x="2817076" y="753579"/>
                </a:lnTo>
                <a:lnTo>
                  <a:pt x="2815958" y="753110"/>
                </a:lnTo>
                <a:lnTo>
                  <a:pt x="2813329" y="753110"/>
                </a:lnTo>
                <a:lnTo>
                  <a:pt x="2812211" y="753579"/>
                </a:lnTo>
                <a:lnTo>
                  <a:pt x="2810345" y="755446"/>
                </a:lnTo>
                <a:lnTo>
                  <a:pt x="2809875" y="756564"/>
                </a:lnTo>
                <a:lnTo>
                  <a:pt x="2809875" y="759193"/>
                </a:lnTo>
                <a:lnTo>
                  <a:pt x="2810345" y="760310"/>
                </a:lnTo>
                <a:lnTo>
                  <a:pt x="2812211" y="762177"/>
                </a:lnTo>
                <a:lnTo>
                  <a:pt x="2813329" y="762635"/>
                </a:lnTo>
                <a:lnTo>
                  <a:pt x="2815958" y="762635"/>
                </a:lnTo>
                <a:lnTo>
                  <a:pt x="2817076" y="762177"/>
                </a:lnTo>
                <a:lnTo>
                  <a:pt x="2818942" y="760310"/>
                </a:lnTo>
                <a:lnTo>
                  <a:pt x="2819400" y="759193"/>
                </a:lnTo>
                <a:lnTo>
                  <a:pt x="2819400" y="756564"/>
                </a:lnTo>
                <a:close/>
              </a:path>
              <a:path w="4914900" h="151574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914900" h="1515745">
                <a:moveTo>
                  <a:pt x="2867025" y="1509674"/>
                </a:moveTo>
                <a:lnTo>
                  <a:pt x="2866567" y="1508556"/>
                </a:lnTo>
                <a:lnTo>
                  <a:pt x="2864701" y="1506689"/>
                </a:lnTo>
                <a:lnTo>
                  <a:pt x="2863583" y="1506220"/>
                </a:lnTo>
                <a:lnTo>
                  <a:pt x="2860954" y="1506220"/>
                </a:lnTo>
                <a:lnTo>
                  <a:pt x="2859836" y="1506689"/>
                </a:lnTo>
                <a:lnTo>
                  <a:pt x="2857970" y="1508556"/>
                </a:lnTo>
                <a:lnTo>
                  <a:pt x="2857500" y="1509674"/>
                </a:lnTo>
                <a:lnTo>
                  <a:pt x="2857500" y="1512303"/>
                </a:lnTo>
                <a:lnTo>
                  <a:pt x="2857970" y="1513420"/>
                </a:lnTo>
                <a:lnTo>
                  <a:pt x="2859836" y="1515287"/>
                </a:lnTo>
                <a:lnTo>
                  <a:pt x="2860954" y="1515745"/>
                </a:lnTo>
                <a:lnTo>
                  <a:pt x="2863583" y="1515745"/>
                </a:lnTo>
                <a:lnTo>
                  <a:pt x="2864701" y="1515287"/>
                </a:lnTo>
                <a:lnTo>
                  <a:pt x="2866567" y="1513420"/>
                </a:lnTo>
                <a:lnTo>
                  <a:pt x="2867025" y="1512303"/>
                </a:lnTo>
                <a:lnTo>
                  <a:pt x="2867025" y="1509674"/>
                </a:lnTo>
                <a:close/>
              </a:path>
              <a:path w="4914900" h="1515745">
                <a:moveTo>
                  <a:pt x="2867025" y="756564"/>
                </a:moveTo>
                <a:lnTo>
                  <a:pt x="2866567" y="755446"/>
                </a:lnTo>
                <a:lnTo>
                  <a:pt x="2864701" y="753579"/>
                </a:lnTo>
                <a:lnTo>
                  <a:pt x="2863583" y="753110"/>
                </a:lnTo>
                <a:lnTo>
                  <a:pt x="2860954" y="753110"/>
                </a:lnTo>
                <a:lnTo>
                  <a:pt x="2859836" y="753579"/>
                </a:lnTo>
                <a:lnTo>
                  <a:pt x="2857970" y="755446"/>
                </a:lnTo>
                <a:lnTo>
                  <a:pt x="2857500" y="756564"/>
                </a:lnTo>
                <a:lnTo>
                  <a:pt x="2857500" y="759193"/>
                </a:lnTo>
                <a:lnTo>
                  <a:pt x="2857970" y="760310"/>
                </a:lnTo>
                <a:lnTo>
                  <a:pt x="2859836" y="762177"/>
                </a:lnTo>
                <a:lnTo>
                  <a:pt x="2860954" y="762635"/>
                </a:lnTo>
                <a:lnTo>
                  <a:pt x="2863583" y="762635"/>
                </a:lnTo>
                <a:lnTo>
                  <a:pt x="2864701" y="762177"/>
                </a:lnTo>
                <a:lnTo>
                  <a:pt x="2866567" y="760310"/>
                </a:lnTo>
                <a:lnTo>
                  <a:pt x="2867025" y="759193"/>
                </a:lnTo>
                <a:lnTo>
                  <a:pt x="2867025" y="756564"/>
                </a:lnTo>
                <a:close/>
              </a:path>
              <a:path w="4914900" h="151574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914900" h="1515745">
                <a:moveTo>
                  <a:pt x="2914650" y="1509674"/>
                </a:moveTo>
                <a:lnTo>
                  <a:pt x="2914192" y="1508556"/>
                </a:lnTo>
                <a:lnTo>
                  <a:pt x="2912326" y="1506689"/>
                </a:lnTo>
                <a:lnTo>
                  <a:pt x="2911208" y="1506220"/>
                </a:lnTo>
                <a:lnTo>
                  <a:pt x="2908579" y="1506220"/>
                </a:lnTo>
                <a:lnTo>
                  <a:pt x="2907461" y="1506689"/>
                </a:lnTo>
                <a:lnTo>
                  <a:pt x="2905595" y="1508556"/>
                </a:lnTo>
                <a:lnTo>
                  <a:pt x="2905125" y="1509674"/>
                </a:lnTo>
                <a:lnTo>
                  <a:pt x="2905125" y="1512303"/>
                </a:lnTo>
                <a:lnTo>
                  <a:pt x="2905595" y="1513420"/>
                </a:lnTo>
                <a:lnTo>
                  <a:pt x="2907461" y="1515287"/>
                </a:lnTo>
                <a:lnTo>
                  <a:pt x="2908579" y="1515745"/>
                </a:lnTo>
                <a:lnTo>
                  <a:pt x="2911208" y="1515745"/>
                </a:lnTo>
                <a:lnTo>
                  <a:pt x="2912326" y="1515287"/>
                </a:lnTo>
                <a:lnTo>
                  <a:pt x="2914192" y="1513420"/>
                </a:lnTo>
                <a:lnTo>
                  <a:pt x="2914650" y="1512303"/>
                </a:lnTo>
                <a:lnTo>
                  <a:pt x="2914650" y="1509674"/>
                </a:lnTo>
                <a:close/>
              </a:path>
              <a:path w="4914900" h="1515745">
                <a:moveTo>
                  <a:pt x="2914650" y="756564"/>
                </a:moveTo>
                <a:lnTo>
                  <a:pt x="2914192" y="755446"/>
                </a:lnTo>
                <a:lnTo>
                  <a:pt x="2912326" y="753579"/>
                </a:lnTo>
                <a:lnTo>
                  <a:pt x="2911208" y="753110"/>
                </a:lnTo>
                <a:lnTo>
                  <a:pt x="2908579" y="753110"/>
                </a:lnTo>
                <a:lnTo>
                  <a:pt x="2907461" y="753579"/>
                </a:lnTo>
                <a:lnTo>
                  <a:pt x="2905595" y="755446"/>
                </a:lnTo>
                <a:lnTo>
                  <a:pt x="2905125" y="756564"/>
                </a:lnTo>
                <a:lnTo>
                  <a:pt x="2905125" y="759193"/>
                </a:lnTo>
                <a:lnTo>
                  <a:pt x="2905595" y="760310"/>
                </a:lnTo>
                <a:lnTo>
                  <a:pt x="2907461" y="762177"/>
                </a:lnTo>
                <a:lnTo>
                  <a:pt x="2908579" y="762635"/>
                </a:lnTo>
                <a:lnTo>
                  <a:pt x="2911208" y="762635"/>
                </a:lnTo>
                <a:lnTo>
                  <a:pt x="2912326" y="762177"/>
                </a:lnTo>
                <a:lnTo>
                  <a:pt x="2914192" y="760310"/>
                </a:lnTo>
                <a:lnTo>
                  <a:pt x="2914650" y="759193"/>
                </a:lnTo>
                <a:lnTo>
                  <a:pt x="2914650" y="756564"/>
                </a:lnTo>
                <a:close/>
              </a:path>
              <a:path w="4914900" h="151574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914900" h="1515745">
                <a:moveTo>
                  <a:pt x="2962275" y="1509674"/>
                </a:moveTo>
                <a:lnTo>
                  <a:pt x="2961817" y="1508556"/>
                </a:lnTo>
                <a:lnTo>
                  <a:pt x="2959951" y="1506689"/>
                </a:lnTo>
                <a:lnTo>
                  <a:pt x="2958833" y="1506220"/>
                </a:lnTo>
                <a:lnTo>
                  <a:pt x="2956204" y="1506220"/>
                </a:lnTo>
                <a:lnTo>
                  <a:pt x="2955086" y="1506689"/>
                </a:lnTo>
                <a:lnTo>
                  <a:pt x="2953220" y="1508556"/>
                </a:lnTo>
                <a:lnTo>
                  <a:pt x="2952750" y="1509674"/>
                </a:lnTo>
                <a:lnTo>
                  <a:pt x="2952750" y="1512303"/>
                </a:lnTo>
                <a:lnTo>
                  <a:pt x="2953220" y="1513420"/>
                </a:lnTo>
                <a:lnTo>
                  <a:pt x="2955086" y="1515287"/>
                </a:lnTo>
                <a:lnTo>
                  <a:pt x="2956204" y="1515745"/>
                </a:lnTo>
                <a:lnTo>
                  <a:pt x="2958833" y="1515745"/>
                </a:lnTo>
                <a:lnTo>
                  <a:pt x="2959951" y="1515287"/>
                </a:lnTo>
                <a:lnTo>
                  <a:pt x="2961817" y="1513420"/>
                </a:lnTo>
                <a:lnTo>
                  <a:pt x="2962275" y="1512303"/>
                </a:lnTo>
                <a:lnTo>
                  <a:pt x="2962275" y="1509674"/>
                </a:lnTo>
                <a:close/>
              </a:path>
              <a:path w="4914900" h="1515745">
                <a:moveTo>
                  <a:pt x="2962275" y="756564"/>
                </a:moveTo>
                <a:lnTo>
                  <a:pt x="2961817" y="755446"/>
                </a:lnTo>
                <a:lnTo>
                  <a:pt x="2959951" y="753579"/>
                </a:lnTo>
                <a:lnTo>
                  <a:pt x="2958833" y="753110"/>
                </a:lnTo>
                <a:lnTo>
                  <a:pt x="2956204" y="753110"/>
                </a:lnTo>
                <a:lnTo>
                  <a:pt x="2955086" y="753579"/>
                </a:lnTo>
                <a:lnTo>
                  <a:pt x="2953220" y="755446"/>
                </a:lnTo>
                <a:lnTo>
                  <a:pt x="2952750" y="756564"/>
                </a:lnTo>
                <a:lnTo>
                  <a:pt x="2952750" y="759193"/>
                </a:lnTo>
                <a:lnTo>
                  <a:pt x="2953220" y="760310"/>
                </a:lnTo>
                <a:lnTo>
                  <a:pt x="2955086" y="762177"/>
                </a:lnTo>
                <a:lnTo>
                  <a:pt x="2956204" y="762635"/>
                </a:lnTo>
                <a:lnTo>
                  <a:pt x="2958833" y="762635"/>
                </a:lnTo>
                <a:lnTo>
                  <a:pt x="2959951" y="762177"/>
                </a:lnTo>
                <a:lnTo>
                  <a:pt x="2961817" y="760310"/>
                </a:lnTo>
                <a:lnTo>
                  <a:pt x="2962275" y="759193"/>
                </a:lnTo>
                <a:lnTo>
                  <a:pt x="2962275" y="756564"/>
                </a:lnTo>
                <a:close/>
              </a:path>
              <a:path w="4914900" h="151574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914900" h="1515745">
                <a:moveTo>
                  <a:pt x="3009900" y="1509674"/>
                </a:moveTo>
                <a:lnTo>
                  <a:pt x="3009442" y="1508556"/>
                </a:lnTo>
                <a:lnTo>
                  <a:pt x="3007576" y="1506689"/>
                </a:lnTo>
                <a:lnTo>
                  <a:pt x="3006458" y="1506220"/>
                </a:lnTo>
                <a:lnTo>
                  <a:pt x="3003829" y="1506220"/>
                </a:lnTo>
                <a:lnTo>
                  <a:pt x="3002711" y="1506689"/>
                </a:lnTo>
                <a:lnTo>
                  <a:pt x="3000845" y="1508556"/>
                </a:lnTo>
                <a:lnTo>
                  <a:pt x="3000375" y="1509674"/>
                </a:lnTo>
                <a:lnTo>
                  <a:pt x="3000375" y="1512303"/>
                </a:lnTo>
                <a:lnTo>
                  <a:pt x="3000845" y="1513420"/>
                </a:lnTo>
                <a:lnTo>
                  <a:pt x="3002711" y="1515287"/>
                </a:lnTo>
                <a:lnTo>
                  <a:pt x="3003829" y="1515745"/>
                </a:lnTo>
                <a:lnTo>
                  <a:pt x="3006458" y="1515745"/>
                </a:lnTo>
                <a:lnTo>
                  <a:pt x="3007576" y="1515287"/>
                </a:lnTo>
                <a:lnTo>
                  <a:pt x="3009442" y="1513420"/>
                </a:lnTo>
                <a:lnTo>
                  <a:pt x="3009900" y="1512303"/>
                </a:lnTo>
                <a:lnTo>
                  <a:pt x="3009900" y="1509674"/>
                </a:lnTo>
                <a:close/>
              </a:path>
              <a:path w="4914900" h="1515745">
                <a:moveTo>
                  <a:pt x="3009900" y="756564"/>
                </a:moveTo>
                <a:lnTo>
                  <a:pt x="3009442" y="755446"/>
                </a:lnTo>
                <a:lnTo>
                  <a:pt x="3007576" y="753579"/>
                </a:lnTo>
                <a:lnTo>
                  <a:pt x="3006458" y="753110"/>
                </a:lnTo>
                <a:lnTo>
                  <a:pt x="3003829" y="753110"/>
                </a:lnTo>
                <a:lnTo>
                  <a:pt x="3002711" y="753579"/>
                </a:lnTo>
                <a:lnTo>
                  <a:pt x="3000845" y="755446"/>
                </a:lnTo>
                <a:lnTo>
                  <a:pt x="3000375" y="756564"/>
                </a:lnTo>
                <a:lnTo>
                  <a:pt x="3000375" y="759193"/>
                </a:lnTo>
                <a:lnTo>
                  <a:pt x="3000845" y="760310"/>
                </a:lnTo>
                <a:lnTo>
                  <a:pt x="3002711" y="762177"/>
                </a:lnTo>
                <a:lnTo>
                  <a:pt x="3003829" y="762635"/>
                </a:lnTo>
                <a:lnTo>
                  <a:pt x="3006458" y="762635"/>
                </a:lnTo>
                <a:lnTo>
                  <a:pt x="3007576" y="762177"/>
                </a:lnTo>
                <a:lnTo>
                  <a:pt x="3009442" y="760310"/>
                </a:lnTo>
                <a:lnTo>
                  <a:pt x="3009900" y="759193"/>
                </a:lnTo>
                <a:lnTo>
                  <a:pt x="3009900" y="756564"/>
                </a:lnTo>
                <a:close/>
              </a:path>
              <a:path w="4914900" h="151574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914900" h="1515745">
                <a:moveTo>
                  <a:pt x="3057525" y="1509674"/>
                </a:moveTo>
                <a:lnTo>
                  <a:pt x="3057067" y="1508556"/>
                </a:lnTo>
                <a:lnTo>
                  <a:pt x="3055201" y="1506689"/>
                </a:lnTo>
                <a:lnTo>
                  <a:pt x="3054083" y="1506220"/>
                </a:lnTo>
                <a:lnTo>
                  <a:pt x="3051454" y="1506220"/>
                </a:lnTo>
                <a:lnTo>
                  <a:pt x="3050336" y="1506689"/>
                </a:lnTo>
                <a:lnTo>
                  <a:pt x="3048470" y="1508556"/>
                </a:lnTo>
                <a:lnTo>
                  <a:pt x="3048000" y="1509674"/>
                </a:lnTo>
                <a:lnTo>
                  <a:pt x="3048000" y="1512303"/>
                </a:lnTo>
                <a:lnTo>
                  <a:pt x="3048470" y="1513420"/>
                </a:lnTo>
                <a:lnTo>
                  <a:pt x="3050336" y="1515287"/>
                </a:lnTo>
                <a:lnTo>
                  <a:pt x="3051454" y="1515745"/>
                </a:lnTo>
                <a:lnTo>
                  <a:pt x="3054083" y="1515745"/>
                </a:lnTo>
                <a:lnTo>
                  <a:pt x="3055201" y="1515287"/>
                </a:lnTo>
                <a:lnTo>
                  <a:pt x="3057067" y="1513420"/>
                </a:lnTo>
                <a:lnTo>
                  <a:pt x="3057525" y="1512303"/>
                </a:lnTo>
                <a:lnTo>
                  <a:pt x="3057525" y="1509674"/>
                </a:lnTo>
                <a:close/>
              </a:path>
              <a:path w="4914900" h="1515745">
                <a:moveTo>
                  <a:pt x="3057525" y="756564"/>
                </a:moveTo>
                <a:lnTo>
                  <a:pt x="3057067" y="755446"/>
                </a:lnTo>
                <a:lnTo>
                  <a:pt x="3055201" y="753579"/>
                </a:lnTo>
                <a:lnTo>
                  <a:pt x="3054083" y="753110"/>
                </a:lnTo>
                <a:lnTo>
                  <a:pt x="3051454" y="753110"/>
                </a:lnTo>
                <a:lnTo>
                  <a:pt x="3050336" y="753579"/>
                </a:lnTo>
                <a:lnTo>
                  <a:pt x="3048470" y="755446"/>
                </a:lnTo>
                <a:lnTo>
                  <a:pt x="3048000" y="756564"/>
                </a:lnTo>
                <a:lnTo>
                  <a:pt x="3048000" y="759193"/>
                </a:lnTo>
                <a:lnTo>
                  <a:pt x="3048470" y="760310"/>
                </a:lnTo>
                <a:lnTo>
                  <a:pt x="3050336" y="762177"/>
                </a:lnTo>
                <a:lnTo>
                  <a:pt x="3051454" y="762635"/>
                </a:lnTo>
                <a:lnTo>
                  <a:pt x="3054083" y="762635"/>
                </a:lnTo>
                <a:lnTo>
                  <a:pt x="3055201" y="762177"/>
                </a:lnTo>
                <a:lnTo>
                  <a:pt x="3057067" y="760310"/>
                </a:lnTo>
                <a:lnTo>
                  <a:pt x="3057525" y="759193"/>
                </a:lnTo>
                <a:lnTo>
                  <a:pt x="3057525" y="756564"/>
                </a:lnTo>
                <a:close/>
              </a:path>
              <a:path w="4914900" h="151574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914900" h="1515745">
                <a:moveTo>
                  <a:pt x="3105150" y="1509674"/>
                </a:moveTo>
                <a:lnTo>
                  <a:pt x="3104692" y="1508556"/>
                </a:lnTo>
                <a:lnTo>
                  <a:pt x="3102826" y="1506689"/>
                </a:lnTo>
                <a:lnTo>
                  <a:pt x="3101708" y="1506220"/>
                </a:lnTo>
                <a:lnTo>
                  <a:pt x="3099079" y="1506220"/>
                </a:lnTo>
                <a:lnTo>
                  <a:pt x="3097961" y="1506689"/>
                </a:lnTo>
                <a:lnTo>
                  <a:pt x="3096095" y="1508556"/>
                </a:lnTo>
                <a:lnTo>
                  <a:pt x="3095625" y="1509674"/>
                </a:lnTo>
                <a:lnTo>
                  <a:pt x="3095625" y="1512303"/>
                </a:lnTo>
                <a:lnTo>
                  <a:pt x="3096095" y="1513420"/>
                </a:lnTo>
                <a:lnTo>
                  <a:pt x="3097961" y="1515287"/>
                </a:lnTo>
                <a:lnTo>
                  <a:pt x="3099079" y="1515745"/>
                </a:lnTo>
                <a:lnTo>
                  <a:pt x="3101708" y="1515745"/>
                </a:lnTo>
                <a:lnTo>
                  <a:pt x="3102826" y="1515287"/>
                </a:lnTo>
                <a:lnTo>
                  <a:pt x="3104692" y="1513420"/>
                </a:lnTo>
                <a:lnTo>
                  <a:pt x="3105150" y="1512303"/>
                </a:lnTo>
                <a:lnTo>
                  <a:pt x="3105150" y="1509674"/>
                </a:lnTo>
                <a:close/>
              </a:path>
              <a:path w="4914900" h="1515745">
                <a:moveTo>
                  <a:pt x="3105150" y="756564"/>
                </a:moveTo>
                <a:lnTo>
                  <a:pt x="3104692" y="755446"/>
                </a:lnTo>
                <a:lnTo>
                  <a:pt x="3102826" y="753579"/>
                </a:lnTo>
                <a:lnTo>
                  <a:pt x="3101708" y="753110"/>
                </a:lnTo>
                <a:lnTo>
                  <a:pt x="3099079" y="753110"/>
                </a:lnTo>
                <a:lnTo>
                  <a:pt x="3097961" y="753579"/>
                </a:lnTo>
                <a:lnTo>
                  <a:pt x="3096095" y="755446"/>
                </a:lnTo>
                <a:lnTo>
                  <a:pt x="3095625" y="756564"/>
                </a:lnTo>
                <a:lnTo>
                  <a:pt x="3095625" y="759193"/>
                </a:lnTo>
                <a:lnTo>
                  <a:pt x="3096095" y="760310"/>
                </a:lnTo>
                <a:lnTo>
                  <a:pt x="3097961" y="762177"/>
                </a:lnTo>
                <a:lnTo>
                  <a:pt x="3099079" y="762635"/>
                </a:lnTo>
                <a:lnTo>
                  <a:pt x="3101708" y="762635"/>
                </a:lnTo>
                <a:lnTo>
                  <a:pt x="3102826" y="762177"/>
                </a:lnTo>
                <a:lnTo>
                  <a:pt x="3104692" y="760310"/>
                </a:lnTo>
                <a:lnTo>
                  <a:pt x="3105150" y="759193"/>
                </a:lnTo>
                <a:lnTo>
                  <a:pt x="3105150" y="756564"/>
                </a:lnTo>
                <a:close/>
              </a:path>
              <a:path w="4914900" h="151574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914900" h="1515745">
                <a:moveTo>
                  <a:pt x="3152775" y="1509674"/>
                </a:moveTo>
                <a:lnTo>
                  <a:pt x="3152317" y="1508556"/>
                </a:lnTo>
                <a:lnTo>
                  <a:pt x="3150451" y="1506689"/>
                </a:lnTo>
                <a:lnTo>
                  <a:pt x="3149333" y="1506220"/>
                </a:lnTo>
                <a:lnTo>
                  <a:pt x="3146704" y="1506220"/>
                </a:lnTo>
                <a:lnTo>
                  <a:pt x="3145586" y="1506689"/>
                </a:lnTo>
                <a:lnTo>
                  <a:pt x="3143720" y="1508556"/>
                </a:lnTo>
                <a:lnTo>
                  <a:pt x="3143250" y="1509674"/>
                </a:lnTo>
                <a:lnTo>
                  <a:pt x="3143250" y="1512303"/>
                </a:lnTo>
                <a:lnTo>
                  <a:pt x="3143720" y="1513420"/>
                </a:lnTo>
                <a:lnTo>
                  <a:pt x="3145586" y="1515287"/>
                </a:lnTo>
                <a:lnTo>
                  <a:pt x="3146704" y="1515745"/>
                </a:lnTo>
                <a:lnTo>
                  <a:pt x="3149333" y="1515745"/>
                </a:lnTo>
                <a:lnTo>
                  <a:pt x="3150451" y="1515287"/>
                </a:lnTo>
                <a:lnTo>
                  <a:pt x="3152317" y="1513420"/>
                </a:lnTo>
                <a:lnTo>
                  <a:pt x="3152775" y="1512303"/>
                </a:lnTo>
                <a:lnTo>
                  <a:pt x="3152775" y="1509674"/>
                </a:lnTo>
                <a:close/>
              </a:path>
              <a:path w="4914900" h="1515745">
                <a:moveTo>
                  <a:pt x="3152775" y="756564"/>
                </a:moveTo>
                <a:lnTo>
                  <a:pt x="3152317" y="755446"/>
                </a:lnTo>
                <a:lnTo>
                  <a:pt x="3150451" y="753579"/>
                </a:lnTo>
                <a:lnTo>
                  <a:pt x="3149333" y="753110"/>
                </a:lnTo>
                <a:lnTo>
                  <a:pt x="3146704" y="753110"/>
                </a:lnTo>
                <a:lnTo>
                  <a:pt x="3145586" y="753579"/>
                </a:lnTo>
                <a:lnTo>
                  <a:pt x="3143720" y="755446"/>
                </a:lnTo>
                <a:lnTo>
                  <a:pt x="3143250" y="756564"/>
                </a:lnTo>
                <a:lnTo>
                  <a:pt x="3143250" y="759193"/>
                </a:lnTo>
                <a:lnTo>
                  <a:pt x="3143720" y="760310"/>
                </a:lnTo>
                <a:lnTo>
                  <a:pt x="3145586" y="762177"/>
                </a:lnTo>
                <a:lnTo>
                  <a:pt x="3146704" y="762635"/>
                </a:lnTo>
                <a:lnTo>
                  <a:pt x="3149333" y="762635"/>
                </a:lnTo>
                <a:lnTo>
                  <a:pt x="3150451" y="762177"/>
                </a:lnTo>
                <a:lnTo>
                  <a:pt x="3152317" y="760310"/>
                </a:lnTo>
                <a:lnTo>
                  <a:pt x="3152775" y="759193"/>
                </a:lnTo>
                <a:lnTo>
                  <a:pt x="3152775" y="756564"/>
                </a:lnTo>
                <a:close/>
              </a:path>
              <a:path w="4914900" h="151574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914900" h="1515745">
                <a:moveTo>
                  <a:pt x="3200400" y="1509674"/>
                </a:moveTo>
                <a:lnTo>
                  <a:pt x="3199942" y="1508556"/>
                </a:lnTo>
                <a:lnTo>
                  <a:pt x="3198076" y="1506689"/>
                </a:lnTo>
                <a:lnTo>
                  <a:pt x="3196958" y="1506220"/>
                </a:lnTo>
                <a:lnTo>
                  <a:pt x="3194329" y="1506220"/>
                </a:lnTo>
                <a:lnTo>
                  <a:pt x="3193211" y="1506689"/>
                </a:lnTo>
                <a:lnTo>
                  <a:pt x="3191345" y="1508556"/>
                </a:lnTo>
                <a:lnTo>
                  <a:pt x="3190875" y="1509674"/>
                </a:lnTo>
                <a:lnTo>
                  <a:pt x="3190875" y="1512303"/>
                </a:lnTo>
                <a:lnTo>
                  <a:pt x="3191345" y="1513420"/>
                </a:lnTo>
                <a:lnTo>
                  <a:pt x="3193211" y="1515287"/>
                </a:lnTo>
                <a:lnTo>
                  <a:pt x="3194329" y="1515745"/>
                </a:lnTo>
                <a:lnTo>
                  <a:pt x="3196958" y="1515745"/>
                </a:lnTo>
                <a:lnTo>
                  <a:pt x="3198076" y="1515287"/>
                </a:lnTo>
                <a:lnTo>
                  <a:pt x="3199942" y="1513420"/>
                </a:lnTo>
                <a:lnTo>
                  <a:pt x="3200400" y="1512303"/>
                </a:lnTo>
                <a:lnTo>
                  <a:pt x="3200400" y="1509674"/>
                </a:lnTo>
                <a:close/>
              </a:path>
              <a:path w="4914900" h="1515745">
                <a:moveTo>
                  <a:pt x="3200400" y="756564"/>
                </a:moveTo>
                <a:lnTo>
                  <a:pt x="3199942" y="755446"/>
                </a:lnTo>
                <a:lnTo>
                  <a:pt x="3198076" y="753579"/>
                </a:lnTo>
                <a:lnTo>
                  <a:pt x="3196958" y="753110"/>
                </a:lnTo>
                <a:lnTo>
                  <a:pt x="3194329" y="753110"/>
                </a:lnTo>
                <a:lnTo>
                  <a:pt x="3193211" y="753579"/>
                </a:lnTo>
                <a:lnTo>
                  <a:pt x="3191345" y="755446"/>
                </a:lnTo>
                <a:lnTo>
                  <a:pt x="3190875" y="756564"/>
                </a:lnTo>
                <a:lnTo>
                  <a:pt x="3190875" y="759193"/>
                </a:lnTo>
                <a:lnTo>
                  <a:pt x="3191345" y="760310"/>
                </a:lnTo>
                <a:lnTo>
                  <a:pt x="3193211" y="762177"/>
                </a:lnTo>
                <a:lnTo>
                  <a:pt x="3194329" y="762635"/>
                </a:lnTo>
                <a:lnTo>
                  <a:pt x="3196958" y="762635"/>
                </a:lnTo>
                <a:lnTo>
                  <a:pt x="3198076" y="762177"/>
                </a:lnTo>
                <a:lnTo>
                  <a:pt x="3199942" y="760310"/>
                </a:lnTo>
                <a:lnTo>
                  <a:pt x="3200400" y="759193"/>
                </a:lnTo>
                <a:lnTo>
                  <a:pt x="3200400" y="756564"/>
                </a:lnTo>
                <a:close/>
              </a:path>
              <a:path w="4914900" h="151574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914900" h="1515745">
                <a:moveTo>
                  <a:pt x="3248025" y="1509674"/>
                </a:moveTo>
                <a:lnTo>
                  <a:pt x="3247567" y="1508556"/>
                </a:lnTo>
                <a:lnTo>
                  <a:pt x="3245701" y="1506689"/>
                </a:lnTo>
                <a:lnTo>
                  <a:pt x="3244583" y="1506220"/>
                </a:lnTo>
                <a:lnTo>
                  <a:pt x="3241954" y="1506220"/>
                </a:lnTo>
                <a:lnTo>
                  <a:pt x="3240836" y="1506689"/>
                </a:lnTo>
                <a:lnTo>
                  <a:pt x="3238970" y="1508556"/>
                </a:lnTo>
                <a:lnTo>
                  <a:pt x="3238500" y="1509674"/>
                </a:lnTo>
                <a:lnTo>
                  <a:pt x="3238500" y="1512303"/>
                </a:lnTo>
                <a:lnTo>
                  <a:pt x="3238970" y="1513420"/>
                </a:lnTo>
                <a:lnTo>
                  <a:pt x="3240836" y="1515287"/>
                </a:lnTo>
                <a:lnTo>
                  <a:pt x="3241954" y="1515745"/>
                </a:lnTo>
                <a:lnTo>
                  <a:pt x="3244583" y="1515745"/>
                </a:lnTo>
                <a:lnTo>
                  <a:pt x="3245701" y="1515287"/>
                </a:lnTo>
                <a:lnTo>
                  <a:pt x="3247567" y="1513420"/>
                </a:lnTo>
                <a:lnTo>
                  <a:pt x="3248025" y="1512303"/>
                </a:lnTo>
                <a:lnTo>
                  <a:pt x="3248025" y="1509674"/>
                </a:lnTo>
                <a:close/>
              </a:path>
              <a:path w="4914900" h="1515745">
                <a:moveTo>
                  <a:pt x="3248025" y="756564"/>
                </a:moveTo>
                <a:lnTo>
                  <a:pt x="3247567" y="755446"/>
                </a:lnTo>
                <a:lnTo>
                  <a:pt x="3245701" y="753579"/>
                </a:lnTo>
                <a:lnTo>
                  <a:pt x="3244583" y="753110"/>
                </a:lnTo>
                <a:lnTo>
                  <a:pt x="3241954" y="753110"/>
                </a:lnTo>
                <a:lnTo>
                  <a:pt x="3240836" y="753579"/>
                </a:lnTo>
                <a:lnTo>
                  <a:pt x="3238970" y="755446"/>
                </a:lnTo>
                <a:lnTo>
                  <a:pt x="3238500" y="756564"/>
                </a:lnTo>
                <a:lnTo>
                  <a:pt x="3238500" y="759193"/>
                </a:lnTo>
                <a:lnTo>
                  <a:pt x="3238970" y="760310"/>
                </a:lnTo>
                <a:lnTo>
                  <a:pt x="3240836" y="762177"/>
                </a:lnTo>
                <a:lnTo>
                  <a:pt x="3241954" y="762635"/>
                </a:lnTo>
                <a:lnTo>
                  <a:pt x="3244583" y="762635"/>
                </a:lnTo>
                <a:lnTo>
                  <a:pt x="3245701" y="762177"/>
                </a:lnTo>
                <a:lnTo>
                  <a:pt x="3247567" y="760310"/>
                </a:lnTo>
                <a:lnTo>
                  <a:pt x="3248025" y="759193"/>
                </a:lnTo>
                <a:lnTo>
                  <a:pt x="3248025" y="756564"/>
                </a:lnTo>
                <a:close/>
              </a:path>
              <a:path w="4914900" h="151574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914900" h="1515745">
                <a:moveTo>
                  <a:pt x="3295650" y="1509674"/>
                </a:moveTo>
                <a:lnTo>
                  <a:pt x="3295192" y="1508556"/>
                </a:lnTo>
                <a:lnTo>
                  <a:pt x="3293326" y="1506689"/>
                </a:lnTo>
                <a:lnTo>
                  <a:pt x="3292208" y="1506220"/>
                </a:lnTo>
                <a:lnTo>
                  <a:pt x="3289579" y="1506220"/>
                </a:lnTo>
                <a:lnTo>
                  <a:pt x="3288461" y="1506689"/>
                </a:lnTo>
                <a:lnTo>
                  <a:pt x="3286595" y="1508556"/>
                </a:lnTo>
                <a:lnTo>
                  <a:pt x="3286125" y="1509674"/>
                </a:lnTo>
                <a:lnTo>
                  <a:pt x="3286125" y="1512303"/>
                </a:lnTo>
                <a:lnTo>
                  <a:pt x="3286595" y="1513420"/>
                </a:lnTo>
                <a:lnTo>
                  <a:pt x="3288461" y="1515287"/>
                </a:lnTo>
                <a:lnTo>
                  <a:pt x="3289579" y="1515745"/>
                </a:lnTo>
                <a:lnTo>
                  <a:pt x="3292208" y="1515745"/>
                </a:lnTo>
                <a:lnTo>
                  <a:pt x="3293326" y="1515287"/>
                </a:lnTo>
                <a:lnTo>
                  <a:pt x="3295192" y="1513420"/>
                </a:lnTo>
                <a:lnTo>
                  <a:pt x="3295650" y="1512303"/>
                </a:lnTo>
                <a:lnTo>
                  <a:pt x="3295650" y="1509674"/>
                </a:lnTo>
                <a:close/>
              </a:path>
              <a:path w="4914900" h="1515745">
                <a:moveTo>
                  <a:pt x="3295650" y="756564"/>
                </a:moveTo>
                <a:lnTo>
                  <a:pt x="3295192" y="755446"/>
                </a:lnTo>
                <a:lnTo>
                  <a:pt x="3293326" y="753579"/>
                </a:lnTo>
                <a:lnTo>
                  <a:pt x="3292208" y="753110"/>
                </a:lnTo>
                <a:lnTo>
                  <a:pt x="3289579" y="753110"/>
                </a:lnTo>
                <a:lnTo>
                  <a:pt x="3288461" y="753579"/>
                </a:lnTo>
                <a:lnTo>
                  <a:pt x="3286595" y="755446"/>
                </a:lnTo>
                <a:lnTo>
                  <a:pt x="3286125" y="756564"/>
                </a:lnTo>
                <a:lnTo>
                  <a:pt x="3286125" y="759193"/>
                </a:lnTo>
                <a:lnTo>
                  <a:pt x="3286595" y="760310"/>
                </a:lnTo>
                <a:lnTo>
                  <a:pt x="3288461" y="762177"/>
                </a:lnTo>
                <a:lnTo>
                  <a:pt x="3289579" y="762635"/>
                </a:lnTo>
                <a:lnTo>
                  <a:pt x="3292208" y="762635"/>
                </a:lnTo>
                <a:lnTo>
                  <a:pt x="3293326" y="762177"/>
                </a:lnTo>
                <a:lnTo>
                  <a:pt x="3295192" y="760310"/>
                </a:lnTo>
                <a:lnTo>
                  <a:pt x="3295650" y="759193"/>
                </a:lnTo>
                <a:lnTo>
                  <a:pt x="3295650" y="756564"/>
                </a:lnTo>
                <a:close/>
              </a:path>
              <a:path w="4914900" h="151574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914900" h="1515745">
                <a:moveTo>
                  <a:pt x="3343275" y="1509674"/>
                </a:moveTo>
                <a:lnTo>
                  <a:pt x="3342817" y="1508556"/>
                </a:lnTo>
                <a:lnTo>
                  <a:pt x="3340951" y="1506689"/>
                </a:lnTo>
                <a:lnTo>
                  <a:pt x="3339833" y="1506220"/>
                </a:lnTo>
                <a:lnTo>
                  <a:pt x="3337204" y="1506220"/>
                </a:lnTo>
                <a:lnTo>
                  <a:pt x="3336074" y="1506689"/>
                </a:lnTo>
                <a:lnTo>
                  <a:pt x="3334220" y="1508556"/>
                </a:lnTo>
                <a:lnTo>
                  <a:pt x="3333750" y="1509674"/>
                </a:lnTo>
                <a:lnTo>
                  <a:pt x="3333750" y="1512303"/>
                </a:lnTo>
                <a:lnTo>
                  <a:pt x="3334220" y="1513420"/>
                </a:lnTo>
                <a:lnTo>
                  <a:pt x="3336074" y="1515287"/>
                </a:lnTo>
                <a:lnTo>
                  <a:pt x="3337204" y="1515745"/>
                </a:lnTo>
                <a:lnTo>
                  <a:pt x="3339833" y="1515745"/>
                </a:lnTo>
                <a:lnTo>
                  <a:pt x="3340951" y="1515287"/>
                </a:lnTo>
                <a:lnTo>
                  <a:pt x="3342817" y="1513420"/>
                </a:lnTo>
                <a:lnTo>
                  <a:pt x="3343275" y="1512303"/>
                </a:lnTo>
                <a:lnTo>
                  <a:pt x="3343275" y="1509674"/>
                </a:lnTo>
                <a:close/>
              </a:path>
              <a:path w="4914900" h="1515745">
                <a:moveTo>
                  <a:pt x="3343275" y="756564"/>
                </a:moveTo>
                <a:lnTo>
                  <a:pt x="3342817" y="755446"/>
                </a:lnTo>
                <a:lnTo>
                  <a:pt x="3340951" y="753579"/>
                </a:lnTo>
                <a:lnTo>
                  <a:pt x="3339833" y="753110"/>
                </a:lnTo>
                <a:lnTo>
                  <a:pt x="3337204" y="753110"/>
                </a:lnTo>
                <a:lnTo>
                  <a:pt x="3336074" y="753579"/>
                </a:lnTo>
                <a:lnTo>
                  <a:pt x="3334220" y="755446"/>
                </a:lnTo>
                <a:lnTo>
                  <a:pt x="3333750" y="756564"/>
                </a:lnTo>
                <a:lnTo>
                  <a:pt x="3333750" y="759193"/>
                </a:lnTo>
                <a:lnTo>
                  <a:pt x="3334220" y="760310"/>
                </a:lnTo>
                <a:lnTo>
                  <a:pt x="3336074" y="762177"/>
                </a:lnTo>
                <a:lnTo>
                  <a:pt x="3337204" y="762635"/>
                </a:lnTo>
                <a:lnTo>
                  <a:pt x="3339833" y="762635"/>
                </a:lnTo>
                <a:lnTo>
                  <a:pt x="3340951" y="762177"/>
                </a:lnTo>
                <a:lnTo>
                  <a:pt x="3342817" y="760310"/>
                </a:lnTo>
                <a:lnTo>
                  <a:pt x="3343275" y="759193"/>
                </a:lnTo>
                <a:lnTo>
                  <a:pt x="3343275" y="756564"/>
                </a:lnTo>
                <a:close/>
              </a:path>
              <a:path w="4914900" h="151574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914900" h="1515745">
                <a:moveTo>
                  <a:pt x="3390900" y="1509674"/>
                </a:moveTo>
                <a:lnTo>
                  <a:pt x="3390442" y="1508556"/>
                </a:lnTo>
                <a:lnTo>
                  <a:pt x="3388576" y="1506689"/>
                </a:lnTo>
                <a:lnTo>
                  <a:pt x="3387458" y="1506220"/>
                </a:lnTo>
                <a:lnTo>
                  <a:pt x="3384829" y="1506220"/>
                </a:lnTo>
                <a:lnTo>
                  <a:pt x="3383699" y="1506689"/>
                </a:lnTo>
                <a:lnTo>
                  <a:pt x="3381845" y="1508556"/>
                </a:lnTo>
                <a:lnTo>
                  <a:pt x="3381375" y="1509674"/>
                </a:lnTo>
                <a:lnTo>
                  <a:pt x="3381375" y="1512303"/>
                </a:lnTo>
                <a:lnTo>
                  <a:pt x="3381845" y="1513420"/>
                </a:lnTo>
                <a:lnTo>
                  <a:pt x="3383699" y="1515287"/>
                </a:lnTo>
                <a:lnTo>
                  <a:pt x="3384829" y="1515745"/>
                </a:lnTo>
                <a:lnTo>
                  <a:pt x="3387458" y="1515745"/>
                </a:lnTo>
                <a:lnTo>
                  <a:pt x="3388576" y="1515287"/>
                </a:lnTo>
                <a:lnTo>
                  <a:pt x="3390442" y="1513420"/>
                </a:lnTo>
                <a:lnTo>
                  <a:pt x="3390900" y="1512303"/>
                </a:lnTo>
                <a:lnTo>
                  <a:pt x="3390900" y="1509674"/>
                </a:lnTo>
                <a:close/>
              </a:path>
              <a:path w="4914900" h="1515745">
                <a:moveTo>
                  <a:pt x="3390900" y="756564"/>
                </a:moveTo>
                <a:lnTo>
                  <a:pt x="3390442" y="755446"/>
                </a:lnTo>
                <a:lnTo>
                  <a:pt x="3388576" y="753579"/>
                </a:lnTo>
                <a:lnTo>
                  <a:pt x="3387458" y="753110"/>
                </a:lnTo>
                <a:lnTo>
                  <a:pt x="3384829" y="753110"/>
                </a:lnTo>
                <a:lnTo>
                  <a:pt x="3383699" y="753579"/>
                </a:lnTo>
                <a:lnTo>
                  <a:pt x="3381845" y="755446"/>
                </a:lnTo>
                <a:lnTo>
                  <a:pt x="3381375" y="756564"/>
                </a:lnTo>
                <a:lnTo>
                  <a:pt x="3381375" y="759193"/>
                </a:lnTo>
                <a:lnTo>
                  <a:pt x="3381845" y="760310"/>
                </a:lnTo>
                <a:lnTo>
                  <a:pt x="3383699" y="762177"/>
                </a:lnTo>
                <a:lnTo>
                  <a:pt x="3384829" y="762635"/>
                </a:lnTo>
                <a:lnTo>
                  <a:pt x="3387458" y="762635"/>
                </a:lnTo>
                <a:lnTo>
                  <a:pt x="3388576" y="762177"/>
                </a:lnTo>
                <a:lnTo>
                  <a:pt x="3390442" y="760310"/>
                </a:lnTo>
                <a:lnTo>
                  <a:pt x="3390900" y="759193"/>
                </a:lnTo>
                <a:lnTo>
                  <a:pt x="3390900" y="756564"/>
                </a:lnTo>
                <a:close/>
              </a:path>
              <a:path w="4914900" h="151574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914900" h="1515745">
                <a:moveTo>
                  <a:pt x="3438525" y="1509674"/>
                </a:moveTo>
                <a:lnTo>
                  <a:pt x="3438067" y="1508556"/>
                </a:lnTo>
                <a:lnTo>
                  <a:pt x="3436201" y="1506689"/>
                </a:lnTo>
                <a:lnTo>
                  <a:pt x="3435083" y="1506220"/>
                </a:lnTo>
                <a:lnTo>
                  <a:pt x="3432454" y="1506220"/>
                </a:lnTo>
                <a:lnTo>
                  <a:pt x="3431336" y="1506689"/>
                </a:lnTo>
                <a:lnTo>
                  <a:pt x="3429470" y="1508556"/>
                </a:lnTo>
                <a:lnTo>
                  <a:pt x="3429000" y="1509674"/>
                </a:lnTo>
                <a:lnTo>
                  <a:pt x="3429000" y="1512303"/>
                </a:lnTo>
                <a:lnTo>
                  <a:pt x="3429470" y="1513420"/>
                </a:lnTo>
                <a:lnTo>
                  <a:pt x="3431336" y="1515287"/>
                </a:lnTo>
                <a:lnTo>
                  <a:pt x="3432454" y="1515745"/>
                </a:lnTo>
                <a:lnTo>
                  <a:pt x="3435083" y="1515745"/>
                </a:lnTo>
                <a:lnTo>
                  <a:pt x="3436201" y="1515287"/>
                </a:lnTo>
                <a:lnTo>
                  <a:pt x="3438067" y="1513420"/>
                </a:lnTo>
                <a:lnTo>
                  <a:pt x="3438525" y="1512303"/>
                </a:lnTo>
                <a:lnTo>
                  <a:pt x="3438525" y="1509674"/>
                </a:lnTo>
                <a:close/>
              </a:path>
              <a:path w="4914900" h="1515745">
                <a:moveTo>
                  <a:pt x="3438525" y="756564"/>
                </a:moveTo>
                <a:lnTo>
                  <a:pt x="3438067" y="755446"/>
                </a:lnTo>
                <a:lnTo>
                  <a:pt x="3436201" y="753579"/>
                </a:lnTo>
                <a:lnTo>
                  <a:pt x="3435083" y="753110"/>
                </a:lnTo>
                <a:lnTo>
                  <a:pt x="3432454" y="753110"/>
                </a:lnTo>
                <a:lnTo>
                  <a:pt x="3431336" y="753579"/>
                </a:lnTo>
                <a:lnTo>
                  <a:pt x="3429470" y="755446"/>
                </a:lnTo>
                <a:lnTo>
                  <a:pt x="3429000" y="756564"/>
                </a:lnTo>
                <a:lnTo>
                  <a:pt x="3429000" y="759193"/>
                </a:lnTo>
                <a:lnTo>
                  <a:pt x="3429470" y="760310"/>
                </a:lnTo>
                <a:lnTo>
                  <a:pt x="3431336" y="762177"/>
                </a:lnTo>
                <a:lnTo>
                  <a:pt x="3432454" y="762635"/>
                </a:lnTo>
                <a:lnTo>
                  <a:pt x="3435083" y="762635"/>
                </a:lnTo>
                <a:lnTo>
                  <a:pt x="3436201" y="762177"/>
                </a:lnTo>
                <a:lnTo>
                  <a:pt x="3438067" y="760310"/>
                </a:lnTo>
                <a:lnTo>
                  <a:pt x="3438525" y="759193"/>
                </a:lnTo>
                <a:lnTo>
                  <a:pt x="3438525" y="756564"/>
                </a:lnTo>
                <a:close/>
              </a:path>
              <a:path w="4914900" h="151574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914900" h="1515745">
                <a:moveTo>
                  <a:pt x="3486150" y="1509674"/>
                </a:moveTo>
                <a:lnTo>
                  <a:pt x="3485692" y="1508556"/>
                </a:lnTo>
                <a:lnTo>
                  <a:pt x="3483826" y="1506689"/>
                </a:lnTo>
                <a:lnTo>
                  <a:pt x="3482708" y="1506220"/>
                </a:lnTo>
                <a:lnTo>
                  <a:pt x="3480079" y="1506220"/>
                </a:lnTo>
                <a:lnTo>
                  <a:pt x="3478961" y="1506689"/>
                </a:lnTo>
                <a:lnTo>
                  <a:pt x="3477095" y="1508556"/>
                </a:lnTo>
                <a:lnTo>
                  <a:pt x="3476625" y="1509674"/>
                </a:lnTo>
                <a:lnTo>
                  <a:pt x="3476625" y="1512303"/>
                </a:lnTo>
                <a:lnTo>
                  <a:pt x="3477095" y="1513420"/>
                </a:lnTo>
                <a:lnTo>
                  <a:pt x="3478961" y="1515287"/>
                </a:lnTo>
                <a:lnTo>
                  <a:pt x="3480079" y="1515745"/>
                </a:lnTo>
                <a:lnTo>
                  <a:pt x="3482708" y="1515745"/>
                </a:lnTo>
                <a:lnTo>
                  <a:pt x="3483826" y="1515287"/>
                </a:lnTo>
                <a:lnTo>
                  <a:pt x="3485692" y="1513420"/>
                </a:lnTo>
                <a:lnTo>
                  <a:pt x="3486150" y="1512303"/>
                </a:lnTo>
                <a:lnTo>
                  <a:pt x="3486150" y="1509674"/>
                </a:lnTo>
                <a:close/>
              </a:path>
              <a:path w="4914900" h="1515745">
                <a:moveTo>
                  <a:pt x="3486150" y="756564"/>
                </a:moveTo>
                <a:lnTo>
                  <a:pt x="3485692" y="755446"/>
                </a:lnTo>
                <a:lnTo>
                  <a:pt x="3483826" y="753579"/>
                </a:lnTo>
                <a:lnTo>
                  <a:pt x="3482708" y="753110"/>
                </a:lnTo>
                <a:lnTo>
                  <a:pt x="3480079" y="753110"/>
                </a:lnTo>
                <a:lnTo>
                  <a:pt x="3478961" y="753579"/>
                </a:lnTo>
                <a:lnTo>
                  <a:pt x="3477095" y="755446"/>
                </a:lnTo>
                <a:lnTo>
                  <a:pt x="3476625" y="756564"/>
                </a:lnTo>
                <a:lnTo>
                  <a:pt x="3476625" y="759193"/>
                </a:lnTo>
                <a:lnTo>
                  <a:pt x="3477095" y="760310"/>
                </a:lnTo>
                <a:lnTo>
                  <a:pt x="3478961" y="762177"/>
                </a:lnTo>
                <a:lnTo>
                  <a:pt x="3480079" y="762635"/>
                </a:lnTo>
                <a:lnTo>
                  <a:pt x="3482708" y="762635"/>
                </a:lnTo>
                <a:lnTo>
                  <a:pt x="3483826" y="762177"/>
                </a:lnTo>
                <a:lnTo>
                  <a:pt x="3485692" y="760310"/>
                </a:lnTo>
                <a:lnTo>
                  <a:pt x="3486150" y="759193"/>
                </a:lnTo>
                <a:lnTo>
                  <a:pt x="3486150" y="756564"/>
                </a:lnTo>
                <a:close/>
              </a:path>
              <a:path w="4914900" h="151574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914900" h="1515745">
                <a:moveTo>
                  <a:pt x="3533775" y="1509674"/>
                </a:moveTo>
                <a:lnTo>
                  <a:pt x="3533317" y="1508556"/>
                </a:lnTo>
                <a:lnTo>
                  <a:pt x="3531451" y="1506689"/>
                </a:lnTo>
                <a:lnTo>
                  <a:pt x="3530333" y="1506220"/>
                </a:lnTo>
                <a:lnTo>
                  <a:pt x="3527704" y="1506220"/>
                </a:lnTo>
                <a:lnTo>
                  <a:pt x="3526586" y="1506689"/>
                </a:lnTo>
                <a:lnTo>
                  <a:pt x="3524720" y="1508556"/>
                </a:lnTo>
                <a:lnTo>
                  <a:pt x="3524250" y="1509674"/>
                </a:lnTo>
                <a:lnTo>
                  <a:pt x="3524250" y="1512303"/>
                </a:lnTo>
                <a:lnTo>
                  <a:pt x="3524720" y="1513420"/>
                </a:lnTo>
                <a:lnTo>
                  <a:pt x="3526586" y="1515287"/>
                </a:lnTo>
                <a:lnTo>
                  <a:pt x="3527704" y="1515745"/>
                </a:lnTo>
                <a:lnTo>
                  <a:pt x="3530333" y="1515745"/>
                </a:lnTo>
                <a:lnTo>
                  <a:pt x="3531451" y="1515287"/>
                </a:lnTo>
                <a:lnTo>
                  <a:pt x="3533317" y="1513420"/>
                </a:lnTo>
                <a:lnTo>
                  <a:pt x="3533775" y="1512303"/>
                </a:lnTo>
                <a:lnTo>
                  <a:pt x="3533775" y="1509674"/>
                </a:lnTo>
                <a:close/>
              </a:path>
              <a:path w="4914900" h="1515745">
                <a:moveTo>
                  <a:pt x="3533775" y="756564"/>
                </a:moveTo>
                <a:lnTo>
                  <a:pt x="3533317" y="755446"/>
                </a:lnTo>
                <a:lnTo>
                  <a:pt x="3531451" y="753579"/>
                </a:lnTo>
                <a:lnTo>
                  <a:pt x="3530333" y="753110"/>
                </a:lnTo>
                <a:lnTo>
                  <a:pt x="3527704" y="753110"/>
                </a:lnTo>
                <a:lnTo>
                  <a:pt x="3526586" y="753579"/>
                </a:lnTo>
                <a:lnTo>
                  <a:pt x="3524720" y="755446"/>
                </a:lnTo>
                <a:lnTo>
                  <a:pt x="3524250" y="756564"/>
                </a:lnTo>
                <a:lnTo>
                  <a:pt x="3524250" y="759193"/>
                </a:lnTo>
                <a:lnTo>
                  <a:pt x="3524720" y="760310"/>
                </a:lnTo>
                <a:lnTo>
                  <a:pt x="3526586" y="762177"/>
                </a:lnTo>
                <a:lnTo>
                  <a:pt x="3527704" y="762635"/>
                </a:lnTo>
                <a:lnTo>
                  <a:pt x="3530333" y="762635"/>
                </a:lnTo>
                <a:lnTo>
                  <a:pt x="3531451" y="762177"/>
                </a:lnTo>
                <a:lnTo>
                  <a:pt x="3533317" y="760310"/>
                </a:lnTo>
                <a:lnTo>
                  <a:pt x="3533775" y="759193"/>
                </a:lnTo>
                <a:lnTo>
                  <a:pt x="3533775" y="756564"/>
                </a:lnTo>
                <a:close/>
              </a:path>
              <a:path w="4914900" h="151574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914900" h="1515745">
                <a:moveTo>
                  <a:pt x="3581400" y="1509674"/>
                </a:moveTo>
                <a:lnTo>
                  <a:pt x="3580942" y="1508556"/>
                </a:lnTo>
                <a:lnTo>
                  <a:pt x="3579076" y="1506689"/>
                </a:lnTo>
                <a:lnTo>
                  <a:pt x="3577958" y="1506220"/>
                </a:lnTo>
                <a:lnTo>
                  <a:pt x="3575329" y="1506220"/>
                </a:lnTo>
                <a:lnTo>
                  <a:pt x="3574211" y="1506689"/>
                </a:lnTo>
                <a:lnTo>
                  <a:pt x="3572345" y="1508556"/>
                </a:lnTo>
                <a:lnTo>
                  <a:pt x="3571875" y="1509674"/>
                </a:lnTo>
                <a:lnTo>
                  <a:pt x="3571875" y="1512303"/>
                </a:lnTo>
                <a:lnTo>
                  <a:pt x="3572345" y="1513420"/>
                </a:lnTo>
                <a:lnTo>
                  <a:pt x="3574211" y="1515287"/>
                </a:lnTo>
                <a:lnTo>
                  <a:pt x="3575329" y="1515745"/>
                </a:lnTo>
                <a:lnTo>
                  <a:pt x="3577958" y="1515745"/>
                </a:lnTo>
                <a:lnTo>
                  <a:pt x="3579076" y="1515287"/>
                </a:lnTo>
                <a:lnTo>
                  <a:pt x="3580942" y="1513420"/>
                </a:lnTo>
                <a:lnTo>
                  <a:pt x="3581400" y="1512303"/>
                </a:lnTo>
                <a:lnTo>
                  <a:pt x="3581400" y="1509674"/>
                </a:lnTo>
                <a:close/>
              </a:path>
              <a:path w="4914900" h="1515745">
                <a:moveTo>
                  <a:pt x="3581400" y="756564"/>
                </a:moveTo>
                <a:lnTo>
                  <a:pt x="3580942" y="755446"/>
                </a:lnTo>
                <a:lnTo>
                  <a:pt x="3579076" y="753579"/>
                </a:lnTo>
                <a:lnTo>
                  <a:pt x="3577958" y="753110"/>
                </a:lnTo>
                <a:lnTo>
                  <a:pt x="3575329" y="753110"/>
                </a:lnTo>
                <a:lnTo>
                  <a:pt x="3574211" y="753579"/>
                </a:lnTo>
                <a:lnTo>
                  <a:pt x="3572345" y="755446"/>
                </a:lnTo>
                <a:lnTo>
                  <a:pt x="3571875" y="756564"/>
                </a:lnTo>
                <a:lnTo>
                  <a:pt x="3571875" y="759193"/>
                </a:lnTo>
                <a:lnTo>
                  <a:pt x="3572345" y="760310"/>
                </a:lnTo>
                <a:lnTo>
                  <a:pt x="3574211" y="762177"/>
                </a:lnTo>
                <a:lnTo>
                  <a:pt x="3575329" y="762635"/>
                </a:lnTo>
                <a:lnTo>
                  <a:pt x="3577958" y="762635"/>
                </a:lnTo>
                <a:lnTo>
                  <a:pt x="3579076" y="762177"/>
                </a:lnTo>
                <a:lnTo>
                  <a:pt x="3580942" y="760310"/>
                </a:lnTo>
                <a:lnTo>
                  <a:pt x="3581400" y="759193"/>
                </a:lnTo>
                <a:lnTo>
                  <a:pt x="3581400" y="756564"/>
                </a:lnTo>
                <a:close/>
              </a:path>
              <a:path w="4914900" h="151574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914900" h="1515745">
                <a:moveTo>
                  <a:pt x="3629025" y="1509674"/>
                </a:moveTo>
                <a:lnTo>
                  <a:pt x="3628567" y="1508556"/>
                </a:lnTo>
                <a:lnTo>
                  <a:pt x="3626701" y="1506689"/>
                </a:lnTo>
                <a:lnTo>
                  <a:pt x="3625583" y="1506220"/>
                </a:lnTo>
                <a:lnTo>
                  <a:pt x="3622954" y="1506220"/>
                </a:lnTo>
                <a:lnTo>
                  <a:pt x="3621836" y="1506689"/>
                </a:lnTo>
                <a:lnTo>
                  <a:pt x="3619970" y="1508556"/>
                </a:lnTo>
                <a:lnTo>
                  <a:pt x="3619500" y="1509674"/>
                </a:lnTo>
                <a:lnTo>
                  <a:pt x="3619500" y="1512303"/>
                </a:lnTo>
                <a:lnTo>
                  <a:pt x="3619970" y="1513420"/>
                </a:lnTo>
                <a:lnTo>
                  <a:pt x="3621836" y="1515287"/>
                </a:lnTo>
                <a:lnTo>
                  <a:pt x="3622954" y="1515745"/>
                </a:lnTo>
                <a:lnTo>
                  <a:pt x="3625583" y="1515745"/>
                </a:lnTo>
                <a:lnTo>
                  <a:pt x="3626701" y="1515287"/>
                </a:lnTo>
                <a:lnTo>
                  <a:pt x="3628567" y="1513420"/>
                </a:lnTo>
                <a:lnTo>
                  <a:pt x="3629025" y="1512303"/>
                </a:lnTo>
                <a:lnTo>
                  <a:pt x="3629025" y="1509674"/>
                </a:lnTo>
                <a:close/>
              </a:path>
              <a:path w="4914900" h="1515745">
                <a:moveTo>
                  <a:pt x="3629025" y="756564"/>
                </a:moveTo>
                <a:lnTo>
                  <a:pt x="3628567" y="755446"/>
                </a:lnTo>
                <a:lnTo>
                  <a:pt x="3626701" y="753579"/>
                </a:lnTo>
                <a:lnTo>
                  <a:pt x="3625583" y="753110"/>
                </a:lnTo>
                <a:lnTo>
                  <a:pt x="3622954" y="753110"/>
                </a:lnTo>
                <a:lnTo>
                  <a:pt x="3621836" y="753579"/>
                </a:lnTo>
                <a:lnTo>
                  <a:pt x="3619970" y="755446"/>
                </a:lnTo>
                <a:lnTo>
                  <a:pt x="3619500" y="756564"/>
                </a:lnTo>
                <a:lnTo>
                  <a:pt x="3619500" y="759193"/>
                </a:lnTo>
                <a:lnTo>
                  <a:pt x="3619970" y="760310"/>
                </a:lnTo>
                <a:lnTo>
                  <a:pt x="3621836" y="762177"/>
                </a:lnTo>
                <a:lnTo>
                  <a:pt x="3622954" y="762635"/>
                </a:lnTo>
                <a:lnTo>
                  <a:pt x="3625583" y="762635"/>
                </a:lnTo>
                <a:lnTo>
                  <a:pt x="3626701" y="762177"/>
                </a:lnTo>
                <a:lnTo>
                  <a:pt x="3628567" y="760310"/>
                </a:lnTo>
                <a:lnTo>
                  <a:pt x="3629025" y="759193"/>
                </a:lnTo>
                <a:lnTo>
                  <a:pt x="3629025" y="756564"/>
                </a:lnTo>
                <a:close/>
              </a:path>
              <a:path w="4914900" h="151574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914900" h="1515745">
                <a:moveTo>
                  <a:pt x="3676650" y="1509674"/>
                </a:moveTo>
                <a:lnTo>
                  <a:pt x="3676192" y="1508556"/>
                </a:lnTo>
                <a:lnTo>
                  <a:pt x="3674326" y="1506689"/>
                </a:lnTo>
                <a:lnTo>
                  <a:pt x="3673208" y="1506220"/>
                </a:lnTo>
                <a:lnTo>
                  <a:pt x="3670579" y="1506220"/>
                </a:lnTo>
                <a:lnTo>
                  <a:pt x="3669461" y="1506689"/>
                </a:lnTo>
                <a:lnTo>
                  <a:pt x="3667595" y="1508556"/>
                </a:lnTo>
                <a:lnTo>
                  <a:pt x="3667125" y="1509674"/>
                </a:lnTo>
                <a:lnTo>
                  <a:pt x="3667125" y="1512303"/>
                </a:lnTo>
                <a:lnTo>
                  <a:pt x="3667595" y="1513420"/>
                </a:lnTo>
                <a:lnTo>
                  <a:pt x="3669461" y="1515287"/>
                </a:lnTo>
                <a:lnTo>
                  <a:pt x="3670579" y="1515745"/>
                </a:lnTo>
                <a:lnTo>
                  <a:pt x="3673208" y="1515745"/>
                </a:lnTo>
                <a:lnTo>
                  <a:pt x="3674326" y="1515287"/>
                </a:lnTo>
                <a:lnTo>
                  <a:pt x="3676192" y="1513420"/>
                </a:lnTo>
                <a:lnTo>
                  <a:pt x="3676650" y="1512303"/>
                </a:lnTo>
                <a:lnTo>
                  <a:pt x="3676650" y="1509674"/>
                </a:lnTo>
                <a:close/>
              </a:path>
              <a:path w="4914900" h="1515745">
                <a:moveTo>
                  <a:pt x="3676650" y="756564"/>
                </a:moveTo>
                <a:lnTo>
                  <a:pt x="3676192" y="755446"/>
                </a:lnTo>
                <a:lnTo>
                  <a:pt x="3674326" y="753579"/>
                </a:lnTo>
                <a:lnTo>
                  <a:pt x="3673208" y="753110"/>
                </a:lnTo>
                <a:lnTo>
                  <a:pt x="3670579" y="753110"/>
                </a:lnTo>
                <a:lnTo>
                  <a:pt x="3669461" y="753579"/>
                </a:lnTo>
                <a:lnTo>
                  <a:pt x="3667595" y="755446"/>
                </a:lnTo>
                <a:lnTo>
                  <a:pt x="3667125" y="756564"/>
                </a:lnTo>
                <a:lnTo>
                  <a:pt x="3667125" y="759193"/>
                </a:lnTo>
                <a:lnTo>
                  <a:pt x="3667595" y="760310"/>
                </a:lnTo>
                <a:lnTo>
                  <a:pt x="3669461" y="762177"/>
                </a:lnTo>
                <a:lnTo>
                  <a:pt x="3670579" y="762635"/>
                </a:lnTo>
                <a:lnTo>
                  <a:pt x="3673208" y="762635"/>
                </a:lnTo>
                <a:lnTo>
                  <a:pt x="3674326" y="762177"/>
                </a:lnTo>
                <a:lnTo>
                  <a:pt x="3676192" y="760310"/>
                </a:lnTo>
                <a:lnTo>
                  <a:pt x="3676650" y="759193"/>
                </a:lnTo>
                <a:lnTo>
                  <a:pt x="3676650" y="756564"/>
                </a:lnTo>
                <a:close/>
              </a:path>
              <a:path w="4914900" h="151574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914900" h="1515745">
                <a:moveTo>
                  <a:pt x="3724275" y="1509674"/>
                </a:moveTo>
                <a:lnTo>
                  <a:pt x="3723817" y="1508556"/>
                </a:lnTo>
                <a:lnTo>
                  <a:pt x="3721951" y="1506689"/>
                </a:lnTo>
                <a:lnTo>
                  <a:pt x="3720833" y="1506220"/>
                </a:lnTo>
                <a:lnTo>
                  <a:pt x="3718204" y="1506220"/>
                </a:lnTo>
                <a:lnTo>
                  <a:pt x="3717086" y="1506689"/>
                </a:lnTo>
                <a:lnTo>
                  <a:pt x="3715220" y="1508556"/>
                </a:lnTo>
                <a:lnTo>
                  <a:pt x="3714750" y="1509674"/>
                </a:lnTo>
                <a:lnTo>
                  <a:pt x="3714750" y="1512303"/>
                </a:lnTo>
                <a:lnTo>
                  <a:pt x="3715220" y="1513420"/>
                </a:lnTo>
                <a:lnTo>
                  <a:pt x="3717086" y="1515287"/>
                </a:lnTo>
                <a:lnTo>
                  <a:pt x="3718204" y="1515745"/>
                </a:lnTo>
                <a:lnTo>
                  <a:pt x="3720833" y="1515745"/>
                </a:lnTo>
                <a:lnTo>
                  <a:pt x="3721951" y="1515287"/>
                </a:lnTo>
                <a:lnTo>
                  <a:pt x="3723817" y="1513420"/>
                </a:lnTo>
                <a:lnTo>
                  <a:pt x="3724275" y="1512303"/>
                </a:lnTo>
                <a:lnTo>
                  <a:pt x="3724275" y="1509674"/>
                </a:lnTo>
                <a:close/>
              </a:path>
              <a:path w="4914900" h="1515745">
                <a:moveTo>
                  <a:pt x="3724275" y="756564"/>
                </a:moveTo>
                <a:lnTo>
                  <a:pt x="3723817" y="755446"/>
                </a:lnTo>
                <a:lnTo>
                  <a:pt x="3721951" y="753579"/>
                </a:lnTo>
                <a:lnTo>
                  <a:pt x="3720833" y="753110"/>
                </a:lnTo>
                <a:lnTo>
                  <a:pt x="3718204" y="753110"/>
                </a:lnTo>
                <a:lnTo>
                  <a:pt x="3717086" y="753579"/>
                </a:lnTo>
                <a:lnTo>
                  <a:pt x="3715220" y="755446"/>
                </a:lnTo>
                <a:lnTo>
                  <a:pt x="3714750" y="756564"/>
                </a:lnTo>
                <a:lnTo>
                  <a:pt x="3714750" y="759193"/>
                </a:lnTo>
                <a:lnTo>
                  <a:pt x="3715220" y="760310"/>
                </a:lnTo>
                <a:lnTo>
                  <a:pt x="3717086" y="762177"/>
                </a:lnTo>
                <a:lnTo>
                  <a:pt x="3718204" y="762635"/>
                </a:lnTo>
                <a:lnTo>
                  <a:pt x="3720833" y="762635"/>
                </a:lnTo>
                <a:lnTo>
                  <a:pt x="3721951" y="762177"/>
                </a:lnTo>
                <a:lnTo>
                  <a:pt x="3723817" y="760310"/>
                </a:lnTo>
                <a:lnTo>
                  <a:pt x="3724275" y="759193"/>
                </a:lnTo>
                <a:lnTo>
                  <a:pt x="3724275" y="756564"/>
                </a:lnTo>
                <a:close/>
              </a:path>
              <a:path w="4914900" h="151574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914900" h="1515745">
                <a:moveTo>
                  <a:pt x="3771900" y="1509674"/>
                </a:moveTo>
                <a:lnTo>
                  <a:pt x="3771442" y="1508556"/>
                </a:lnTo>
                <a:lnTo>
                  <a:pt x="3769576" y="1506689"/>
                </a:lnTo>
                <a:lnTo>
                  <a:pt x="3768458" y="1506220"/>
                </a:lnTo>
                <a:lnTo>
                  <a:pt x="3765829" y="1506220"/>
                </a:lnTo>
                <a:lnTo>
                  <a:pt x="3764711" y="1506689"/>
                </a:lnTo>
                <a:lnTo>
                  <a:pt x="3762845" y="1508556"/>
                </a:lnTo>
                <a:lnTo>
                  <a:pt x="3762375" y="1509674"/>
                </a:lnTo>
                <a:lnTo>
                  <a:pt x="3762375" y="1512303"/>
                </a:lnTo>
                <a:lnTo>
                  <a:pt x="3762845" y="1513420"/>
                </a:lnTo>
                <a:lnTo>
                  <a:pt x="3764711" y="1515287"/>
                </a:lnTo>
                <a:lnTo>
                  <a:pt x="3765829" y="1515745"/>
                </a:lnTo>
                <a:lnTo>
                  <a:pt x="3768458" y="1515745"/>
                </a:lnTo>
                <a:lnTo>
                  <a:pt x="3769576" y="1515287"/>
                </a:lnTo>
                <a:lnTo>
                  <a:pt x="3771442" y="1513420"/>
                </a:lnTo>
                <a:lnTo>
                  <a:pt x="3771900" y="1512303"/>
                </a:lnTo>
                <a:lnTo>
                  <a:pt x="3771900" y="1509674"/>
                </a:lnTo>
                <a:close/>
              </a:path>
              <a:path w="4914900" h="1515745">
                <a:moveTo>
                  <a:pt x="3771900" y="756564"/>
                </a:moveTo>
                <a:lnTo>
                  <a:pt x="3771442" y="755446"/>
                </a:lnTo>
                <a:lnTo>
                  <a:pt x="3769576" y="753579"/>
                </a:lnTo>
                <a:lnTo>
                  <a:pt x="3768458" y="753110"/>
                </a:lnTo>
                <a:lnTo>
                  <a:pt x="3765829" y="753110"/>
                </a:lnTo>
                <a:lnTo>
                  <a:pt x="3764711" y="753579"/>
                </a:lnTo>
                <a:lnTo>
                  <a:pt x="3762845" y="755446"/>
                </a:lnTo>
                <a:lnTo>
                  <a:pt x="3762375" y="756564"/>
                </a:lnTo>
                <a:lnTo>
                  <a:pt x="3762375" y="759193"/>
                </a:lnTo>
                <a:lnTo>
                  <a:pt x="3762845" y="760310"/>
                </a:lnTo>
                <a:lnTo>
                  <a:pt x="3764711" y="762177"/>
                </a:lnTo>
                <a:lnTo>
                  <a:pt x="3765829" y="762635"/>
                </a:lnTo>
                <a:lnTo>
                  <a:pt x="3768458" y="762635"/>
                </a:lnTo>
                <a:lnTo>
                  <a:pt x="3769576" y="762177"/>
                </a:lnTo>
                <a:lnTo>
                  <a:pt x="3771442" y="760310"/>
                </a:lnTo>
                <a:lnTo>
                  <a:pt x="3771900" y="759193"/>
                </a:lnTo>
                <a:lnTo>
                  <a:pt x="3771900" y="756564"/>
                </a:lnTo>
                <a:close/>
              </a:path>
              <a:path w="4914900" h="151574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914900" h="1515745">
                <a:moveTo>
                  <a:pt x="3819525" y="1509674"/>
                </a:moveTo>
                <a:lnTo>
                  <a:pt x="3819067" y="1508556"/>
                </a:lnTo>
                <a:lnTo>
                  <a:pt x="3817201" y="1506689"/>
                </a:lnTo>
                <a:lnTo>
                  <a:pt x="3816083" y="1506220"/>
                </a:lnTo>
                <a:lnTo>
                  <a:pt x="3813454" y="1506220"/>
                </a:lnTo>
                <a:lnTo>
                  <a:pt x="3812336" y="1506689"/>
                </a:lnTo>
                <a:lnTo>
                  <a:pt x="3810470" y="1508556"/>
                </a:lnTo>
                <a:lnTo>
                  <a:pt x="3810000" y="1509674"/>
                </a:lnTo>
                <a:lnTo>
                  <a:pt x="3810000" y="1512303"/>
                </a:lnTo>
                <a:lnTo>
                  <a:pt x="3810470" y="1513420"/>
                </a:lnTo>
                <a:lnTo>
                  <a:pt x="3812336" y="1515287"/>
                </a:lnTo>
                <a:lnTo>
                  <a:pt x="3813454" y="1515745"/>
                </a:lnTo>
                <a:lnTo>
                  <a:pt x="3816083" y="1515745"/>
                </a:lnTo>
                <a:lnTo>
                  <a:pt x="3817201" y="1515287"/>
                </a:lnTo>
                <a:lnTo>
                  <a:pt x="3819067" y="1513420"/>
                </a:lnTo>
                <a:lnTo>
                  <a:pt x="3819525" y="1512303"/>
                </a:lnTo>
                <a:lnTo>
                  <a:pt x="3819525" y="1509674"/>
                </a:lnTo>
                <a:close/>
              </a:path>
              <a:path w="4914900" h="1515745">
                <a:moveTo>
                  <a:pt x="3819525" y="756564"/>
                </a:moveTo>
                <a:lnTo>
                  <a:pt x="3819067" y="755446"/>
                </a:lnTo>
                <a:lnTo>
                  <a:pt x="3817201" y="753579"/>
                </a:lnTo>
                <a:lnTo>
                  <a:pt x="3816083" y="753110"/>
                </a:lnTo>
                <a:lnTo>
                  <a:pt x="3813454" y="753110"/>
                </a:lnTo>
                <a:lnTo>
                  <a:pt x="3812336" y="753579"/>
                </a:lnTo>
                <a:lnTo>
                  <a:pt x="3810470" y="755446"/>
                </a:lnTo>
                <a:lnTo>
                  <a:pt x="3810000" y="756564"/>
                </a:lnTo>
                <a:lnTo>
                  <a:pt x="3810000" y="759193"/>
                </a:lnTo>
                <a:lnTo>
                  <a:pt x="3810470" y="760310"/>
                </a:lnTo>
                <a:lnTo>
                  <a:pt x="3812336" y="762177"/>
                </a:lnTo>
                <a:lnTo>
                  <a:pt x="3813454" y="762635"/>
                </a:lnTo>
                <a:lnTo>
                  <a:pt x="3816083" y="762635"/>
                </a:lnTo>
                <a:lnTo>
                  <a:pt x="3817201" y="762177"/>
                </a:lnTo>
                <a:lnTo>
                  <a:pt x="3819067" y="760310"/>
                </a:lnTo>
                <a:lnTo>
                  <a:pt x="3819525" y="759193"/>
                </a:lnTo>
                <a:lnTo>
                  <a:pt x="3819525" y="756564"/>
                </a:lnTo>
                <a:close/>
              </a:path>
              <a:path w="4914900" h="151574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914900" h="1515745">
                <a:moveTo>
                  <a:pt x="3867150" y="1509674"/>
                </a:moveTo>
                <a:lnTo>
                  <a:pt x="3866692" y="1508556"/>
                </a:lnTo>
                <a:lnTo>
                  <a:pt x="3864826" y="1506689"/>
                </a:lnTo>
                <a:lnTo>
                  <a:pt x="3863708" y="1506220"/>
                </a:lnTo>
                <a:lnTo>
                  <a:pt x="3861079" y="1506220"/>
                </a:lnTo>
                <a:lnTo>
                  <a:pt x="3859949" y="1506689"/>
                </a:lnTo>
                <a:lnTo>
                  <a:pt x="3858095" y="1508556"/>
                </a:lnTo>
                <a:lnTo>
                  <a:pt x="3857625" y="1509674"/>
                </a:lnTo>
                <a:lnTo>
                  <a:pt x="3857625" y="1512303"/>
                </a:lnTo>
                <a:lnTo>
                  <a:pt x="3858095" y="1513420"/>
                </a:lnTo>
                <a:lnTo>
                  <a:pt x="3859949" y="1515287"/>
                </a:lnTo>
                <a:lnTo>
                  <a:pt x="3861079" y="1515745"/>
                </a:lnTo>
                <a:lnTo>
                  <a:pt x="3863708" y="1515745"/>
                </a:lnTo>
                <a:lnTo>
                  <a:pt x="3864826" y="1515287"/>
                </a:lnTo>
                <a:lnTo>
                  <a:pt x="3866692" y="1513420"/>
                </a:lnTo>
                <a:lnTo>
                  <a:pt x="3867150" y="1512303"/>
                </a:lnTo>
                <a:lnTo>
                  <a:pt x="3867150" y="1509674"/>
                </a:lnTo>
                <a:close/>
              </a:path>
              <a:path w="4914900" h="1515745">
                <a:moveTo>
                  <a:pt x="3867150" y="756564"/>
                </a:moveTo>
                <a:lnTo>
                  <a:pt x="3866692" y="755446"/>
                </a:lnTo>
                <a:lnTo>
                  <a:pt x="3864826" y="753579"/>
                </a:lnTo>
                <a:lnTo>
                  <a:pt x="3863708" y="753110"/>
                </a:lnTo>
                <a:lnTo>
                  <a:pt x="3861079" y="753110"/>
                </a:lnTo>
                <a:lnTo>
                  <a:pt x="3859949" y="753579"/>
                </a:lnTo>
                <a:lnTo>
                  <a:pt x="3858095" y="755446"/>
                </a:lnTo>
                <a:lnTo>
                  <a:pt x="3857625" y="756564"/>
                </a:lnTo>
                <a:lnTo>
                  <a:pt x="3857625" y="759193"/>
                </a:lnTo>
                <a:lnTo>
                  <a:pt x="3858095" y="760310"/>
                </a:lnTo>
                <a:lnTo>
                  <a:pt x="3859949" y="762177"/>
                </a:lnTo>
                <a:lnTo>
                  <a:pt x="3861079" y="762635"/>
                </a:lnTo>
                <a:lnTo>
                  <a:pt x="3863708" y="762635"/>
                </a:lnTo>
                <a:lnTo>
                  <a:pt x="3864826" y="762177"/>
                </a:lnTo>
                <a:lnTo>
                  <a:pt x="3866692" y="760310"/>
                </a:lnTo>
                <a:lnTo>
                  <a:pt x="3867150" y="759193"/>
                </a:lnTo>
                <a:lnTo>
                  <a:pt x="3867150" y="756564"/>
                </a:lnTo>
                <a:close/>
              </a:path>
              <a:path w="4914900" h="151574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914900" h="1515745">
                <a:moveTo>
                  <a:pt x="3914775" y="1509674"/>
                </a:moveTo>
                <a:lnTo>
                  <a:pt x="3914317" y="1508556"/>
                </a:lnTo>
                <a:lnTo>
                  <a:pt x="3912451" y="1506689"/>
                </a:lnTo>
                <a:lnTo>
                  <a:pt x="3911333" y="1506220"/>
                </a:lnTo>
                <a:lnTo>
                  <a:pt x="3908704" y="1506220"/>
                </a:lnTo>
                <a:lnTo>
                  <a:pt x="3907574" y="1506689"/>
                </a:lnTo>
                <a:lnTo>
                  <a:pt x="3905720" y="1508556"/>
                </a:lnTo>
                <a:lnTo>
                  <a:pt x="3905250" y="1509674"/>
                </a:lnTo>
                <a:lnTo>
                  <a:pt x="3905250" y="1512303"/>
                </a:lnTo>
                <a:lnTo>
                  <a:pt x="3905720" y="1513420"/>
                </a:lnTo>
                <a:lnTo>
                  <a:pt x="3907574" y="1515287"/>
                </a:lnTo>
                <a:lnTo>
                  <a:pt x="3908704" y="1515745"/>
                </a:lnTo>
                <a:lnTo>
                  <a:pt x="3911333" y="1515745"/>
                </a:lnTo>
                <a:lnTo>
                  <a:pt x="3912451" y="1515287"/>
                </a:lnTo>
                <a:lnTo>
                  <a:pt x="3914317" y="1513420"/>
                </a:lnTo>
                <a:lnTo>
                  <a:pt x="3914775" y="1512303"/>
                </a:lnTo>
                <a:lnTo>
                  <a:pt x="3914775" y="1509674"/>
                </a:lnTo>
                <a:close/>
              </a:path>
              <a:path w="4914900" h="1515745">
                <a:moveTo>
                  <a:pt x="3914775" y="756564"/>
                </a:moveTo>
                <a:lnTo>
                  <a:pt x="3914317" y="755446"/>
                </a:lnTo>
                <a:lnTo>
                  <a:pt x="3912451" y="753579"/>
                </a:lnTo>
                <a:lnTo>
                  <a:pt x="3911333" y="753110"/>
                </a:lnTo>
                <a:lnTo>
                  <a:pt x="3908704" y="753110"/>
                </a:lnTo>
                <a:lnTo>
                  <a:pt x="3907574" y="753579"/>
                </a:lnTo>
                <a:lnTo>
                  <a:pt x="3905720" y="755446"/>
                </a:lnTo>
                <a:lnTo>
                  <a:pt x="3905250" y="756564"/>
                </a:lnTo>
                <a:lnTo>
                  <a:pt x="3905250" y="759193"/>
                </a:lnTo>
                <a:lnTo>
                  <a:pt x="3905720" y="760310"/>
                </a:lnTo>
                <a:lnTo>
                  <a:pt x="3907574" y="762177"/>
                </a:lnTo>
                <a:lnTo>
                  <a:pt x="3908704" y="762635"/>
                </a:lnTo>
                <a:lnTo>
                  <a:pt x="3911333" y="762635"/>
                </a:lnTo>
                <a:lnTo>
                  <a:pt x="3912451" y="762177"/>
                </a:lnTo>
                <a:lnTo>
                  <a:pt x="3914317" y="760310"/>
                </a:lnTo>
                <a:lnTo>
                  <a:pt x="3914775" y="759193"/>
                </a:lnTo>
                <a:lnTo>
                  <a:pt x="3914775" y="756564"/>
                </a:lnTo>
                <a:close/>
              </a:path>
              <a:path w="4914900" h="151574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914900" h="1515745">
                <a:moveTo>
                  <a:pt x="3962400" y="1509674"/>
                </a:moveTo>
                <a:lnTo>
                  <a:pt x="3961942" y="1508556"/>
                </a:lnTo>
                <a:lnTo>
                  <a:pt x="3960076" y="1506689"/>
                </a:lnTo>
                <a:lnTo>
                  <a:pt x="3958958" y="1506220"/>
                </a:lnTo>
                <a:lnTo>
                  <a:pt x="3956329" y="1506220"/>
                </a:lnTo>
                <a:lnTo>
                  <a:pt x="3955211" y="1506689"/>
                </a:lnTo>
                <a:lnTo>
                  <a:pt x="3953345" y="1508556"/>
                </a:lnTo>
                <a:lnTo>
                  <a:pt x="3952875" y="1509674"/>
                </a:lnTo>
                <a:lnTo>
                  <a:pt x="3952875" y="1512303"/>
                </a:lnTo>
                <a:lnTo>
                  <a:pt x="3953345" y="1513420"/>
                </a:lnTo>
                <a:lnTo>
                  <a:pt x="3955211" y="1515287"/>
                </a:lnTo>
                <a:lnTo>
                  <a:pt x="3956329" y="1515745"/>
                </a:lnTo>
                <a:lnTo>
                  <a:pt x="3958958" y="1515745"/>
                </a:lnTo>
                <a:lnTo>
                  <a:pt x="3960076" y="1515287"/>
                </a:lnTo>
                <a:lnTo>
                  <a:pt x="3961942" y="1513420"/>
                </a:lnTo>
                <a:lnTo>
                  <a:pt x="3962400" y="1512303"/>
                </a:lnTo>
                <a:lnTo>
                  <a:pt x="3962400" y="1509674"/>
                </a:lnTo>
                <a:close/>
              </a:path>
              <a:path w="4914900" h="1515745">
                <a:moveTo>
                  <a:pt x="3962400" y="756564"/>
                </a:moveTo>
                <a:lnTo>
                  <a:pt x="3961942" y="755446"/>
                </a:lnTo>
                <a:lnTo>
                  <a:pt x="3960076" y="753579"/>
                </a:lnTo>
                <a:lnTo>
                  <a:pt x="3958958" y="753110"/>
                </a:lnTo>
                <a:lnTo>
                  <a:pt x="3956329" y="753110"/>
                </a:lnTo>
                <a:lnTo>
                  <a:pt x="3955211" y="753579"/>
                </a:lnTo>
                <a:lnTo>
                  <a:pt x="3953345" y="755446"/>
                </a:lnTo>
                <a:lnTo>
                  <a:pt x="3952875" y="756564"/>
                </a:lnTo>
                <a:lnTo>
                  <a:pt x="3952875" y="759193"/>
                </a:lnTo>
                <a:lnTo>
                  <a:pt x="3953345" y="760310"/>
                </a:lnTo>
                <a:lnTo>
                  <a:pt x="3955211" y="762177"/>
                </a:lnTo>
                <a:lnTo>
                  <a:pt x="3956329" y="762635"/>
                </a:lnTo>
                <a:lnTo>
                  <a:pt x="3958958" y="762635"/>
                </a:lnTo>
                <a:lnTo>
                  <a:pt x="3960076" y="762177"/>
                </a:lnTo>
                <a:lnTo>
                  <a:pt x="3961942" y="760310"/>
                </a:lnTo>
                <a:lnTo>
                  <a:pt x="3962400" y="759193"/>
                </a:lnTo>
                <a:lnTo>
                  <a:pt x="3962400" y="756564"/>
                </a:lnTo>
                <a:close/>
              </a:path>
              <a:path w="4914900" h="151574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914900" h="1515745">
                <a:moveTo>
                  <a:pt x="4010025" y="1509674"/>
                </a:moveTo>
                <a:lnTo>
                  <a:pt x="4009567" y="1508556"/>
                </a:lnTo>
                <a:lnTo>
                  <a:pt x="4007701" y="1506689"/>
                </a:lnTo>
                <a:lnTo>
                  <a:pt x="4006583" y="1506220"/>
                </a:lnTo>
                <a:lnTo>
                  <a:pt x="4003954" y="1506220"/>
                </a:lnTo>
                <a:lnTo>
                  <a:pt x="4002836" y="1506689"/>
                </a:lnTo>
                <a:lnTo>
                  <a:pt x="4000970" y="1508556"/>
                </a:lnTo>
                <a:lnTo>
                  <a:pt x="4000500" y="1509674"/>
                </a:lnTo>
                <a:lnTo>
                  <a:pt x="4000500" y="1512303"/>
                </a:lnTo>
                <a:lnTo>
                  <a:pt x="4000970" y="1513420"/>
                </a:lnTo>
                <a:lnTo>
                  <a:pt x="4002836" y="1515287"/>
                </a:lnTo>
                <a:lnTo>
                  <a:pt x="4003954" y="1515745"/>
                </a:lnTo>
                <a:lnTo>
                  <a:pt x="4006583" y="1515745"/>
                </a:lnTo>
                <a:lnTo>
                  <a:pt x="4007701" y="1515287"/>
                </a:lnTo>
                <a:lnTo>
                  <a:pt x="4009567" y="1513420"/>
                </a:lnTo>
                <a:lnTo>
                  <a:pt x="4010025" y="1512303"/>
                </a:lnTo>
                <a:lnTo>
                  <a:pt x="4010025" y="1509674"/>
                </a:lnTo>
                <a:close/>
              </a:path>
              <a:path w="4914900" h="1515745">
                <a:moveTo>
                  <a:pt x="4010025" y="756564"/>
                </a:moveTo>
                <a:lnTo>
                  <a:pt x="4009567" y="755446"/>
                </a:lnTo>
                <a:lnTo>
                  <a:pt x="4007701" y="753579"/>
                </a:lnTo>
                <a:lnTo>
                  <a:pt x="4006583" y="753110"/>
                </a:lnTo>
                <a:lnTo>
                  <a:pt x="4003954" y="753110"/>
                </a:lnTo>
                <a:lnTo>
                  <a:pt x="4002836" y="753579"/>
                </a:lnTo>
                <a:lnTo>
                  <a:pt x="4000970" y="755446"/>
                </a:lnTo>
                <a:lnTo>
                  <a:pt x="4000500" y="756564"/>
                </a:lnTo>
                <a:lnTo>
                  <a:pt x="4000500" y="759193"/>
                </a:lnTo>
                <a:lnTo>
                  <a:pt x="4000970" y="760310"/>
                </a:lnTo>
                <a:lnTo>
                  <a:pt x="4002836" y="762177"/>
                </a:lnTo>
                <a:lnTo>
                  <a:pt x="4003954" y="762635"/>
                </a:lnTo>
                <a:lnTo>
                  <a:pt x="4006583" y="762635"/>
                </a:lnTo>
                <a:lnTo>
                  <a:pt x="4007701" y="762177"/>
                </a:lnTo>
                <a:lnTo>
                  <a:pt x="4009567" y="760310"/>
                </a:lnTo>
                <a:lnTo>
                  <a:pt x="4010025" y="759193"/>
                </a:lnTo>
                <a:lnTo>
                  <a:pt x="4010025" y="756564"/>
                </a:lnTo>
                <a:close/>
              </a:path>
              <a:path w="4914900" h="151574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914900" h="1515745">
                <a:moveTo>
                  <a:pt x="4057650" y="1509674"/>
                </a:moveTo>
                <a:lnTo>
                  <a:pt x="4057192" y="1508556"/>
                </a:lnTo>
                <a:lnTo>
                  <a:pt x="4055326" y="1506689"/>
                </a:lnTo>
                <a:lnTo>
                  <a:pt x="4054208" y="1506220"/>
                </a:lnTo>
                <a:lnTo>
                  <a:pt x="4051579" y="1506220"/>
                </a:lnTo>
                <a:lnTo>
                  <a:pt x="4050461" y="1506689"/>
                </a:lnTo>
                <a:lnTo>
                  <a:pt x="4048595" y="1508556"/>
                </a:lnTo>
                <a:lnTo>
                  <a:pt x="4048125" y="1509674"/>
                </a:lnTo>
                <a:lnTo>
                  <a:pt x="4048125" y="1512303"/>
                </a:lnTo>
                <a:lnTo>
                  <a:pt x="4048595" y="1513420"/>
                </a:lnTo>
                <a:lnTo>
                  <a:pt x="4050461" y="1515287"/>
                </a:lnTo>
                <a:lnTo>
                  <a:pt x="4051579" y="1515745"/>
                </a:lnTo>
                <a:lnTo>
                  <a:pt x="4054208" y="1515745"/>
                </a:lnTo>
                <a:lnTo>
                  <a:pt x="4055326" y="1515287"/>
                </a:lnTo>
                <a:lnTo>
                  <a:pt x="4057192" y="1513420"/>
                </a:lnTo>
                <a:lnTo>
                  <a:pt x="4057650" y="1512303"/>
                </a:lnTo>
                <a:lnTo>
                  <a:pt x="4057650" y="1509674"/>
                </a:lnTo>
                <a:close/>
              </a:path>
              <a:path w="4914900" h="1515745">
                <a:moveTo>
                  <a:pt x="4057650" y="756564"/>
                </a:moveTo>
                <a:lnTo>
                  <a:pt x="4057192" y="755446"/>
                </a:lnTo>
                <a:lnTo>
                  <a:pt x="4055326" y="753579"/>
                </a:lnTo>
                <a:lnTo>
                  <a:pt x="4054208" y="753110"/>
                </a:lnTo>
                <a:lnTo>
                  <a:pt x="4051579" y="753110"/>
                </a:lnTo>
                <a:lnTo>
                  <a:pt x="4050461" y="753579"/>
                </a:lnTo>
                <a:lnTo>
                  <a:pt x="4048595" y="755446"/>
                </a:lnTo>
                <a:lnTo>
                  <a:pt x="4048125" y="756564"/>
                </a:lnTo>
                <a:lnTo>
                  <a:pt x="4048125" y="759193"/>
                </a:lnTo>
                <a:lnTo>
                  <a:pt x="4048595" y="760310"/>
                </a:lnTo>
                <a:lnTo>
                  <a:pt x="4050461" y="762177"/>
                </a:lnTo>
                <a:lnTo>
                  <a:pt x="4051579" y="762635"/>
                </a:lnTo>
                <a:lnTo>
                  <a:pt x="4054208" y="762635"/>
                </a:lnTo>
                <a:lnTo>
                  <a:pt x="4055326" y="762177"/>
                </a:lnTo>
                <a:lnTo>
                  <a:pt x="4057192" y="760310"/>
                </a:lnTo>
                <a:lnTo>
                  <a:pt x="4057650" y="759193"/>
                </a:lnTo>
                <a:lnTo>
                  <a:pt x="4057650" y="756564"/>
                </a:lnTo>
                <a:close/>
              </a:path>
              <a:path w="4914900" h="151574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914900" h="1515745">
                <a:moveTo>
                  <a:pt x="4105275" y="1509674"/>
                </a:moveTo>
                <a:lnTo>
                  <a:pt x="4104817" y="1508556"/>
                </a:lnTo>
                <a:lnTo>
                  <a:pt x="4102951" y="1506689"/>
                </a:lnTo>
                <a:lnTo>
                  <a:pt x="4101833" y="1506220"/>
                </a:lnTo>
                <a:lnTo>
                  <a:pt x="4099204" y="1506220"/>
                </a:lnTo>
                <a:lnTo>
                  <a:pt x="4098086" y="1506689"/>
                </a:lnTo>
                <a:lnTo>
                  <a:pt x="4096220" y="1508556"/>
                </a:lnTo>
                <a:lnTo>
                  <a:pt x="4095750" y="1509674"/>
                </a:lnTo>
                <a:lnTo>
                  <a:pt x="4095750" y="1512303"/>
                </a:lnTo>
                <a:lnTo>
                  <a:pt x="4096220" y="1513420"/>
                </a:lnTo>
                <a:lnTo>
                  <a:pt x="4098086" y="1515287"/>
                </a:lnTo>
                <a:lnTo>
                  <a:pt x="4099204" y="1515745"/>
                </a:lnTo>
                <a:lnTo>
                  <a:pt x="4101833" y="1515745"/>
                </a:lnTo>
                <a:lnTo>
                  <a:pt x="4102951" y="1515287"/>
                </a:lnTo>
                <a:lnTo>
                  <a:pt x="4104817" y="1513420"/>
                </a:lnTo>
                <a:lnTo>
                  <a:pt x="4105275" y="1512303"/>
                </a:lnTo>
                <a:lnTo>
                  <a:pt x="4105275" y="1509674"/>
                </a:lnTo>
                <a:close/>
              </a:path>
              <a:path w="4914900" h="1515745">
                <a:moveTo>
                  <a:pt x="4105275" y="756564"/>
                </a:moveTo>
                <a:lnTo>
                  <a:pt x="4104817" y="755446"/>
                </a:lnTo>
                <a:lnTo>
                  <a:pt x="4102951" y="753579"/>
                </a:lnTo>
                <a:lnTo>
                  <a:pt x="4101833" y="753110"/>
                </a:lnTo>
                <a:lnTo>
                  <a:pt x="4099204" y="753110"/>
                </a:lnTo>
                <a:lnTo>
                  <a:pt x="4098086" y="753579"/>
                </a:lnTo>
                <a:lnTo>
                  <a:pt x="4096220" y="755446"/>
                </a:lnTo>
                <a:lnTo>
                  <a:pt x="4095750" y="756564"/>
                </a:lnTo>
                <a:lnTo>
                  <a:pt x="4095750" y="759193"/>
                </a:lnTo>
                <a:lnTo>
                  <a:pt x="4096220" y="760310"/>
                </a:lnTo>
                <a:lnTo>
                  <a:pt x="4098086" y="762177"/>
                </a:lnTo>
                <a:lnTo>
                  <a:pt x="4099204" y="762635"/>
                </a:lnTo>
                <a:lnTo>
                  <a:pt x="4101833" y="762635"/>
                </a:lnTo>
                <a:lnTo>
                  <a:pt x="4102951" y="762177"/>
                </a:lnTo>
                <a:lnTo>
                  <a:pt x="4104817" y="760310"/>
                </a:lnTo>
                <a:lnTo>
                  <a:pt x="4105275" y="759193"/>
                </a:lnTo>
                <a:lnTo>
                  <a:pt x="4105275" y="756564"/>
                </a:lnTo>
                <a:close/>
              </a:path>
              <a:path w="4914900" h="151574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914900" h="1515745">
                <a:moveTo>
                  <a:pt x="4152900" y="1509674"/>
                </a:moveTo>
                <a:lnTo>
                  <a:pt x="4152442" y="1508556"/>
                </a:lnTo>
                <a:lnTo>
                  <a:pt x="4150576" y="1506689"/>
                </a:lnTo>
                <a:lnTo>
                  <a:pt x="4149458" y="1506220"/>
                </a:lnTo>
                <a:lnTo>
                  <a:pt x="4146829" y="1506220"/>
                </a:lnTo>
                <a:lnTo>
                  <a:pt x="4145711" y="1506689"/>
                </a:lnTo>
                <a:lnTo>
                  <a:pt x="4143845" y="1508556"/>
                </a:lnTo>
                <a:lnTo>
                  <a:pt x="4143375" y="1509674"/>
                </a:lnTo>
                <a:lnTo>
                  <a:pt x="4143375" y="1512303"/>
                </a:lnTo>
                <a:lnTo>
                  <a:pt x="4143845" y="1513420"/>
                </a:lnTo>
                <a:lnTo>
                  <a:pt x="4145711" y="1515287"/>
                </a:lnTo>
                <a:lnTo>
                  <a:pt x="4146829" y="1515745"/>
                </a:lnTo>
                <a:lnTo>
                  <a:pt x="4149458" y="1515745"/>
                </a:lnTo>
                <a:lnTo>
                  <a:pt x="4150576" y="1515287"/>
                </a:lnTo>
                <a:lnTo>
                  <a:pt x="4152442" y="1513420"/>
                </a:lnTo>
                <a:lnTo>
                  <a:pt x="4152900" y="1512303"/>
                </a:lnTo>
                <a:lnTo>
                  <a:pt x="4152900" y="1509674"/>
                </a:lnTo>
                <a:close/>
              </a:path>
              <a:path w="4914900" h="1515745">
                <a:moveTo>
                  <a:pt x="4152900" y="756564"/>
                </a:moveTo>
                <a:lnTo>
                  <a:pt x="4152442" y="755446"/>
                </a:lnTo>
                <a:lnTo>
                  <a:pt x="4150576" y="753579"/>
                </a:lnTo>
                <a:lnTo>
                  <a:pt x="4149458" y="753110"/>
                </a:lnTo>
                <a:lnTo>
                  <a:pt x="4146829" y="753110"/>
                </a:lnTo>
                <a:lnTo>
                  <a:pt x="4145711" y="753579"/>
                </a:lnTo>
                <a:lnTo>
                  <a:pt x="4143845" y="755446"/>
                </a:lnTo>
                <a:lnTo>
                  <a:pt x="4143375" y="756564"/>
                </a:lnTo>
                <a:lnTo>
                  <a:pt x="4143375" y="759193"/>
                </a:lnTo>
                <a:lnTo>
                  <a:pt x="4143845" y="760310"/>
                </a:lnTo>
                <a:lnTo>
                  <a:pt x="4145711" y="762177"/>
                </a:lnTo>
                <a:lnTo>
                  <a:pt x="4146829" y="762635"/>
                </a:lnTo>
                <a:lnTo>
                  <a:pt x="4149458" y="762635"/>
                </a:lnTo>
                <a:lnTo>
                  <a:pt x="4150576" y="762177"/>
                </a:lnTo>
                <a:lnTo>
                  <a:pt x="4152442" y="760310"/>
                </a:lnTo>
                <a:lnTo>
                  <a:pt x="4152900" y="759193"/>
                </a:lnTo>
                <a:lnTo>
                  <a:pt x="4152900" y="756564"/>
                </a:lnTo>
                <a:close/>
              </a:path>
              <a:path w="4914900" h="151574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914900" h="1515745">
                <a:moveTo>
                  <a:pt x="4200525" y="1509674"/>
                </a:moveTo>
                <a:lnTo>
                  <a:pt x="4200067" y="1508556"/>
                </a:lnTo>
                <a:lnTo>
                  <a:pt x="4198201" y="1506689"/>
                </a:lnTo>
                <a:lnTo>
                  <a:pt x="4197083" y="1506220"/>
                </a:lnTo>
                <a:lnTo>
                  <a:pt x="4194454" y="1506220"/>
                </a:lnTo>
                <a:lnTo>
                  <a:pt x="4193336" y="1506689"/>
                </a:lnTo>
                <a:lnTo>
                  <a:pt x="4191470" y="1508556"/>
                </a:lnTo>
                <a:lnTo>
                  <a:pt x="4191000" y="1509674"/>
                </a:lnTo>
                <a:lnTo>
                  <a:pt x="4191000" y="1512303"/>
                </a:lnTo>
                <a:lnTo>
                  <a:pt x="4191470" y="1513420"/>
                </a:lnTo>
                <a:lnTo>
                  <a:pt x="4193336" y="1515287"/>
                </a:lnTo>
                <a:lnTo>
                  <a:pt x="4194454" y="1515745"/>
                </a:lnTo>
                <a:lnTo>
                  <a:pt x="4197083" y="1515745"/>
                </a:lnTo>
                <a:lnTo>
                  <a:pt x="4198201" y="1515287"/>
                </a:lnTo>
                <a:lnTo>
                  <a:pt x="4200067" y="1513420"/>
                </a:lnTo>
                <a:lnTo>
                  <a:pt x="4200525" y="1512303"/>
                </a:lnTo>
                <a:lnTo>
                  <a:pt x="4200525" y="1509674"/>
                </a:lnTo>
                <a:close/>
              </a:path>
              <a:path w="4914900" h="1515745">
                <a:moveTo>
                  <a:pt x="4200525" y="756564"/>
                </a:moveTo>
                <a:lnTo>
                  <a:pt x="4200067" y="755446"/>
                </a:lnTo>
                <a:lnTo>
                  <a:pt x="4198201" y="753579"/>
                </a:lnTo>
                <a:lnTo>
                  <a:pt x="4197083" y="753110"/>
                </a:lnTo>
                <a:lnTo>
                  <a:pt x="4194454" y="753110"/>
                </a:lnTo>
                <a:lnTo>
                  <a:pt x="4193336" y="753579"/>
                </a:lnTo>
                <a:lnTo>
                  <a:pt x="4191470" y="755446"/>
                </a:lnTo>
                <a:lnTo>
                  <a:pt x="4191000" y="756564"/>
                </a:lnTo>
                <a:lnTo>
                  <a:pt x="4191000" y="759193"/>
                </a:lnTo>
                <a:lnTo>
                  <a:pt x="4191470" y="760310"/>
                </a:lnTo>
                <a:lnTo>
                  <a:pt x="4193336" y="762177"/>
                </a:lnTo>
                <a:lnTo>
                  <a:pt x="4194454" y="762635"/>
                </a:lnTo>
                <a:lnTo>
                  <a:pt x="4197083" y="762635"/>
                </a:lnTo>
                <a:lnTo>
                  <a:pt x="4198201" y="762177"/>
                </a:lnTo>
                <a:lnTo>
                  <a:pt x="4200067" y="760310"/>
                </a:lnTo>
                <a:lnTo>
                  <a:pt x="4200525" y="759193"/>
                </a:lnTo>
                <a:lnTo>
                  <a:pt x="4200525" y="756564"/>
                </a:lnTo>
                <a:close/>
              </a:path>
              <a:path w="4914900" h="151574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914900" h="1515745">
                <a:moveTo>
                  <a:pt x="4248150" y="1509674"/>
                </a:moveTo>
                <a:lnTo>
                  <a:pt x="4247693" y="1508556"/>
                </a:lnTo>
                <a:lnTo>
                  <a:pt x="4245826" y="1506689"/>
                </a:lnTo>
                <a:lnTo>
                  <a:pt x="4244708" y="1506220"/>
                </a:lnTo>
                <a:lnTo>
                  <a:pt x="4242079" y="1506220"/>
                </a:lnTo>
                <a:lnTo>
                  <a:pt x="4240962" y="1506689"/>
                </a:lnTo>
                <a:lnTo>
                  <a:pt x="4239095" y="1508556"/>
                </a:lnTo>
                <a:lnTo>
                  <a:pt x="4238625" y="1509674"/>
                </a:lnTo>
                <a:lnTo>
                  <a:pt x="4238625" y="1512303"/>
                </a:lnTo>
                <a:lnTo>
                  <a:pt x="4239095" y="1513420"/>
                </a:lnTo>
                <a:lnTo>
                  <a:pt x="4240962" y="1515287"/>
                </a:lnTo>
                <a:lnTo>
                  <a:pt x="4242079" y="1515745"/>
                </a:lnTo>
                <a:lnTo>
                  <a:pt x="4244708" y="1515745"/>
                </a:lnTo>
                <a:lnTo>
                  <a:pt x="4245826" y="1515287"/>
                </a:lnTo>
                <a:lnTo>
                  <a:pt x="4247693" y="1513420"/>
                </a:lnTo>
                <a:lnTo>
                  <a:pt x="4248150" y="1512303"/>
                </a:lnTo>
                <a:lnTo>
                  <a:pt x="4248150" y="1509674"/>
                </a:lnTo>
                <a:close/>
              </a:path>
              <a:path w="4914900" h="1515745">
                <a:moveTo>
                  <a:pt x="4248150" y="756564"/>
                </a:moveTo>
                <a:lnTo>
                  <a:pt x="4247693" y="755446"/>
                </a:lnTo>
                <a:lnTo>
                  <a:pt x="4245826" y="753579"/>
                </a:lnTo>
                <a:lnTo>
                  <a:pt x="4244708" y="753110"/>
                </a:lnTo>
                <a:lnTo>
                  <a:pt x="4242079" y="753110"/>
                </a:lnTo>
                <a:lnTo>
                  <a:pt x="4240962" y="753579"/>
                </a:lnTo>
                <a:lnTo>
                  <a:pt x="4239095" y="755446"/>
                </a:lnTo>
                <a:lnTo>
                  <a:pt x="4238625" y="756564"/>
                </a:lnTo>
                <a:lnTo>
                  <a:pt x="4238625" y="759193"/>
                </a:lnTo>
                <a:lnTo>
                  <a:pt x="4239095" y="760310"/>
                </a:lnTo>
                <a:lnTo>
                  <a:pt x="4240962" y="762177"/>
                </a:lnTo>
                <a:lnTo>
                  <a:pt x="4242079" y="762635"/>
                </a:lnTo>
                <a:lnTo>
                  <a:pt x="4244708" y="762635"/>
                </a:lnTo>
                <a:lnTo>
                  <a:pt x="4245826" y="762177"/>
                </a:lnTo>
                <a:lnTo>
                  <a:pt x="4247693" y="760310"/>
                </a:lnTo>
                <a:lnTo>
                  <a:pt x="4248150" y="759193"/>
                </a:lnTo>
                <a:lnTo>
                  <a:pt x="4248150" y="756564"/>
                </a:lnTo>
                <a:close/>
              </a:path>
              <a:path w="4914900" h="151574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914900" h="1515745">
                <a:moveTo>
                  <a:pt x="4295775" y="1509674"/>
                </a:moveTo>
                <a:lnTo>
                  <a:pt x="4295318" y="1508556"/>
                </a:lnTo>
                <a:lnTo>
                  <a:pt x="4293451" y="1506689"/>
                </a:lnTo>
                <a:lnTo>
                  <a:pt x="4292333" y="1506220"/>
                </a:lnTo>
                <a:lnTo>
                  <a:pt x="4289704" y="1506220"/>
                </a:lnTo>
                <a:lnTo>
                  <a:pt x="4288587" y="1506689"/>
                </a:lnTo>
                <a:lnTo>
                  <a:pt x="4286720" y="1508556"/>
                </a:lnTo>
                <a:lnTo>
                  <a:pt x="4286250" y="1509674"/>
                </a:lnTo>
                <a:lnTo>
                  <a:pt x="4286250" y="1512303"/>
                </a:lnTo>
                <a:lnTo>
                  <a:pt x="4286720" y="1513420"/>
                </a:lnTo>
                <a:lnTo>
                  <a:pt x="4288587" y="1515287"/>
                </a:lnTo>
                <a:lnTo>
                  <a:pt x="4289704" y="1515745"/>
                </a:lnTo>
                <a:lnTo>
                  <a:pt x="4292333" y="1515745"/>
                </a:lnTo>
                <a:lnTo>
                  <a:pt x="4293451" y="1515287"/>
                </a:lnTo>
                <a:lnTo>
                  <a:pt x="4295318" y="1513420"/>
                </a:lnTo>
                <a:lnTo>
                  <a:pt x="4295775" y="1512303"/>
                </a:lnTo>
                <a:lnTo>
                  <a:pt x="4295775" y="1509674"/>
                </a:lnTo>
                <a:close/>
              </a:path>
              <a:path w="4914900" h="1515745">
                <a:moveTo>
                  <a:pt x="4295775" y="756564"/>
                </a:moveTo>
                <a:lnTo>
                  <a:pt x="4295318" y="755446"/>
                </a:lnTo>
                <a:lnTo>
                  <a:pt x="4293451" y="753579"/>
                </a:lnTo>
                <a:lnTo>
                  <a:pt x="4292333" y="753110"/>
                </a:lnTo>
                <a:lnTo>
                  <a:pt x="4289704" y="753110"/>
                </a:lnTo>
                <a:lnTo>
                  <a:pt x="4288587" y="753579"/>
                </a:lnTo>
                <a:lnTo>
                  <a:pt x="4286720" y="755446"/>
                </a:lnTo>
                <a:lnTo>
                  <a:pt x="4286250" y="756564"/>
                </a:lnTo>
                <a:lnTo>
                  <a:pt x="4286250" y="759193"/>
                </a:lnTo>
                <a:lnTo>
                  <a:pt x="4286720" y="760310"/>
                </a:lnTo>
                <a:lnTo>
                  <a:pt x="4288587" y="762177"/>
                </a:lnTo>
                <a:lnTo>
                  <a:pt x="4289704" y="762635"/>
                </a:lnTo>
                <a:lnTo>
                  <a:pt x="4292333" y="762635"/>
                </a:lnTo>
                <a:lnTo>
                  <a:pt x="4293451" y="762177"/>
                </a:lnTo>
                <a:lnTo>
                  <a:pt x="4295318" y="760310"/>
                </a:lnTo>
                <a:lnTo>
                  <a:pt x="4295775" y="759193"/>
                </a:lnTo>
                <a:lnTo>
                  <a:pt x="4295775" y="756564"/>
                </a:lnTo>
                <a:close/>
              </a:path>
              <a:path w="4914900" h="151574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914900" h="1515745">
                <a:moveTo>
                  <a:pt x="4343400" y="1509674"/>
                </a:moveTo>
                <a:lnTo>
                  <a:pt x="4342943" y="1508556"/>
                </a:lnTo>
                <a:lnTo>
                  <a:pt x="4341076" y="1506689"/>
                </a:lnTo>
                <a:lnTo>
                  <a:pt x="4339958" y="1506220"/>
                </a:lnTo>
                <a:lnTo>
                  <a:pt x="4337329" y="1506220"/>
                </a:lnTo>
                <a:lnTo>
                  <a:pt x="4336199" y="1506689"/>
                </a:lnTo>
                <a:lnTo>
                  <a:pt x="4334345" y="1508556"/>
                </a:lnTo>
                <a:lnTo>
                  <a:pt x="4333875" y="1509674"/>
                </a:lnTo>
                <a:lnTo>
                  <a:pt x="4333875" y="1512303"/>
                </a:lnTo>
                <a:lnTo>
                  <a:pt x="4334345" y="1513420"/>
                </a:lnTo>
                <a:lnTo>
                  <a:pt x="4336199" y="1515287"/>
                </a:lnTo>
                <a:lnTo>
                  <a:pt x="4337329" y="1515745"/>
                </a:lnTo>
                <a:lnTo>
                  <a:pt x="4339958" y="1515745"/>
                </a:lnTo>
                <a:lnTo>
                  <a:pt x="4341076" y="1515287"/>
                </a:lnTo>
                <a:lnTo>
                  <a:pt x="4342943" y="1513420"/>
                </a:lnTo>
                <a:lnTo>
                  <a:pt x="4343400" y="1512303"/>
                </a:lnTo>
                <a:lnTo>
                  <a:pt x="4343400" y="1509674"/>
                </a:lnTo>
                <a:close/>
              </a:path>
              <a:path w="4914900" h="1515745">
                <a:moveTo>
                  <a:pt x="4343400" y="756564"/>
                </a:moveTo>
                <a:lnTo>
                  <a:pt x="4342943" y="755446"/>
                </a:lnTo>
                <a:lnTo>
                  <a:pt x="4341076" y="753579"/>
                </a:lnTo>
                <a:lnTo>
                  <a:pt x="4339958" y="753110"/>
                </a:lnTo>
                <a:lnTo>
                  <a:pt x="4337329" y="753110"/>
                </a:lnTo>
                <a:lnTo>
                  <a:pt x="4336199" y="753579"/>
                </a:lnTo>
                <a:lnTo>
                  <a:pt x="4334345" y="755446"/>
                </a:lnTo>
                <a:lnTo>
                  <a:pt x="4333875" y="756564"/>
                </a:lnTo>
                <a:lnTo>
                  <a:pt x="4333875" y="759193"/>
                </a:lnTo>
                <a:lnTo>
                  <a:pt x="4334345" y="760310"/>
                </a:lnTo>
                <a:lnTo>
                  <a:pt x="4336199" y="762177"/>
                </a:lnTo>
                <a:lnTo>
                  <a:pt x="4337329" y="762635"/>
                </a:lnTo>
                <a:lnTo>
                  <a:pt x="4339958" y="762635"/>
                </a:lnTo>
                <a:lnTo>
                  <a:pt x="4341076" y="762177"/>
                </a:lnTo>
                <a:lnTo>
                  <a:pt x="4342943" y="760310"/>
                </a:lnTo>
                <a:lnTo>
                  <a:pt x="4343400" y="759193"/>
                </a:lnTo>
                <a:lnTo>
                  <a:pt x="4343400" y="756564"/>
                </a:lnTo>
                <a:close/>
              </a:path>
              <a:path w="4914900" h="151574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914900" h="1515745">
                <a:moveTo>
                  <a:pt x="4391025" y="1509674"/>
                </a:moveTo>
                <a:lnTo>
                  <a:pt x="4390568" y="1508556"/>
                </a:lnTo>
                <a:lnTo>
                  <a:pt x="4388701" y="1506689"/>
                </a:lnTo>
                <a:lnTo>
                  <a:pt x="4387583" y="1506220"/>
                </a:lnTo>
                <a:lnTo>
                  <a:pt x="4384954" y="1506220"/>
                </a:lnTo>
                <a:lnTo>
                  <a:pt x="4383824" y="1506689"/>
                </a:lnTo>
                <a:lnTo>
                  <a:pt x="4381970" y="1508556"/>
                </a:lnTo>
                <a:lnTo>
                  <a:pt x="4381500" y="1509674"/>
                </a:lnTo>
                <a:lnTo>
                  <a:pt x="4381500" y="1512303"/>
                </a:lnTo>
                <a:lnTo>
                  <a:pt x="4381970" y="1513420"/>
                </a:lnTo>
                <a:lnTo>
                  <a:pt x="4383824" y="1515287"/>
                </a:lnTo>
                <a:lnTo>
                  <a:pt x="4384954" y="1515745"/>
                </a:lnTo>
                <a:lnTo>
                  <a:pt x="4387583" y="1515745"/>
                </a:lnTo>
                <a:lnTo>
                  <a:pt x="4388701" y="1515287"/>
                </a:lnTo>
                <a:lnTo>
                  <a:pt x="4390568" y="1513420"/>
                </a:lnTo>
                <a:lnTo>
                  <a:pt x="4391025" y="1512303"/>
                </a:lnTo>
                <a:lnTo>
                  <a:pt x="4391025" y="1509674"/>
                </a:lnTo>
                <a:close/>
              </a:path>
              <a:path w="4914900" h="1515745">
                <a:moveTo>
                  <a:pt x="4391025" y="756564"/>
                </a:moveTo>
                <a:lnTo>
                  <a:pt x="4390568" y="755446"/>
                </a:lnTo>
                <a:lnTo>
                  <a:pt x="4388701" y="753579"/>
                </a:lnTo>
                <a:lnTo>
                  <a:pt x="4387583" y="753110"/>
                </a:lnTo>
                <a:lnTo>
                  <a:pt x="4384954" y="753110"/>
                </a:lnTo>
                <a:lnTo>
                  <a:pt x="4383824" y="753579"/>
                </a:lnTo>
                <a:lnTo>
                  <a:pt x="4381970" y="755446"/>
                </a:lnTo>
                <a:lnTo>
                  <a:pt x="4381500" y="756564"/>
                </a:lnTo>
                <a:lnTo>
                  <a:pt x="4381500" y="759193"/>
                </a:lnTo>
                <a:lnTo>
                  <a:pt x="4381970" y="760310"/>
                </a:lnTo>
                <a:lnTo>
                  <a:pt x="4383824" y="762177"/>
                </a:lnTo>
                <a:lnTo>
                  <a:pt x="4384954" y="762635"/>
                </a:lnTo>
                <a:lnTo>
                  <a:pt x="4387583" y="762635"/>
                </a:lnTo>
                <a:lnTo>
                  <a:pt x="4388701" y="762177"/>
                </a:lnTo>
                <a:lnTo>
                  <a:pt x="4390568" y="760310"/>
                </a:lnTo>
                <a:lnTo>
                  <a:pt x="4391025" y="759193"/>
                </a:lnTo>
                <a:lnTo>
                  <a:pt x="4391025" y="756564"/>
                </a:lnTo>
                <a:close/>
              </a:path>
              <a:path w="4914900" h="151574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914900" h="1515745">
                <a:moveTo>
                  <a:pt x="4438650" y="1509674"/>
                </a:moveTo>
                <a:lnTo>
                  <a:pt x="4438193" y="1508556"/>
                </a:lnTo>
                <a:lnTo>
                  <a:pt x="4436326" y="1506689"/>
                </a:lnTo>
                <a:lnTo>
                  <a:pt x="4435208" y="1506220"/>
                </a:lnTo>
                <a:lnTo>
                  <a:pt x="4432579" y="1506220"/>
                </a:lnTo>
                <a:lnTo>
                  <a:pt x="4431449" y="1506689"/>
                </a:lnTo>
                <a:lnTo>
                  <a:pt x="4429595" y="1508556"/>
                </a:lnTo>
                <a:lnTo>
                  <a:pt x="4429125" y="1509674"/>
                </a:lnTo>
                <a:lnTo>
                  <a:pt x="4429125" y="1512303"/>
                </a:lnTo>
                <a:lnTo>
                  <a:pt x="4429595" y="1513420"/>
                </a:lnTo>
                <a:lnTo>
                  <a:pt x="4431449" y="1515287"/>
                </a:lnTo>
                <a:lnTo>
                  <a:pt x="4432579" y="1515745"/>
                </a:lnTo>
                <a:lnTo>
                  <a:pt x="4435208" y="1515745"/>
                </a:lnTo>
                <a:lnTo>
                  <a:pt x="4436326" y="1515287"/>
                </a:lnTo>
                <a:lnTo>
                  <a:pt x="4438193" y="1513420"/>
                </a:lnTo>
                <a:lnTo>
                  <a:pt x="4438650" y="1512303"/>
                </a:lnTo>
                <a:lnTo>
                  <a:pt x="4438650" y="1509674"/>
                </a:lnTo>
                <a:close/>
              </a:path>
              <a:path w="4914900" h="1515745">
                <a:moveTo>
                  <a:pt x="4438650" y="756564"/>
                </a:moveTo>
                <a:lnTo>
                  <a:pt x="4438193" y="755446"/>
                </a:lnTo>
                <a:lnTo>
                  <a:pt x="4436326" y="753579"/>
                </a:lnTo>
                <a:lnTo>
                  <a:pt x="4435208" y="753110"/>
                </a:lnTo>
                <a:lnTo>
                  <a:pt x="4432579" y="753110"/>
                </a:lnTo>
                <a:lnTo>
                  <a:pt x="4431449" y="753579"/>
                </a:lnTo>
                <a:lnTo>
                  <a:pt x="4429595" y="755446"/>
                </a:lnTo>
                <a:lnTo>
                  <a:pt x="4429125" y="756564"/>
                </a:lnTo>
                <a:lnTo>
                  <a:pt x="4429125" y="759193"/>
                </a:lnTo>
                <a:lnTo>
                  <a:pt x="4429595" y="760310"/>
                </a:lnTo>
                <a:lnTo>
                  <a:pt x="4431449" y="762177"/>
                </a:lnTo>
                <a:lnTo>
                  <a:pt x="4432579" y="762635"/>
                </a:lnTo>
                <a:lnTo>
                  <a:pt x="4435208" y="762635"/>
                </a:lnTo>
                <a:lnTo>
                  <a:pt x="4436326" y="762177"/>
                </a:lnTo>
                <a:lnTo>
                  <a:pt x="4438193" y="760310"/>
                </a:lnTo>
                <a:lnTo>
                  <a:pt x="4438650" y="759193"/>
                </a:lnTo>
                <a:lnTo>
                  <a:pt x="4438650" y="756564"/>
                </a:lnTo>
                <a:close/>
              </a:path>
              <a:path w="4914900" h="151574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4914900" h="1515745">
                <a:moveTo>
                  <a:pt x="4486275" y="1509674"/>
                </a:moveTo>
                <a:lnTo>
                  <a:pt x="4485818" y="1508556"/>
                </a:lnTo>
                <a:lnTo>
                  <a:pt x="4483951" y="1506689"/>
                </a:lnTo>
                <a:lnTo>
                  <a:pt x="4482833" y="1506220"/>
                </a:lnTo>
                <a:lnTo>
                  <a:pt x="4480204" y="1506220"/>
                </a:lnTo>
                <a:lnTo>
                  <a:pt x="4479074" y="1506689"/>
                </a:lnTo>
                <a:lnTo>
                  <a:pt x="4477220" y="1508556"/>
                </a:lnTo>
                <a:lnTo>
                  <a:pt x="4476750" y="1509674"/>
                </a:lnTo>
                <a:lnTo>
                  <a:pt x="4476750" y="1512303"/>
                </a:lnTo>
                <a:lnTo>
                  <a:pt x="4477220" y="1513420"/>
                </a:lnTo>
                <a:lnTo>
                  <a:pt x="4479074" y="1515287"/>
                </a:lnTo>
                <a:lnTo>
                  <a:pt x="4480204" y="1515745"/>
                </a:lnTo>
                <a:lnTo>
                  <a:pt x="4482833" y="1515745"/>
                </a:lnTo>
                <a:lnTo>
                  <a:pt x="4483951" y="1515287"/>
                </a:lnTo>
                <a:lnTo>
                  <a:pt x="4485818" y="1513420"/>
                </a:lnTo>
                <a:lnTo>
                  <a:pt x="4486275" y="1512303"/>
                </a:lnTo>
                <a:lnTo>
                  <a:pt x="4486275" y="1509674"/>
                </a:lnTo>
                <a:close/>
              </a:path>
              <a:path w="4914900" h="1515745">
                <a:moveTo>
                  <a:pt x="4486275" y="756564"/>
                </a:moveTo>
                <a:lnTo>
                  <a:pt x="4485818" y="755446"/>
                </a:lnTo>
                <a:lnTo>
                  <a:pt x="4483951" y="753579"/>
                </a:lnTo>
                <a:lnTo>
                  <a:pt x="4482833" y="753110"/>
                </a:lnTo>
                <a:lnTo>
                  <a:pt x="4480204" y="753110"/>
                </a:lnTo>
                <a:lnTo>
                  <a:pt x="4479074" y="753579"/>
                </a:lnTo>
                <a:lnTo>
                  <a:pt x="4477220" y="755446"/>
                </a:lnTo>
                <a:lnTo>
                  <a:pt x="4476750" y="756564"/>
                </a:lnTo>
                <a:lnTo>
                  <a:pt x="4476750" y="759193"/>
                </a:lnTo>
                <a:lnTo>
                  <a:pt x="4477220" y="760310"/>
                </a:lnTo>
                <a:lnTo>
                  <a:pt x="4479074" y="762177"/>
                </a:lnTo>
                <a:lnTo>
                  <a:pt x="4480204" y="762635"/>
                </a:lnTo>
                <a:lnTo>
                  <a:pt x="4482833" y="762635"/>
                </a:lnTo>
                <a:lnTo>
                  <a:pt x="4483951" y="762177"/>
                </a:lnTo>
                <a:lnTo>
                  <a:pt x="4485818" y="760310"/>
                </a:lnTo>
                <a:lnTo>
                  <a:pt x="4486275" y="759193"/>
                </a:lnTo>
                <a:lnTo>
                  <a:pt x="4486275" y="756564"/>
                </a:lnTo>
                <a:close/>
              </a:path>
              <a:path w="4914900" h="151574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74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74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4914900" h="1515745">
                <a:moveTo>
                  <a:pt x="4533900" y="1509674"/>
                </a:moveTo>
                <a:lnTo>
                  <a:pt x="4533443" y="1508556"/>
                </a:lnTo>
                <a:lnTo>
                  <a:pt x="4531576" y="1506689"/>
                </a:lnTo>
                <a:lnTo>
                  <a:pt x="4530458" y="1506220"/>
                </a:lnTo>
                <a:lnTo>
                  <a:pt x="4527829" y="1506220"/>
                </a:lnTo>
                <a:lnTo>
                  <a:pt x="4526699" y="1506689"/>
                </a:lnTo>
                <a:lnTo>
                  <a:pt x="4524845" y="1508556"/>
                </a:lnTo>
                <a:lnTo>
                  <a:pt x="4524375" y="1509674"/>
                </a:lnTo>
                <a:lnTo>
                  <a:pt x="4524375" y="1512303"/>
                </a:lnTo>
                <a:lnTo>
                  <a:pt x="4524845" y="1513420"/>
                </a:lnTo>
                <a:lnTo>
                  <a:pt x="4526699" y="1515287"/>
                </a:lnTo>
                <a:lnTo>
                  <a:pt x="4527829" y="1515745"/>
                </a:lnTo>
                <a:lnTo>
                  <a:pt x="4530458" y="1515745"/>
                </a:lnTo>
                <a:lnTo>
                  <a:pt x="4531576" y="1515287"/>
                </a:lnTo>
                <a:lnTo>
                  <a:pt x="4533443" y="1513420"/>
                </a:lnTo>
                <a:lnTo>
                  <a:pt x="4533900" y="1512303"/>
                </a:lnTo>
                <a:lnTo>
                  <a:pt x="4533900" y="1509674"/>
                </a:lnTo>
                <a:close/>
              </a:path>
              <a:path w="4914900" h="1515745">
                <a:moveTo>
                  <a:pt x="4533900" y="756564"/>
                </a:moveTo>
                <a:lnTo>
                  <a:pt x="4533443" y="755446"/>
                </a:lnTo>
                <a:lnTo>
                  <a:pt x="4531576" y="753579"/>
                </a:lnTo>
                <a:lnTo>
                  <a:pt x="4530458" y="753110"/>
                </a:lnTo>
                <a:lnTo>
                  <a:pt x="4527829" y="753110"/>
                </a:lnTo>
                <a:lnTo>
                  <a:pt x="4526699" y="753579"/>
                </a:lnTo>
                <a:lnTo>
                  <a:pt x="4524845" y="755446"/>
                </a:lnTo>
                <a:lnTo>
                  <a:pt x="4524375" y="756564"/>
                </a:lnTo>
                <a:lnTo>
                  <a:pt x="4524375" y="759193"/>
                </a:lnTo>
                <a:lnTo>
                  <a:pt x="4524845" y="760310"/>
                </a:lnTo>
                <a:lnTo>
                  <a:pt x="4526699" y="762177"/>
                </a:lnTo>
                <a:lnTo>
                  <a:pt x="4527829" y="762635"/>
                </a:lnTo>
                <a:lnTo>
                  <a:pt x="4530458" y="762635"/>
                </a:lnTo>
                <a:lnTo>
                  <a:pt x="4531576" y="762177"/>
                </a:lnTo>
                <a:lnTo>
                  <a:pt x="4533443" y="760310"/>
                </a:lnTo>
                <a:lnTo>
                  <a:pt x="4533900" y="759193"/>
                </a:lnTo>
                <a:lnTo>
                  <a:pt x="4533900" y="756564"/>
                </a:lnTo>
                <a:close/>
              </a:path>
              <a:path w="4914900" h="151574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699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699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4914900" h="1515745">
                <a:moveTo>
                  <a:pt x="4581525" y="1509674"/>
                </a:moveTo>
                <a:lnTo>
                  <a:pt x="4581068" y="1508556"/>
                </a:lnTo>
                <a:lnTo>
                  <a:pt x="4579201" y="1506689"/>
                </a:lnTo>
                <a:lnTo>
                  <a:pt x="4578083" y="1506220"/>
                </a:lnTo>
                <a:lnTo>
                  <a:pt x="4575454" y="1506220"/>
                </a:lnTo>
                <a:lnTo>
                  <a:pt x="4574337" y="1506689"/>
                </a:lnTo>
                <a:lnTo>
                  <a:pt x="4572470" y="1508556"/>
                </a:lnTo>
                <a:lnTo>
                  <a:pt x="4572000" y="1509674"/>
                </a:lnTo>
                <a:lnTo>
                  <a:pt x="4572000" y="1512303"/>
                </a:lnTo>
                <a:lnTo>
                  <a:pt x="4572470" y="1513420"/>
                </a:lnTo>
                <a:lnTo>
                  <a:pt x="4574337" y="1515287"/>
                </a:lnTo>
                <a:lnTo>
                  <a:pt x="4575454" y="1515745"/>
                </a:lnTo>
                <a:lnTo>
                  <a:pt x="4578083" y="1515745"/>
                </a:lnTo>
                <a:lnTo>
                  <a:pt x="4579201" y="1515287"/>
                </a:lnTo>
                <a:lnTo>
                  <a:pt x="4581068" y="1513420"/>
                </a:lnTo>
                <a:lnTo>
                  <a:pt x="4581525" y="1512303"/>
                </a:lnTo>
                <a:lnTo>
                  <a:pt x="4581525" y="1509674"/>
                </a:lnTo>
                <a:close/>
              </a:path>
              <a:path w="4914900" h="1515745">
                <a:moveTo>
                  <a:pt x="4581525" y="756564"/>
                </a:moveTo>
                <a:lnTo>
                  <a:pt x="4581068" y="755446"/>
                </a:lnTo>
                <a:lnTo>
                  <a:pt x="4579201" y="753579"/>
                </a:lnTo>
                <a:lnTo>
                  <a:pt x="4578083" y="753110"/>
                </a:lnTo>
                <a:lnTo>
                  <a:pt x="4575454" y="753110"/>
                </a:lnTo>
                <a:lnTo>
                  <a:pt x="4574337" y="753579"/>
                </a:lnTo>
                <a:lnTo>
                  <a:pt x="4572470" y="755446"/>
                </a:lnTo>
                <a:lnTo>
                  <a:pt x="4572000" y="756564"/>
                </a:lnTo>
                <a:lnTo>
                  <a:pt x="4572000" y="759193"/>
                </a:lnTo>
                <a:lnTo>
                  <a:pt x="4572470" y="760310"/>
                </a:lnTo>
                <a:lnTo>
                  <a:pt x="4574337" y="762177"/>
                </a:lnTo>
                <a:lnTo>
                  <a:pt x="4575454" y="762635"/>
                </a:lnTo>
                <a:lnTo>
                  <a:pt x="4578083" y="762635"/>
                </a:lnTo>
                <a:lnTo>
                  <a:pt x="4579201" y="762177"/>
                </a:lnTo>
                <a:lnTo>
                  <a:pt x="4581068" y="760310"/>
                </a:lnTo>
                <a:lnTo>
                  <a:pt x="4581525" y="759193"/>
                </a:lnTo>
                <a:lnTo>
                  <a:pt x="4581525" y="756564"/>
                </a:lnTo>
                <a:close/>
              </a:path>
              <a:path w="4914900" h="151574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4914900" h="1515745">
                <a:moveTo>
                  <a:pt x="4629150" y="1509674"/>
                </a:moveTo>
                <a:lnTo>
                  <a:pt x="4628693" y="1508556"/>
                </a:lnTo>
                <a:lnTo>
                  <a:pt x="4626826" y="1506689"/>
                </a:lnTo>
                <a:lnTo>
                  <a:pt x="4625708" y="1506220"/>
                </a:lnTo>
                <a:lnTo>
                  <a:pt x="4623079" y="1506220"/>
                </a:lnTo>
                <a:lnTo>
                  <a:pt x="4621949" y="1506689"/>
                </a:lnTo>
                <a:lnTo>
                  <a:pt x="4620095" y="1508556"/>
                </a:lnTo>
                <a:lnTo>
                  <a:pt x="4619625" y="1509674"/>
                </a:lnTo>
                <a:lnTo>
                  <a:pt x="4619625" y="1512303"/>
                </a:lnTo>
                <a:lnTo>
                  <a:pt x="4620095" y="1513420"/>
                </a:lnTo>
                <a:lnTo>
                  <a:pt x="4621949" y="1515287"/>
                </a:lnTo>
                <a:lnTo>
                  <a:pt x="4623079" y="1515745"/>
                </a:lnTo>
                <a:lnTo>
                  <a:pt x="4625708" y="1515745"/>
                </a:lnTo>
                <a:lnTo>
                  <a:pt x="4626826" y="1515287"/>
                </a:lnTo>
                <a:lnTo>
                  <a:pt x="4628693" y="1513420"/>
                </a:lnTo>
                <a:lnTo>
                  <a:pt x="4629150" y="1512303"/>
                </a:lnTo>
                <a:lnTo>
                  <a:pt x="4629150" y="1509674"/>
                </a:lnTo>
                <a:close/>
              </a:path>
              <a:path w="4914900" h="1515745">
                <a:moveTo>
                  <a:pt x="4629150" y="756564"/>
                </a:moveTo>
                <a:lnTo>
                  <a:pt x="4628693" y="755446"/>
                </a:lnTo>
                <a:lnTo>
                  <a:pt x="4626826" y="753579"/>
                </a:lnTo>
                <a:lnTo>
                  <a:pt x="4625708" y="753110"/>
                </a:lnTo>
                <a:lnTo>
                  <a:pt x="4623079" y="753110"/>
                </a:lnTo>
                <a:lnTo>
                  <a:pt x="4621949" y="753579"/>
                </a:lnTo>
                <a:lnTo>
                  <a:pt x="4620095" y="755446"/>
                </a:lnTo>
                <a:lnTo>
                  <a:pt x="4619625" y="756564"/>
                </a:lnTo>
                <a:lnTo>
                  <a:pt x="4619625" y="759193"/>
                </a:lnTo>
                <a:lnTo>
                  <a:pt x="4620095" y="760310"/>
                </a:lnTo>
                <a:lnTo>
                  <a:pt x="4621949" y="762177"/>
                </a:lnTo>
                <a:lnTo>
                  <a:pt x="4623079" y="762635"/>
                </a:lnTo>
                <a:lnTo>
                  <a:pt x="4625708" y="762635"/>
                </a:lnTo>
                <a:lnTo>
                  <a:pt x="4626826" y="762177"/>
                </a:lnTo>
                <a:lnTo>
                  <a:pt x="4628693" y="760310"/>
                </a:lnTo>
                <a:lnTo>
                  <a:pt x="4629150" y="759193"/>
                </a:lnTo>
                <a:lnTo>
                  <a:pt x="4629150" y="756564"/>
                </a:lnTo>
                <a:close/>
              </a:path>
              <a:path w="4914900" h="151574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49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49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4914900" h="1515745">
                <a:moveTo>
                  <a:pt x="4676775" y="1509674"/>
                </a:moveTo>
                <a:lnTo>
                  <a:pt x="4676318" y="1508556"/>
                </a:lnTo>
                <a:lnTo>
                  <a:pt x="4674451" y="1506689"/>
                </a:lnTo>
                <a:lnTo>
                  <a:pt x="4673333" y="1506220"/>
                </a:lnTo>
                <a:lnTo>
                  <a:pt x="4670704" y="1506220"/>
                </a:lnTo>
                <a:lnTo>
                  <a:pt x="4669574" y="1506689"/>
                </a:lnTo>
                <a:lnTo>
                  <a:pt x="4667720" y="1508556"/>
                </a:lnTo>
                <a:lnTo>
                  <a:pt x="4667250" y="1509674"/>
                </a:lnTo>
                <a:lnTo>
                  <a:pt x="4667250" y="1512303"/>
                </a:lnTo>
                <a:lnTo>
                  <a:pt x="4667720" y="1513420"/>
                </a:lnTo>
                <a:lnTo>
                  <a:pt x="4669574" y="1515287"/>
                </a:lnTo>
                <a:lnTo>
                  <a:pt x="4670704" y="1515745"/>
                </a:lnTo>
                <a:lnTo>
                  <a:pt x="4673333" y="1515745"/>
                </a:lnTo>
                <a:lnTo>
                  <a:pt x="4674451" y="1515287"/>
                </a:lnTo>
                <a:lnTo>
                  <a:pt x="4676318" y="1513420"/>
                </a:lnTo>
                <a:lnTo>
                  <a:pt x="4676775" y="1512303"/>
                </a:lnTo>
                <a:lnTo>
                  <a:pt x="4676775" y="1509674"/>
                </a:lnTo>
                <a:close/>
              </a:path>
              <a:path w="4914900" h="1515745">
                <a:moveTo>
                  <a:pt x="4676775" y="756564"/>
                </a:moveTo>
                <a:lnTo>
                  <a:pt x="4676318" y="755446"/>
                </a:lnTo>
                <a:lnTo>
                  <a:pt x="4674451" y="753579"/>
                </a:lnTo>
                <a:lnTo>
                  <a:pt x="4673333" y="753110"/>
                </a:lnTo>
                <a:lnTo>
                  <a:pt x="4670704" y="753110"/>
                </a:lnTo>
                <a:lnTo>
                  <a:pt x="4669574" y="753579"/>
                </a:lnTo>
                <a:lnTo>
                  <a:pt x="4667720" y="755446"/>
                </a:lnTo>
                <a:lnTo>
                  <a:pt x="4667250" y="756564"/>
                </a:lnTo>
                <a:lnTo>
                  <a:pt x="4667250" y="759193"/>
                </a:lnTo>
                <a:lnTo>
                  <a:pt x="4667720" y="760310"/>
                </a:lnTo>
                <a:lnTo>
                  <a:pt x="4669574" y="762177"/>
                </a:lnTo>
                <a:lnTo>
                  <a:pt x="4670704" y="762635"/>
                </a:lnTo>
                <a:lnTo>
                  <a:pt x="4673333" y="762635"/>
                </a:lnTo>
                <a:lnTo>
                  <a:pt x="4674451" y="762177"/>
                </a:lnTo>
                <a:lnTo>
                  <a:pt x="4676318" y="760310"/>
                </a:lnTo>
                <a:lnTo>
                  <a:pt x="4676775" y="759193"/>
                </a:lnTo>
                <a:lnTo>
                  <a:pt x="4676775" y="756564"/>
                </a:lnTo>
                <a:close/>
              </a:path>
              <a:path w="4914900" h="151574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74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74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4914900" h="1515745">
                <a:moveTo>
                  <a:pt x="4724400" y="1509674"/>
                </a:moveTo>
                <a:lnTo>
                  <a:pt x="4723943" y="1508556"/>
                </a:lnTo>
                <a:lnTo>
                  <a:pt x="4722076" y="1506689"/>
                </a:lnTo>
                <a:lnTo>
                  <a:pt x="4720958" y="1506220"/>
                </a:lnTo>
                <a:lnTo>
                  <a:pt x="4718329" y="1506220"/>
                </a:lnTo>
                <a:lnTo>
                  <a:pt x="4717199" y="1506689"/>
                </a:lnTo>
                <a:lnTo>
                  <a:pt x="4715345" y="1508556"/>
                </a:lnTo>
                <a:lnTo>
                  <a:pt x="4714875" y="1509674"/>
                </a:lnTo>
                <a:lnTo>
                  <a:pt x="4714875" y="1512303"/>
                </a:lnTo>
                <a:lnTo>
                  <a:pt x="4715345" y="1513420"/>
                </a:lnTo>
                <a:lnTo>
                  <a:pt x="4717199" y="1515287"/>
                </a:lnTo>
                <a:lnTo>
                  <a:pt x="4718329" y="1515745"/>
                </a:lnTo>
                <a:lnTo>
                  <a:pt x="4720958" y="1515745"/>
                </a:lnTo>
                <a:lnTo>
                  <a:pt x="4722076" y="1515287"/>
                </a:lnTo>
                <a:lnTo>
                  <a:pt x="4723943" y="1513420"/>
                </a:lnTo>
                <a:lnTo>
                  <a:pt x="4724400" y="1512303"/>
                </a:lnTo>
                <a:lnTo>
                  <a:pt x="4724400" y="1509674"/>
                </a:lnTo>
                <a:close/>
              </a:path>
              <a:path w="4914900" h="1515745">
                <a:moveTo>
                  <a:pt x="4724400" y="756564"/>
                </a:moveTo>
                <a:lnTo>
                  <a:pt x="4723943" y="755446"/>
                </a:lnTo>
                <a:lnTo>
                  <a:pt x="4722076" y="753579"/>
                </a:lnTo>
                <a:lnTo>
                  <a:pt x="4720958" y="753110"/>
                </a:lnTo>
                <a:lnTo>
                  <a:pt x="4718329" y="753110"/>
                </a:lnTo>
                <a:lnTo>
                  <a:pt x="4717199" y="753579"/>
                </a:lnTo>
                <a:lnTo>
                  <a:pt x="4715345" y="755446"/>
                </a:lnTo>
                <a:lnTo>
                  <a:pt x="4714875" y="756564"/>
                </a:lnTo>
                <a:lnTo>
                  <a:pt x="4714875" y="759193"/>
                </a:lnTo>
                <a:lnTo>
                  <a:pt x="4715345" y="760310"/>
                </a:lnTo>
                <a:lnTo>
                  <a:pt x="4717199" y="762177"/>
                </a:lnTo>
                <a:lnTo>
                  <a:pt x="4718329" y="762635"/>
                </a:lnTo>
                <a:lnTo>
                  <a:pt x="4720958" y="762635"/>
                </a:lnTo>
                <a:lnTo>
                  <a:pt x="4722076" y="762177"/>
                </a:lnTo>
                <a:lnTo>
                  <a:pt x="4723943" y="760310"/>
                </a:lnTo>
                <a:lnTo>
                  <a:pt x="4724400" y="759193"/>
                </a:lnTo>
                <a:lnTo>
                  <a:pt x="4724400" y="756564"/>
                </a:lnTo>
                <a:close/>
              </a:path>
              <a:path w="4914900" h="151574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199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199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4914900" h="1515745">
                <a:moveTo>
                  <a:pt x="4772025" y="1509674"/>
                </a:moveTo>
                <a:lnTo>
                  <a:pt x="4771568" y="1508556"/>
                </a:lnTo>
                <a:lnTo>
                  <a:pt x="4769701" y="1506689"/>
                </a:lnTo>
                <a:lnTo>
                  <a:pt x="4768583" y="1506220"/>
                </a:lnTo>
                <a:lnTo>
                  <a:pt x="4765954" y="1506220"/>
                </a:lnTo>
                <a:lnTo>
                  <a:pt x="4764824" y="1506689"/>
                </a:lnTo>
                <a:lnTo>
                  <a:pt x="4762970" y="1508556"/>
                </a:lnTo>
                <a:lnTo>
                  <a:pt x="4762500" y="1509674"/>
                </a:lnTo>
                <a:lnTo>
                  <a:pt x="4762500" y="1512303"/>
                </a:lnTo>
                <a:lnTo>
                  <a:pt x="4762970" y="1513420"/>
                </a:lnTo>
                <a:lnTo>
                  <a:pt x="4764824" y="1515287"/>
                </a:lnTo>
                <a:lnTo>
                  <a:pt x="4765954" y="1515745"/>
                </a:lnTo>
                <a:lnTo>
                  <a:pt x="4768583" y="1515745"/>
                </a:lnTo>
                <a:lnTo>
                  <a:pt x="4769701" y="1515287"/>
                </a:lnTo>
                <a:lnTo>
                  <a:pt x="4771568" y="1513420"/>
                </a:lnTo>
                <a:lnTo>
                  <a:pt x="4772025" y="1512303"/>
                </a:lnTo>
                <a:lnTo>
                  <a:pt x="4772025" y="1509674"/>
                </a:lnTo>
                <a:close/>
              </a:path>
              <a:path w="4914900" h="1515745">
                <a:moveTo>
                  <a:pt x="4772025" y="756564"/>
                </a:moveTo>
                <a:lnTo>
                  <a:pt x="4771568" y="755446"/>
                </a:lnTo>
                <a:lnTo>
                  <a:pt x="4769701" y="753579"/>
                </a:lnTo>
                <a:lnTo>
                  <a:pt x="4768583" y="753110"/>
                </a:lnTo>
                <a:lnTo>
                  <a:pt x="4765954" y="753110"/>
                </a:lnTo>
                <a:lnTo>
                  <a:pt x="4764824" y="753579"/>
                </a:lnTo>
                <a:lnTo>
                  <a:pt x="4762970" y="755446"/>
                </a:lnTo>
                <a:lnTo>
                  <a:pt x="4762500" y="756564"/>
                </a:lnTo>
                <a:lnTo>
                  <a:pt x="4762500" y="759193"/>
                </a:lnTo>
                <a:lnTo>
                  <a:pt x="4762970" y="760310"/>
                </a:lnTo>
                <a:lnTo>
                  <a:pt x="4764824" y="762177"/>
                </a:lnTo>
                <a:lnTo>
                  <a:pt x="4765954" y="762635"/>
                </a:lnTo>
                <a:lnTo>
                  <a:pt x="4768583" y="762635"/>
                </a:lnTo>
                <a:lnTo>
                  <a:pt x="4769701" y="762177"/>
                </a:lnTo>
                <a:lnTo>
                  <a:pt x="4771568" y="760310"/>
                </a:lnTo>
                <a:lnTo>
                  <a:pt x="4772025" y="759193"/>
                </a:lnTo>
                <a:lnTo>
                  <a:pt x="4772025" y="756564"/>
                </a:lnTo>
                <a:close/>
              </a:path>
              <a:path w="4914900" h="1515745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24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24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  <a:path w="4914900" h="1515745">
                <a:moveTo>
                  <a:pt x="4819650" y="1509674"/>
                </a:moveTo>
                <a:lnTo>
                  <a:pt x="4819193" y="1508556"/>
                </a:lnTo>
                <a:lnTo>
                  <a:pt x="4817326" y="1506689"/>
                </a:lnTo>
                <a:lnTo>
                  <a:pt x="4816208" y="1506220"/>
                </a:lnTo>
                <a:lnTo>
                  <a:pt x="4813579" y="1506220"/>
                </a:lnTo>
                <a:lnTo>
                  <a:pt x="4812449" y="1506689"/>
                </a:lnTo>
                <a:lnTo>
                  <a:pt x="4810595" y="1508556"/>
                </a:lnTo>
                <a:lnTo>
                  <a:pt x="4810125" y="1509674"/>
                </a:lnTo>
                <a:lnTo>
                  <a:pt x="4810125" y="1512303"/>
                </a:lnTo>
                <a:lnTo>
                  <a:pt x="4810595" y="1513420"/>
                </a:lnTo>
                <a:lnTo>
                  <a:pt x="4812449" y="1515287"/>
                </a:lnTo>
                <a:lnTo>
                  <a:pt x="4813579" y="1515745"/>
                </a:lnTo>
                <a:lnTo>
                  <a:pt x="4816208" y="1515745"/>
                </a:lnTo>
                <a:lnTo>
                  <a:pt x="4817326" y="1515287"/>
                </a:lnTo>
                <a:lnTo>
                  <a:pt x="4819193" y="1513420"/>
                </a:lnTo>
                <a:lnTo>
                  <a:pt x="4819650" y="1512303"/>
                </a:lnTo>
                <a:lnTo>
                  <a:pt x="4819650" y="1509674"/>
                </a:lnTo>
                <a:close/>
              </a:path>
              <a:path w="4914900" h="1515745">
                <a:moveTo>
                  <a:pt x="4819650" y="756564"/>
                </a:moveTo>
                <a:lnTo>
                  <a:pt x="4819193" y="755446"/>
                </a:lnTo>
                <a:lnTo>
                  <a:pt x="4817326" y="753579"/>
                </a:lnTo>
                <a:lnTo>
                  <a:pt x="4816208" y="753110"/>
                </a:lnTo>
                <a:lnTo>
                  <a:pt x="4813579" y="753110"/>
                </a:lnTo>
                <a:lnTo>
                  <a:pt x="4812449" y="753579"/>
                </a:lnTo>
                <a:lnTo>
                  <a:pt x="4810595" y="755446"/>
                </a:lnTo>
                <a:lnTo>
                  <a:pt x="4810125" y="756564"/>
                </a:lnTo>
                <a:lnTo>
                  <a:pt x="4810125" y="759193"/>
                </a:lnTo>
                <a:lnTo>
                  <a:pt x="4810595" y="760310"/>
                </a:lnTo>
                <a:lnTo>
                  <a:pt x="4812449" y="762177"/>
                </a:lnTo>
                <a:lnTo>
                  <a:pt x="4813579" y="762635"/>
                </a:lnTo>
                <a:lnTo>
                  <a:pt x="4816208" y="762635"/>
                </a:lnTo>
                <a:lnTo>
                  <a:pt x="4817326" y="762177"/>
                </a:lnTo>
                <a:lnTo>
                  <a:pt x="4819193" y="760310"/>
                </a:lnTo>
                <a:lnTo>
                  <a:pt x="4819650" y="759193"/>
                </a:lnTo>
                <a:lnTo>
                  <a:pt x="4819650" y="756564"/>
                </a:lnTo>
                <a:close/>
              </a:path>
              <a:path w="4914900" h="1515745">
                <a:moveTo>
                  <a:pt x="4819650" y="3454"/>
                </a:moveTo>
                <a:lnTo>
                  <a:pt x="4819193" y="2336"/>
                </a:lnTo>
                <a:lnTo>
                  <a:pt x="4817326" y="469"/>
                </a:lnTo>
                <a:lnTo>
                  <a:pt x="4816208" y="0"/>
                </a:lnTo>
                <a:lnTo>
                  <a:pt x="4813579" y="0"/>
                </a:lnTo>
                <a:lnTo>
                  <a:pt x="4812449" y="469"/>
                </a:lnTo>
                <a:lnTo>
                  <a:pt x="4810595" y="2336"/>
                </a:lnTo>
                <a:lnTo>
                  <a:pt x="4810125" y="3454"/>
                </a:lnTo>
                <a:lnTo>
                  <a:pt x="4810125" y="6083"/>
                </a:lnTo>
                <a:lnTo>
                  <a:pt x="4810595" y="7200"/>
                </a:lnTo>
                <a:lnTo>
                  <a:pt x="4812449" y="9067"/>
                </a:lnTo>
                <a:lnTo>
                  <a:pt x="4813579" y="9525"/>
                </a:lnTo>
                <a:lnTo>
                  <a:pt x="4816208" y="9525"/>
                </a:lnTo>
                <a:lnTo>
                  <a:pt x="4817326" y="9067"/>
                </a:lnTo>
                <a:lnTo>
                  <a:pt x="4819193" y="7200"/>
                </a:lnTo>
                <a:lnTo>
                  <a:pt x="4819650" y="6083"/>
                </a:lnTo>
                <a:lnTo>
                  <a:pt x="4819650" y="3454"/>
                </a:lnTo>
                <a:close/>
              </a:path>
              <a:path w="4914900" h="1515745">
                <a:moveTo>
                  <a:pt x="4867275" y="1509674"/>
                </a:moveTo>
                <a:lnTo>
                  <a:pt x="4866818" y="1508556"/>
                </a:lnTo>
                <a:lnTo>
                  <a:pt x="4864951" y="1506689"/>
                </a:lnTo>
                <a:lnTo>
                  <a:pt x="4863833" y="1506220"/>
                </a:lnTo>
                <a:lnTo>
                  <a:pt x="4861204" y="1506220"/>
                </a:lnTo>
                <a:lnTo>
                  <a:pt x="4860074" y="1506689"/>
                </a:lnTo>
                <a:lnTo>
                  <a:pt x="4858220" y="1508556"/>
                </a:lnTo>
                <a:lnTo>
                  <a:pt x="4857750" y="1509674"/>
                </a:lnTo>
                <a:lnTo>
                  <a:pt x="4857750" y="1512303"/>
                </a:lnTo>
                <a:lnTo>
                  <a:pt x="4858220" y="1513420"/>
                </a:lnTo>
                <a:lnTo>
                  <a:pt x="4860074" y="1515287"/>
                </a:lnTo>
                <a:lnTo>
                  <a:pt x="4861204" y="1515745"/>
                </a:lnTo>
                <a:lnTo>
                  <a:pt x="4863833" y="1515745"/>
                </a:lnTo>
                <a:lnTo>
                  <a:pt x="4864951" y="1515287"/>
                </a:lnTo>
                <a:lnTo>
                  <a:pt x="4866818" y="1513420"/>
                </a:lnTo>
                <a:lnTo>
                  <a:pt x="4867275" y="1512303"/>
                </a:lnTo>
                <a:lnTo>
                  <a:pt x="4867275" y="1509674"/>
                </a:lnTo>
                <a:close/>
              </a:path>
              <a:path w="4914900" h="1515745">
                <a:moveTo>
                  <a:pt x="4867275" y="756564"/>
                </a:moveTo>
                <a:lnTo>
                  <a:pt x="4866818" y="755446"/>
                </a:lnTo>
                <a:lnTo>
                  <a:pt x="4864951" y="753579"/>
                </a:lnTo>
                <a:lnTo>
                  <a:pt x="4863833" y="753110"/>
                </a:lnTo>
                <a:lnTo>
                  <a:pt x="4861204" y="753110"/>
                </a:lnTo>
                <a:lnTo>
                  <a:pt x="4860074" y="753579"/>
                </a:lnTo>
                <a:lnTo>
                  <a:pt x="4858220" y="755446"/>
                </a:lnTo>
                <a:lnTo>
                  <a:pt x="4857750" y="756564"/>
                </a:lnTo>
                <a:lnTo>
                  <a:pt x="4857750" y="759193"/>
                </a:lnTo>
                <a:lnTo>
                  <a:pt x="4858220" y="760310"/>
                </a:lnTo>
                <a:lnTo>
                  <a:pt x="4860074" y="762177"/>
                </a:lnTo>
                <a:lnTo>
                  <a:pt x="4861204" y="762635"/>
                </a:lnTo>
                <a:lnTo>
                  <a:pt x="4863833" y="762635"/>
                </a:lnTo>
                <a:lnTo>
                  <a:pt x="4864951" y="762177"/>
                </a:lnTo>
                <a:lnTo>
                  <a:pt x="4866818" y="760310"/>
                </a:lnTo>
                <a:lnTo>
                  <a:pt x="4867275" y="759193"/>
                </a:lnTo>
                <a:lnTo>
                  <a:pt x="4867275" y="756564"/>
                </a:lnTo>
                <a:close/>
              </a:path>
              <a:path w="4914900" h="1515745">
                <a:moveTo>
                  <a:pt x="4867275" y="3454"/>
                </a:moveTo>
                <a:lnTo>
                  <a:pt x="4866818" y="2336"/>
                </a:lnTo>
                <a:lnTo>
                  <a:pt x="4864951" y="469"/>
                </a:lnTo>
                <a:lnTo>
                  <a:pt x="4863833" y="0"/>
                </a:lnTo>
                <a:lnTo>
                  <a:pt x="4861204" y="0"/>
                </a:lnTo>
                <a:lnTo>
                  <a:pt x="4860074" y="469"/>
                </a:lnTo>
                <a:lnTo>
                  <a:pt x="4858220" y="2336"/>
                </a:lnTo>
                <a:lnTo>
                  <a:pt x="4857750" y="3454"/>
                </a:lnTo>
                <a:lnTo>
                  <a:pt x="4857750" y="6083"/>
                </a:lnTo>
                <a:lnTo>
                  <a:pt x="4858220" y="7200"/>
                </a:lnTo>
                <a:lnTo>
                  <a:pt x="4860074" y="9067"/>
                </a:lnTo>
                <a:lnTo>
                  <a:pt x="4861204" y="9525"/>
                </a:lnTo>
                <a:lnTo>
                  <a:pt x="4863833" y="9525"/>
                </a:lnTo>
                <a:lnTo>
                  <a:pt x="4864951" y="9067"/>
                </a:lnTo>
                <a:lnTo>
                  <a:pt x="4866818" y="7200"/>
                </a:lnTo>
                <a:lnTo>
                  <a:pt x="4867275" y="6083"/>
                </a:lnTo>
                <a:lnTo>
                  <a:pt x="4867275" y="3454"/>
                </a:lnTo>
                <a:close/>
              </a:path>
              <a:path w="4914900" h="1515745">
                <a:moveTo>
                  <a:pt x="4914900" y="1509674"/>
                </a:moveTo>
                <a:lnTo>
                  <a:pt x="4914443" y="1508556"/>
                </a:lnTo>
                <a:lnTo>
                  <a:pt x="4912576" y="1506689"/>
                </a:lnTo>
                <a:lnTo>
                  <a:pt x="4911458" y="1506220"/>
                </a:lnTo>
                <a:lnTo>
                  <a:pt x="4908829" y="1506220"/>
                </a:lnTo>
                <a:lnTo>
                  <a:pt x="4907699" y="1506689"/>
                </a:lnTo>
                <a:lnTo>
                  <a:pt x="4905845" y="1508556"/>
                </a:lnTo>
                <a:lnTo>
                  <a:pt x="4905375" y="1509674"/>
                </a:lnTo>
                <a:lnTo>
                  <a:pt x="4905375" y="1512303"/>
                </a:lnTo>
                <a:lnTo>
                  <a:pt x="4905845" y="1513420"/>
                </a:lnTo>
                <a:lnTo>
                  <a:pt x="4907699" y="1515287"/>
                </a:lnTo>
                <a:lnTo>
                  <a:pt x="4908829" y="1515745"/>
                </a:lnTo>
                <a:lnTo>
                  <a:pt x="4911458" y="1515745"/>
                </a:lnTo>
                <a:lnTo>
                  <a:pt x="4912576" y="1515287"/>
                </a:lnTo>
                <a:lnTo>
                  <a:pt x="4914443" y="1513420"/>
                </a:lnTo>
                <a:lnTo>
                  <a:pt x="4914900" y="1512303"/>
                </a:lnTo>
                <a:lnTo>
                  <a:pt x="4914900" y="1509674"/>
                </a:lnTo>
                <a:close/>
              </a:path>
              <a:path w="4914900" h="1515745">
                <a:moveTo>
                  <a:pt x="4914900" y="756564"/>
                </a:moveTo>
                <a:lnTo>
                  <a:pt x="4914443" y="755446"/>
                </a:lnTo>
                <a:lnTo>
                  <a:pt x="4912576" y="753579"/>
                </a:lnTo>
                <a:lnTo>
                  <a:pt x="4911458" y="753110"/>
                </a:lnTo>
                <a:lnTo>
                  <a:pt x="4908829" y="753110"/>
                </a:lnTo>
                <a:lnTo>
                  <a:pt x="4907699" y="753579"/>
                </a:lnTo>
                <a:lnTo>
                  <a:pt x="4905845" y="755446"/>
                </a:lnTo>
                <a:lnTo>
                  <a:pt x="4905375" y="756564"/>
                </a:lnTo>
                <a:lnTo>
                  <a:pt x="4905375" y="759193"/>
                </a:lnTo>
                <a:lnTo>
                  <a:pt x="4905845" y="760310"/>
                </a:lnTo>
                <a:lnTo>
                  <a:pt x="4907699" y="762177"/>
                </a:lnTo>
                <a:lnTo>
                  <a:pt x="4908829" y="762635"/>
                </a:lnTo>
                <a:lnTo>
                  <a:pt x="4911458" y="762635"/>
                </a:lnTo>
                <a:lnTo>
                  <a:pt x="4912576" y="762177"/>
                </a:lnTo>
                <a:lnTo>
                  <a:pt x="4914443" y="760310"/>
                </a:lnTo>
                <a:lnTo>
                  <a:pt x="4914900" y="759193"/>
                </a:lnTo>
                <a:lnTo>
                  <a:pt x="4914900" y="756564"/>
                </a:lnTo>
                <a:close/>
              </a:path>
              <a:path w="4914900" h="1515745">
                <a:moveTo>
                  <a:pt x="4914900" y="3454"/>
                </a:moveTo>
                <a:lnTo>
                  <a:pt x="4914443" y="2336"/>
                </a:lnTo>
                <a:lnTo>
                  <a:pt x="4912576" y="469"/>
                </a:lnTo>
                <a:lnTo>
                  <a:pt x="4911458" y="0"/>
                </a:lnTo>
                <a:lnTo>
                  <a:pt x="4908829" y="0"/>
                </a:lnTo>
                <a:lnTo>
                  <a:pt x="4907699" y="469"/>
                </a:lnTo>
                <a:lnTo>
                  <a:pt x="4905845" y="2336"/>
                </a:lnTo>
                <a:lnTo>
                  <a:pt x="4905375" y="3454"/>
                </a:lnTo>
                <a:lnTo>
                  <a:pt x="4905375" y="6083"/>
                </a:lnTo>
                <a:lnTo>
                  <a:pt x="4905845" y="7200"/>
                </a:lnTo>
                <a:lnTo>
                  <a:pt x="4907699" y="9067"/>
                </a:lnTo>
                <a:lnTo>
                  <a:pt x="4908829" y="9525"/>
                </a:lnTo>
                <a:lnTo>
                  <a:pt x="4911458" y="9525"/>
                </a:lnTo>
                <a:lnTo>
                  <a:pt x="4912576" y="9067"/>
                </a:lnTo>
                <a:lnTo>
                  <a:pt x="4914443" y="7200"/>
                </a:lnTo>
                <a:lnTo>
                  <a:pt x="4914900" y="6083"/>
                </a:lnTo>
                <a:lnTo>
                  <a:pt x="491490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6883995" y="3206213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883995" y="245310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359155" y="4216400"/>
            <a:ext cx="427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52423"/>
                </a:solidFill>
                <a:latin typeface="Tahoma"/>
                <a:cs typeface="Tahoma"/>
              </a:rPr>
              <a:t>Stress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688445" y="2859980"/>
            <a:ext cx="177800" cy="4870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ahoma"/>
                <a:cs typeface="Tahoma"/>
              </a:rPr>
              <a:t>Anxiety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9230021" y="4070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0322221" y="4070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1414421" y="40703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11" name="object 11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0128567" y="3774249"/>
            <a:ext cx="89534" cy="89534"/>
          </a:xfrm>
          <a:prstGeom prst="rect">
            <a:avLst/>
          </a:prstGeom>
        </p:spPr>
      </p:pic>
      <p:grpSp>
        <p:nvGrpSpPr>
          <p:cNvPr id="112" name="object 112"/>
          <p:cNvGrpSpPr/>
          <p:nvPr/>
        </p:nvGrpSpPr>
        <p:grpSpPr>
          <a:xfrm>
            <a:off x="7110411" y="2192337"/>
            <a:ext cx="4636770" cy="1866900"/>
            <a:chOff x="7110411" y="2192337"/>
            <a:chExt cx="4636770" cy="1866900"/>
          </a:xfrm>
        </p:grpSpPr>
        <p:sp>
          <p:nvSpPr>
            <p:cNvPr id="113" name="object 113"/>
            <p:cNvSpPr/>
            <p:nvPr/>
          </p:nvSpPr>
          <p:spPr>
            <a:xfrm>
              <a:off x="9696449" y="4004944"/>
              <a:ext cx="80010" cy="49530"/>
            </a:xfrm>
            <a:custGeom>
              <a:avLst/>
              <a:gdLst/>
              <a:ahLst/>
              <a:cxnLst/>
              <a:rect l="l" t="t" r="r" b="b"/>
              <a:pathLst>
                <a:path w="80009" h="49529">
                  <a:moveTo>
                    <a:pt x="79170" y="49530"/>
                  </a:moveTo>
                  <a:lnTo>
                    <a:pt x="839" y="49530"/>
                  </a:lnTo>
                  <a:lnTo>
                    <a:pt x="0" y="45309"/>
                  </a:lnTo>
                  <a:lnTo>
                    <a:pt x="0" y="34699"/>
                  </a:lnTo>
                  <a:lnTo>
                    <a:pt x="1015" y="29596"/>
                  </a:lnTo>
                  <a:lnTo>
                    <a:pt x="29596" y="1015"/>
                  </a:lnTo>
                  <a:lnTo>
                    <a:pt x="34699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79170" y="49530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696449" y="4004944"/>
              <a:ext cx="80010" cy="49530"/>
            </a:xfrm>
            <a:custGeom>
              <a:avLst/>
              <a:gdLst/>
              <a:ahLst/>
              <a:cxnLst/>
              <a:rect l="l" t="t" r="r" b="b"/>
              <a:pathLst>
                <a:path w="80009" h="49529">
                  <a:moveTo>
                    <a:pt x="79170" y="49530"/>
                  </a:moveTo>
                  <a:lnTo>
                    <a:pt x="80009" y="45309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  <a:lnTo>
                    <a:pt x="0" y="45309"/>
                  </a:lnTo>
                  <a:lnTo>
                    <a:pt x="839" y="49530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914889" y="4004944"/>
              <a:ext cx="80010" cy="49530"/>
            </a:xfrm>
            <a:custGeom>
              <a:avLst/>
              <a:gdLst/>
              <a:ahLst/>
              <a:cxnLst/>
              <a:rect l="l" t="t" r="r" b="b"/>
              <a:pathLst>
                <a:path w="80009" h="49529">
                  <a:moveTo>
                    <a:pt x="79170" y="49530"/>
                  </a:moveTo>
                  <a:lnTo>
                    <a:pt x="839" y="49530"/>
                  </a:lnTo>
                  <a:lnTo>
                    <a:pt x="0" y="45309"/>
                  </a:lnTo>
                  <a:lnTo>
                    <a:pt x="0" y="34699"/>
                  </a:lnTo>
                  <a:lnTo>
                    <a:pt x="1015" y="29596"/>
                  </a:lnTo>
                  <a:lnTo>
                    <a:pt x="29596" y="1015"/>
                  </a:lnTo>
                  <a:lnTo>
                    <a:pt x="34699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79170" y="49530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914889" y="4004944"/>
              <a:ext cx="80010" cy="49530"/>
            </a:xfrm>
            <a:custGeom>
              <a:avLst/>
              <a:gdLst/>
              <a:ahLst/>
              <a:cxnLst/>
              <a:rect l="l" t="t" r="r" b="b"/>
              <a:pathLst>
                <a:path w="80009" h="49529">
                  <a:moveTo>
                    <a:pt x="79170" y="49530"/>
                  </a:moveTo>
                  <a:lnTo>
                    <a:pt x="80009" y="45309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  <a:lnTo>
                    <a:pt x="0" y="45309"/>
                  </a:lnTo>
                  <a:lnTo>
                    <a:pt x="839" y="49530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914889" y="392963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9914889" y="3929633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288846" y="3397694"/>
              <a:ext cx="89535" cy="661543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110411" y="2192337"/>
              <a:ext cx="49529" cy="186689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507286" y="3096450"/>
              <a:ext cx="89535" cy="962786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57646" y="3548316"/>
              <a:ext cx="89534" cy="89534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725726" y="2945828"/>
              <a:ext cx="89535" cy="111340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162606" y="2192337"/>
              <a:ext cx="89534" cy="186689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944166" y="2945828"/>
              <a:ext cx="89535" cy="1113409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381046" y="2945828"/>
              <a:ext cx="89535" cy="1113409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254806" y="2192337"/>
              <a:ext cx="89534" cy="1866899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565446" y="3322383"/>
              <a:ext cx="89534" cy="8953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817926" y="2795206"/>
              <a:ext cx="89534" cy="1143889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599486" y="2644584"/>
              <a:ext cx="89534" cy="1294511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36366" y="2945828"/>
              <a:ext cx="89534" cy="767333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473246" y="2870517"/>
              <a:ext cx="89534" cy="91795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439206" y="2192337"/>
              <a:ext cx="89534" cy="1866899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128567" y="2719895"/>
              <a:ext cx="89534" cy="842644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910126" y="2644584"/>
              <a:ext cx="89534" cy="91795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691686" y="2418651"/>
              <a:ext cx="89534" cy="121920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347006" y="2192337"/>
              <a:ext cx="89534" cy="1866899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783887" y="3021139"/>
              <a:ext cx="89534" cy="8953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220766" y="2945828"/>
              <a:ext cx="89534" cy="8953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0565446" y="2418651"/>
              <a:ext cx="89534" cy="76733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783887" y="2795206"/>
              <a:ext cx="89534" cy="89534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20766" y="2719895"/>
              <a:ext cx="89534" cy="89534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9478009" y="264934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478009" y="2649347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002326" y="2644584"/>
              <a:ext cx="89534" cy="8953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9478009" y="2574035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45309" y="80009"/>
                  </a:moveTo>
                  <a:lnTo>
                    <a:pt x="34700" y="80009"/>
                  </a:lnTo>
                  <a:lnTo>
                    <a:pt x="29596" y="78994"/>
                  </a:lnTo>
                  <a:lnTo>
                    <a:pt x="1015" y="50413"/>
                  </a:lnTo>
                  <a:lnTo>
                    <a:pt x="0" y="40004"/>
                  </a:lnTo>
                  <a:lnTo>
                    <a:pt x="0" y="34699"/>
                  </a:lnTo>
                  <a:lnTo>
                    <a:pt x="29596" y="1015"/>
                  </a:lnTo>
                  <a:lnTo>
                    <a:pt x="34700" y="0"/>
                  </a:lnTo>
                  <a:lnTo>
                    <a:pt x="45309" y="0"/>
                  </a:lnTo>
                  <a:lnTo>
                    <a:pt x="78994" y="29596"/>
                  </a:lnTo>
                  <a:lnTo>
                    <a:pt x="80009" y="34699"/>
                  </a:lnTo>
                  <a:lnTo>
                    <a:pt x="80009" y="45309"/>
                  </a:lnTo>
                  <a:lnTo>
                    <a:pt x="50413" y="78994"/>
                  </a:lnTo>
                  <a:lnTo>
                    <a:pt x="45309" y="80009"/>
                  </a:lnTo>
                  <a:close/>
                </a:path>
              </a:pathLst>
            </a:custGeom>
            <a:solidFill>
              <a:srgbClr val="499094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9478009" y="2574035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09" h="80010">
                  <a:moveTo>
                    <a:pt x="0" y="40004"/>
                  </a:moveTo>
                  <a:lnTo>
                    <a:pt x="19794" y="74934"/>
                  </a:lnTo>
                  <a:lnTo>
                    <a:pt x="40004" y="80009"/>
                  </a:lnTo>
                  <a:lnTo>
                    <a:pt x="45309" y="80009"/>
                  </a:lnTo>
                  <a:lnTo>
                    <a:pt x="76964" y="55314"/>
                  </a:lnTo>
                  <a:lnTo>
                    <a:pt x="80009" y="40004"/>
                  </a:lnTo>
                  <a:lnTo>
                    <a:pt x="80009" y="34700"/>
                  </a:lnTo>
                  <a:lnTo>
                    <a:pt x="55314" y="3045"/>
                  </a:lnTo>
                  <a:lnTo>
                    <a:pt x="40004" y="0"/>
                  </a:lnTo>
                  <a:lnTo>
                    <a:pt x="34700" y="0"/>
                  </a:lnTo>
                  <a:lnTo>
                    <a:pt x="3045" y="24695"/>
                  </a:lnTo>
                  <a:lnTo>
                    <a:pt x="0" y="40004"/>
                  </a:lnTo>
                </a:path>
              </a:pathLst>
            </a:custGeom>
            <a:ln w="9524">
              <a:solidFill>
                <a:srgbClr val="4990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783887" y="2569273"/>
              <a:ext cx="89534" cy="8953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57646" y="2569273"/>
              <a:ext cx="89534" cy="8953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783887" y="2418651"/>
              <a:ext cx="89534" cy="89534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20766" y="2418651"/>
              <a:ext cx="89534" cy="89534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657646" y="2418651"/>
              <a:ext cx="89534" cy="89534"/>
            </a:xfrm>
            <a:prstGeom prst="rect">
              <a:avLst/>
            </a:prstGeom>
          </p:spPr>
        </p:pic>
      </p:grpSp>
      <p:sp>
        <p:nvSpPr>
          <p:cNvPr id="153" name="object 153"/>
          <p:cNvSpPr txBox="1"/>
          <p:nvPr/>
        </p:nvSpPr>
        <p:spPr>
          <a:xfrm>
            <a:off x="387349" y="3956149"/>
            <a:ext cx="1532255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>
              <a:lnSpc>
                <a:spcPts val="975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  <a:p>
            <a:pPr marL="395605">
              <a:lnSpc>
                <a:spcPts val="975"/>
              </a:lnSpc>
              <a:tabLst>
                <a:tab pos="1456690" algn="l"/>
              </a:tabLst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1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spc="-170" dirty="0">
                <a:solidFill>
                  <a:srgbClr val="252423"/>
                </a:solidFill>
                <a:latin typeface="Tahoma"/>
                <a:cs typeface="Tahoma"/>
              </a:rPr>
              <a:t>GHQ</a:t>
            </a:r>
            <a:r>
              <a:rPr sz="1400" spc="-9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52423"/>
                </a:solidFill>
                <a:latin typeface="Tahoma"/>
                <a:cs typeface="Tahoma"/>
              </a:rPr>
              <a:t>and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Depression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814374" y="4773624"/>
            <a:ext cx="5248275" cy="1914525"/>
          </a:xfrm>
          <a:custGeom>
            <a:avLst/>
            <a:gdLst/>
            <a:ahLst/>
            <a:cxnLst/>
            <a:rect l="l" t="t" r="r" b="b"/>
            <a:pathLst>
              <a:path w="5248275" h="1914525">
                <a:moveTo>
                  <a:pt x="9525" y="374599"/>
                </a:moveTo>
                <a:lnTo>
                  <a:pt x="9067" y="373481"/>
                </a:lnTo>
                <a:lnTo>
                  <a:pt x="7200" y="371614"/>
                </a:lnTo>
                <a:lnTo>
                  <a:pt x="6083" y="371144"/>
                </a:lnTo>
                <a:lnTo>
                  <a:pt x="3454" y="371144"/>
                </a:lnTo>
                <a:lnTo>
                  <a:pt x="2336" y="371614"/>
                </a:lnTo>
                <a:lnTo>
                  <a:pt x="469" y="373481"/>
                </a:lnTo>
                <a:lnTo>
                  <a:pt x="0" y="374599"/>
                </a:lnTo>
                <a:lnTo>
                  <a:pt x="0" y="377228"/>
                </a:lnTo>
                <a:lnTo>
                  <a:pt x="469" y="378345"/>
                </a:lnTo>
                <a:lnTo>
                  <a:pt x="2336" y="380212"/>
                </a:lnTo>
                <a:lnTo>
                  <a:pt x="3454" y="380669"/>
                </a:lnTo>
                <a:lnTo>
                  <a:pt x="6083" y="380669"/>
                </a:lnTo>
                <a:lnTo>
                  <a:pt x="7200" y="380212"/>
                </a:lnTo>
                <a:lnTo>
                  <a:pt x="9067" y="378345"/>
                </a:lnTo>
                <a:lnTo>
                  <a:pt x="9525" y="377228"/>
                </a:lnTo>
                <a:lnTo>
                  <a:pt x="9525" y="374599"/>
                </a:lnTo>
                <a:close/>
              </a:path>
              <a:path w="5248275" h="1914525">
                <a:moveTo>
                  <a:pt x="14287" y="1908441"/>
                </a:moveTo>
                <a:lnTo>
                  <a:pt x="13830" y="1907324"/>
                </a:lnTo>
                <a:lnTo>
                  <a:pt x="11963" y="1905457"/>
                </a:lnTo>
                <a:lnTo>
                  <a:pt x="10845" y="1905000"/>
                </a:lnTo>
                <a:lnTo>
                  <a:pt x="9525" y="1905000"/>
                </a:lnTo>
                <a:lnTo>
                  <a:pt x="9525" y="1903679"/>
                </a:lnTo>
                <a:lnTo>
                  <a:pt x="9067" y="1902561"/>
                </a:lnTo>
                <a:lnTo>
                  <a:pt x="7200" y="1900694"/>
                </a:lnTo>
                <a:lnTo>
                  <a:pt x="6083" y="1900237"/>
                </a:lnTo>
                <a:lnTo>
                  <a:pt x="3454" y="1900237"/>
                </a:lnTo>
                <a:lnTo>
                  <a:pt x="2336" y="1900694"/>
                </a:lnTo>
                <a:lnTo>
                  <a:pt x="469" y="1902561"/>
                </a:lnTo>
                <a:lnTo>
                  <a:pt x="0" y="1903679"/>
                </a:lnTo>
                <a:lnTo>
                  <a:pt x="0" y="1906308"/>
                </a:lnTo>
                <a:lnTo>
                  <a:pt x="469" y="1907425"/>
                </a:lnTo>
                <a:lnTo>
                  <a:pt x="2336" y="1909292"/>
                </a:lnTo>
                <a:lnTo>
                  <a:pt x="3454" y="1909762"/>
                </a:lnTo>
                <a:lnTo>
                  <a:pt x="4762" y="1909762"/>
                </a:lnTo>
                <a:lnTo>
                  <a:pt x="4762" y="1911070"/>
                </a:lnTo>
                <a:lnTo>
                  <a:pt x="5232" y="1912188"/>
                </a:lnTo>
                <a:lnTo>
                  <a:pt x="7099" y="1914055"/>
                </a:lnTo>
                <a:lnTo>
                  <a:pt x="8216" y="1914525"/>
                </a:lnTo>
                <a:lnTo>
                  <a:pt x="10845" y="1914525"/>
                </a:lnTo>
                <a:lnTo>
                  <a:pt x="11963" y="1914055"/>
                </a:lnTo>
                <a:lnTo>
                  <a:pt x="13830" y="1912188"/>
                </a:lnTo>
                <a:lnTo>
                  <a:pt x="14287" y="1911070"/>
                </a:lnTo>
                <a:lnTo>
                  <a:pt x="14287" y="1908441"/>
                </a:lnTo>
                <a:close/>
              </a:path>
              <a:path w="5248275" h="1914525">
                <a:moveTo>
                  <a:pt x="14287" y="1860816"/>
                </a:moveTo>
                <a:lnTo>
                  <a:pt x="13830" y="1859699"/>
                </a:lnTo>
                <a:lnTo>
                  <a:pt x="11963" y="1857832"/>
                </a:lnTo>
                <a:lnTo>
                  <a:pt x="10845" y="1857375"/>
                </a:lnTo>
                <a:lnTo>
                  <a:pt x="8216" y="1857375"/>
                </a:lnTo>
                <a:lnTo>
                  <a:pt x="7099" y="1857832"/>
                </a:lnTo>
                <a:lnTo>
                  <a:pt x="5232" y="1859699"/>
                </a:lnTo>
                <a:lnTo>
                  <a:pt x="4762" y="1860816"/>
                </a:lnTo>
                <a:lnTo>
                  <a:pt x="4762" y="1863445"/>
                </a:lnTo>
                <a:lnTo>
                  <a:pt x="5232" y="1864563"/>
                </a:lnTo>
                <a:lnTo>
                  <a:pt x="7099" y="1866430"/>
                </a:lnTo>
                <a:lnTo>
                  <a:pt x="8216" y="1866900"/>
                </a:lnTo>
                <a:lnTo>
                  <a:pt x="10845" y="1866900"/>
                </a:lnTo>
                <a:lnTo>
                  <a:pt x="11963" y="1866430"/>
                </a:lnTo>
                <a:lnTo>
                  <a:pt x="13830" y="1864563"/>
                </a:lnTo>
                <a:lnTo>
                  <a:pt x="14287" y="1863445"/>
                </a:lnTo>
                <a:lnTo>
                  <a:pt x="14287" y="1860816"/>
                </a:lnTo>
                <a:close/>
              </a:path>
              <a:path w="5248275" h="1914525">
                <a:moveTo>
                  <a:pt x="14287" y="1813191"/>
                </a:moveTo>
                <a:lnTo>
                  <a:pt x="13830" y="1812074"/>
                </a:lnTo>
                <a:lnTo>
                  <a:pt x="11963" y="1810207"/>
                </a:lnTo>
                <a:lnTo>
                  <a:pt x="10845" y="1809750"/>
                </a:lnTo>
                <a:lnTo>
                  <a:pt x="8216" y="1809750"/>
                </a:lnTo>
                <a:lnTo>
                  <a:pt x="7099" y="1810207"/>
                </a:lnTo>
                <a:lnTo>
                  <a:pt x="5232" y="1812074"/>
                </a:lnTo>
                <a:lnTo>
                  <a:pt x="4762" y="1813191"/>
                </a:lnTo>
                <a:lnTo>
                  <a:pt x="4762" y="1815820"/>
                </a:lnTo>
                <a:lnTo>
                  <a:pt x="5232" y="1816938"/>
                </a:lnTo>
                <a:lnTo>
                  <a:pt x="7099" y="1818805"/>
                </a:lnTo>
                <a:lnTo>
                  <a:pt x="8216" y="1819275"/>
                </a:lnTo>
                <a:lnTo>
                  <a:pt x="10845" y="1819275"/>
                </a:lnTo>
                <a:lnTo>
                  <a:pt x="11963" y="1818805"/>
                </a:lnTo>
                <a:lnTo>
                  <a:pt x="13830" y="1816938"/>
                </a:lnTo>
                <a:lnTo>
                  <a:pt x="14287" y="1815820"/>
                </a:lnTo>
                <a:lnTo>
                  <a:pt x="14287" y="1813191"/>
                </a:lnTo>
                <a:close/>
              </a:path>
              <a:path w="5248275" h="1914525">
                <a:moveTo>
                  <a:pt x="14287" y="1765566"/>
                </a:moveTo>
                <a:lnTo>
                  <a:pt x="13830" y="1764449"/>
                </a:lnTo>
                <a:lnTo>
                  <a:pt x="11963" y="1762582"/>
                </a:lnTo>
                <a:lnTo>
                  <a:pt x="10845" y="1762125"/>
                </a:lnTo>
                <a:lnTo>
                  <a:pt x="8216" y="1762125"/>
                </a:lnTo>
                <a:lnTo>
                  <a:pt x="7099" y="1762582"/>
                </a:lnTo>
                <a:lnTo>
                  <a:pt x="5232" y="1764449"/>
                </a:lnTo>
                <a:lnTo>
                  <a:pt x="4762" y="1765566"/>
                </a:lnTo>
                <a:lnTo>
                  <a:pt x="4762" y="1768195"/>
                </a:lnTo>
                <a:lnTo>
                  <a:pt x="5232" y="1769313"/>
                </a:lnTo>
                <a:lnTo>
                  <a:pt x="7099" y="1771180"/>
                </a:lnTo>
                <a:lnTo>
                  <a:pt x="8216" y="1771650"/>
                </a:lnTo>
                <a:lnTo>
                  <a:pt x="10845" y="1771650"/>
                </a:lnTo>
                <a:lnTo>
                  <a:pt x="11963" y="1771180"/>
                </a:lnTo>
                <a:lnTo>
                  <a:pt x="13830" y="1769313"/>
                </a:lnTo>
                <a:lnTo>
                  <a:pt x="14287" y="1768195"/>
                </a:lnTo>
                <a:lnTo>
                  <a:pt x="14287" y="1765566"/>
                </a:lnTo>
                <a:close/>
              </a:path>
              <a:path w="5248275" h="1914525">
                <a:moveTo>
                  <a:pt x="14287" y="1717941"/>
                </a:moveTo>
                <a:lnTo>
                  <a:pt x="13830" y="1716824"/>
                </a:lnTo>
                <a:lnTo>
                  <a:pt x="11963" y="1714957"/>
                </a:lnTo>
                <a:lnTo>
                  <a:pt x="10845" y="1714500"/>
                </a:lnTo>
                <a:lnTo>
                  <a:pt x="8216" y="1714500"/>
                </a:lnTo>
                <a:lnTo>
                  <a:pt x="7099" y="1714957"/>
                </a:lnTo>
                <a:lnTo>
                  <a:pt x="5232" y="1716824"/>
                </a:lnTo>
                <a:lnTo>
                  <a:pt x="4762" y="1717941"/>
                </a:lnTo>
                <a:lnTo>
                  <a:pt x="4762" y="1720570"/>
                </a:lnTo>
                <a:lnTo>
                  <a:pt x="5232" y="1721688"/>
                </a:lnTo>
                <a:lnTo>
                  <a:pt x="7099" y="1723555"/>
                </a:lnTo>
                <a:lnTo>
                  <a:pt x="8216" y="1724025"/>
                </a:lnTo>
                <a:lnTo>
                  <a:pt x="10845" y="1724025"/>
                </a:lnTo>
                <a:lnTo>
                  <a:pt x="11963" y="1723555"/>
                </a:lnTo>
                <a:lnTo>
                  <a:pt x="13830" y="1721688"/>
                </a:lnTo>
                <a:lnTo>
                  <a:pt x="14287" y="1720570"/>
                </a:lnTo>
                <a:lnTo>
                  <a:pt x="14287" y="1717941"/>
                </a:lnTo>
                <a:close/>
              </a:path>
              <a:path w="5248275" h="1914525">
                <a:moveTo>
                  <a:pt x="14287" y="1670316"/>
                </a:moveTo>
                <a:lnTo>
                  <a:pt x="13830" y="1669199"/>
                </a:lnTo>
                <a:lnTo>
                  <a:pt x="11963" y="1667332"/>
                </a:lnTo>
                <a:lnTo>
                  <a:pt x="10845" y="1666875"/>
                </a:lnTo>
                <a:lnTo>
                  <a:pt x="8216" y="1666875"/>
                </a:lnTo>
                <a:lnTo>
                  <a:pt x="7099" y="1667332"/>
                </a:lnTo>
                <a:lnTo>
                  <a:pt x="5232" y="1669199"/>
                </a:lnTo>
                <a:lnTo>
                  <a:pt x="4762" y="1670316"/>
                </a:lnTo>
                <a:lnTo>
                  <a:pt x="4762" y="1672945"/>
                </a:lnTo>
                <a:lnTo>
                  <a:pt x="5232" y="1674063"/>
                </a:lnTo>
                <a:lnTo>
                  <a:pt x="7099" y="1675930"/>
                </a:lnTo>
                <a:lnTo>
                  <a:pt x="8216" y="1676400"/>
                </a:lnTo>
                <a:lnTo>
                  <a:pt x="10845" y="1676400"/>
                </a:lnTo>
                <a:lnTo>
                  <a:pt x="11963" y="1675930"/>
                </a:lnTo>
                <a:lnTo>
                  <a:pt x="13830" y="1674063"/>
                </a:lnTo>
                <a:lnTo>
                  <a:pt x="14287" y="1672945"/>
                </a:lnTo>
                <a:lnTo>
                  <a:pt x="14287" y="1670316"/>
                </a:lnTo>
                <a:close/>
              </a:path>
              <a:path w="5248275" h="1914525">
                <a:moveTo>
                  <a:pt x="14287" y="1622691"/>
                </a:moveTo>
                <a:lnTo>
                  <a:pt x="13830" y="1621574"/>
                </a:lnTo>
                <a:lnTo>
                  <a:pt x="11963" y="1619707"/>
                </a:lnTo>
                <a:lnTo>
                  <a:pt x="10845" y="1619250"/>
                </a:lnTo>
                <a:lnTo>
                  <a:pt x="8216" y="1619250"/>
                </a:lnTo>
                <a:lnTo>
                  <a:pt x="7099" y="1619707"/>
                </a:lnTo>
                <a:lnTo>
                  <a:pt x="5232" y="1621574"/>
                </a:lnTo>
                <a:lnTo>
                  <a:pt x="4762" y="1622691"/>
                </a:lnTo>
                <a:lnTo>
                  <a:pt x="4762" y="1625320"/>
                </a:lnTo>
                <a:lnTo>
                  <a:pt x="5232" y="1626438"/>
                </a:lnTo>
                <a:lnTo>
                  <a:pt x="7099" y="1628305"/>
                </a:lnTo>
                <a:lnTo>
                  <a:pt x="8216" y="1628775"/>
                </a:lnTo>
                <a:lnTo>
                  <a:pt x="10845" y="1628775"/>
                </a:lnTo>
                <a:lnTo>
                  <a:pt x="11963" y="1628305"/>
                </a:lnTo>
                <a:lnTo>
                  <a:pt x="13830" y="1626438"/>
                </a:lnTo>
                <a:lnTo>
                  <a:pt x="14287" y="1625320"/>
                </a:lnTo>
                <a:lnTo>
                  <a:pt x="14287" y="1622691"/>
                </a:lnTo>
                <a:close/>
              </a:path>
              <a:path w="5248275" h="1914525">
                <a:moveTo>
                  <a:pt x="14287" y="1575066"/>
                </a:moveTo>
                <a:lnTo>
                  <a:pt x="13830" y="1573949"/>
                </a:lnTo>
                <a:lnTo>
                  <a:pt x="11963" y="1572082"/>
                </a:lnTo>
                <a:lnTo>
                  <a:pt x="10845" y="1571625"/>
                </a:lnTo>
                <a:lnTo>
                  <a:pt x="8216" y="1571625"/>
                </a:lnTo>
                <a:lnTo>
                  <a:pt x="7099" y="1572082"/>
                </a:lnTo>
                <a:lnTo>
                  <a:pt x="5232" y="1573949"/>
                </a:lnTo>
                <a:lnTo>
                  <a:pt x="4762" y="1575066"/>
                </a:lnTo>
                <a:lnTo>
                  <a:pt x="4762" y="1577695"/>
                </a:lnTo>
                <a:lnTo>
                  <a:pt x="5232" y="1578813"/>
                </a:lnTo>
                <a:lnTo>
                  <a:pt x="7099" y="1580680"/>
                </a:lnTo>
                <a:lnTo>
                  <a:pt x="8216" y="1581150"/>
                </a:lnTo>
                <a:lnTo>
                  <a:pt x="10845" y="1581150"/>
                </a:lnTo>
                <a:lnTo>
                  <a:pt x="11963" y="1580680"/>
                </a:lnTo>
                <a:lnTo>
                  <a:pt x="13830" y="1578813"/>
                </a:lnTo>
                <a:lnTo>
                  <a:pt x="14287" y="1577695"/>
                </a:lnTo>
                <a:lnTo>
                  <a:pt x="14287" y="1575066"/>
                </a:lnTo>
                <a:close/>
              </a:path>
              <a:path w="5248275" h="1914525">
                <a:moveTo>
                  <a:pt x="14287" y="1527441"/>
                </a:moveTo>
                <a:lnTo>
                  <a:pt x="13830" y="1526324"/>
                </a:lnTo>
                <a:lnTo>
                  <a:pt x="11963" y="1524457"/>
                </a:lnTo>
                <a:lnTo>
                  <a:pt x="10845" y="1524000"/>
                </a:lnTo>
                <a:lnTo>
                  <a:pt x="8216" y="1524000"/>
                </a:lnTo>
                <a:lnTo>
                  <a:pt x="7099" y="1524457"/>
                </a:lnTo>
                <a:lnTo>
                  <a:pt x="5232" y="1526324"/>
                </a:lnTo>
                <a:lnTo>
                  <a:pt x="4762" y="1527441"/>
                </a:lnTo>
                <a:lnTo>
                  <a:pt x="4762" y="1530070"/>
                </a:lnTo>
                <a:lnTo>
                  <a:pt x="5232" y="1531188"/>
                </a:lnTo>
                <a:lnTo>
                  <a:pt x="7099" y="1533055"/>
                </a:lnTo>
                <a:lnTo>
                  <a:pt x="8216" y="1533525"/>
                </a:lnTo>
                <a:lnTo>
                  <a:pt x="10845" y="1533525"/>
                </a:lnTo>
                <a:lnTo>
                  <a:pt x="11963" y="1533055"/>
                </a:lnTo>
                <a:lnTo>
                  <a:pt x="13830" y="1531188"/>
                </a:lnTo>
                <a:lnTo>
                  <a:pt x="14287" y="1530070"/>
                </a:lnTo>
                <a:lnTo>
                  <a:pt x="14287" y="1527441"/>
                </a:lnTo>
                <a:close/>
              </a:path>
              <a:path w="5248275" h="1914525">
                <a:moveTo>
                  <a:pt x="14287" y="1479816"/>
                </a:moveTo>
                <a:lnTo>
                  <a:pt x="13830" y="1478699"/>
                </a:lnTo>
                <a:lnTo>
                  <a:pt x="11963" y="1476832"/>
                </a:lnTo>
                <a:lnTo>
                  <a:pt x="10845" y="1476375"/>
                </a:lnTo>
                <a:lnTo>
                  <a:pt x="8216" y="1476375"/>
                </a:lnTo>
                <a:lnTo>
                  <a:pt x="7099" y="1476832"/>
                </a:lnTo>
                <a:lnTo>
                  <a:pt x="5232" y="1478699"/>
                </a:lnTo>
                <a:lnTo>
                  <a:pt x="4762" y="1479816"/>
                </a:lnTo>
                <a:lnTo>
                  <a:pt x="4762" y="1482445"/>
                </a:lnTo>
                <a:lnTo>
                  <a:pt x="5232" y="1483563"/>
                </a:lnTo>
                <a:lnTo>
                  <a:pt x="7099" y="1485430"/>
                </a:lnTo>
                <a:lnTo>
                  <a:pt x="8216" y="1485900"/>
                </a:lnTo>
                <a:lnTo>
                  <a:pt x="10845" y="1485900"/>
                </a:lnTo>
                <a:lnTo>
                  <a:pt x="11963" y="1485430"/>
                </a:lnTo>
                <a:lnTo>
                  <a:pt x="13830" y="1483563"/>
                </a:lnTo>
                <a:lnTo>
                  <a:pt x="14287" y="1482445"/>
                </a:lnTo>
                <a:lnTo>
                  <a:pt x="14287" y="1479816"/>
                </a:lnTo>
                <a:close/>
              </a:path>
              <a:path w="5248275" h="1914525">
                <a:moveTo>
                  <a:pt x="14287" y="1432191"/>
                </a:moveTo>
                <a:lnTo>
                  <a:pt x="13830" y="1431074"/>
                </a:lnTo>
                <a:lnTo>
                  <a:pt x="11963" y="1429207"/>
                </a:lnTo>
                <a:lnTo>
                  <a:pt x="10845" y="1428750"/>
                </a:lnTo>
                <a:lnTo>
                  <a:pt x="8216" y="1428750"/>
                </a:lnTo>
                <a:lnTo>
                  <a:pt x="7099" y="1429207"/>
                </a:lnTo>
                <a:lnTo>
                  <a:pt x="5232" y="1431074"/>
                </a:lnTo>
                <a:lnTo>
                  <a:pt x="4762" y="1432191"/>
                </a:lnTo>
                <a:lnTo>
                  <a:pt x="4762" y="1434820"/>
                </a:lnTo>
                <a:lnTo>
                  <a:pt x="5232" y="1435938"/>
                </a:lnTo>
                <a:lnTo>
                  <a:pt x="7099" y="1437805"/>
                </a:lnTo>
                <a:lnTo>
                  <a:pt x="8216" y="1438275"/>
                </a:lnTo>
                <a:lnTo>
                  <a:pt x="10845" y="1438275"/>
                </a:lnTo>
                <a:lnTo>
                  <a:pt x="11963" y="1437805"/>
                </a:lnTo>
                <a:lnTo>
                  <a:pt x="13830" y="1435938"/>
                </a:lnTo>
                <a:lnTo>
                  <a:pt x="14287" y="1434820"/>
                </a:lnTo>
                <a:lnTo>
                  <a:pt x="14287" y="1432191"/>
                </a:lnTo>
                <a:close/>
              </a:path>
              <a:path w="5248275" h="1914525">
                <a:moveTo>
                  <a:pt x="14287" y="1384566"/>
                </a:moveTo>
                <a:lnTo>
                  <a:pt x="13830" y="1383449"/>
                </a:lnTo>
                <a:lnTo>
                  <a:pt x="11963" y="1381582"/>
                </a:lnTo>
                <a:lnTo>
                  <a:pt x="10845" y="1381125"/>
                </a:lnTo>
                <a:lnTo>
                  <a:pt x="8216" y="1381125"/>
                </a:lnTo>
                <a:lnTo>
                  <a:pt x="7099" y="1381582"/>
                </a:lnTo>
                <a:lnTo>
                  <a:pt x="5232" y="1383449"/>
                </a:lnTo>
                <a:lnTo>
                  <a:pt x="4762" y="1384566"/>
                </a:lnTo>
                <a:lnTo>
                  <a:pt x="4762" y="1387195"/>
                </a:lnTo>
                <a:lnTo>
                  <a:pt x="5232" y="1388313"/>
                </a:lnTo>
                <a:lnTo>
                  <a:pt x="7099" y="1390180"/>
                </a:lnTo>
                <a:lnTo>
                  <a:pt x="8216" y="1390650"/>
                </a:lnTo>
                <a:lnTo>
                  <a:pt x="10845" y="1390650"/>
                </a:lnTo>
                <a:lnTo>
                  <a:pt x="11963" y="1390180"/>
                </a:lnTo>
                <a:lnTo>
                  <a:pt x="13830" y="1388313"/>
                </a:lnTo>
                <a:lnTo>
                  <a:pt x="14287" y="1387195"/>
                </a:lnTo>
                <a:lnTo>
                  <a:pt x="14287" y="1384566"/>
                </a:lnTo>
                <a:close/>
              </a:path>
              <a:path w="5248275" h="1914525">
                <a:moveTo>
                  <a:pt x="14287" y="1336941"/>
                </a:moveTo>
                <a:lnTo>
                  <a:pt x="13830" y="1335824"/>
                </a:lnTo>
                <a:lnTo>
                  <a:pt x="11963" y="1333957"/>
                </a:lnTo>
                <a:lnTo>
                  <a:pt x="10845" y="1333500"/>
                </a:lnTo>
                <a:lnTo>
                  <a:pt x="8216" y="1333500"/>
                </a:lnTo>
                <a:lnTo>
                  <a:pt x="7099" y="1333957"/>
                </a:lnTo>
                <a:lnTo>
                  <a:pt x="5232" y="1335824"/>
                </a:lnTo>
                <a:lnTo>
                  <a:pt x="4762" y="1336941"/>
                </a:lnTo>
                <a:lnTo>
                  <a:pt x="4762" y="1339570"/>
                </a:lnTo>
                <a:lnTo>
                  <a:pt x="5232" y="1340688"/>
                </a:lnTo>
                <a:lnTo>
                  <a:pt x="7099" y="1342555"/>
                </a:lnTo>
                <a:lnTo>
                  <a:pt x="8216" y="1343025"/>
                </a:lnTo>
                <a:lnTo>
                  <a:pt x="10845" y="1343025"/>
                </a:lnTo>
                <a:lnTo>
                  <a:pt x="11963" y="1342555"/>
                </a:lnTo>
                <a:lnTo>
                  <a:pt x="13830" y="1340688"/>
                </a:lnTo>
                <a:lnTo>
                  <a:pt x="14287" y="1339570"/>
                </a:lnTo>
                <a:lnTo>
                  <a:pt x="14287" y="1336941"/>
                </a:lnTo>
                <a:close/>
              </a:path>
              <a:path w="5248275" h="1914525">
                <a:moveTo>
                  <a:pt x="14287" y="1289316"/>
                </a:moveTo>
                <a:lnTo>
                  <a:pt x="13830" y="1288199"/>
                </a:lnTo>
                <a:lnTo>
                  <a:pt x="11963" y="1286332"/>
                </a:lnTo>
                <a:lnTo>
                  <a:pt x="10845" y="1285875"/>
                </a:lnTo>
                <a:lnTo>
                  <a:pt x="8216" y="1285875"/>
                </a:lnTo>
                <a:lnTo>
                  <a:pt x="7099" y="1286332"/>
                </a:lnTo>
                <a:lnTo>
                  <a:pt x="5232" y="1288199"/>
                </a:lnTo>
                <a:lnTo>
                  <a:pt x="4762" y="1289316"/>
                </a:lnTo>
                <a:lnTo>
                  <a:pt x="4762" y="1291945"/>
                </a:lnTo>
                <a:lnTo>
                  <a:pt x="5232" y="1293063"/>
                </a:lnTo>
                <a:lnTo>
                  <a:pt x="7099" y="1294930"/>
                </a:lnTo>
                <a:lnTo>
                  <a:pt x="8216" y="1295400"/>
                </a:lnTo>
                <a:lnTo>
                  <a:pt x="10845" y="1295400"/>
                </a:lnTo>
                <a:lnTo>
                  <a:pt x="11963" y="1294930"/>
                </a:lnTo>
                <a:lnTo>
                  <a:pt x="13830" y="1293063"/>
                </a:lnTo>
                <a:lnTo>
                  <a:pt x="14287" y="1291945"/>
                </a:lnTo>
                <a:lnTo>
                  <a:pt x="14287" y="1289316"/>
                </a:lnTo>
                <a:close/>
              </a:path>
              <a:path w="5248275" h="1914525">
                <a:moveTo>
                  <a:pt x="14287" y="1241691"/>
                </a:moveTo>
                <a:lnTo>
                  <a:pt x="13830" y="1240574"/>
                </a:lnTo>
                <a:lnTo>
                  <a:pt x="11963" y="1238707"/>
                </a:lnTo>
                <a:lnTo>
                  <a:pt x="10845" y="1238250"/>
                </a:lnTo>
                <a:lnTo>
                  <a:pt x="8216" y="1238250"/>
                </a:lnTo>
                <a:lnTo>
                  <a:pt x="7099" y="1238707"/>
                </a:lnTo>
                <a:lnTo>
                  <a:pt x="5232" y="1240574"/>
                </a:lnTo>
                <a:lnTo>
                  <a:pt x="4762" y="1241691"/>
                </a:lnTo>
                <a:lnTo>
                  <a:pt x="4762" y="1244320"/>
                </a:lnTo>
                <a:lnTo>
                  <a:pt x="5232" y="1245438"/>
                </a:lnTo>
                <a:lnTo>
                  <a:pt x="7099" y="1247305"/>
                </a:lnTo>
                <a:lnTo>
                  <a:pt x="8216" y="1247775"/>
                </a:lnTo>
                <a:lnTo>
                  <a:pt x="10845" y="1247775"/>
                </a:lnTo>
                <a:lnTo>
                  <a:pt x="11963" y="1247305"/>
                </a:lnTo>
                <a:lnTo>
                  <a:pt x="13830" y="1245438"/>
                </a:lnTo>
                <a:lnTo>
                  <a:pt x="14287" y="1244320"/>
                </a:lnTo>
                <a:lnTo>
                  <a:pt x="14287" y="1241691"/>
                </a:lnTo>
                <a:close/>
              </a:path>
              <a:path w="5248275" h="1914525">
                <a:moveTo>
                  <a:pt x="14287" y="1194066"/>
                </a:moveTo>
                <a:lnTo>
                  <a:pt x="13830" y="1192949"/>
                </a:lnTo>
                <a:lnTo>
                  <a:pt x="11963" y="1191082"/>
                </a:lnTo>
                <a:lnTo>
                  <a:pt x="10845" y="1190625"/>
                </a:lnTo>
                <a:lnTo>
                  <a:pt x="8216" y="1190625"/>
                </a:lnTo>
                <a:lnTo>
                  <a:pt x="7099" y="1191082"/>
                </a:lnTo>
                <a:lnTo>
                  <a:pt x="5232" y="1192949"/>
                </a:lnTo>
                <a:lnTo>
                  <a:pt x="4762" y="1194066"/>
                </a:lnTo>
                <a:lnTo>
                  <a:pt x="4762" y="1196695"/>
                </a:lnTo>
                <a:lnTo>
                  <a:pt x="5232" y="1197813"/>
                </a:lnTo>
                <a:lnTo>
                  <a:pt x="7099" y="1199680"/>
                </a:lnTo>
                <a:lnTo>
                  <a:pt x="8216" y="1200150"/>
                </a:lnTo>
                <a:lnTo>
                  <a:pt x="10845" y="1200150"/>
                </a:lnTo>
                <a:lnTo>
                  <a:pt x="11963" y="1199680"/>
                </a:lnTo>
                <a:lnTo>
                  <a:pt x="13830" y="1197813"/>
                </a:lnTo>
                <a:lnTo>
                  <a:pt x="14287" y="1196695"/>
                </a:lnTo>
                <a:lnTo>
                  <a:pt x="14287" y="1194066"/>
                </a:lnTo>
                <a:close/>
              </a:path>
              <a:path w="5248275" h="1914525">
                <a:moveTo>
                  <a:pt x="14287" y="1146441"/>
                </a:moveTo>
                <a:lnTo>
                  <a:pt x="13830" y="1145324"/>
                </a:lnTo>
                <a:lnTo>
                  <a:pt x="11963" y="1143457"/>
                </a:lnTo>
                <a:lnTo>
                  <a:pt x="10845" y="1143000"/>
                </a:lnTo>
                <a:lnTo>
                  <a:pt x="8953" y="1143000"/>
                </a:lnTo>
                <a:lnTo>
                  <a:pt x="9525" y="1141768"/>
                </a:lnTo>
                <a:lnTo>
                  <a:pt x="9525" y="1139139"/>
                </a:lnTo>
                <a:lnTo>
                  <a:pt x="9067" y="1138021"/>
                </a:lnTo>
                <a:lnTo>
                  <a:pt x="7200" y="1136154"/>
                </a:lnTo>
                <a:lnTo>
                  <a:pt x="6083" y="1135684"/>
                </a:lnTo>
                <a:lnTo>
                  <a:pt x="3454" y="1135684"/>
                </a:lnTo>
                <a:lnTo>
                  <a:pt x="2336" y="1136154"/>
                </a:lnTo>
                <a:lnTo>
                  <a:pt x="469" y="1138021"/>
                </a:lnTo>
                <a:lnTo>
                  <a:pt x="0" y="1139139"/>
                </a:lnTo>
                <a:lnTo>
                  <a:pt x="0" y="1141768"/>
                </a:lnTo>
                <a:lnTo>
                  <a:pt x="469" y="1142885"/>
                </a:lnTo>
                <a:lnTo>
                  <a:pt x="2336" y="1144752"/>
                </a:lnTo>
                <a:lnTo>
                  <a:pt x="3454" y="1145209"/>
                </a:lnTo>
                <a:lnTo>
                  <a:pt x="5346" y="1145209"/>
                </a:lnTo>
                <a:lnTo>
                  <a:pt x="4762" y="1146441"/>
                </a:lnTo>
                <a:lnTo>
                  <a:pt x="4762" y="1149070"/>
                </a:lnTo>
                <a:lnTo>
                  <a:pt x="5232" y="1150188"/>
                </a:lnTo>
                <a:lnTo>
                  <a:pt x="7099" y="1152055"/>
                </a:lnTo>
                <a:lnTo>
                  <a:pt x="8216" y="1152525"/>
                </a:lnTo>
                <a:lnTo>
                  <a:pt x="10845" y="1152525"/>
                </a:lnTo>
                <a:lnTo>
                  <a:pt x="11963" y="1152055"/>
                </a:lnTo>
                <a:lnTo>
                  <a:pt x="13830" y="1150188"/>
                </a:lnTo>
                <a:lnTo>
                  <a:pt x="14287" y="1149070"/>
                </a:lnTo>
                <a:lnTo>
                  <a:pt x="14287" y="1146441"/>
                </a:lnTo>
                <a:close/>
              </a:path>
              <a:path w="5248275" h="1914525">
                <a:moveTo>
                  <a:pt x="14287" y="1098816"/>
                </a:moveTo>
                <a:lnTo>
                  <a:pt x="13830" y="1097699"/>
                </a:lnTo>
                <a:lnTo>
                  <a:pt x="11963" y="1095832"/>
                </a:lnTo>
                <a:lnTo>
                  <a:pt x="10845" y="1095375"/>
                </a:lnTo>
                <a:lnTo>
                  <a:pt x="8216" y="1095375"/>
                </a:lnTo>
                <a:lnTo>
                  <a:pt x="7099" y="1095832"/>
                </a:lnTo>
                <a:lnTo>
                  <a:pt x="5232" y="1097699"/>
                </a:lnTo>
                <a:lnTo>
                  <a:pt x="4762" y="1098816"/>
                </a:lnTo>
                <a:lnTo>
                  <a:pt x="4762" y="1101445"/>
                </a:lnTo>
                <a:lnTo>
                  <a:pt x="5232" y="1102563"/>
                </a:lnTo>
                <a:lnTo>
                  <a:pt x="7099" y="1104430"/>
                </a:lnTo>
                <a:lnTo>
                  <a:pt x="8216" y="1104900"/>
                </a:lnTo>
                <a:lnTo>
                  <a:pt x="10845" y="1104900"/>
                </a:lnTo>
                <a:lnTo>
                  <a:pt x="11963" y="1104430"/>
                </a:lnTo>
                <a:lnTo>
                  <a:pt x="13830" y="1102563"/>
                </a:lnTo>
                <a:lnTo>
                  <a:pt x="14287" y="1101445"/>
                </a:lnTo>
                <a:lnTo>
                  <a:pt x="14287" y="1098816"/>
                </a:lnTo>
                <a:close/>
              </a:path>
              <a:path w="5248275" h="1914525">
                <a:moveTo>
                  <a:pt x="14287" y="1051191"/>
                </a:moveTo>
                <a:lnTo>
                  <a:pt x="13830" y="1050074"/>
                </a:lnTo>
                <a:lnTo>
                  <a:pt x="11963" y="1048207"/>
                </a:lnTo>
                <a:lnTo>
                  <a:pt x="10845" y="1047750"/>
                </a:lnTo>
                <a:lnTo>
                  <a:pt x="8216" y="1047750"/>
                </a:lnTo>
                <a:lnTo>
                  <a:pt x="7099" y="1048207"/>
                </a:lnTo>
                <a:lnTo>
                  <a:pt x="5232" y="1050074"/>
                </a:lnTo>
                <a:lnTo>
                  <a:pt x="4762" y="1051191"/>
                </a:lnTo>
                <a:lnTo>
                  <a:pt x="4762" y="1053820"/>
                </a:lnTo>
                <a:lnTo>
                  <a:pt x="5232" y="1054938"/>
                </a:lnTo>
                <a:lnTo>
                  <a:pt x="7099" y="1056805"/>
                </a:lnTo>
                <a:lnTo>
                  <a:pt x="8216" y="1057275"/>
                </a:lnTo>
                <a:lnTo>
                  <a:pt x="10845" y="1057275"/>
                </a:lnTo>
                <a:lnTo>
                  <a:pt x="11963" y="1056805"/>
                </a:lnTo>
                <a:lnTo>
                  <a:pt x="13830" y="1054938"/>
                </a:lnTo>
                <a:lnTo>
                  <a:pt x="14287" y="1053820"/>
                </a:lnTo>
                <a:lnTo>
                  <a:pt x="14287" y="1051191"/>
                </a:lnTo>
                <a:close/>
              </a:path>
              <a:path w="5248275" h="1914525">
                <a:moveTo>
                  <a:pt x="14287" y="1003566"/>
                </a:moveTo>
                <a:lnTo>
                  <a:pt x="13830" y="1002449"/>
                </a:lnTo>
                <a:lnTo>
                  <a:pt x="11963" y="1000582"/>
                </a:lnTo>
                <a:lnTo>
                  <a:pt x="10845" y="1000125"/>
                </a:lnTo>
                <a:lnTo>
                  <a:pt x="8216" y="1000125"/>
                </a:lnTo>
                <a:lnTo>
                  <a:pt x="7099" y="1000582"/>
                </a:lnTo>
                <a:lnTo>
                  <a:pt x="5232" y="1002449"/>
                </a:lnTo>
                <a:lnTo>
                  <a:pt x="4762" y="1003566"/>
                </a:lnTo>
                <a:lnTo>
                  <a:pt x="4762" y="1006195"/>
                </a:lnTo>
                <a:lnTo>
                  <a:pt x="5232" y="1007313"/>
                </a:lnTo>
                <a:lnTo>
                  <a:pt x="7099" y="1009180"/>
                </a:lnTo>
                <a:lnTo>
                  <a:pt x="8216" y="1009650"/>
                </a:lnTo>
                <a:lnTo>
                  <a:pt x="10845" y="1009650"/>
                </a:lnTo>
                <a:lnTo>
                  <a:pt x="11963" y="1009180"/>
                </a:lnTo>
                <a:lnTo>
                  <a:pt x="13830" y="1007313"/>
                </a:lnTo>
                <a:lnTo>
                  <a:pt x="14287" y="1006195"/>
                </a:lnTo>
                <a:lnTo>
                  <a:pt x="14287" y="1003566"/>
                </a:lnTo>
                <a:close/>
              </a:path>
              <a:path w="5248275" h="1914525">
                <a:moveTo>
                  <a:pt x="14287" y="955941"/>
                </a:moveTo>
                <a:lnTo>
                  <a:pt x="13830" y="954824"/>
                </a:lnTo>
                <a:lnTo>
                  <a:pt x="11963" y="952957"/>
                </a:lnTo>
                <a:lnTo>
                  <a:pt x="10845" y="952500"/>
                </a:lnTo>
                <a:lnTo>
                  <a:pt x="8216" y="952500"/>
                </a:lnTo>
                <a:lnTo>
                  <a:pt x="7099" y="952957"/>
                </a:lnTo>
                <a:lnTo>
                  <a:pt x="5232" y="954824"/>
                </a:lnTo>
                <a:lnTo>
                  <a:pt x="4762" y="955941"/>
                </a:lnTo>
                <a:lnTo>
                  <a:pt x="4762" y="958570"/>
                </a:lnTo>
                <a:lnTo>
                  <a:pt x="5232" y="959688"/>
                </a:lnTo>
                <a:lnTo>
                  <a:pt x="7099" y="961555"/>
                </a:lnTo>
                <a:lnTo>
                  <a:pt x="8216" y="962025"/>
                </a:lnTo>
                <a:lnTo>
                  <a:pt x="10845" y="962025"/>
                </a:lnTo>
                <a:lnTo>
                  <a:pt x="11963" y="961555"/>
                </a:lnTo>
                <a:lnTo>
                  <a:pt x="13830" y="959688"/>
                </a:lnTo>
                <a:lnTo>
                  <a:pt x="14287" y="958570"/>
                </a:lnTo>
                <a:lnTo>
                  <a:pt x="14287" y="955941"/>
                </a:lnTo>
                <a:close/>
              </a:path>
              <a:path w="5248275" h="1914525">
                <a:moveTo>
                  <a:pt x="14287" y="908316"/>
                </a:moveTo>
                <a:lnTo>
                  <a:pt x="13830" y="907199"/>
                </a:lnTo>
                <a:lnTo>
                  <a:pt x="11963" y="905332"/>
                </a:lnTo>
                <a:lnTo>
                  <a:pt x="10845" y="904875"/>
                </a:lnTo>
                <a:lnTo>
                  <a:pt x="8216" y="904875"/>
                </a:lnTo>
                <a:lnTo>
                  <a:pt x="7099" y="905332"/>
                </a:lnTo>
                <a:lnTo>
                  <a:pt x="5232" y="907199"/>
                </a:lnTo>
                <a:lnTo>
                  <a:pt x="4762" y="908316"/>
                </a:lnTo>
                <a:lnTo>
                  <a:pt x="4762" y="910945"/>
                </a:lnTo>
                <a:lnTo>
                  <a:pt x="5232" y="912063"/>
                </a:lnTo>
                <a:lnTo>
                  <a:pt x="7099" y="913930"/>
                </a:lnTo>
                <a:lnTo>
                  <a:pt x="8216" y="914400"/>
                </a:lnTo>
                <a:lnTo>
                  <a:pt x="10845" y="914400"/>
                </a:lnTo>
                <a:lnTo>
                  <a:pt x="11963" y="913930"/>
                </a:lnTo>
                <a:lnTo>
                  <a:pt x="13830" y="912063"/>
                </a:lnTo>
                <a:lnTo>
                  <a:pt x="14287" y="910945"/>
                </a:lnTo>
                <a:lnTo>
                  <a:pt x="14287" y="908316"/>
                </a:lnTo>
                <a:close/>
              </a:path>
              <a:path w="5248275" h="1914525">
                <a:moveTo>
                  <a:pt x="14287" y="860691"/>
                </a:moveTo>
                <a:lnTo>
                  <a:pt x="13830" y="859574"/>
                </a:lnTo>
                <a:lnTo>
                  <a:pt x="11963" y="857707"/>
                </a:lnTo>
                <a:lnTo>
                  <a:pt x="10845" y="857250"/>
                </a:lnTo>
                <a:lnTo>
                  <a:pt x="8216" y="857250"/>
                </a:lnTo>
                <a:lnTo>
                  <a:pt x="7099" y="857707"/>
                </a:lnTo>
                <a:lnTo>
                  <a:pt x="5232" y="859574"/>
                </a:lnTo>
                <a:lnTo>
                  <a:pt x="4762" y="860691"/>
                </a:lnTo>
                <a:lnTo>
                  <a:pt x="4762" y="863320"/>
                </a:lnTo>
                <a:lnTo>
                  <a:pt x="5232" y="864438"/>
                </a:lnTo>
                <a:lnTo>
                  <a:pt x="7099" y="866305"/>
                </a:lnTo>
                <a:lnTo>
                  <a:pt x="8216" y="866775"/>
                </a:lnTo>
                <a:lnTo>
                  <a:pt x="10845" y="866775"/>
                </a:lnTo>
                <a:lnTo>
                  <a:pt x="11963" y="866305"/>
                </a:lnTo>
                <a:lnTo>
                  <a:pt x="13830" y="864438"/>
                </a:lnTo>
                <a:lnTo>
                  <a:pt x="14287" y="863320"/>
                </a:lnTo>
                <a:lnTo>
                  <a:pt x="14287" y="860691"/>
                </a:lnTo>
                <a:close/>
              </a:path>
              <a:path w="5248275" h="1914525">
                <a:moveTo>
                  <a:pt x="14287" y="813066"/>
                </a:moveTo>
                <a:lnTo>
                  <a:pt x="13830" y="811949"/>
                </a:lnTo>
                <a:lnTo>
                  <a:pt x="11963" y="810082"/>
                </a:lnTo>
                <a:lnTo>
                  <a:pt x="10845" y="809625"/>
                </a:lnTo>
                <a:lnTo>
                  <a:pt x="8216" y="809625"/>
                </a:lnTo>
                <a:lnTo>
                  <a:pt x="7099" y="810082"/>
                </a:lnTo>
                <a:lnTo>
                  <a:pt x="5232" y="811949"/>
                </a:lnTo>
                <a:lnTo>
                  <a:pt x="4762" y="813066"/>
                </a:lnTo>
                <a:lnTo>
                  <a:pt x="4762" y="815695"/>
                </a:lnTo>
                <a:lnTo>
                  <a:pt x="5232" y="816813"/>
                </a:lnTo>
                <a:lnTo>
                  <a:pt x="7099" y="818680"/>
                </a:lnTo>
                <a:lnTo>
                  <a:pt x="8216" y="819150"/>
                </a:lnTo>
                <a:lnTo>
                  <a:pt x="10845" y="819150"/>
                </a:lnTo>
                <a:lnTo>
                  <a:pt x="11963" y="818680"/>
                </a:lnTo>
                <a:lnTo>
                  <a:pt x="13830" y="816813"/>
                </a:lnTo>
                <a:lnTo>
                  <a:pt x="14287" y="815695"/>
                </a:lnTo>
                <a:lnTo>
                  <a:pt x="14287" y="813066"/>
                </a:lnTo>
                <a:close/>
              </a:path>
              <a:path w="5248275" h="1914525">
                <a:moveTo>
                  <a:pt x="14287" y="765441"/>
                </a:moveTo>
                <a:lnTo>
                  <a:pt x="13830" y="764324"/>
                </a:lnTo>
                <a:lnTo>
                  <a:pt x="11963" y="762457"/>
                </a:lnTo>
                <a:lnTo>
                  <a:pt x="10845" y="762000"/>
                </a:lnTo>
                <a:lnTo>
                  <a:pt x="8216" y="762000"/>
                </a:lnTo>
                <a:lnTo>
                  <a:pt x="7099" y="762457"/>
                </a:lnTo>
                <a:lnTo>
                  <a:pt x="5232" y="764324"/>
                </a:lnTo>
                <a:lnTo>
                  <a:pt x="4762" y="765441"/>
                </a:lnTo>
                <a:lnTo>
                  <a:pt x="4762" y="768070"/>
                </a:lnTo>
                <a:lnTo>
                  <a:pt x="5232" y="769188"/>
                </a:lnTo>
                <a:lnTo>
                  <a:pt x="7099" y="771055"/>
                </a:lnTo>
                <a:lnTo>
                  <a:pt x="8216" y="771525"/>
                </a:lnTo>
                <a:lnTo>
                  <a:pt x="10845" y="771525"/>
                </a:lnTo>
                <a:lnTo>
                  <a:pt x="11963" y="771055"/>
                </a:lnTo>
                <a:lnTo>
                  <a:pt x="13830" y="769188"/>
                </a:lnTo>
                <a:lnTo>
                  <a:pt x="14287" y="768070"/>
                </a:lnTo>
                <a:lnTo>
                  <a:pt x="14287" y="765441"/>
                </a:lnTo>
                <a:close/>
              </a:path>
              <a:path w="5248275" h="1914525">
                <a:moveTo>
                  <a:pt x="14287" y="717816"/>
                </a:moveTo>
                <a:lnTo>
                  <a:pt x="13830" y="716699"/>
                </a:lnTo>
                <a:lnTo>
                  <a:pt x="11963" y="714832"/>
                </a:lnTo>
                <a:lnTo>
                  <a:pt x="10845" y="714375"/>
                </a:lnTo>
                <a:lnTo>
                  <a:pt x="8216" y="714375"/>
                </a:lnTo>
                <a:lnTo>
                  <a:pt x="7099" y="714832"/>
                </a:lnTo>
                <a:lnTo>
                  <a:pt x="5232" y="716699"/>
                </a:lnTo>
                <a:lnTo>
                  <a:pt x="4762" y="717816"/>
                </a:lnTo>
                <a:lnTo>
                  <a:pt x="4762" y="720445"/>
                </a:lnTo>
                <a:lnTo>
                  <a:pt x="5232" y="721563"/>
                </a:lnTo>
                <a:lnTo>
                  <a:pt x="7099" y="723430"/>
                </a:lnTo>
                <a:lnTo>
                  <a:pt x="8216" y="723900"/>
                </a:lnTo>
                <a:lnTo>
                  <a:pt x="10845" y="723900"/>
                </a:lnTo>
                <a:lnTo>
                  <a:pt x="11963" y="723430"/>
                </a:lnTo>
                <a:lnTo>
                  <a:pt x="13830" y="721563"/>
                </a:lnTo>
                <a:lnTo>
                  <a:pt x="14287" y="720445"/>
                </a:lnTo>
                <a:lnTo>
                  <a:pt x="14287" y="717816"/>
                </a:lnTo>
                <a:close/>
              </a:path>
              <a:path w="5248275" h="1914525">
                <a:moveTo>
                  <a:pt x="14287" y="670191"/>
                </a:moveTo>
                <a:lnTo>
                  <a:pt x="13830" y="669074"/>
                </a:lnTo>
                <a:lnTo>
                  <a:pt x="11963" y="667207"/>
                </a:lnTo>
                <a:lnTo>
                  <a:pt x="10845" y="666750"/>
                </a:lnTo>
                <a:lnTo>
                  <a:pt x="8216" y="666750"/>
                </a:lnTo>
                <a:lnTo>
                  <a:pt x="7099" y="667207"/>
                </a:lnTo>
                <a:lnTo>
                  <a:pt x="5232" y="669074"/>
                </a:lnTo>
                <a:lnTo>
                  <a:pt x="4762" y="670191"/>
                </a:lnTo>
                <a:lnTo>
                  <a:pt x="4762" y="672820"/>
                </a:lnTo>
                <a:lnTo>
                  <a:pt x="5232" y="673938"/>
                </a:lnTo>
                <a:lnTo>
                  <a:pt x="7099" y="675805"/>
                </a:lnTo>
                <a:lnTo>
                  <a:pt x="8216" y="676275"/>
                </a:lnTo>
                <a:lnTo>
                  <a:pt x="10845" y="676275"/>
                </a:lnTo>
                <a:lnTo>
                  <a:pt x="11963" y="675805"/>
                </a:lnTo>
                <a:lnTo>
                  <a:pt x="13830" y="673938"/>
                </a:lnTo>
                <a:lnTo>
                  <a:pt x="14287" y="672820"/>
                </a:lnTo>
                <a:lnTo>
                  <a:pt x="14287" y="670191"/>
                </a:lnTo>
                <a:close/>
              </a:path>
              <a:path w="5248275" h="1914525">
                <a:moveTo>
                  <a:pt x="14287" y="622566"/>
                </a:moveTo>
                <a:lnTo>
                  <a:pt x="13830" y="621449"/>
                </a:lnTo>
                <a:lnTo>
                  <a:pt x="11963" y="619582"/>
                </a:lnTo>
                <a:lnTo>
                  <a:pt x="10845" y="619125"/>
                </a:lnTo>
                <a:lnTo>
                  <a:pt x="8216" y="619125"/>
                </a:lnTo>
                <a:lnTo>
                  <a:pt x="7099" y="619582"/>
                </a:lnTo>
                <a:lnTo>
                  <a:pt x="5232" y="621449"/>
                </a:lnTo>
                <a:lnTo>
                  <a:pt x="4762" y="622566"/>
                </a:lnTo>
                <a:lnTo>
                  <a:pt x="4762" y="625195"/>
                </a:lnTo>
                <a:lnTo>
                  <a:pt x="5232" y="626313"/>
                </a:lnTo>
                <a:lnTo>
                  <a:pt x="7099" y="628180"/>
                </a:lnTo>
                <a:lnTo>
                  <a:pt x="8216" y="628650"/>
                </a:lnTo>
                <a:lnTo>
                  <a:pt x="10845" y="628650"/>
                </a:lnTo>
                <a:lnTo>
                  <a:pt x="11963" y="628180"/>
                </a:lnTo>
                <a:lnTo>
                  <a:pt x="13830" y="626313"/>
                </a:lnTo>
                <a:lnTo>
                  <a:pt x="14287" y="625195"/>
                </a:lnTo>
                <a:lnTo>
                  <a:pt x="14287" y="622566"/>
                </a:lnTo>
                <a:close/>
              </a:path>
              <a:path w="5248275" h="1914525">
                <a:moveTo>
                  <a:pt x="14287" y="574941"/>
                </a:moveTo>
                <a:lnTo>
                  <a:pt x="13830" y="573824"/>
                </a:lnTo>
                <a:lnTo>
                  <a:pt x="11963" y="571957"/>
                </a:lnTo>
                <a:lnTo>
                  <a:pt x="10845" y="571500"/>
                </a:lnTo>
                <a:lnTo>
                  <a:pt x="8216" y="571500"/>
                </a:lnTo>
                <a:lnTo>
                  <a:pt x="7099" y="571957"/>
                </a:lnTo>
                <a:lnTo>
                  <a:pt x="5232" y="573824"/>
                </a:lnTo>
                <a:lnTo>
                  <a:pt x="4762" y="574941"/>
                </a:lnTo>
                <a:lnTo>
                  <a:pt x="4762" y="577570"/>
                </a:lnTo>
                <a:lnTo>
                  <a:pt x="5232" y="578688"/>
                </a:lnTo>
                <a:lnTo>
                  <a:pt x="7099" y="580555"/>
                </a:lnTo>
                <a:lnTo>
                  <a:pt x="8216" y="581025"/>
                </a:lnTo>
                <a:lnTo>
                  <a:pt x="10845" y="581025"/>
                </a:lnTo>
                <a:lnTo>
                  <a:pt x="11963" y="580555"/>
                </a:lnTo>
                <a:lnTo>
                  <a:pt x="13830" y="578688"/>
                </a:lnTo>
                <a:lnTo>
                  <a:pt x="14287" y="577570"/>
                </a:lnTo>
                <a:lnTo>
                  <a:pt x="14287" y="574941"/>
                </a:lnTo>
                <a:close/>
              </a:path>
              <a:path w="5248275" h="1914525">
                <a:moveTo>
                  <a:pt x="14287" y="527316"/>
                </a:moveTo>
                <a:lnTo>
                  <a:pt x="13830" y="526199"/>
                </a:lnTo>
                <a:lnTo>
                  <a:pt x="11963" y="524332"/>
                </a:lnTo>
                <a:lnTo>
                  <a:pt x="10845" y="523875"/>
                </a:lnTo>
                <a:lnTo>
                  <a:pt x="8216" y="523875"/>
                </a:lnTo>
                <a:lnTo>
                  <a:pt x="7099" y="524332"/>
                </a:lnTo>
                <a:lnTo>
                  <a:pt x="5232" y="526199"/>
                </a:lnTo>
                <a:lnTo>
                  <a:pt x="4762" y="527316"/>
                </a:lnTo>
                <a:lnTo>
                  <a:pt x="4762" y="529945"/>
                </a:lnTo>
                <a:lnTo>
                  <a:pt x="5232" y="531063"/>
                </a:lnTo>
                <a:lnTo>
                  <a:pt x="7099" y="532930"/>
                </a:lnTo>
                <a:lnTo>
                  <a:pt x="8216" y="533400"/>
                </a:lnTo>
                <a:lnTo>
                  <a:pt x="10845" y="533400"/>
                </a:lnTo>
                <a:lnTo>
                  <a:pt x="11963" y="532930"/>
                </a:lnTo>
                <a:lnTo>
                  <a:pt x="13830" y="531063"/>
                </a:lnTo>
                <a:lnTo>
                  <a:pt x="14287" y="529945"/>
                </a:lnTo>
                <a:lnTo>
                  <a:pt x="14287" y="527316"/>
                </a:lnTo>
                <a:close/>
              </a:path>
              <a:path w="5248275" h="1914525">
                <a:moveTo>
                  <a:pt x="14287" y="479691"/>
                </a:moveTo>
                <a:lnTo>
                  <a:pt x="13830" y="478574"/>
                </a:lnTo>
                <a:lnTo>
                  <a:pt x="11963" y="476707"/>
                </a:lnTo>
                <a:lnTo>
                  <a:pt x="10845" y="476250"/>
                </a:lnTo>
                <a:lnTo>
                  <a:pt x="8216" y="476250"/>
                </a:lnTo>
                <a:lnTo>
                  <a:pt x="7099" y="476707"/>
                </a:lnTo>
                <a:lnTo>
                  <a:pt x="5232" y="478574"/>
                </a:lnTo>
                <a:lnTo>
                  <a:pt x="4762" y="479691"/>
                </a:lnTo>
                <a:lnTo>
                  <a:pt x="4762" y="482320"/>
                </a:lnTo>
                <a:lnTo>
                  <a:pt x="5232" y="483438"/>
                </a:lnTo>
                <a:lnTo>
                  <a:pt x="7099" y="485305"/>
                </a:lnTo>
                <a:lnTo>
                  <a:pt x="8216" y="485775"/>
                </a:lnTo>
                <a:lnTo>
                  <a:pt x="10845" y="485775"/>
                </a:lnTo>
                <a:lnTo>
                  <a:pt x="11963" y="485305"/>
                </a:lnTo>
                <a:lnTo>
                  <a:pt x="13830" y="483438"/>
                </a:lnTo>
                <a:lnTo>
                  <a:pt x="14287" y="482320"/>
                </a:lnTo>
                <a:lnTo>
                  <a:pt x="14287" y="479691"/>
                </a:lnTo>
                <a:close/>
              </a:path>
              <a:path w="5248275" h="1914525">
                <a:moveTo>
                  <a:pt x="14287" y="432066"/>
                </a:moveTo>
                <a:lnTo>
                  <a:pt x="13830" y="430949"/>
                </a:lnTo>
                <a:lnTo>
                  <a:pt x="11963" y="429082"/>
                </a:lnTo>
                <a:lnTo>
                  <a:pt x="10845" y="428625"/>
                </a:lnTo>
                <a:lnTo>
                  <a:pt x="8216" y="428625"/>
                </a:lnTo>
                <a:lnTo>
                  <a:pt x="7099" y="429082"/>
                </a:lnTo>
                <a:lnTo>
                  <a:pt x="5232" y="430949"/>
                </a:lnTo>
                <a:lnTo>
                  <a:pt x="4762" y="432066"/>
                </a:lnTo>
                <a:lnTo>
                  <a:pt x="4762" y="434695"/>
                </a:lnTo>
                <a:lnTo>
                  <a:pt x="5232" y="435813"/>
                </a:lnTo>
                <a:lnTo>
                  <a:pt x="7099" y="437680"/>
                </a:lnTo>
                <a:lnTo>
                  <a:pt x="8216" y="438150"/>
                </a:lnTo>
                <a:lnTo>
                  <a:pt x="10845" y="438150"/>
                </a:lnTo>
                <a:lnTo>
                  <a:pt x="11963" y="437680"/>
                </a:lnTo>
                <a:lnTo>
                  <a:pt x="13830" y="435813"/>
                </a:lnTo>
                <a:lnTo>
                  <a:pt x="14287" y="434695"/>
                </a:lnTo>
                <a:lnTo>
                  <a:pt x="14287" y="432066"/>
                </a:lnTo>
                <a:close/>
              </a:path>
              <a:path w="5248275" h="1914525">
                <a:moveTo>
                  <a:pt x="14287" y="384441"/>
                </a:moveTo>
                <a:lnTo>
                  <a:pt x="13830" y="383324"/>
                </a:lnTo>
                <a:lnTo>
                  <a:pt x="11963" y="381457"/>
                </a:lnTo>
                <a:lnTo>
                  <a:pt x="10845" y="381000"/>
                </a:lnTo>
                <a:lnTo>
                  <a:pt x="8216" y="381000"/>
                </a:lnTo>
                <a:lnTo>
                  <a:pt x="7099" y="381457"/>
                </a:lnTo>
                <a:lnTo>
                  <a:pt x="5232" y="383324"/>
                </a:lnTo>
                <a:lnTo>
                  <a:pt x="4762" y="384441"/>
                </a:lnTo>
                <a:lnTo>
                  <a:pt x="4762" y="387070"/>
                </a:lnTo>
                <a:lnTo>
                  <a:pt x="5232" y="388188"/>
                </a:lnTo>
                <a:lnTo>
                  <a:pt x="7099" y="390055"/>
                </a:lnTo>
                <a:lnTo>
                  <a:pt x="8216" y="390525"/>
                </a:lnTo>
                <a:lnTo>
                  <a:pt x="10845" y="390525"/>
                </a:lnTo>
                <a:lnTo>
                  <a:pt x="11963" y="390055"/>
                </a:lnTo>
                <a:lnTo>
                  <a:pt x="13830" y="388188"/>
                </a:lnTo>
                <a:lnTo>
                  <a:pt x="14287" y="387070"/>
                </a:lnTo>
                <a:lnTo>
                  <a:pt x="14287" y="384441"/>
                </a:lnTo>
                <a:close/>
              </a:path>
              <a:path w="5248275" h="1914525">
                <a:moveTo>
                  <a:pt x="14287" y="336816"/>
                </a:moveTo>
                <a:lnTo>
                  <a:pt x="13830" y="335699"/>
                </a:lnTo>
                <a:lnTo>
                  <a:pt x="11963" y="333832"/>
                </a:lnTo>
                <a:lnTo>
                  <a:pt x="10845" y="333375"/>
                </a:lnTo>
                <a:lnTo>
                  <a:pt x="8216" y="333375"/>
                </a:lnTo>
                <a:lnTo>
                  <a:pt x="7099" y="333832"/>
                </a:lnTo>
                <a:lnTo>
                  <a:pt x="5232" y="335699"/>
                </a:lnTo>
                <a:lnTo>
                  <a:pt x="4762" y="336816"/>
                </a:lnTo>
                <a:lnTo>
                  <a:pt x="4762" y="339445"/>
                </a:lnTo>
                <a:lnTo>
                  <a:pt x="5232" y="340563"/>
                </a:lnTo>
                <a:lnTo>
                  <a:pt x="7099" y="342430"/>
                </a:lnTo>
                <a:lnTo>
                  <a:pt x="8216" y="342900"/>
                </a:lnTo>
                <a:lnTo>
                  <a:pt x="10845" y="342900"/>
                </a:lnTo>
                <a:lnTo>
                  <a:pt x="11963" y="342430"/>
                </a:lnTo>
                <a:lnTo>
                  <a:pt x="13830" y="340563"/>
                </a:lnTo>
                <a:lnTo>
                  <a:pt x="14287" y="339445"/>
                </a:lnTo>
                <a:lnTo>
                  <a:pt x="14287" y="336816"/>
                </a:lnTo>
                <a:close/>
              </a:path>
              <a:path w="5248275" h="1914525">
                <a:moveTo>
                  <a:pt x="14287" y="289191"/>
                </a:moveTo>
                <a:lnTo>
                  <a:pt x="13830" y="288074"/>
                </a:lnTo>
                <a:lnTo>
                  <a:pt x="11963" y="286207"/>
                </a:lnTo>
                <a:lnTo>
                  <a:pt x="10845" y="285750"/>
                </a:lnTo>
                <a:lnTo>
                  <a:pt x="8216" y="285750"/>
                </a:lnTo>
                <a:lnTo>
                  <a:pt x="7099" y="286207"/>
                </a:lnTo>
                <a:lnTo>
                  <a:pt x="5232" y="288074"/>
                </a:lnTo>
                <a:lnTo>
                  <a:pt x="4762" y="289191"/>
                </a:lnTo>
                <a:lnTo>
                  <a:pt x="4762" y="291820"/>
                </a:lnTo>
                <a:lnTo>
                  <a:pt x="5232" y="292938"/>
                </a:lnTo>
                <a:lnTo>
                  <a:pt x="7099" y="294805"/>
                </a:lnTo>
                <a:lnTo>
                  <a:pt x="8216" y="295275"/>
                </a:lnTo>
                <a:lnTo>
                  <a:pt x="10845" y="295275"/>
                </a:lnTo>
                <a:lnTo>
                  <a:pt x="11963" y="294805"/>
                </a:lnTo>
                <a:lnTo>
                  <a:pt x="13830" y="292938"/>
                </a:lnTo>
                <a:lnTo>
                  <a:pt x="14287" y="291820"/>
                </a:lnTo>
                <a:lnTo>
                  <a:pt x="14287" y="289191"/>
                </a:lnTo>
                <a:close/>
              </a:path>
              <a:path w="5248275" h="1914525">
                <a:moveTo>
                  <a:pt x="14287" y="241566"/>
                </a:moveTo>
                <a:lnTo>
                  <a:pt x="13830" y="240449"/>
                </a:lnTo>
                <a:lnTo>
                  <a:pt x="11963" y="238582"/>
                </a:lnTo>
                <a:lnTo>
                  <a:pt x="10845" y="238125"/>
                </a:lnTo>
                <a:lnTo>
                  <a:pt x="8216" y="238125"/>
                </a:lnTo>
                <a:lnTo>
                  <a:pt x="7099" y="238582"/>
                </a:lnTo>
                <a:lnTo>
                  <a:pt x="5232" y="240449"/>
                </a:lnTo>
                <a:lnTo>
                  <a:pt x="4762" y="241566"/>
                </a:lnTo>
                <a:lnTo>
                  <a:pt x="4762" y="244195"/>
                </a:lnTo>
                <a:lnTo>
                  <a:pt x="5232" y="245313"/>
                </a:lnTo>
                <a:lnTo>
                  <a:pt x="7099" y="247180"/>
                </a:lnTo>
                <a:lnTo>
                  <a:pt x="8216" y="247650"/>
                </a:lnTo>
                <a:lnTo>
                  <a:pt x="10845" y="247650"/>
                </a:lnTo>
                <a:lnTo>
                  <a:pt x="11963" y="247180"/>
                </a:lnTo>
                <a:lnTo>
                  <a:pt x="13830" y="245313"/>
                </a:lnTo>
                <a:lnTo>
                  <a:pt x="14287" y="244195"/>
                </a:lnTo>
                <a:lnTo>
                  <a:pt x="14287" y="241566"/>
                </a:lnTo>
                <a:close/>
              </a:path>
              <a:path w="5248275" h="1914525">
                <a:moveTo>
                  <a:pt x="14287" y="193941"/>
                </a:moveTo>
                <a:lnTo>
                  <a:pt x="13830" y="192824"/>
                </a:lnTo>
                <a:lnTo>
                  <a:pt x="11963" y="190957"/>
                </a:lnTo>
                <a:lnTo>
                  <a:pt x="10845" y="190500"/>
                </a:lnTo>
                <a:lnTo>
                  <a:pt x="8216" y="190500"/>
                </a:lnTo>
                <a:lnTo>
                  <a:pt x="7099" y="190957"/>
                </a:lnTo>
                <a:lnTo>
                  <a:pt x="5232" y="192824"/>
                </a:lnTo>
                <a:lnTo>
                  <a:pt x="4762" y="193941"/>
                </a:lnTo>
                <a:lnTo>
                  <a:pt x="4762" y="196570"/>
                </a:lnTo>
                <a:lnTo>
                  <a:pt x="5232" y="197688"/>
                </a:lnTo>
                <a:lnTo>
                  <a:pt x="7099" y="199555"/>
                </a:lnTo>
                <a:lnTo>
                  <a:pt x="8216" y="200025"/>
                </a:lnTo>
                <a:lnTo>
                  <a:pt x="10845" y="200025"/>
                </a:lnTo>
                <a:lnTo>
                  <a:pt x="11963" y="199555"/>
                </a:lnTo>
                <a:lnTo>
                  <a:pt x="13830" y="197688"/>
                </a:lnTo>
                <a:lnTo>
                  <a:pt x="14287" y="196570"/>
                </a:lnTo>
                <a:lnTo>
                  <a:pt x="14287" y="193941"/>
                </a:lnTo>
                <a:close/>
              </a:path>
              <a:path w="5248275" h="1914525">
                <a:moveTo>
                  <a:pt x="14287" y="146316"/>
                </a:moveTo>
                <a:lnTo>
                  <a:pt x="13830" y="145199"/>
                </a:lnTo>
                <a:lnTo>
                  <a:pt x="11963" y="143332"/>
                </a:lnTo>
                <a:lnTo>
                  <a:pt x="10845" y="142875"/>
                </a:lnTo>
                <a:lnTo>
                  <a:pt x="8216" y="142875"/>
                </a:lnTo>
                <a:lnTo>
                  <a:pt x="7099" y="143332"/>
                </a:lnTo>
                <a:lnTo>
                  <a:pt x="5232" y="145199"/>
                </a:lnTo>
                <a:lnTo>
                  <a:pt x="4762" y="146316"/>
                </a:lnTo>
                <a:lnTo>
                  <a:pt x="4762" y="148945"/>
                </a:lnTo>
                <a:lnTo>
                  <a:pt x="5232" y="150063"/>
                </a:lnTo>
                <a:lnTo>
                  <a:pt x="7099" y="151930"/>
                </a:lnTo>
                <a:lnTo>
                  <a:pt x="8216" y="152400"/>
                </a:lnTo>
                <a:lnTo>
                  <a:pt x="10845" y="152400"/>
                </a:lnTo>
                <a:lnTo>
                  <a:pt x="11963" y="151930"/>
                </a:lnTo>
                <a:lnTo>
                  <a:pt x="13830" y="150063"/>
                </a:lnTo>
                <a:lnTo>
                  <a:pt x="14287" y="148945"/>
                </a:lnTo>
                <a:lnTo>
                  <a:pt x="14287" y="146316"/>
                </a:lnTo>
                <a:close/>
              </a:path>
              <a:path w="5248275" h="1914525">
                <a:moveTo>
                  <a:pt x="14287" y="98691"/>
                </a:moveTo>
                <a:lnTo>
                  <a:pt x="13830" y="97574"/>
                </a:lnTo>
                <a:lnTo>
                  <a:pt x="11963" y="95707"/>
                </a:lnTo>
                <a:lnTo>
                  <a:pt x="10845" y="95250"/>
                </a:lnTo>
                <a:lnTo>
                  <a:pt x="8216" y="95250"/>
                </a:lnTo>
                <a:lnTo>
                  <a:pt x="7099" y="95707"/>
                </a:lnTo>
                <a:lnTo>
                  <a:pt x="5232" y="97574"/>
                </a:lnTo>
                <a:lnTo>
                  <a:pt x="4762" y="98691"/>
                </a:lnTo>
                <a:lnTo>
                  <a:pt x="4762" y="101320"/>
                </a:lnTo>
                <a:lnTo>
                  <a:pt x="5232" y="102438"/>
                </a:lnTo>
                <a:lnTo>
                  <a:pt x="7099" y="104305"/>
                </a:lnTo>
                <a:lnTo>
                  <a:pt x="8216" y="104775"/>
                </a:lnTo>
                <a:lnTo>
                  <a:pt x="10845" y="104775"/>
                </a:lnTo>
                <a:lnTo>
                  <a:pt x="11963" y="104305"/>
                </a:lnTo>
                <a:lnTo>
                  <a:pt x="13830" y="102438"/>
                </a:lnTo>
                <a:lnTo>
                  <a:pt x="14287" y="101320"/>
                </a:lnTo>
                <a:lnTo>
                  <a:pt x="14287" y="98691"/>
                </a:lnTo>
                <a:close/>
              </a:path>
              <a:path w="5248275" h="1914525">
                <a:moveTo>
                  <a:pt x="14287" y="51066"/>
                </a:moveTo>
                <a:lnTo>
                  <a:pt x="13830" y="49949"/>
                </a:lnTo>
                <a:lnTo>
                  <a:pt x="11963" y="48082"/>
                </a:lnTo>
                <a:lnTo>
                  <a:pt x="10845" y="47625"/>
                </a:lnTo>
                <a:lnTo>
                  <a:pt x="8216" y="47625"/>
                </a:lnTo>
                <a:lnTo>
                  <a:pt x="7099" y="48082"/>
                </a:lnTo>
                <a:lnTo>
                  <a:pt x="5232" y="49949"/>
                </a:lnTo>
                <a:lnTo>
                  <a:pt x="4762" y="51066"/>
                </a:lnTo>
                <a:lnTo>
                  <a:pt x="4762" y="53695"/>
                </a:lnTo>
                <a:lnTo>
                  <a:pt x="5232" y="54813"/>
                </a:lnTo>
                <a:lnTo>
                  <a:pt x="7099" y="56680"/>
                </a:lnTo>
                <a:lnTo>
                  <a:pt x="8216" y="57150"/>
                </a:lnTo>
                <a:lnTo>
                  <a:pt x="10845" y="57150"/>
                </a:lnTo>
                <a:lnTo>
                  <a:pt x="11963" y="56680"/>
                </a:lnTo>
                <a:lnTo>
                  <a:pt x="13830" y="54813"/>
                </a:lnTo>
                <a:lnTo>
                  <a:pt x="14287" y="53695"/>
                </a:lnTo>
                <a:lnTo>
                  <a:pt x="14287" y="51066"/>
                </a:lnTo>
                <a:close/>
              </a:path>
              <a:path w="5248275" h="1914525">
                <a:moveTo>
                  <a:pt x="14287" y="3441"/>
                </a:moveTo>
                <a:lnTo>
                  <a:pt x="13830" y="2324"/>
                </a:lnTo>
                <a:lnTo>
                  <a:pt x="11963" y="457"/>
                </a:lnTo>
                <a:lnTo>
                  <a:pt x="10845" y="0"/>
                </a:lnTo>
                <a:lnTo>
                  <a:pt x="8216" y="0"/>
                </a:lnTo>
                <a:lnTo>
                  <a:pt x="7099" y="457"/>
                </a:lnTo>
                <a:lnTo>
                  <a:pt x="5232" y="2324"/>
                </a:lnTo>
                <a:lnTo>
                  <a:pt x="4762" y="3441"/>
                </a:lnTo>
                <a:lnTo>
                  <a:pt x="4762" y="6070"/>
                </a:lnTo>
                <a:lnTo>
                  <a:pt x="5232" y="7188"/>
                </a:lnTo>
                <a:lnTo>
                  <a:pt x="7099" y="9055"/>
                </a:lnTo>
                <a:lnTo>
                  <a:pt x="8216" y="9525"/>
                </a:lnTo>
                <a:lnTo>
                  <a:pt x="10845" y="9525"/>
                </a:lnTo>
                <a:lnTo>
                  <a:pt x="11963" y="9055"/>
                </a:lnTo>
                <a:lnTo>
                  <a:pt x="13830" y="7188"/>
                </a:lnTo>
                <a:lnTo>
                  <a:pt x="14287" y="6070"/>
                </a:lnTo>
                <a:lnTo>
                  <a:pt x="14287" y="3441"/>
                </a:lnTo>
                <a:close/>
              </a:path>
              <a:path w="5248275" h="1914525">
                <a:moveTo>
                  <a:pt x="57150" y="1903679"/>
                </a:moveTo>
                <a:lnTo>
                  <a:pt x="56692" y="1902561"/>
                </a:lnTo>
                <a:lnTo>
                  <a:pt x="54825" y="1900694"/>
                </a:lnTo>
                <a:lnTo>
                  <a:pt x="53708" y="1900237"/>
                </a:lnTo>
                <a:lnTo>
                  <a:pt x="51079" y="1900237"/>
                </a:lnTo>
                <a:lnTo>
                  <a:pt x="49961" y="1900694"/>
                </a:lnTo>
                <a:lnTo>
                  <a:pt x="48094" y="1902561"/>
                </a:lnTo>
                <a:lnTo>
                  <a:pt x="47625" y="1903679"/>
                </a:lnTo>
                <a:lnTo>
                  <a:pt x="47625" y="1906308"/>
                </a:lnTo>
                <a:lnTo>
                  <a:pt x="48094" y="1907425"/>
                </a:lnTo>
                <a:lnTo>
                  <a:pt x="49961" y="1909292"/>
                </a:lnTo>
                <a:lnTo>
                  <a:pt x="51079" y="1909762"/>
                </a:lnTo>
                <a:lnTo>
                  <a:pt x="53708" y="1909762"/>
                </a:lnTo>
                <a:lnTo>
                  <a:pt x="54825" y="1909292"/>
                </a:lnTo>
                <a:lnTo>
                  <a:pt x="56692" y="1907425"/>
                </a:lnTo>
                <a:lnTo>
                  <a:pt x="57150" y="1906308"/>
                </a:lnTo>
                <a:lnTo>
                  <a:pt x="57150" y="1903679"/>
                </a:lnTo>
                <a:close/>
              </a:path>
              <a:path w="5248275" h="1914525">
                <a:moveTo>
                  <a:pt x="57150" y="1139139"/>
                </a:moveTo>
                <a:lnTo>
                  <a:pt x="56692" y="1138021"/>
                </a:lnTo>
                <a:lnTo>
                  <a:pt x="54825" y="1136154"/>
                </a:lnTo>
                <a:lnTo>
                  <a:pt x="53708" y="1135684"/>
                </a:lnTo>
                <a:lnTo>
                  <a:pt x="51079" y="1135684"/>
                </a:lnTo>
                <a:lnTo>
                  <a:pt x="49961" y="1136154"/>
                </a:lnTo>
                <a:lnTo>
                  <a:pt x="48094" y="1138021"/>
                </a:lnTo>
                <a:lnTo>
                  <a:pt x="47625" y="1139139"/>
                </a:lnTo>
                <a:lnTo>
                  <a:pt x="47625" y="1141768"/>
                </a:lnTo>
                <a:lnTo>
                  <a:pt x="48094" y="1142885"/>
                </a:lnTo>
                <a:lnTo>
                  <a:pt x="49961" y="1144752"/>
                </a:lnTo>
                <a:lnTo>
                  <a:pt x="51079" y="1145209"/>
                </a:lnTo>
                <a:lnTo>
                  <a:pt x="53708" y="1145209"/>
                </a:lnTo>
                <a:lnTo>
                  <a:pt x="54825" y="1144752"/>
                </a:lnTo>
                <a:lnTo>
                  <a:pt x="56692" y="1142885"/>
                </a:lnTo>
                <a:lnTo>
                  <a:pt x="57150" y="1141768"/>
                </a:lnTo>
                <a:lnTo>
                  <a:pt x="57150" y="1139139"/>
                </a:lnTo>
                <a:close/>
              </a:path>
              <a:path w="5248275" h="1914525">
                <a:moveTo>
                  <a:pt x="57150" y="374599"/>
                </a:moveTo>
                <a:lnTo>
                  <a:pt x="56692" y="373481"/>
                </a:lnTo>
                <a:lnTo>
                  <a:pt x="54825" y="371614"/>
                </a:lnTo>
                <a:lnTo>
                  <a:pt x="53708" y="371144"/>
                </a:lnTo>
                <a:lnTo>
                  <a:pt x="51079" y="371144"/>
                </a:lnTo>
                <a:lnTo>
                  <a:pt x="49961" y="371614"/>
                </a:lnTo>
                <a:lnTo>
                  <a:pt x="48094" y="373481"/>
                </a:lnTo>
                <a:lnTo>
                  <a:pt x="47625" y="374599"/>
                </a:lnTo>
                <a:lnTo>
                  <a:pt x="47625" y="377228"/>
                </a:lnTo>
                <a:lnTo>
                  <a:pt x="48094" y="378345"/>
                </a:lnTo>
                <a:lnTo>
                  <a:pt x="49961" y="380212"/>
                </a:lnTo>
                <a:lnTo>
                  <a:pt x="51079" y="380669"/>
                </a:lnTo>
                <a:lnTo>
                  <a:pt x="53708" y="380669"/>
                </a:lnTo>
                <a:lnTo>
                  <a:pt x="54825" y="380212"/>
                </a:lnTo>
                <a:lnTo>
                  <a:pt x="56692" y="378345"/>
                </a:lnTo>
                <a:lnTo>
                  <a:pt x="57150" y="377228"/>
                </a:lnTo>
                <a:lnTo>
                  <a:pt x="57150" y="374599"/>
                </a:lnTo>
                <a:close/>
              </a:path>
              <a:path w="5248275" h="1914525">
                <a:moveTo>
                  <a:pt x="104775" y="1903679"/>
                </a:moveTo>
                <a:lnTo>
                  <a:pt x="104317" y="1902561"/>
                </a:lnTo>
                <a:lnTo>
                  <a:pt x="102450" y="1900694"/>
                </a:lnTo>
                <a:lnTo>
                  <a:pt x="101333" y="1900237"/>
                </a:lnTo>
                <a:lnTo>
                  <a:pt x="98704" y="1900237"/>
                </a:lnTo>
                <a:lnTo>
                  <a:pt x="97586" y="1900694"/>
                </a:lnTo>
                <a:lnTo>
                  <a:pt x="95719" y="1902561"/>
                </a:lnTo>
                <a:lnTo>
                  <a:pt x="95250" y="1903679"/>
                </a:lnTo>
                <a:lnTo>
                  <a:pt x="95250" y="1906308"/>
                </a:lnTo>
                <a:lnTo>
                  <a:pt x="95719" y="1907425"/>
                </a:lnTo>
                <a:lnTo>
                  <a:pt x="97586" y="1909292"/>
                </a:lnTo>
                <a:lnTo>
                  <a:pt x="98704" y="1909762"/>
                </a:lnTo>
                <a:lnTo>
                  <a:pt x="101333" y="1909762"/>
                </a:lnTo>
                <a:lnTo>
                  <a:pt x="102450" y="1909292"/>
                </a:lnTo>
                <a:lnTo>
                  <a:pt x="104317" y="1907425"/>
                </a:lnTo>
                <a:lnTo>
                  <a:pt x="104775" y="1906308"/>
                </a:lnTo>
                <a:lnTo>
                  <a:pt x="104775" y="1903679"/>
                </a:lnTo>
                <a:close/>
              </a:path>
              <a:path w="5248275" h="1914525">
                <a:moveTo>
                  <a:pt x="104775" y="1139139"/>
                </a:moveTo>
                <a:lnTo>
                  <a:pt x="104317" y="1138021"/>
                </a:lnTo>
                <a:lnTo>
                  <a:pt x="102450" y="1136154"/>
                </a:lnTo>
                <a:lnTo>
                  <a:pt x="101333" y="1135684"/>
                </a:lnTo>
                <a:lnTo>
                  <a:pt x="98704" y="1135684"/>
                </a:lnTo>
                <a:lnTo>
                  <a:pt x="97586" y="1136154"/>
                </a:lnTo>
                <a:lnTo>
                  <a:pt x="95719" y="1138021"/>
                </a:lnTo>
                <a:lnTo>
                  <a:pt x="95250" y="1139139"/>
                </a:lnTo>
                <a:lnTo>
                  <a:pt x="95250" y="1141768"/>
                </a:lnTo>
                <a:lnTo>
                  <a:pt x="95719" y="1142885"/>
                </a:lnTo>
                <a:lnTo>
                  <a:pt x="97586" y="1144752"/>
                </a:lnTo>
                <a:lnTo>
                  <a:pt x="98704" y="1145209"/>
                </a:lnTo>
                <a:lnTo>
                  <a:pt x="101333" y="1145209"/>
                </a:lnTo>
                <a:lnTo>
                  <a:pt x="102450" y="1144752"/>
                </a:lnTo>
                <a:lnTo>
                  <a:pt x="104317" y="1142885"/>
                </a:lnTo>
                <a:lnTo>
                  <a:pt x="104775" y="1141768"/>
                </a:lnTo>
                <a:lnTo>
                  <a:pt x="104775" y="1139139"/>
                </a:lnTo>
                <a:close/>
              </a:path>
              <a:path w="5248275" h="1914525">
                <a:moveTo>
                  <a:pt x="104775" y="374599"/>
                </a:moveTo>
                <a:lnTo>
                  <a:pt x="104317" y="373481"/>
                </a:lnTo>
                <a:lnTo>
                  <a:pt x="102450" y="371614"/>
                </a:lnTo>
                <a:lnTo>
                  <a:pt x="101333" y="371144"/>
                </a:lnTo>
                <a:lnTo>
                  <a:pt x="98704" y="371144"/>
                </a:lnTo>
                <a:lnTo>
                  <a:pt x="97586" y="371614"/>
                </a:lnTo>
                <a:lnTo>
                  <a:pt x="95719" y="373481"/>
                </a:lnTo>
                <a:lnTo>
                  <a:pt x="95250" y="374599"/>
                </a:lnTo>
                <a:lnTo>
                  <a:pt x="95250" y="377228"/>
                </a:lnTo>
                <a:lnTo>
                  <a:pt x="95719" y="378345"/>
                </a:lnTo>
                <a:lnTo>
                  <a:pt x="97586" y="380212"/>
                </a:lnTo>
                <a:lnTo>
                  <a:pt x="98704" y="380669"/>
                </a:lnTo>
                <a:lnTo>
                  <a:pt x="101333" y="380669"/>
                </a:lnTo>
                <a:lnTo>
                  <a:pt x="102450" y="380212"/>
                </a:lnTo>
                <a:lnTo>
                  <a:pt x="104317" y="378345"/>
                </a:lnTo>
                <a:lnTo>
                  <a:pt x="104775" y="377228"/>
                </a:lnTo>
                <a:lnTo>
                  <a:pt x="104775" y="374599"/>
                </a:lnTo>
                <a:close/>
              </a:path>
              <a:path w="5248275" h="1914525">
                <a:moveTo>
                  <a:pt x="152400" y="1903679"/>
                </a:moveTo>
                <a:lnTo>
                  <a:pt x="151942" y="1902561"/>
                </a:lnTo>
                <a:lnTo>
                  <a:pt x="150075" y="1900694"/>
                </a:lnTo>
                <a:lnTo>
                  <a:pt x="148958" y="1900237"/>
                </a:lnTo>
                <a:lnTo>
                  <a:pt x="146329" y="1900237"/>
                </a:lnTo>
                <a:lnTo>
                  <a:pt x="145211" y="1900694"/>
                </a:lnTo>
                <a:lnTo>
                  <a:pt x="143344" y="1902561"/>
                </a:lnTo>
                <a:lnTo>
                  <a:pt x="142875" y="1903679"/>
                </a:lnTo>
                <a:lnTo>
                  <a:pt x="142875" y="1906308"/>
                </a:lnTo>
                <a:lnTo>
                  <a:pt x="143344" y="1907425"/>
                </a:lnTo>
                <a:lnTo>
                  <a:pt x="145211" y="1909292"/>
                </a:lnTo>
                <a:lnTo>
                  <a:pt x="146329" y="1909762"/>
                </a:lnTo>
                <a:lnTo>
                  <a:pt x="148958" y="1909762"/>
                </a:lnTo>
                <a:lnTo>
                  <a:pt x="150075" y="1909292"/>
                </a:lnTo>
                <a:lnTo>
                  <a:pt x="151942" y="1907425"/>
                </a:lnTo>
                <a:lnTo>
                  <a:pt x="152400" y="1906308"/>
                </a:lnTo>
                <a:lnTo>
                  <a:pt x="152400" y="1903679"/>
                </a:lnTo>
                <a:close/>
              </a:path>
              <a:path w="5248275" h="1914525">
                <a:moveTo>
                  <a:pt x="152400" y="1139139"/>
                </a:moveTo>
                <a:lnTo>
                  <a:pt x="151942" y="1138021"/>
                </a:lnTo>
                <a:lnTo>
                  <a:pt x="150075" y="1136154"/>
                </a:lnTo>
                <a:lnTo>
                  <a:pt x="148958" y="1135684"/>
                </a:lnTo>
                <a:lnTo>
                  <a:pt x="146329" y="1135684"/>
                </a:lnTo>
                <a:lnTo>
                  <a:pt x="145211" y="1136154"/>
                </a:lnTo>
                <a:lnTo>
                  <a:pt x="143344" y="1138021"/>
                </a:lnTo>
                <a:lnTo>
                  <a:pt x="142875" y="1139139"/>
                </a:lnTo>
                <a:lnTo>
                  <a:pt x="142875" y="1141768"/>
                </a:lnTo>
                <a:lnTo>
                  <a:pt x="143344" y="1142885"/>
                </a:lnTo>
                <a:lnTo>
                  <a:pt x="145211" y="1144752"/>
                </a:lnTo>
                <a:lnTo>
                  <a:pt x="146329" y="1145209"/>
                </a:lnTo>
                <a:lnTo>
                  <a:pt x="148958" y="1145209"/>
                </a:lnTo>
                <a:lnTo>
                  <a:pt x="150075" y="1144752"/>
                </a:lnTo>
                <a:lnTo>
                  <a:pt x="151942" y="1142885"/>
                </a:lnTo>
                <a:lnTo>
                  <a:pt x="152400" y="1141768"/>
                </a:lnTo>
                <a:lnTo>
                  <a:pt x="152400" y="1139139"/>
                </a:lnTo>
                <a:close/>
              </a:path>
              <a:path w="5248275" h="1914525">
                <a:moveTo>
                  <a:pt x="152400" y="374599"/>
                </a:moveTo>
                <a:lnTo>
                  <a:pt x="151942" y="373481"/>
                </a:lnTo>
                <a:lnTo>
                  <a:pt x="150075" y="371614"/>
                </a:lnTo>
                <a:lnTo>
                  <a:pt x="148958" y="371144"/>
                </a:lnTo>
                <a:lnTo>
                  <a:pt x="146329" y="371144"/>
                </a:lnTo>
                <a:lnTo>
                  <a:pt x="145211" y="371614"/>
                </a:lnTo>
                <a:lnTo>
                  <a:pt x="143344" y="373481"/>
                </a:lnTo>
                <a:lnTo>
                  <a:pt x="142875" y="374599"/>
                </a:lnTo>
                <a:lnTo>
                  <a:pt x="142875" y="377228"/>
                </a:lnTo>
                <a:lnTo>
                  <a:pt x="143344" y="378345"/>
                </a:lnTo>
                <a:lnTo>
                  <a:pt x="145211" y="380212"/>
                </a:lnTo>
                <a:lnTo>
                  <a:pt x="146329" y="380669"/>
                </a:lnTo>
                <a:lnTo>
                  <a:pt x="148958" y="380669"/>
                </a:lnTo>
                <a:lnTo>
                  <a:pt x="150075" y="380212"/>
                </a:lnTo>
                <a:lnTo>
                  <a:pt x="151942" y="378345"/>
                </a:lnTo>
                <a:lnTo>
                  <a:pt x="152400" y="377228"/>
                </a:lnTo>
                <a:lnTo>
                  <a:pt x="152400" y="374599"/>
                </a:lnTo>
                <a:close/>
              </a:path>
              <a:path w="5248275" h="1914525">
                <a:moveTo>
                  <a:pt x="200025" y="1903679"/>
                </a:moveTo>
                <a:lnTo>
                  <a:pt x="199567" y="1902561"/>
                </a:lnTo>
                <a:lnTo>
                  <a:pt x="197700" y="1900694"/>
                </a:lnTo>
                <a:lnTo>
                  <a:pt x="196583" y="1900237"/>
                </a:lnTo>
                <a:lnTo>
                  <a:pt x="193954" y="1900237"/>
                </a:lnTo>
                <a:lnTo>
                  <a:pt x="192836" y="1900694"/>
                </a:lnTo>
                <a:lnTo>
                  <a:pt x="190969" y="1902561"/>
                </a:lnTo>
                <a:lnTo>
                  <a:pt x="190500" y="1903679"/>
                </a:lnTo>
                <a:lnTo>
                  <a:pt x="190500" y="1906308"/>
                </a:lnTo>
                <a:lnTo>
                  <a:pt x="190969" y="1907425"/>
                </a:lnTo>
                <a:lnTo>
                  <a:pt x="192836" y="1909292"/>
                </a:lnTo>
                <a:lnTo>
                  <a:pt x="193954" y="1909762"/>
                </a:lnTo>
                <a:lnTo>
                  <a:pt x="196583" y="1909762"/>
                </a:lnTo>
                <a:lnTo>
                  <a:pt x="197700" y="1909292"/>
                </a:lnTo>
                <a:lnTo>
                  <a:pt x="199567" y="1907425"/>
                </a:lnTo>
                <a:lnTo>
                  <a:pt x="200025" y="1906308"/>
                </a:lnTo>
                <a:lnTo>
                  <a:pt x="200025" y="1903679"/>
                </a:lnTo>
                <a:close/>
              </a:path>
              <a:path w="5248275" h="1914525">
                <a:moveTo>
                  <a:pt x="200025" y="1139139"/>
                </a:moveTo>
                <a:lnTo>
                  <a:pt x="199567" y="1138021"/>
                </a:lnTo>
                <a:lnTo>
                  <a:pt x="197700" y="1136154"/>
                </a:lnTo>
                <a:lnTo>
                  <a:pt x="196583" y="1135684"/>
                </a:lnTo>
                <a:lnTo>
                  <a:pt x="193954" y="1135684"/>
                </a:lnTo>
                <a:lnTo>
                  <a:pt x="192836" y="1136154"/>
                </a:lnTo>
                <a:lnTo>
                  <a:pt x="190969" y="1138021"/>
                </a:lnTo>
                <a:lnTo>
                  <a:pt x="190500" y="1139139"/>
                </a:lnTo>
                <a:lnTo>
                  <a:pt x="190500" y="1141768"/>
                </a:lnTo>
                <a:lnTo>
                  <a:pt x="190969" y="1142885"/>
                </a:lnTo>
                <a:lnTo>
                  <a:pt x="192836" y="1144752"/>
                </a:lnTo>
                <a:lnTo>
                  <a:pt x="193954" y="1145209"/>
                </a:lnTo>
                <a:lnTo>
                  <a:pt x="196583" y="1145209"/>
                </a:lnTo>
                <a:lnTo>
                  <a:pt x="197700" y="1144752"/>
                </a:lnTo>
                <a:lnTo>
                  <a:pt x="199567" y="1142885"/>
                </a:lnTo>
                <a:lnTo>
                  <a:pt x="200025" y="1141768"/>
                </a:lnTo>
                <a:lnTo>
                  <a:pt x="200025" y="1139139"/>
                </a:lnTo>
                <a:close/>
              </a:path>
              <a:path w="5248275" h="1914525">
                <a:moveTo>
                  <a:pt x="200025" y="374599"/>
                </a:moveTo>
                <a:lnTo>
                  <a:pt x="199567" y="373481"/>
                </a:lnTo>
                <a:lnTo>
                  <a:pt x="197700" y="371614"/>
                </a:lnTo>
                <a:lnTo>
                  <a:pt x="196583" y="371144"/>
                </a:lnTo>
                <a:lnTo>
                  <a:pt x="193954" y="371144"/>
                </a:lnTo>
                <a:lnTo>
                  <a:pt x="192836" y="371614"/>
                </a:lnTo>
                <a:lnTo>
                  <a:pt x="190969" y="373481"/>
                </a:lnTo>
                <a:lnTo>
                  <a:pt x="190500" y="374599"/>
                </a:lnTo>
                <a:lnTo>
                  <a:pt x="190500" y="377228"/>
                </a:lnTo>
                <a:lnTo>
                  <a:pt x="190969" y="378345"/>
                </a:lnTo>
                <a:lnTo>
                  <a:pt x="192836" y="380212"/>
                </a:lnTo>
                <a:lnTo>
                  <a:pt x="193954" y="380669"/>
                </a:lnTo>
                <a:lnTo>
                  <a:pt x="196583" y="380669"/>
                </a:lnTo>
                <a:lnTo>
                  <a:pt x="197700" y="380212"/>
                </a:lnTo>
                <a:lnTo>
                  <a:pt x="199567" y="378345"/>
                </a:lnTo>
                <a:lnTo>
                  <a:pt x="200025" y="377228"/>
                </a:lnTo>
                <a:lnTo>
                  <a:pt x="200025" y="374599"/>
                </a:lnTo>
                <a:close/>
              </a:path>
              <a:path w="5248275" h="1914525">
                <a:moveTo>
                  <a:pt x="247650" y="1903679"/>
                </a:moveTo>
                <a:lnTo>
                  <a:pt x="247192" y="1902561"/>
                </a:lnTo>
                <a:lnTo>
                  <a:pt x="245325" y="1900694"/>
                </a:lnTo>
                <a:lnTo>
                  <a:pt x="244208" y="1900237"/>
                </a:lnTo>
                <a:lnTo>
                  <a:pt x="241579" y="1900237"/>
                </a:lnTo>
                <a:lnTo>
                  <a:pt x="240461" y="1900694"/>
                </a:lnTo>
                <a:lnTo>
                  <a:pt x="238594" y="1902561"/>
                </a:lnTo>
                <a:lnTo>
                  <a:pt x="238125" y="1903679"/>
                </a:lnTo>
                <a:lnTo>
                  <a:pt x="238125" y="1906308"/>
                </a:lnTo>
                <a:lnTo>
                  <a:pt x="238594" y="1907425"/>
                </a:lnTo>
                <a:lnTo>
                  <a:pt x="240461" y="1909292"/>
                </a:lnTo>
                <a:lnTo>
                  <a:pt x="241579" y="1909762"/>
                </a:lnTo>
                <a:lnTo>
                  <a:pt x="244208" y="1909762"/>
                </a:lnTo>
                <a:lnTo>
                  <a:pt x="245325" y="1909292"/>
                </a:lnTo>
                <a:lnTo>
                  <a:pt x="247192" y="1907425"/>
                </a:lnTo>
                <a:lnTo>
                  <a:pt x="247650" y="1906308"/>
                </a:lnTo>
                <a:lnTo>
                  <a:pt x="247650" y="1903679"/>
                </a:lnTo>
                <a:close/>
              </a:path>
              <a:path w="5248275" h="1914525">
                <a:moveTo>
                  <a:pt x="247650" y="1139139"/>
                </a:moveTo>
                <a:lnTo>
                  <a:pt x="247192" y="1138021"/>
                </a:lnTo>
                <a:lnTo>
                  <a:pt x="245325" y="1136154"/>
                </a:lnTo>
                <a:lnTo>
                  <a:pt x="244208" y="1135684"/>
                </a:lnTo>
                <a:lnTo>
                  <a:pt x="241579" y="1135684"/>
                </a:lnTo>
                <a:lnTo>
                  <a:pt x="240461" y="1136154"/>
                </a:lnTo>
                <a:lnTo>
                  <a:pt x="238594" y="1138021"/>
                </a:lnTo>
                <a:lnTo>
                  <a:pt x="238125" y="1139139"/>
                </a:lnTo>
                <a:lnTo>
                  <a:pt x="238125" y="1141768"/>
                </a:lnTo>
                <a:lnTo>
                  <a:pt x="238594" y="1142885"/>
                </a:lnTo>
                <a:lnTo>
                  <a:pt x="240461" y="1144752"/>
                </a:lnTo>
                <a:lnTo>
                  <a:pt x="241579" y="1145209"/>
                </a:lnTo>
                <a:lnTo>
                  <a:pt x="244208" y="1145209"/>
                </a:lnTo>
                <a:lnTo>
                  <a:pt x="245325" y="1144752"/>
                </a:lnTo>
                <a:lnTo>
                  <a:pt x="247192" y="1142885"/>
                </a:lnTo>
                <a:lnTo>
                  <a:pt x="247650" y="1141768"/>
                </a:lnTo>
                <a:lnTo>
                  <a:pt x="247650" y="1139139"/>
                </a:lnTo>
                <a:close/>
              </a:path>
              <a:path w="5248275" h="1914525">
                <a:moveTo>
                  <a:pt x="247650" y="374599"/>
                </a:moveTo>
                <a:lnTo>
                  <a:pt x="247192" y="373481"/>
                </a:lnTo>
                <a:lnTo>
                  <a:pt x="245325" y="371614"/>
                </a:lnTo>
                <a:lnTo>
                  <a:pt x="244208" y="371144"/>
                </a:lnTo>
                <a:lnTo>
                  <a:pt x="241579" y="371144"/>
                </a:lnTo>
                <a:lnTo>
                  <a:pt x="240461" y="371614"/>
                </a:lnTo>
                <a:lnTo>
                  <a:pt x="238594" y="373481"/>
                </a:lnTo>
                <a:lnTo>
                  <a:pt x="238125" y="374599"/>
                </a:lnTo>
                <a:lnTo>
                  <a:pt x="238125" y="377228"/>
                </a:lnTo>
                <a:lnTo>
                  <a:pt x="238594" y="378345"/>
                </a:lnTo>
                <a:lnTo>
                  <a:pt x="240461" y="380212"/>
                </a:lnTo>
                <a:lnTo>
                  <a:pt x="241579" y="380669"/>
                </a:lnTo>
                <a:lnTo>
                  <a:pt x="244208" y="380669"/>
                </a:lnTo>
                <a:lnTo>
                  <a:pt x="245325" y="380212"/>
                </a:lnTo>
                <a:lnTo>
                  <a:pt x="247192" y="378345"/>
                </a:lnTo>
                <a:lnTo>
                  <a:pt x="247650" y="377228"/>
                </a:lnTo>
                <a:lnTo>
                  <a:pt x="247650" y="374599"/>
                </a:lnTo>
                <a:close/>
              </a:path>
              <a:path w="5248275" h="1914525">
                <a:moveTo>
                  <a:pt x="295275" y="1903679"/>
                </a:moveTo>
                <a:lnTo>
                  <a:pt x="294817" y="1902561"/>
                </a:lnTo>
                <a:lnTo>
                  <a:pt x="292950" y="1900694"/>
                </a:lnTo>
                <a:lnTo>
                  <a:pt x="291833" y="1900237"/>
                </a:lnTo>
                <a:lnTo>
                  <a:pt x="289204" y="1900237"/>
                </a:lnTo>
                <a:lnTo>
                  <a:pt x="288086" y="1900694"/>
                </a:lnTo>
                <a:lnTo>
                  <a:pt x="286219" y="1902561"/>
                </a:lnTo>
                <a:lnTo>
                  <a:pt x="285750" y="1903679"/>
                </a:lnTo>
                <a:lnTo>
                  <a:pt x="285750" y="1906308"/>
                </a:lnTo>
                <a:lnTo>
                  <a:pt x="286219" y="1907425"/>
                </a:lnTo>
                <a:lnTo>
                  <a:pt x="288086" y="1909292"/>
                </a:lnTo>
                <a:lnTo>
                  <a:pt x="289204" y="1909762"/>
                </a:lnTo>
                <a:lnTo>
                  <a:pt x="291833" y="1909762"/>
                </a:lnTo>
                <a:lnTo>
                  <a:pt x="292950" y="1909292"/>
                </a:lnTo>
                <a:lnTo>
                  <a:pt x="294817" y="1907425"/>
                </a:lnTo>
                <a:lnTo>
                  <a:pt x="295275" y="1906308"/>
                </a:lnTo>
                <a:lnTo>
                  <a:pt x="295275" y="1903679"/>
                </a:lnTo>
                <a:close/>
              </a:path>
              <a:path w="5248275" h="1914525">
                <a:moveTo>
                  <a:pt x="295275" y="1139139"/>
                </a:moveTo>
                <a:lnTo>
                  <a:pt x="294817" y="1138021"/>
                </a:lnTo>
                <a:lnTo>
                  <a:pt x="292950" y="1136154"/>
                </a:lnTo>
                <a:lnTo>
                  <a:pt x="291833" y="1135684"/>
                </a:lnTo>
                <a:lnTo>
                  <a:pt x="289204" y="1135684"/>
                </a:lnTo>
                <a:lnTo>
                  <a:pt x="288086" y="1136154"/>
                </a:lnTo>
                <a:lnTo>
                  <a:pt x="286219" y="1138021"/>
                </a:lnTo>
                <a:lnTo>
                  <a:pt x="285750" y="1139139"/>
                </a:lnTo>
                <a:lnTo>
                  <a:pt x="285750" y="1141768"/>
                </a:lnTo>
                <a:lnTo>
                  <a:pt x="286219" y="1142885"/>
                </a:lnTo>
                <a:lnTo>
                  <a:pt x="288086" y="1144752"/>
                </a:lnTo>
                <a:lnTo>
                  <a:pt x="289204" y="1145209"/>
                </a:lnTo>
                <a:lnTo>
                  <a:pt x="291833" y="1145209"/>
                </a:lnTo>
                <a:lnTo>
                  <a:pt x="292950" y="1144752"/>
                </a:lnTo>
                <a:lnTo>
                  <a:pt x="294817" y="1142885"/>
                </a:lnTo>
                <a:lnTo>
                  <a:pt x="295275" y="1141768"/>
                </a:lnTo>
                <a:lnTo>
                  <a:pt x="295275" y="1139139"/>
                </a:lnTo>
                <a:close/>
              </a:path>
              <a:path w="5248275" h="1914525">
                <a:moveTo>
                  <a:pt x="295275" y="374599"/>
                </a:moveTo>
                <a:lnTo>
                  <a:pt x="294817" y="373481"/>
                </a:lnTo>
                <a:lnTo>
                  <a:pt x="292950" y="371614"/>
                </a:lnTo>
                <a:lnTo>
                  <a:pt x="291833" y="371144"/>
                </a:lnTo>
                <a:lnTo>
                  <a:pt x="289204" y="371144"/>
                </a:lnTo>
                <a:lnTo>
                  <a:pt x="288086" y="371614"/>
                </a:lnTo>
                <a:lnTo>
                  <a:pt x="286219" y="373481"/>
                </a:lnTo>
                <a:lnTo>
                  <a:pt x="285750" y="374599"/>
                </a:lnTo>
                <a:lnTo>
                  <a:pt x="285750" y="377228"/>
                </a:lnTo>
                <a:lnTo>
                  <a:pt x="286219" y="378345"/>
                </a:lnTo>
                <a:lnTo>
                  <a:pt x="288086" y="380212"/>
                </a:lnTo>
                <a:lnTo>
                  <a:pt x="289204" y="380669"/>
                </a:lnTo>
                <a:lnTo>
                  <a:pt x="291833" y="380669"/>
                </a:lnTo>
                <a:lnTo>
                  <a:pt x="292950" y="380212"/>
                </a:lnTo>
                <a:lnTo>
                  <a:pt x="294817" y="378345"/>
                </a:lnTo>
                <a:lnTo>
                  <a:pt x="295275" y="377228"/>
                </a:lnTo>
                <a:lnTo>
                  <a:pt x="295275" y="374599"/>
                </a:lnTo>
                <a:close/>
              </a:path>
              <a:path w="5248275" h="1914525">
                <a:moveTo>
                  <a:pt x="342900" y="1903679"/>
                </a:moveTo>
                <a:lnTo>
                  <a:pt x="342442" y="1902561"/>
                </a:lnTo>
                <a:lnTo>
                  <a:pt x="340575" y="1900694"/>
                </a:lnTo>
                <a:lnTo>
                  <a:pt x="339458" y="1900237"/>
                </a:lnTo>
                <a:lnTo>
                  <a:pt x="336829" y="1900237"/>
                </a:lnTo>
                <a:lnTo>
                  <a:pt x="335711" y="1900694"/>
                </a:lnTo>
                <a:lnTo>
                  <a:pt x="333844" y="1902561"/>
                </a:lnTo>
                <a:lnTo>
                  <a:pt x="333375" y="1903679"/>
                </a:lnTo>
                <a:lnTo>
                  <a:pt x="333375" y="1906308"/>
                </a:lnTo>
                <a:lnTo>
                  <a:pt x="333844" y="1907425"/>
                </a:lnTo>
                <a:lnTo>
                  <a:pt x="335711" y="1909292"/>
                </a:lnTo>
                <a:lnTo>
                  <a:pt x="336829" y="1909762"/>
                </a:lnTo>
                <a:lnTo>
                  <a:pt x="339458" y="1909762"/>
                </a:lnTo>
                <a:lnTo>
                  <a:pt x="340575" y="1909292"/>
                </a:lnTo>
                <a:lnTo>
                  <a:pt x="342442" y="1907425"/>
                </a:lnTo>
                <a:lnTo>
                  <a:pt x="342900" y="1906308"/>
                </a:lnTo>
                <a:lnTo>
                  <a:pt x="342900" y="1903679"/>
                </a:lnTo>
                <a:close/>
              </a:path>
              <a:path w="5248275" h="1914525">
                <a:moveTo>
                  <a:pt x="342900" y="1139139"/>
                </a:moveTo>
                <a:lnTo>
                  <a:pt x="342442" y="1138021"/>
                </a:lnTo>
                <a:lnTo>
                  <a:pt x="340575" y="1136154"/>
                </a:lnTo>
                <a:lnTo>
                  <a:pt x="339458" y="1135684"/>
                </a:lnTo>
                <a:lnTo>
                  <a:pt x="336829" y="1135684"/>
                </a:lnTo>
                <a:lnTo>
                  <a:pt x="335711" y="1136154"/>
                </a:lnTo>
                <a:lnTo>
                  <a:pt x="333844" y="1138021"/>
                </a:lnTo>
                <a:lnTo>
                  <a:pt x="333375" y="1139139"/>
                </a:lnTo>
                <a:lnTo>
                  <a:pt x="333375" y="1141768"/>
                </a:lnTo>
                <a:lnTo>
                  <a:pt x="333844" y="1142885"/>
                </a:lnTo>
                <a:lnTo>
                  <a:pt x="335711" y="1144752"/>
                </a:lnTo>
                <a:lnTo>
                  <a:pt x="336829" y="1145209"/>
                </a:lnTo>
                <a:lnTo>
                  <a:pt x="339458" y="1145209"/>
                </a:lnTo>
                <a:lnTo>
                  <a:pt x="340575" y="1144752"/>
                </a:lnTo>
                <a:lnTo>
                  <a:pt x="342442" y="1142885"/>
                </a:lnTo>
                <a:lnTo>
                  <a:pt x="342900" y="1141768"/>
                </a:lnTo>
                <a:lnTo>
                  <a:pt x="342900" y="1139139"/>
                </a:lnTo>
                <a:close/>
              </a:path>
              <a:path w="5248275" h="1914525">
                <a:moveTo>
                  <a:pt x="342900" y="374599"/>
                </a:moveTo>
                <a:lnTo>
                  <a:pt x="342442" y="373481"/>
                </a:lnTo>
                <a:lnTo>
                  <a:pt x="340575" y="371614"/>
                </a:lnTo>
                <a:lnTo>
                  <a:pt x="339458" y="371144"/>
                </a:lnTo>
                <a:lnTo>
                  <a:pt x="336829" y="371144"/>
                </a:lnTo>
                <a:lnTo>
                  <a:pt x="335711" y="371614"/>
                </a:lnTo>
                <a:lnTo>
                  <a:pt x="333844" y="373481"/>
                </a:lnTo>
                <a:lnTo>
                  <a:pt x="333375" y="374599"/>
                </a:lnTo>
                <a:lnTo>
                  <a:pt x="333375" y="377228"/>
                </a:lnTo>
                <a:lnTo>
                  <a:pt x="333844" y="378345"/>
                </a:lnTo>
                <a:lnTo>
                  <a:pt x="335711" y="380212"/>
                </a:lnTo>
                <a:lnTo>
                  <a:pt x="336829" y="380669"/>
                </a:lnTo>
                <a:lnTo>
                  <a:pt x="339458" y="380669"/>
                </a:lnTo>
                <a:lnTo>
                  <a:pt x="340575" y="380212"/>
                </a:lnTo>
                <a:lnTo>
                  <a:pt x="342442" y="378345"/>
                </a:lnTo>
                <a:lnTo>
                  <a:pt x="342900" y="377228"/>
                </a:lnTo>
                <a:lnTo>
                  <a:pt x="342900" y="374599"/>
                </a:lnTo>
                <a:close/>
              </a:path>
              <a:path w="5248275" h="1914525">
                <a:moveTo>
                  <a:pt x="390525" y="1903679"/>
                </a:moveTo>
                <a:lnTo>
                  <a:pt x="390067" y="1902561"/>
                </a:lnTo>
                <a:lnTo>
                  <a:pt x="388200" y="1900694"/>
                </a:lnTo>
                <a:lnTo>
                  <a:pt x="387083" y="1900237"/>
                </a:lnTo>
                <a:lnTo>
                  <a:pt x="384454" y="1900237"/>
                </a:lnTo>
                <a:lnTo>
                  <a:pt x="383336" y="1900694"/>
                </a:lnTo>
                <a:lnTo>
                  <a:pt x="381469" y="1902561"/>
                </a:lnTo>
                <a:lnTo>
                  <a:pt x="381000" y="1903679"/>
                </a:lnTo>
                <a:lnTo>
                  <a:pt x="381000" y="1906308"/>
                </a:lnTo>
                <a:lnTo>
                  <a:pt x="381469" y="1907425"/>
                </a:lnTo>
                <a:lnTo>
                  <a:pt x="383336" y="1909292"/>
                </a:lnTo>
                <a:lnTo>
                  <a:pt x="384454" y="1909762"/>
                </a:lnTo>
                <a:lnTo>
                  <a:pt x="387083" y="1909762"/>
                </a:lnTo>
                <a:lnTo>
                  <a:pt x="388200" y="1909292"/>
                </a:lnTo>
                <a:lnTo>
                  <a:pt x="390067" y="1907425"/>
                </a:lnTo>
                <a:lnTo>
                  <a:pt x="390525" y="1906308"/>
                </a:lnTo>
                <a:lnTo>
                  <a:pt x="390525" y="1903679"/>
                </a:lnTo>
                <a:close/>
              </a:path>
              <a:path w="5248275" h="1914525">
                <a:moveTo>
                  <a:pt x="390525" y="1139139"/>
                </a:moveTo>
                <a:lnTo>
                  <a:pt x="390067" y="1138021"/>
                </a:lnTo>
                <a:lnTo>
                  <a:pt x="388200" y="1136154"/>
                </a:lnTo>
                <a:lnTo>
                  <a:pt x="387083" y="1135684"/>
                </a:lnTo>
                <a:lnTo>
                  <a:pt x="384454" y="1135684"/>
                </a:lnTo>
                <a:lnTo>
                  <a:pt x="383336" y="1136154"/>
                </a:lnTo>
                <a:lnTo>
                  <a:pt x="381469" y="1138021"/>
                </a:lnTo>
                <a:lnTo>
                  <a:pt x="381000" y="1139139"/>
                </a:lnTo>
                <a:lnTo>
                  <a:pt x="381000" y="1141768"/>
                </a:lnTo>
                <a:lnTo>
                  <a:pt x="381469" y="1142885"/>
                </a:lnTo>
                <a:lnTo>
                  <a:pt x="383336" y="1144752"/>
                </a:lnTo>
                <a:lnTo>
                  <a:pt x="384454" y="1145209"/>
                </a:lnTo>
                <a:lnTo>
                  <a:pt x="387083" y="1145209"/>
                </a:lnTo>
                <a:lnTo>
                  <a:pt x="388200" y="1144752"/>
                </a:lnTo>
                <a:lnTo>
                  <a:pt x="390067" y="1142885"/>
                </a:lnTo>
                <a:lnTo>
                  <a:pt x="390525" y="1141768"/>
                </a:lnTo>
                <a:lnTo>
                  <a:pt x="390525" y="1139139"/>
                </a:lnTo>
                <a:close/>
              </a:path>
              <a:path w="5248275" h="1914525">
                <a:moveTo>
                  <a:pt x="390525" y="374599"/>
                </a:moveTo>
                <a:lnTo>
                  <a:pt x="390067" y="373481"/>
                </a:lnTo>
                <a:lnTo>
                  <a:pt x="388200" y="371614"/>
                </a:lnTo>
                <a:lnTo>
                  <a:pt x="387083" y="371144"/>
                </a:lnTo>
                <a:lnTo>
                  <a:pt x="384454" y="371144"/>
                </a:lnTo>
                <a:lnTo>
                  <a:pt x="383336" y="371614"/>
                </a:lnTo>
                <a:lnTo>
                  <a:pt x="381469" y="373481"/>
                </a:lnTo>
                <a:lnTo>
                  <a:pt x="381000" y="374599"/>
                </a:lnTo>
                <a:lnTo>
                  <a:pt x="381000" y="377228"/>
                </a:lnTo>
                <a:lnTo>
                  <a:pt x="381469" y="378345"/>
                </a:lnTo>
                <a:lnTo>
                  <a:pt x="383336" y="380212"/>
                </a:lnTo>
                <a:lnTo>
                  <a:pt x="384454" y="380669"/>
                </a:lnTo>
                <a:lnTo>
                  <a:pt x="387083" y="380669"/>
                </a:lnTo>
                <a:lnTo>
                  <a:pt x="388200" y="380212"/>
                </a:lnTo>
                <a:lnTo>
                  <a:pt x="390067" y="378345"/>
                </a:lnTo>
                <a:lnTo>
                  <a:pt x="390525" y="377228"/>
                </a:lnTo>
                <a:lnTo>
                  <a:pt x="390525" y="374599"/>
                </a:lnTo>
                <a:close/>
              </a:path>
              <a:path w="5248275" h="1914525">
                <a:moveTo>
                  <a:pt x="438150" y="1903679"/>
                </a:moveTo>
                <a:lnTo>
                  <a:pt x="437692" y="1902561"/>
                </a:lnTo>
                <a:lnTo>
                  <a:pt x="435825" y="1900694"/>
                </a:lnTo>
                <a:lnTo>
                  <a:pt x="434708" y="1900237"/>
                </a:lnTo>
                <a:lnTo>
                  <a:pt x="432079" y="1900237"/>
                </a:lnTo>
                <a:lnTo>
                  <a:pt x="430961" y="1900694"/>
                </a:lnTo>
                <a:lnTo>
                  <a:pt x="429094" y="1902561"/>
                </a:lnTo>
                <a:lnTo>
                  <a:pt x="428625" y="1903679"/>
                </a:lnTo>
                <a:lnTo>
                  <a:pt x="428625" y="1906308"/>
                </a:lnTo>
                <a:lnTo>
                  <a:pt x="429094" y="1907425"/>
                </a:lnTo>
                <a:lnTo>
                  <a:pt x="430961" y="1909292"/>
                </a:lnTo>
                <a:lnTo>
                  <a:pt x="432079" y="1909762"/>
                </a:lnTo>
                <a:lnTo>
                  <a:pt x="434708" y="1909762"/>
                </a:lnTo>
                <a:lnTo>
                  <a:pt x="435825" y="1909292"/>
                </a:lnTo>
                <a:lnTo>
                  <a:pt x="437692" y="1907425"/>
                </a:lnTo>
                <a:lnTo>
                  <a:pt x="438150" y="1906308"/>
                </a:lnTo>
                <a:lnTo>
                  <a:pt x="438150" y="1903679"/>
                </a:lnTo>
                <a:close/>
              </a:path>
              <a:path w="5248275" h="1914525">
                <a:moveTo>
                  <a:pt x="438150" y="1139139"/>
                </a:moveTo>
                <a:lnTo>
                  <a:pt x="437692" y="1138021"/>
                </a:lnTo>
                <a:lnTo>
                  <a:pt x="435825" y="1136154"/>
                </a:lnTo>
                <a:lnTo>
                  <a:pt x="434708" y="1135684"/>
                </a:lnTo>
                <a:lnTo>
                  <a:pt x="432079" y="1135684"/>
                </a:lnTo>
                <a:lnTo>
                  <a:pt x="430961" y="1136154"/>
                </a:lnTo>
                <a:lnTo>
                  <a:pt x="429094" y="1138021"/>
                </a:lnTo>
                <a:lnTo>
                  <a:pt x="428625" y="1139139"/>
                </a:lnTo>
                <a:lnTo>
                  <a:pt x="428625" y="1141768"/>
                </a:lnTo>
                <a:lnTo>
                  <a:pt x="429094" y="1142885"/>
                </a:lnTo>
                <a:lnTo>
                  <a:pt x="430961" y="1144752"/>
                </a:lnTo>
                <a:lnTo>
                  <a:pt x="432079" y="1145209"/>
                </a:lnTo>
                <a:lnTo>
                  <a:pt x="434708" y="1145209"/>
                </a:lnTo>
                <a:lnTo>
                  <a:pt x="435825" y="1144752"/>
                </a:lnTo>
                <a:lnTo>
                  <a:pt x="437692" y="1142885"/>
                </a:lnTo>
                <a:lnTo>
                  <a:pt x="438150" y="1141768"/>
                </a:lnTo>
                <a:lnTo>
                  <a:pt x="438150" y="1139139"/>
                </a:lnTo>
                <a:close/>
              </a:path>
              <a:path w="5248275" h="1914525">
                <a:moveTo>
                  <a:pt x="438150" y="374599"/>
                </a:moveTo>
                <a:lnTo>
                  <a:pt x="437692" y="373481"/>
                </a:lnTo>
                <a:lnTo>
                  <a:pt x="435825" y="371614"/>
                </a:lnTo>
                <a:lnTo>
                  <a:pt x="434708" y="371144"/>
                </a:lnTo>
                <a:lnTo>
                  <a:pt x="432079" y="371144"/>
                </a:lnTo>
                <a:lnTo>
                  <a:pt x="430961" y="371614"/>
                </a:lnTo>
                <a:lnTo>
                  <a:pt x="429094" y="373481"/>
                </a:lnTo>
                <a:lnTo>
                  <a:pt x="428625" y="374599"/>
                </a:lnTo>
                <a:lnTo>
                  <a:pt x="428625" y="377228"/>
                </a:lnTo>
                <a:lnTo>
                  <a:pt x="429094" y="378345"/>
                </a:lnTo>
                <a:lnTo>
                  <a:pt x="430961" y="380212"/>
                </a:lnTo>
                <a:lnTo>
                  <a:pt x="432079" y="380669"/>
                </a:lnTo>
                <a:lnTo>
                  <a:pt x="434708" y="380669"/>
                </a:lnTo>
                <a:lnTo>
                  <a:pt x="435825" y="380212"/>
                </a:lnTo>
                <a:lnTo>
                  <a:pt x="437692" y="378345"/>
                </a:lnTo>
                <a:lnTo>
                  <a:pt x="438150" y="377228"/>
                </a:lnTo>
                <a:lnTo>
                  <a:pt x="438150" y="374599"/>
                </a:lnTo>
                <a:close/>
              </a:path>
              <a:path w="5248275" h="1914525">
                <a:moveTo>
                  <a:pt x="485775" y="1903679"/>
                </a:moveTo>
                <a:lnTo>
                  <a:pt x="485317" y="1902561"/>
                </a:lnTo>
                <a:lnTo>
                  <a:pt x="483450" y="1900694"/>
                </a:lnTo>
                <a:lnTo>
                  <a:pt x="482333" y="1900237"/>
                </a:lnTo>
                <a:lnTo>
                  <a:pt x="479704" y="1900237"/>
                </a:lnTo>
                <a:lnTo>
                  <a:pt x="478586" y="1900694"/>
                </a:lnTo>
                <a:lnTo>
                  <a:pt x="476719" y="1902561"/>
                </a:lnTo>
                <a:lnTo>
                  <a:pt x="476250" y="1903679"/>
                </a:lnTo>
                <a:lnTo>
                  <a:pt x="476250" y="1906308"/>
                </a:lnTo>
                <a:lnTo>
                  <a:pt x="476719" y="1907425"/>
                </a:lnTo>
                <a:lnTo>
                  <a:pt x="478586" y="1909292"/>
                </a:lnTo>
                <a:lnTo>
                  <a:pt x="479704" y="1909762"/>
                </a:lnTo>
                <a:lnTo>
                  <a:pt x="482333" y="1909762"/>
                </a:lnTo>
                <a:lnTo>
                  <a:pt x="483450" y="1909292"/>
                </a:lnTo>
                <a:lnTo>
                  <a:pt x="485317" y="1907425"/>
                </a:lnTo>
                <a:lnTo>
                  <a:pt x="485775" y="1906308"/>
                </a:lnTo>
                <a:lnTo>
                  <a:pt x="485775" y="1903679"/>
                </a:lnTo>
                <a:close/>
              </a:path>
              <a:path w="5248275" h="1914525">
                <a:moveTo>
                  <a:pt x="485775" y="1139139"/>
                </a:moveTo>
                <a:lnTo>
                  <a:pt x="485317" y="1138021"/>
                </a:lnTo>
                <a:lnTo>
                  <a:pt x="483450" y="1136154"/>
                </a:lnTo>
                <a:lnTo>
                  <a:pt x="482333" y="1135684"/>
                </a:lnTo>
                <a:lnTo>
                  <a:pt x="479704" y="1135684"/>
                </a:lnTo>
                <a:lnTo>
                  <a:pt x="478586" y="1136154"/>
                </a:lnTo>
                <a:lnTo>
                  <a:pt x="476719" y="1138021"/>
                </a:lnTo>
                <a:lnTo>
                  <a:pt x="476250" y="1139139"/>
                </a:lnTo>
                <a:lnTo>
                  <a:pt x="476250" y="1141768"/>
                </a:lnTo>
                <a:lnTo>
                  <a:pt x="476719" y="1142885"/>
                </a:lnTo>
                <a:lnTo>
                  <a:pt x="478586" y="1144752"/>
                </a:lnTo>
                <a:lnTo>
                  <a:pt x="479704" y="1145209"/>
                </a:lnTo>
                <a:lnTo>
                  <a:pt x="482333" y="1145209"/>
                </a:lnTo>
                <a:lnTo>
                  <a:pt x="483450" y="1144752"/>
                </a:lnTo>
                <a:lnTo>
                  <a:pt x="485317" y="1142885"/>
                </a:lnTo>
                <a:lnTo>
                  <a:pt x="485775" y="1141768"/>
                </a:lnTo>
                <a:lnTo>
                  <a:pt x="485775" y="1139139"/>
                </a:lnTo>
                <a:close/>
              </a:path>
              <a:path w="5248275" h="1914525">
                <a:moveTo>
                  <a:pt x="485775" y="374599"/>
                </a:moveTo>
                <a:lnTo>
                  <a:pt x="485317" y="373481"/>
                </a:lnTo>
                <a:lnTo>
                  <a:pt x="483450" y="371614"/>
                </a:lnTo>
                <a:lnTo>
                  <a:pt x="482333" y="371144"/>
                </a:lnTo>
                <a:lnTo>
                  <a:pt x="479704" y="371144"/>
                </a:lnTo>
                <a:lnTo>
                  <a:pt x="478586" y="371614"/>
                </a:lnTo>
                <a:lnTo>
                  <a:pt x="476719" y="373481"/>
                </a:lnTo>
                <a:lnTo>
                  <a:pt x="476250" y="374599"/>
                </a:lnTo>
                <a:lnTo>
                  <a:pt x="476250" y="377228"/>
                </a:lnTo>
                <a:lnTo>
                  <a:pt x="476719" y="378345"/>
                </a:lnTo>
                <a:lnTo>
                  <a:pt x="478586" y="380212"/>
                </a:lnTo>
                <a:lnTo>
                  <a:pt x="479704" y="380669"/>
                </a:lnTo>
                <a:lnTo>
                  <a:pt x="482333" y="380669"/>
                </a:lnTo>
                <a:lnTo>
                  <a:pt x="483450" y="380212"/>
                </a:lnTo>
                <a:lnTo>
                  <a:pt x="485317" y="378345"/>
                </a:lnTo>
                <a:lnTo>
                  <a:pt x="485775" y="377228"/>
                </a:lnTo>
                <a:lnTo>
                  <a:pt x="485775" y="374599"/>
                </a:lnTo>
                <a:close/>
              </a:path>
              <a:path w="5248275" h="1914525">
                <a:moveTo>
                  <a:pt x="533400" y="1903679"/>
                </a:moveTo>
                <a:lnTo>
                  <a:pt x="532942" y="1902561"/>
                </a:lnTo>
                <a:lnTo>
                  <a:pt x="531075" y="1900694"/>
                </a:lnTo>
                <a:lnTo>
                  <a:pt x="529958" y="1900237"/>
                </a:lnTo>
                <a:lnTo>
                  <a:pt x="527329" y="1900237"/>
                </a:lnTo>
                <a:lnTo>
                  <a:pt x="526211" y="1900694"/>
                </a:lnTo>
                <a:lnTo>
                  <a:pt x="524344" y="1902561"/>
                </a:lnTo>
                <a:lnTo>
                  <a:pt x="523875" y="1903679"/>
                </a:lnTo>
                <a:lnTo>
                  <a:pt x="523875" y="1906308"/>
                </a:lnTo>
                <a:lnTo>
                  <a:pt x="524344" y="1907425"/>
                </a:lnTo>
                <a:lnTo>
                  <a:pt x="526211" y="1909292"/>
                </a:lnTo>
                <a:lnTo>
                  <a:pt x="527329" y="1909762"/>
                </a:lnTo>
                <a:lnTo>
                  <a:pt x="529958" y="1909762"/>
                </a:lnTo>
                <a:lnTo>
                  <a:pt x="531075" y="1909292"/>
                </a:lnTo>
                <a:lnTo>
                  <a:pt x="532942" y="1907425"/>
                </a:lnTo>
                <a:lnTo>
                  <a:pt x="533400" y="1906308"/>
                </a:lnTo>
                <a:lnTo>
                  <a:pt x="533400" y="1903679"/>
                </a:lnTo>
                <a:close/>
              </a:path>
              <a:path w="5248275" h="1914525">
                <a:moveTo>
                  <a:pt x="533400" y="1139139"/>
                </a:moveTo>
                <a:lnTo>
                  <a:pt x="532942" y="1138021"/>
                </a:lnTo>
                <a:lnTo>
                  <a:pt x="531075" y="1136154"/>
                </a:lnTo>
                <a:lnTo>
                  <a:pt x="529958" y="1135684"/>
                </a:lnTo>
                <a:lnTo>
                  <a:pt x="527329" y="1135684"/>
                </a:lnTo>
                <a:lnTo>
                  <a:pt x="526211" y="1136154"/>
                </a:lnTo>
                <a:lnTo>
                  <a:pt x="524344" y="1138021"/>
                </a:lnTo>
                <a:lnTo>
                  <a:pt x="523875" y="1139139"/>
                </a:lnTo>
                <a:lnTo>
                  <a:pt x="523875" y="1141768"/>
                </a:lnTo>
                <a:lnTo>
                  <a:pt x="524344" y="1142885"/>
                </a:lnTo>
                <a:lnTo>
                  <a:pt x="526211" y="1144752"/>
                </a:lnTo>
                <a:lnTo>
                  <a:pt x="527329" y="1145209"/>
                </a:lnTo>
                <a:lnTo>
                  <a:pt x="529958" y="1145209"/>
                </a:lnTo>
                <a:lnTo>
                  <a:pt x="531075" y="1144752"/>
                </a:lnTo>
                <a:lnTo>
                  <a:pt x="532942" y="1142885"/>
                </a:lnTo>
                <a:lnTo>
                  <a:pt x="533400" y="1141768"/>
                </a:lnTo>
                <a:lnTo>
                  <a:pt x="533400" y="1139139"/>
                </a:lnTo>
                <a:close/>
              </a:path>
              <a:path w="5248275" h="1914525">
                <a:moveTo>
                  <a:pt x="533400" y="374599"/>
                </a:moveTo>
                <a:lnTo>
                  <a:pt x="532942" y="373481"/>
                </a:lnTo>
                <a:lnTo>
                  <a:pt x="531075" y="371614"/>
                </a:lnTo>
                <a:lnTo>
                  <a:pt x="529958" y="371144"/>
                </a:lnTo>
                <a:lnTo>
                  <a:pt x="527329" y="371144"/>
                </a:lnTo>
                <a:lnTo>
                  <a:pt x="526211" y="371614"/>
                </a:lnTo>
                <a:lnTo>
                  <a:pt x="524344" y="373481"/>
                </a:lnTo>
                <a:lnTo>
                  <a:pt x="523875" y="374599"/>
                </a:lnTo>
                <a:lnTo>
                  <a:pt x="523875" y="377228"/>
                </a:lnTo>
                <a:lnTo>
                  <a:pt x="524344" y="378345"/>
                </a:lnTo>
                <a:lnTo>
                  <a:pt x="526211" y="380212"/>
                </a:lnTo>
                <a:lnTo>
                  <a:pt x="527329" y="380669"/>
                </a:lnTo>
                <a:lnTo>
                  <a:pt x="529958" y="380669"/>
                </a:lnTo>
                <a:lnTo>
                  <a:pt x="531075" y="380212"/>
                </a:lnTo>
                <a:lnTo>
                  <a:pt x="532942" y="378345"/>
                </a:lnTo>
                <a:lnTo>
                  <a:pt x="533400" y="377228"/>
                </a:lnTo>
                <a:lnTo>
                  <a:pt x="533400" y="374599"/>
                </a:lnTo>
                <a:close/>
              </a:path>
              <a:path w="5248275" h="1914525">
                <a:moveTo>
                  <a:pt x="581025" y="1903679"/>
                </a:moveTo>
                <a:lnTo>
                  <a:pt x="580567" y="1902561"/>
                </a:lnTo>
                <a:lnTo>
                  <a:pt x="578700" y="1900694"/>
                </a:lnTo>
                <a:lnTo>
                  <a:pt x="577583" y="1900237"/>
                </a:lnTo>
                <a:lnTo>
                  <a:pt x="574954" y="1900237"/>
                </a:lnTo>
                <a:lnTo>
                  <a:pt x="573836" y="1900694"/>
                </a:lnTo>
                <a:lnTo>
                  <a:pt x="571969" y="1902561"/>
                </a:lnTo>
                <a:lnTo>
                  <a:pt x="571500" y="1903679"/>
                </a:lnTo>
                <a:lnTo>
                  <a:pt x="571500" y="1906308"/>
                </a:lnTo>
                <a:lnTo>
                  <a:pt x="571969" y="1907425"/>
                </a:lnTo>
                <a:lnTo>
                  <a:pt x="573836" y="1909292"/>
                </a:lnTo>
                <a:lnTo>
                  <a:pt x="574954" y="1909762"/>
                </a:lnTo>
                <a:lnTo>
                  <a:pt x="577583" y="1909762"/>
                </a:lnTo>
                <a:lnTo>
                  <a:pt x="578700" y="1909292"/>
                </a:lnTo>
                <a:lnTo>
                  <a:pt x="580567" y="1907425"/>
                </a:lnTo>
                <a:lnTo>
                  <a:pt x="581025" y="1906308"/>
                </a:lnTo>
                <a:lnTo>
                  <a:pt x="581025" y="1903679"/>
                </a:lnTo>
                <a:close/>
              </a:path>
              <a:path w="5248275" h="1914525">
                <a:moveTo>
                  <a:pt x="581025" y="1139139"/>
                </a:moveTo>
                <a:lnTo>
                  <a:pt x="580567" y="1138021"/>
                </a:lnTo>
                <a:lnTo>
                  <a:pt x="578700" y="1136154"/>
                </a:lnTo>
                <a:lnTo>
                  <a:pt x="577583" y="1135684"/>
                </a:lnTo>
                <a:lnTo>
                  <a:pt x="574954" y="1135684"/>
                </a:lnTo>
                <a:lnTo>
                  <a:pt x="573836" y="1136154"/>
                </a:lnTo>
                <a:lnTo>
                  <a:pt x="571969" y="1138021"/>
                </a:lnTo>
                <a:lnTo>
                  <a:pt x="571500" y="1139139"/>
                </a:lnTo>
                <a:lnTo>
                  <a:pt x="571500" y="1141768"/>
                </a:lnTo>
                <a:lnTo>
                  <a:pt x="571969" y="1142885"/>
                </a:lnTo>
                <a:lnTo>
                  <a:pt x="573836" y="1144752"/>
                </a:lnTo>
                <a:lnTo>
                  <a:pt x="574954" y="1145209"/>
                </a:lnTo>
                <a:lnTo>
                  <a:pt x="577583" y="1145209"/>
                </a:lnTo>
                <a:lnTo>
                  <a:pt x="578700" y="1144752"/>
                </a:lnTo>
                <a:lnTo>
                  <a:pt x="580567" y="1142885"/>
                </a:lnTo>
                <a:lnTo>
                  <a:pt x="581025" y="1141768"/>
                </a:lnTo>
                <a:lnTo>
                  <a:pt x="581025" y="1139139"/>
                </a:lnTo>
                <a:close/>
              </a:path>
              <a:path w="5248275" h="1914525">
                <a:moveTo>
                  <a:pt x="581025" y="374599"/>
                </a:moveTo>
                <a:lnTo>
                  <a:pt x="580567" y="373481"/>
                </a:lnTo>
                <a:lnTo>
                  <a:pt x="578700" y="371614"/>
                </a:lnTo>
                <a:lnTo>
                  <a:pt x="577583" y="371144"/>
                </a:lnTo>
                <a:lnTo>
                  <a:pt x="574954" y="371144"/>
                </a:lnTo>
                <a:lnTo>
                  <a:pt x="573836" y="371614"/>
                </a:lnTo>
                <a:lnTo>
                  <a:pt x="571969" y="373481"/>
                </a:lnTo>
                <a:lnTo>
                  <a:pt x="571500" y="374599"/>
                </a:lnTo>
                <a:lnTo>
                  <a:pt x="571500" y="377228"/>
                </a:lnTo>
                <a:lnTo>
                  <a:pt x="571969" y="378345"/>
                </a:lnTo>
                <a:lnTo>
                  <a:pt x="573836" y="380212"/>
                </a:lnTo>
                <a:lnTo>
                  <a:pt x="574954" y="380669"/>
                </a:lnTo>
                <a:lnTo>
                  <a:pt x="577583" y="380669"/>
                </a:lnTo>
                <a:lnTo>
                  <a:pt x="578700" y="380212"/>
                </a:lnTo>
                <a:lnTo>
                  <a:pt x="580567" y="378345"/>
                </a:lnTo>
                <a:lnTo>
                  <a:pt x="581025" y="377228"/>
                </a:lnTo>
                <a:lnTo>
                  <a:pt x="581025" y="374599"/>
                </a:lnTo>
                <a:close/>
              </a:path>
              <a:path w="5248275" h="1914525">
                <a:moveTo>
                  <a:pt x="628650" y="1903679"/>
                </a:moveTo>
                <a:lnTo>
                  <a:pt x="628192" y="1902561"/>
                </a:lnTo>
                <a:lnTo>
                  <a:pt x="626325" y="1900694"/>
                </a:lnTo>
                <a:lnTo>
                  <a:pt x="625208" y="1900237"/>
                </a:lnTo>
                <a:lnTo>
                  <a:pt x="622579" y="1900237"/>
                </a:lnTo>
                <a:lnTo>
                  <a:pt x="621461" y="1900694"/>
                </a:lnTo>
                <a:lnTo>
                  <a:pt x="619594" y="1902561"/>
                </a:lnTo>
                <a:lnTo>
                  <a:pt x="619125" y="1903679"/>
                </a:lnTo>
                <a:lnTo>
                  <a:pt x="619125" y="1906308"/>
                </a:lnTo>
                <a:lnTo>
                  <a:pt x="619594" y="1907425"/>
                </a:lnTo>
                <a:lnTo>
                  <a:pt x="621461" y="1909292"/>
                </a:lnTo>
                <a:lnTo>
                  <a:pt x="622579" y="1909762"/>
                </a:lnTo>
                <a:lnTo>
                  <a:pt x="625208" y="1909762"/>
                </a:lnTo>
                <a:lnTo>
                  <a:pt x="626325" y="1909292"/>
                </a:lnTo>
                <a:lnTo>
                  <a:pt x="628192" y="1907425"/>
                </a:lnTo>
                <a:lnTo>
                  <a:pt x="628650" y="1906308"/>
                </a:lnTo>
                <a:lnTo>
                  <a:pt x="628650" y="1903679"/>
                </a:lnTo>
                <a:close/>
              </a:path>
              <a:path w="5248275" h="1914525">
                <a:moveTo>
                  <a:pt x="628650" y="1139139"/>
                </a:moveTo>
                <a:lnTo>
                  <a:pt x="628192" y="1138021"/>
                </a:lnTo>
                <a:lnTo>
                  <a:pt x="626325" y="1136154"/>
                </a:lnTo>
                <a:lnTo>
                  <a:pt x="625208" y="1135684"/>
                </a:lnTo>
                <a:lnTo>
                  <a:pt x="622579" y="1135684"/>
                </a:lnTo>
                <a:lnTo>
                  <a:pt x="621461" y="1136154"/>
                </a:lnTo>
                <a:lnTo>
                  <a:pt x="619594" y="1138021"/>
                </a:lnTo>
                <a:lnTo>
                  <a:pt x="619125" y="1139139"/>
                </a:lnTo>
                <a:lnTo>
                  <a:pt x="619125" y="1141768"/>
                </a:lnTo>
                <a:lnTo>
                  <a:pt x="619594" y="1142885"/>
                </a:lnTo>
                <a:lnTo>
                  <a:pt x="621461" y="1144752"/>
                </a:lnTo>
                <a:lnTo>
                  <a:pt x="622579" y="1145209"/>
                </a:lnTo>
                <a:lnTo>
                  <a:pt x="625208" y="1145209"/>
                </a:lnTo>
                <a:lnTo>
                  <a:pt x="626325" y="1144752"/>
                </a:lnTo>
                <a:lnTo>
                  <a:pt x="628192" y="1142885"/>
                </a:lnTo>
                <a:lnTo>
                  <a:pt x="628650" y="1141768"/>
                </a:lnTo>
                <a:lnTo>
                  <a:pt x="628650" y="1139139"/>
                </a:lnTo>
                <a:close/>
              </a:path>
              <a:path w="5248275" h="1914525">
                <a:moveTo>
                  <a:pt x="628650" y="374599"/>
                </a:moveTo>
                <a:lnTo>
                  <a:pt x="628192" y="373481"/>
                </a:lnTo>
                <a:lnTo>
                  <a:pt x="626325" y="371614"/>
                </a:lnTo>
                <a:lnTo>
                  <a:pt x="625208" y="371144"/>
                </a:lnTo>
                <a:lnTo>
                  <a:pt x="622579" y="371144"/>
                </a:lnTo>
                <a:lnTo>
                  <a:pt x="621461" y="371614"/>
                </a:lnTo>
                <a:lnTo>
                  <a:pt x="619594" y="373481"/>
                </a:lnTo>
                <a:lnTo>
                  <a:pt x="619125" y="374599"/>
                </a:lnTo>
                <a:lnTo>
                  <a:pt x="619125" y="377228"/>
                </a:lnTo>
                <a:lnTo>
                  <a:pt x="619594" y="378345"/>
                </a:lnTo>
                <a:lnTo>
                  <a:pt x="621461" y="380212"/>
                </a:lnTo>
                <a:lnTo>
                  <a:pt x="622579" y="380669"/>
                </a:lnTo>
                <a:lnTo>
                  <a:pt x="625208" y="380669"/>
                </a:lnTo>
                <a:lnTo>
                  <a:pt x="626325" y="380212"/>
                </a:lnTo>
                <a:lnTo>
                  <a:pt x="628192" y="378345"/>
                </a:lnTo>
                <a:lnTo>
                  <a:pt x="628650" y="377228"/>
                </a:lnTo>
                <a:lnTo>
                  <a:pt x="628650" y="374599"/>
                </a:lnTo>
                <a:close/>
              </a:path>
              <a:path w="5248275" h="1914525">
                <a:moveTo>
                  <a:pt x="676275" y="1903679"/>
                </a:moveTo>
                <a:lnTo>
                  <a:pt x="675817" y="1902561"/>
                </a:lnTo>
                <a:lnTo>
                  <a:pt x="673950" y="1900694"/>
                </a:lnTo>
                <a:lnTo>
                  <a:pt x="672833" y="1900237"/>
                </a:lnTo>
                <a:lnTo>
                  <a:pt x="670204" y="1900237"/>
                </a:lnTo>
                <a:lnTo>
                  <a:pt x="669086" y="1900694"/>
                </a:lnTo>
                <a:lnTo>
                  <a:pt x="667219" y="1902561"/>
                </a:lnTo>
                <a:lnTo>
                  <a:pt x="666750" y="1903679"/>
                </a:lnTo>
                <a:lnTo>
                  <a:pt x="666750" y="1906308"/>
                </a:lnTo>
                <a:lnTo>
                  <a:pt x="667219" y="1907425"/>
                </a:lnTo>
                <a:lnTo>
                  <a:pt x="669086" y="1909292"/>
                </a:lnTo>
                <a:lnTo>
                  <a:pt x="670204" y="1909762"/>
                </a:lnTo>
                <a:lnTo>
                  <a:pt x="672833" y="1909762"/>
                </a:lnTo>
                <a:lnTo>
                  <a:pt x="673950" y="1909292"/>
                </a:lnTo>
                <a:lnTo>
                  <a:pt x="675817" y="1907425"/>
                </a:lnTo>
                <a:lnTo>
                  <a:pt x="676275" y="1906308"/>
                </a:lnTo>
                <a:lnTo>
                  <a:pt x="676275" y="1903679"/>
                </a:lnTo>
                <a:close/>
              </a:path>
              <a:path w="5248275" h="1914525">
                <a:moveTo>
                  <a:pt x="676275" y="1139139"/>
                </a:moveTo>
                <a:lnTo>
                  <a:pt x="675817" y="1138021"/>
                </a:lnTo>
                <a:lnTo>
                  <a:pt x="673950" y="1136154"/>
                </a:lnTo>
                <a:lnTo>
                  <a:pt x="672833" y="1135684"/>
                </a:lnTo>
                <a:lnTo>
                  <a:pt x="670204" y="1135684"/>
                </a:lnTo>
                <a:lnTo>
                  <a:pt x="669086" y="1136154"/>
                </a:lnTo>
                <a:lnTo>
                  <a:pt x="667219" y="1138021"/>
                </a:lnTo>
                <a:lnTo>
                  <a:pt x="666750" y="1139139"/>
                </a:lnTo>
                <a:lnTo>
                  <a:pt x="666750" y="1141768"/>
                </a:lnTo>
                <a:lnTo>
                  <a:pt x="667219" y="1142885"/>
                </a:lnTo>
                <a:lnTo>
                  <a:pt x="669086" y="1144752"/>
                </a:lnTo>
                <a:lnTo>
                  <a:pt x="670204" y="1145209"/>
                </a:lnTo>
                <a:lnTo>
                  <a:pt x="672833" y="1145209"/>
                </a:lnTo>
                <a:lnTo>
                  <a:pt x="673950" y="1144752"/>
                </a:lnTo>
                <a:lnTo>
                  <a:pt x="675817" y="1142885"/>
                </a:lnTo>
                <a:lnTo>
                  <a:pt x="676275" y="1141768"/>
                </a:lnTo>
                <a:lnTo>
                  <a:pt x="676275" y="1139139"/>
                </a:lnTo>
                <a:close/>
              </a:path>
              <a:path w="5248275" h="1914525">
                <a:moveTo>
                  <a:pt x="676275" y="374599"/>
                </a:moveTo>
                <a:lnTo>
                  <a:pt x="675817" y="373481"/>
                </a:lnTo>
                <a:lnTo>
                  <a:pt x="673950" y="371614"/>
                </a:lnTo>
                <a:lnTo>
                  <a:pt x="672833" y="371144"/>
                </a:lnTo>
                <a:lnTo>
                  <a:pt x="670204" y="371144"/>
                </a:lnTo>
                <a:lnTo>
                  <a:pt x="669086" y="371614"/>
                </a:lnTo>
                <a:lnTo>
                  <a:pt x="667219" y="373481"/>
                </a:lnTo>
                <a:lnTo>
                  <a:pt x="666750" y="374599"/>
                </a:lnTo>
                <a:lnTo>
                  <a:pt x="666750" y="377228"/>
                </a:lnTo>
                <a:lnTo>
                  <a:pt x="667219" y="378345"/>
                </a:lnTo>
                <a:lnTo>
                  <a:pt x="669086" y="380212"/>
                </a:lnTo>
                <a:lnTo>
                  <a:pt x="670204" y="380669"/>
                </a:lnTo>
                <a:lnTo>
                  <a:pt x="672833" y="380669"/>
                </a:lnTo>
                <a:lnTo>
                  <a:pt x="673950" y="380212"/>
                </a:lnTo>
                <a:lnTo>
                  <a:pt x="675817" y="378345"/>
                </a:lnTo>
                <a:lnTo>
                  <a:pt x="676275" y="377228"/>
                </a:lnTo>
                <a:lnTo>
                  <a:pt x="676275" y="374599"/>
                </a:lnTo>
                <a:close/>
              </a:path>
              <a:path w="5248275" h="1914525">
                <a:moveTo>
                  <a:pt x="723900" y="1903679"/>
                </a:moveTo>
                <a:lnTo>
                  <a:pt x="723442" y="1902561"/>
                </a:lnTo>
                <a:lnTo>
                  <a:pt x="721575" y="1900694"/>
                </a:lnTo>
                <a:lnTo>
                  <a:pt x="720458" y="1900237"/>
                </a:lnTo>
                <a:lnTo>
                  <a:pt x="717829" y="1900237"/>
                </a:lnTo>
                <a:lnTo>
                  <a:pt x="716711" y="1900694"/>
                </a:lnTo>
                <a:lnTo>
                  <a:pt x="714844" y="1902561"/>
                </a:lnTo>
                <a:lnTo>
                  <a:pt x="714375" y="1903679"/>
                </a:lnTo>
                <a:lnTo>
                  <a:pt x="714375" y="1906308"/>
                </a:lnTo>
                <a:lnTo>
                  <a:pt x="714844" y="1907425"/>
                </a:lnTo>
                <a:lnTo>
                  <a:pt x="716711" y="1909292"/>
                </a:lnTo>
                <a:lnTo>
                  <a:pt x="717829" y="1909762"/>
                </a:lnTo>
                <a:lnTo>
                  <a:pt x="720458" y="1909762"/>
                </a:lnTo>
                <a:lnTo>
                  <a:pt x="721575" y="1909292"/>
                </a:lnTo>
                <a:lnTo>
                  <a:pt x="723442" y="1907425"/>
                </a:lnTo>
                <a:lnTo>
                  <a:pt x="723900" y="1906308"/>
                </a:lnTo>
                <a:lnTo>
                  <a:pt x="723900" y="1903679"/>
                </a:lnTo>
                <a:close/>
              </a:path>
              <a:path w="5248275" h="1914525">
                <a:moveTo>
                  <a:pt x="723900" y="1139139"/>
                </a:moveTo>
                <a:lnTo>
                  <a:pt x="723442" y="1138021"/>
                </a:lnTo>
                <a:lnTo>
                  <a:pt x="721575" y="1136154"/>
                </a:lnTo>
                <a:lnTo>
                  <a:pt x="720458" y="1135684"/>
                </a:lnTo>
                <a:lnTo>
                  <a:pt x="717829" y="1135684"/>
                </a:lnTo>
                <a:lnTo>
                  <a:pt x="716711" y="1136154"/>
                </a:lnTo>
                <a:lnTo>
                  <a:pt x="714844" y="1138021"/>
                </a:lnTo>
                <a:lnTo>
                  <a:pt x="714375" y="1139139"/>
                </a:lnTo>
                <a:lnTo>
                  <a:pt x="714375" y="1141768"/>
                </a:lnTo>
                <a:lnTo>
                  <a:pt x="714844" y="1142885"/>
                </a:lnTo>
                <a:lnTo>
                  <a:pt x="716711" y="1144752"/>
                </a:lnTo>
                <a:lnTo>
                  <a:pt x="717829" y="1145209"/>
                </a:lnTo>
                <a:lnTo>
                  <a:pt x="720458" y="1145209"/>
                </a:lnTo>
                <a:lnTo>
                  <a:pt x="721575" y="1144752"/>
                </a:lnTo>
                <a:lnTo>
                  <a:pt x="723442" y="1142885"/>
                </a:lnTo>
                <a:lnTo>
                  <a:pt x="723900" y="1141768"/>
                </a:lnTo>
                <a:lnTo>
                  <a:pt x="723900" y="1139139"/>
                </a:lnTo>
                <a:close/>
              </a:path>
              <a:path w="5248275" h="1914525">
                <a:moveTo>
                  <a:pt x="723900" y="374599"/>
                </a:moveTo>
                <a:lnTo>
                  <a:pt x="723442" y="373481"/>
                </a:lnTo>
                <a:lnTo>
                  <a:pt x="721575" y="371614"/>
                </a:lnTo>
                <a:lnTo>
                  <a:pt x="720458" y="371144"/>
                </a:lnTo>
                <a:lnTo>
                  <a:pt x="717829" y="371144"/>
                </a:lnTo>
                <a:lnTo>
                  <a:pt x="716711" y="371614"/>
                </a:lnTo>
                <a:lnTo>
                  <a:pt x="714844" y="373481"/>
                </a:lnTo>
                <a:lnTo>
                  <a:pt x="714375" y="374599"/>
                </a:lnTo>
                <a:lnTo>
                  <a:pt x="714375" y="377228"/>
                </a:lnTo>
                <a:lnTo>
                  <a:pt x="714844" y="378345"/>
                </a:lnTo>
                <a:lnTo>
                  <a:pt x="716711" y="380212"/>
                </a:lnTo>
                <a:lnTo>
                  <a:pt x="717829" y="380669"/>
                </a:lnTo>
                <a:lnTo>
                  <a:pt x="720458" y="380669"/>
                </a:lnTo>
                <a:lnTo>
                  <a:pt x="721575" y="380212"/>
                </a:lnTo>
                <a:lnTo>
                  <a:pt x="723442" y="378345"/>
                </a:lnTo>
                <a:lnTo>
                  <a:pt x="723900" y="377228"/>
                </a:lnTo>
                <a:lnTo>
                  <a:pt x="723900" y="374599"/>
                </a:lnTo>
                <a:close/>
              </a:path>
              <a:path w="5248275" h="1914525">
                <a:moveTo>
                  <a:pt x="771525" y="1903679"/>
                </a:moveTo>
                <a:lnTo>
                  <a:pt x="771067" y="1902561"/>
                </a:lnTo>
                <a:lnTo>
                  <a:pt x="769200" y="1900694"/>
                </a:lnTo>
                <a:lnTo>
                  <a:pt x="768083" y="1900237"/>
                </a:lnTo>
                <a:lnTo>
                  <a:pt x="765454" y="1900237"/>
                </a:lnTo>
                <a:lnTo>
                  <a:pt x="764336" y="1900694"/>
                </a:lnTo>
                <a:lnTo>
                  <a:pt x="762469" y="1902561"/>
                </a:lnTo>
                <a:lnTo>
                  <a:pt x="762000" y="1903679"/>
                </a:lnTo>
                <a:lnTo>
                  <a:pt x="762000" y="1906308"/>
                </a:lnTo>
                <a:lnTo>
                  <a:pt x="762469" y="1907425"/>
                </a:lnTo>
                <a:lnTo>
                  <a:pt x="764336" y="1909292"/>
                </a:lnTo>
                <a:lnTo>
                  <a:pt x="765454" y="1909762"/>
                </a:lnTo>
                <a:lnTo>
                  <a:pt x="768083" y="1909762"/>
                </a:lnTo>
                <a:lnTo>
                  <a:pt x="769200" y="1909292"/>
                </a:lnTo>
                <a:lnTo>
                  <a:pt x="771067" y="1907425"/>
                </a:lnTo>
                <a:lnTo>
                  <a:pt x="771525" y="1906308"/>
                </a:lnTo>
                <a:lnTo>
                  <a:pt x="771525" y="1903679"/>
                </a:lnTo>
                <a:close/>
              </a:path>
              <a:path w="5248275" h="1914525">
                <a:moveTo>
                  <a:pt x="771525" y="1139139"/>
                </a:moveTo>
                <a:lnTo>
                  <a:pt x="771067" y="1138021"/>
                </a:lnTo>
                <a:lnTo>
                  <a:pt x="769200" y="1136154"/>
                </a:lnTo>
                <a:lnTo>
                  <a:pt x="768083" y="1135684"/>
                </a:lnTo>
                <a:lnTo>
                  <a:pt x="765454" y="1135684"/>
                </a:lnTo>
                <a:lnTo>
                  <a:pt x="764336" y="1136154"/>
                </a:lnTo>
                <a:lnTo>
                  <a:pt x="762469" y="1138021"/>
                </a:lnTo>
                <a:lnTo>
                  <a:pt x="762000" y="1139139"/>
                </a:lnTo>
                <a:lnTo>
                  <a:pt x="762000" y="1141768"/>
                </a:lnTo>
                <a:lnTo>
                  <a:pt x="762469" y="1142885"/>
                </a:lnTo>
                <a:lnTo>
                  <a:pt x="764336" y="1144752"/>
                </a:lnTo>
                <a:lnTo>
                  <a:pt x="765454" y="1145209"/>
                </a:lnTo>
                <a:lnTo>
                  <a:pt x="768083" y="1145209"/>
                </a:lnTo>
                <a:lnTo>
                  <a:pt x="769200" y="1144752"/>
                </a:lnTo>
                <a:lnTo>
                  <a:pt x="771067" y="1142885"/>
                </a:lnTo>
                <a:lnTo>
                  <a:pt x="771525" y="1141768"/>
                </a:lnTo>
                <a:lnTo>
                  <a:pt x="771525" y="1139139"/>
                </a:lnTo>
                <a:close/>
              </a:path>
              <a:path w="5248275" h="1914525">
                <a:moveTo>
                  <a:pt x="771525" y="374599"/>
                </a:moveTo>
                <a:lnTo>
                  <a:pt x="771067" y="373481"/>
                </a:lnTo>
                <a:lnTo>
                  <a:pt x="769200" y="371614"/>
                </a:lnTo>
                <a:lnTo>
                  <a:pt x="768083" y="371144"/>
                </a:lnTo>
                <a:lnTo>
                  <a:pt x="765454" y="371144"/>
                </a:lnTo>
                <a:lnTo>
                  <a:pt x="764336" y="371614"/>
                </a:lnTo>
                <a:lnTo>
                  <a:pt x="762469" y="373481"/>
                </a:lnTo>
                <a:lnTo>
                  <a:pt x="762000" y="374599"/>
                </a:lnTo>
                <a:lnTo>
                  <a:pt x="762000" y="377228"/>
                </a:lnTo>
                <a:lnTo>
                  <a:pt x="762469" y="378345"/>
                </a:lnTo>
                <a:lnTo>
                  <a:pt x="764336" y="380212"/>
                </a:lnTo>
                <a:lnTo>
                  <a:pt x="765454" y="380669"/>
                </a:lnTo>
                <a:lnTo>
                  <a:pt x="768083" y="380669"/>
                </a:lnTo>
                <a:lnTo>
                  <a:pt x="769200" y="380212"/>
                </a:lnTo>
                <a:lnTo>
                  <a:pt x="771067" y="378345"/>
                </a:lnTo>
                <a:lnTo>
                  <a:pt x="771525" y="377228"/>
                </a:lnTo>
                <a:lnTo>
                  <a:pt x="771525" y="374599"/>
                </a:lnTo>
                <a:close/>
              </a:path>
              <a:path w="5248275" h="1914525">
                <a:moveTo>
                  <a:pt x="819150" y="1903679"/>
                </a:moveTo>
                <a:lnTo>
                  <a:pt x="818692" y="1902561"/>
                </a:lnTo>
                <a:lnTo>
                  <a:pt x="816825" y="1900694"/>
                </a:lnTo>
                <a:lnTo>
                  <a:pt x="815708" y="1900237"/>
                </a:lnTo>
                <a:lnTo>
                  <a:pt x="813079" y="1900237"/>
                </a:lnTo>
                <a:lnTo>
                  <a:pt x="811961" y="1900694"/>
                </a:lnTo>
                <a:lnTo>
                  <a:pt x="810094" y="1902561"/>
                </a:lnTo>
                <a:lnTo>
                  <a:pt x="809625" y="1903679"/>
                </a:lnTo>
                <a:lnTo>
                  <a:pt x="809625" y="1906308"/>
                </a:lnTo>
                <a:lnTo>
                  <a:pt x="810094" y="1907425"/>
                </a:lnTo>
                <a:lnTo>
                  <a:pt x="811961" y="1909292"/>
                </a:lnTo>
                <a:lnTo>
                  <a:pt x="813079" y="1909762"/>
                </a:lnTo>
                <a:lnTo>
                  <a:pt x="815708" y="1909762"/>
                </a:lnTo>
                <a:lnTo>
                  <a:pt x="816825" y="1909292"/>
                </a:lnTo>
                <a:lnTo>
                  <a:pt x="818692" y="1907425"/>
                </a:lnTo>
                <a:lnTo>
                  <a:pt x="819150" y="1906308"/>
                </a:lnTo>
                <a:lnTo>
                  <a:pt x="819150" y="1903679"/>
                </a:lnTo>
                <a:close/>
              </a:path>
              <a:path w="5248275" h="1914525">
                <a:moveTo>
                  <a:pt x="819150" y="1139139"/>
                </a:moveTo>
                <a:lnTo>
                  <a:pt x="818692" y="1138021"/>
                </a:lnTo>
                <a:lnTo>
                  <a:pt x="816825" y="1136154"/>
                </a:lnTo>
                <a:lnTo>
                  <a:pt x="815708" y="1135684"/>
                </a:lnTo>
                <a:lnTo>
                  <a:pt x="813079" y="1135684"/>
                </a:lnTo>
                <a:lnTo>
                  <a:pt x="811961" y="1136154"/>
                </a:lnTo>
                <a:lnTo>
                  <a:pt x="810094" y="1138021"/>
                </a:lnTo>
                <a:lnTo>
                  <a:pt x="809625" y="1139139"/>
                </a:lnTo>
                <a:lnTo>
                  <a:pt x="809625" y="1141768"/>
                </a:lnTo>
                <a:lnTo>
                  <a:pt x="810094" y="1142885"/>
                </a:lnTo>
                <a:lnTo>
                  <a:pt x="811961" y="1144752"/>
                </a:lnTo>
                <a:lnTo>
                  <a:pt x="813079" y="1145209"/>
                </a:lnTo>
                <a:lnTo>
                  <a:pt x="815708" y="1145209"/>
                </a:lnTo>
                <a:lnTo>
                  <a:pt x="816825" y="1144752"/>
                </a:lnTo>
                <a:lnTo>
                  <a:pt x="818692" y="1142885"/>
                </a:lnTo>
                <a:lnTo>
                  <a:pt x="819150" y="1141768"/>
                </a:lnTo>
                <a:lnTo>
                  <a:pt x="819150" y="1139139"/>
                </a:lnTo>
                <a:close/>
              </a:path>
              <a:path w="5248275" h="1914525">
                <a:moveTo>
                  <a:pt x="819150" y="374599"/>
                </a:moveTo>
                <a:lnTo>
                  <a:pt x="818692" y="373481"/>
                </a:lnTo>
                <a:lnTo>
                  <a:pt x="816825" y="371614"/>
                </a:lnTo>
                <a:lnTo>
                  <a:pt x="815708" y="371144"/>
                </a:lnTo>
                <a:lnTo>
                  <a:pt x="813079" y="371144"/>
                </a:lnTo>
                <a:lnTo>
                  <a:pt x="811961" y="371614"/>
                </a:lnTo>
                <a:lnTo>
                  <a:pt x="810094" y="373481"/>
                </a:lnTo>
                <a:lnTo>
                  <a:pt x="809625" y="374599"/>
                </a:lnTo>
                <a:lnTo>
                  <a:pt x="809625" y="377228"/>
                </a:lnTo>
                <a:lnTo>
                  <a:pt x="810094" y="378345"/>
                </a:lnTo>
                <a:lnTo>
                  <a:pt x="811961" y="380212"/>
                </a:lnTo>
                <a:lnTo>
                  <a:pt x="813079" y="380669"/>
                </a:lnTo>
                <a:lnTo>
                  <a:pt x="815708" y="380669"/>
                </a:lnTo>
                <a:lnTo>
                  <a:pt x="816825" y="380212"/>
                </a:lnTo>
                <a:lnTo>
                  <a:pt x="818692" y="378345"/>
                </a:lnTo>
                <a:lnTo>
                  <a:pt x="819150" y="377228"/>
                </a:lnTo>
                <a:lnTo>
                  <a:pt x="819150" y="374599"/>
                </a:lnTo>
                <a:close/>
              </a:path>
              <a:path w="5248275" h="1914525">
                <a:moveTo>
                  <a:pt x="866775" y="1903679"/>
                </a:moveTo>
                <a:lnTo>
                  <a:pt x="866317" y="1902561"/>
                </a:lnTo>
                <a:lnTo>
                  <a:pt x="864450" y="1900694"/>
                </a:lnTo>
                <a:lnTo>
                  <a:pt x="863333" y="1900237"/>
                </a:lnTo>
                <a:lnTo>
                  <a:pt x="860704" y="1900237"/>
                </a:lnTo>
                <a:lnTo>
                  <a:pt x="859586" y="1900694"/>
                </a:lnTo>
                <a:lnTo>
                  <a:pt x="857719" y="1902561"/>
                </a:lnTo>
                <a:lnTo>
                  <a:pt x="857250" y="1903679"/>
                </a:lnTo>
                <a:lnTo>
                  <a:pt x="857250" y="1906308"/>
                </a:lnTo>
                <a:lnTo>
                  <a:pt x="857719" y="1907425"/>
                </a:lnTo>
                <a:lnTo>
                  <a:pt x="859586" y="1909292"/>
                </a:lnTo>
                <a:lnTo>
                  <a:pt x="860704" y="1909762"/>
                </a:lnTo>
                <a:lnTo>
                  <a:pt x="863333" y="1909762"/>
                </a:lnTo>
                <a:lnTo>
                  <a:pt x="864450" y="1909292"/>
                </a:lnTo>
                <a:lnTo>
                  <a:pt x="866317" y="1907425"/>
                </a:lnTo>
                <a:lnTo>
                  <a:pt x="866775" y="1906308"/>
                </a:lnTo>
                <a:lnTo>
                  <a:pt x="866775" y="1903679"/>
                </a:lnTo>
                <a:close/>
              </a:path>
              <a:path w="5248275" h="1914525">
                <a:moveTo>
                  <a:pt x="866775" y="1139139"/>
                </a:moveTo>
                <a:lnTo>
                  <a:pt x="866317" y="1138021"/>
                </a:lnTo>
                <a:lnTo>
                  <a:pt x="864450" y="1136154"/>
                </a:lnTo>
                <a:lnTo>
                  <a:pt x="863333" y="1135684"/>
                </a:lnTo>
                <a:lnTo>
                  <a:pt x="860704" y="1135684"/>
                </a:lnTo>
                <a:lnTo>
                  <a:pt x="859586" y="1136154"/>
                </a:lnTo>
                <a:lnTo>
                  <a:pt x="857719" y="1138021"/>
                </a:lnTo>
                <a:lnTo>
                  <a:pt x="857250" y="1139139"/>
                </a:lnTo>
                <a:lnTo>
                  <a:pt x="857250" y="1141768"/>
                </a:lnTo>
                <a:lnTo>
                  <a:pt x="857719" y="1142885"/>
                </a:lnTo>
                <a:lnTo>
                  <a:pt x="859586" y="1144752"/>
                </a:lnTo>
                <a:lnTo>
                  <a:pt x="860704" y="1145209"/>
                </a:lnTo>
                <a:lnTo>
                  <a:pt x="863333" y="1145209"/>
                </a:lnTo>
                <a:lnTo>
                  <a:pt x="864450" y="1144752"/>
                </a:lnTo>
                <a:lnTo>
                  <a:pt x="866317" y="1142885"/>
                </a:lnTo>
                <a:lnTo>
                  <a:pt x="866775" y="1141768"/>
                </a:lnTo>
                <a:lnTo>
                  <a:pt x="866775" y="1139139"/>
                </a:lnTo>
                <a:close/>
              </a:path>
              <a:path w="5248275" h="1914525">
                <a:moveTo>
                  <a:pt x="866775" y="374599"/>
                </a:moveTo>
                <a:lnTo>
                  <a:pt x="866317" y="373481"/>
                </a:lnTo>
                <a:lnTo>
                  <a:pt x="864450" y="371614"/>
                </a:lnTo>
                <a:lnTo>
                  <a:pt x="863333" y="371144"/>
                </a:lnTo>
                <a:lnTo>
                  <a:pt x="860704" y="371144"/>
                </a:lnTo>
                <a:lnTo>
                  <a:pt x="859586" y="371614"/>
                </a:lnTo>
                <a:lnTo>
                  <a:pt x="857719" y="373481"/>
                </a:lnTo>
                <a:lnTo>
                  <a:pt x="857250" y="374599"/>
                </a:lnTo>
                <a:lnTo>
                  <a:pt x="857250" y="377228"/>
                </a:lnTo>
                <a:lnTo>
                  <a:pt x="857719" y="378345"/>
                </a:lnTo>
                <a:lnTo>
                  <a:pt x="859586" y="380212"/>
                </a:lnTo>
                <a:lnTo>
                  <a:pt x="860704" y="380669"/>
                </a:lnTo>
                <a:lnTo>
                  <a:pt x="863333" y="380669"/>
                </a:lnTo>
                <a:lnTo>
                  <a:pt x="864450" y="380212"/>
                </a:lnTo>
                <a:lnTo>
                  <a:pt x="866317" y="378345"/>
                </a:lnTo>
                <a:lnTo>
                  <a:pt x="866775" y="377228"/>
                </a:lnTo>
                <a:lnTo>
                  <a:pt x="866775" y="374599"/>
                </a:lnTo>
                <a:close/>
              </a:path>
              <a:path w="5248275" h="1914525">
                <a:moveTo>
                  <a:pt x="914412" y="1903679"/>
                </a:moveTo>
                <a:lnTo>
                  <a:pt x="913942" y="1902561"/>
                </a:lnTo>
                <a:lnTo>
                  <a:pt x="912075" y="1900694"/>
                </a:lnTo>
                <a:lnTo>
                  <a:pt x="910958" y="1900237"/>
                </a:lnTo>
                <a:lnTo>
                  <a:pt x="908329" y="1900237"/>
                </a:lnTo>
                <a:lnTo>
                  <a:pt x="907211" y="1900694"/>
                </a:lnTo>
                <a:lnTo>
                  <a:pt x="905344" y="1902561"/>
                </a:lnTo>
                <a:lnTo>
                  <a:pt x="904875" y="1903679"/>
                </a:lnTo>
                <a:lnTo>
                  <a:pt x="904875" y="1906308"/>
                </a:lnTo>
                <a:lnTo>
                  <a:pt x="905344" y="1907425"/>
                </a:lnTo>
                <a:lnTo>
                  <a:pt x="907211" y="1909292"/>
                </a:lnTo>
                <a:lnTo>
                  <a:pt x="908329" y="1909762"/>
                </a:lnTo>
                <a:lnTo>
                  <a:pt x="910958" y="1909762"/>
                </a:lnTo>
                <a:lnTo>
                  <a:pt x="912075" y="1909292"/>
                </a:lnTo>
                <a:lnTo>
                  <a:pt x="913942" y="1907425"/>
                </a:lnTo>
                <a:lnTo>
                  <a:pt x="914412" y="1906308"/>
                </a:lnTo>
                <a:lnTo>
                  <a:pt x="914412" y="1903679"/>
                </a:lnTo>
                <a:close/>
              </a:path>
              <a:path w="5248275" h="1914525">
                <a:moveTo>
                  <a:pt x="914412" y="1139139"/>
                </a:moveTo>
                <a:lnTo>
                  <a:pt x="913942" y="1138021"/>
                </a:lnTo>
                <a:lnTo>
                  <a:pt x="912075" y="1136154"/>
                </a:lnTo>
                <a:lnTo>
                  <a:pt x="910958" y="1135684"/>
                </a:lnTo>
                <a:lnTo>
                  <a:pt x="908329" y="1135684"/>
                </a:lnTo>
                <a:lnTo>
                  <a:pt x="907211" y="1136154"/>
                </a:lnTo>
                <a:lnTo>
                  <a:pt x="905344" y="1138021"/>
                </a:lnTo>
                <a:lnTo>
                  <a:pt x="904875" y="1139139"/>
                </a:lnTo>
                <a:lnTo>
                  <a:pt x="904875" y="1141768"/>
                </a:lnTo>
                <a:lnTo>
                  <a:pt x="905344" y="1142885"/>
                </a:lnTo>
                <a:lnTo>
                  <a:pt x="907211" y="1144752"/>
                </a:lnTo>
                <a:lnTo>
                  <a:pt x="908329" y="1145209"/>
                </a:lnTo>
                <a:lnTo>
                  <a:pt x="910958" y="1145209"/>
                </a:lnTo>
                <a:lnTo>
                  <a:pt x="912075" y="1144752"/>
                </a:lnTo>
                <a:lnTo>
                  <a:pt x="913942" y="1142885"/>
                </a:lnTo>
                <a:lnTo>
                  <a:pt x="914412" y="1141768"/>
                </a:lnTo>
                <a:lnTo>
                  <a:pt x="914412" y="1139139"/>
                </a:lnTo>
                <a:close/>
              </a:path>
              <a:path w="5248275" h="1914525">
                <a:moveTo>
                  <a:pt x="914412" y="374599"/>
                </a:moveTo>
                <a:lnTo>
                  <a:pt x="913942" y="373481"/>
                </a:lnTo>
                <a:lnTo>
                  <a:pt x="912075" y="371614"/>
                </a:lnTo>
                <a:lnTo>
                  <a:pt x="910958" y="371144"/>
                </a:lnTo>
                <a:lnTo>
                  <a:pt x="908329" y="371144"/>
                </a:lnTo>
                <a:lnTo>
                  <a:pt x="907211" y="371614"/>
                </a:lnTo>
                <a:lnTo>
                  <a:pt x="905344" y="373481"/>
                </a:lnTo>
                <a:lnTo>
                  <a:pt x="904875" y="374599"/>
                </a:lnTo>
                <a:lnTo>
                  <a:pt x="904875" y="377228"/>
                </a:lnTo>
                <a:lnTo>
                  <a:pt x="905344" y="378345"/>
                </a:lnTo>
                <a:lnTo>
                  <a:pt x="907211" y="380212"/>
                </a:lnTo>
                <a:lnTo>
                  <a:pt x="908329" y="380669"/>
                </a:lnTo>
                <a:lnTo>
                  <a:pt x="910958" y="380669"/>
                </a:lnTo>
                <a:lnTo>
                  <a:pt x="912075" y="380212"/>
                </a:lnTo>
                <a:lnTo>
                  <a:pt x="913942" y="378345"/>
                </a:lnTo>
                <a:lnTo>
                  <a:pt x="914412" y="377228"/>
                </a:lnTo>
                <a:lnTo>
                  <a:pt x="914412" y="374599"/>
                </a:lnTo>
                <a:close/>
              </a:path>
              <a:path w="5248275" h="1914525">
                <a:moveTo>
                  <a:pt x="962025" y="1903679"/>
                </a:moveTo>
                <a:lnTo>
                  <a:pt x="961567" y="1902561"/>
                </a:lnTo>
                <a:lnTo>
                  <a:pt x="959700" y="1900694"/>
                </a:lnTo>
                <a:lnTo>
                  <a:pt x="958583" y="1900237"/>
                </a:lnTo>
                <a:lnTo>
                  <a:pt x="955954" y="1900237"/>
                </a:lnTo>
                <a:lnTo>
                  <a:pt x="954836" y="1900694"/>
                </a:lnTo>
                <a:lnTo>
                  <a:pt x="952969" y="1902561"/>
                </a:lnTo>
                <a:lnTo>
                  <a:pt x="952500" y="1903679"/>
                </a:lnTo>
                <a:lnTo>
                  <a:pt x="952500" y="1906308"/>
                </a:lnTo>
                <a:lnTo>
                  <a:pt x="952969" y="1907425"/>
                </a:lnTo>
                <a:lnTo>
                  <a:pt x="954836" y="1909292"/>
                </a:lnTo>
                <a:lnTo>
                  <a:pt x="955954" y="1909762"/>
                </a:lnTo>
                <a:lnTo>
                  <a:pt x="958583" y="1909762"/>
                </a:lnTo>
                <a:lnTo>
                  <a:pt x="959700" y="1909292"/>
                </a:lnTo>
                <a:lnTo>
                  <a:pt x="961567" y="1907425"/>
                </a:lnTo>
                <a:lnTo>
                  <a:pt x="962025" y="1906308"/>
                </a:lnTo>
                <a:lnTo>
                  <a:pt x="962025" y="1903679"/>
                </a:lnTo>
                <a:close/>
              </a:path>
              <a:path w="5248275" h="1914525">
                <a:moveTo>
                  <a:pt x="962025" y="1139139"/>
                </a:moveTo>
                <a:lnTo>
                  <a:pt x="961567" y="1138021"/>
                </a:lnTo>
                <a:lnTo>
                  <a:pt x="959700" y="1136154"/>
                </a:lnTo>
                <a:lnTo>
                  <a:pt x="958583" y="1135684"/>
                </a:lnTo>
                <a:lnTo>
                  <a:pt x="955954" y="1135684"/>
                </a:lnTo>
                <a:lnTo>
                  <a:pt x="954836" y="1136154"/>
                </a:lnTo>
                <a:lnTo>
                  <a:pt x="952969" y="1138021"/>
                </a:lnTo>
                <a:lnTo>
                  <a:pt x="952500" y="1139139"/>
                </a:lnTo>
                <a:lnTo>
                  <a:pt x="952500" y="1141768"/>
                </a:lnTo>
                <a:lnTo>
                  <a:pt x="952969" y="1142885"/>
                </a:lnTo>
                <a:lnTo>
                  <a:pt x="954836" y="1144752"/>
                </a:lnTo>
                <a:lnTo>
                  <a:pt x="955954" y="1145209"/>
                </a:lnTo>
                <a:lnTo>
                  <a:pt x="958583" y="1145209"/>
                </a:lnTo>
                <a:lnTo>
                  <a:pt x="959700" y="1144752"/>
                </a:lnTo>
                <a:lnTo>
                  <a:pt x="961567" y="1142885"/>
                </a:lnTo>
                <a:lnTo>
                  <a:pt x="962025" y="1141768"/>
                </a:lnTo>
                <a:lnTo>
                  <a:pt x="962025" y="1139139"/>
                </a:lnTo>
                <a:close/>
              </a:path>
              <a:path w="5248275" h="1914525">
                <a:moveTo>
                  <a:pt x="962025" y="374599"/>
                </a:moveTo>
                <a:lnTo>
                  <a:pt x="961567" y="373481"/>
                </a:lnTo>
                <a:lnTo>
                  <a:pt x="959700" y="371614"/>
                </a:lnTo>
                <a:lnTo>
                  <a:pt x="958583" y="371144"/>
                </a:lnTo>
                <a:lnTo>
                  <a:pt x="955954" y="371144"/>
                </a:lnTo>
                <a:lnTo>
                  <a:pt x="954836" y="371614"/>
                </a:lnTo>
                <a:lnTo>
                  <a:pt x="952969" y="373481"/>
                </a:lnTo>
                <a:lnTo>
                  <a:pt x="952500" y="374599"/>
                </a:lnTo>
                <a:lnTo>
                  <a:pt x="952500" y="377228"/>
                </a:lnTo>
                <a:lnTo>
                  <a:pt x="952969" y="378345"/>
                </a:lnTo>
                <a:lnTo>
                  <a:pt x="954836" y="380212"/>
                </a:lnTo>
                <a:lnTo>
                  <a:pt x="955954" y="380669"/>
                </a:lnTo>
                <a:lnTo>
                  <a:pt x="958583" y="380669"/>
                </a:lnTo>
                <a:lnTo>
                  <a:pt x="959700" y="380212"/>
                </a:lnTo>
                <a:lnTo>
                  <a:pt x="961567" y="378345"/>
                </a:lnTo>
                <a:lnTo>
                  <a:pt x="962025" y="377228"/>
                </a:lnTo>
                <a:lnTo>
                  <a:pt x="962025" y="374599"/>
                </a:lnTo>
                <a:close/>
              </a:path>
              <a:path w="5248275" h="1914525">
                <a:moveTo>
                  <a:pt x="1009650" y="1903679"/>
                </a:moveTo>
                <a:lnTo>
                  <a:pt x="1009192" y="1902561"/>
                </a:lnTo>
                <a:lnTo>
                  <a:pt x="1007325" y="1900694"/>
                </a:lnTo>
                <a:lnTo>
                  <a:pt x="1006208" y="1900237"/>
                </a:lnTo>
                <a:lnTo>
                  <a:pt x="1003579" y="1900237"/>
                </a:lnTo>
                <a:lnTo>
                  <a:pt x="1002461" y="1900694"/>
                </a:lnTo>
                <a:lnTo>
                  <a:pt x="1000594" y="1902561"/>
                </a:lnTo>
                <a:lnTo>
                  <a:pt x="1000125" y="1903679"/>
                </a:lnTo>
                <a:lnTo>
                  <a:pt x="1000125" y="1906308"/>
                </a:lnTo>
                <a:lnTo>
                  <a:pt x="1000594" y="1907425"/>
                </a:lnTo>
                <a:lnTo>
                  <a:pt x="1002461" y="1909292"/>
                </a:lnTo>
                <a:lnTo>
                  <a:pt x="1003579" y="1909762"/>
                </a:lnTo>
                <a:lnTo>
                  <a:pt x="1006208" y="1909762"/>
                </a:lnTo>
                <a:lnTo>
                  <a:pt x="1007325" y="1909292"/>
                </a:lnTo>
                <a:lnTo>
                  <a:pt x="1009192" y="1907425"/>
                </a:lnTo>
                <a:lnTo>
                  <a:pt x="1009650" y="1906308"/>
                </a:lnTo>
                <a:lnTo>
                  <a:pt x="1009650" y="1903679"/>
                </a:lnTo>
                <a:close/>
              </a:path>
              <a:path w="5248275" h="1914525">
                <a:moveTo>
                  <a:pt x="1009650" y="1139139"/>
                </a:moveTo>
                <a:lnTo>
                  <a:pt x="1009192" y="1138021"/>
                </a:lnTo>
                <a:lnTo>
                  <a:pt x="1007325" y="1136154"/>
                </a:lnTo>
                <a:lnTo>
                  <a:pt x="1006208" y="1135684"/>
                </a:lnTo>
                <a:lnTo>
                  <a:pt x="1003579" y="1135684"/>
                </a:lnTo>
                <a:lnTo>
                  <a:pt x="1002461" y="1136154"/>
                </a:lnTo>
                <a:lnTo>
                  <a:pt x="1000594" y="1138021"/>
                </a:lnTo>
                <a:lnTo>
                  <a:pt x="1000125" y="1139139"/>
                </a:lnTo>
                <a:lnTo>
                  <a:pt x="1000125" y="1141768"/>
                </a:lnTo>
                <a:lnTo>
                  <a:pt x="1000594" y="1142885"/>
                </a:lnTo>
                <a:lnTo>
                  <a:pt x="1002461" y="1144752"/>
                </a:lnTo>
                <a:lnTo>
                  <a:pt x="1003579" y="1145209"/>
                </a:lnTo>
                <a:lnTo>
                  <a:pt x="1006208" y="1145209"/>
                </a:lnTo>
                <a:lnTo>
                  <a:pt x="1007325" y="1144752"/>
                </a:lnTo>
                <a:lnTo>
                  <a:pt x="1009192" y="1142885"/>
                </a:lnTo>
                <a:lnTo>
                  <a:pt x="1009650" y="1141768"/>
                </a:lnTo>
                <a:lnTo>
                  <a:pt x="1009650" y="1139139"/>
                </a:lnTo>
                <a:close/>
              </a:path>
              <a:path w="5248275" h="1914525">
                <a:moveTo>
                  <a:pt x="1009650" y="374599"/>
                </a:moveTo>
                <a:lnTo>
                  <a:pt x="1009192" y="373481"/>
                </a:lnTo>
                <a:lnTo>
                  <a:pt x="1007325" y="371614"/>
                </a:lnTo>
                <a:lnTo>
                  <a:pt x="1006208" y="371144"/>
                </a:lnTo>
                <a:lnTo>
                  <a:pt x="1003579" y="371144"/>
                </a:lnTo>
                <a:lnTo>
                  <a:pt x="1002461" y="371614"/>
                </a:lnTo>
                <a:lnTo>
                  <a:pt x="1000594" y="373481"/>
                </a:lnTo>
                <a:lnTo>
                  <a:pt x="1000125" y="374599"/>
                </a:lnTo>
                <a:lnTo>
                  <a:pt x="1000125" y="377228"/>
                </a:lnTo>
                <a:lnTo>
                  <a:pt x="1000594" y="378345"/>
                </a:lnTo>
                <a:lnTo>
                  <a:pt x="1002461" y="380212"/>
                </a:lnTo>
                <a:lnTo>
                  <a:pt x="1003579" y="380669"/>
                </a:lnTo>
                <a:lnTo>
                  <a:pt x="1006208" y="380669"/>
                </a:lnTo>
                <a:lnTo>
                  <a:pt x="1007325" y="380212"/>
                </a:lnTo>
                <a:lnTo>
                  <a:pt x="1009192" y="378345"/>
                </a:lnTo>
                <a:lnTo>
                  <a:pt x="1009650" y="377228"/>
                </a:lnTo>
                <a:lnTo>
                  <a:pt x="1009650" y="374599"/>
                </a:lnTo>
                <a:close/>
              </a:path>
              <a:path w="5248275" h="1914525">
                <a:moveTo>
                  <a:pt x="1057275" y="1903679"/>
                </a:moveTo>
                <a:lnTo>
                  <a:pt x="1056817" y="1902561"/>
                </a:lnTo>
                <a:lnTo>
                  <a:pt x="1054950" y="1900694"/>
                </a:lnTo>
                <a:lnTo>
                  <a:pt x="1053833" y="1900237"/>
                </a:lnTo>
                <a:lnTo>
                  <a:pt x="1051204" y="1900237"/>
                </a:lnTo>
                <a:lnTo>
                  <a:pt x="1050086" y="1900694"/>
                </a:lnTo>
                <a:lnTo>
                  <a:pt x="1048219" y="1902561"/>
                </a:lnTo>
                <a:lnTo>
                  <a:pt x="1047750" y="1903679"/>
                </a:lnTo>
                <a:lnTo>
                  <a:pt x="1047750" y="1906308"/>
                </a:lnTo>
                <a:lnTo>
                  <a:pt x="1048219" y="1907425"/>
                </a:lnTo>
                <a:lnTo>
                  <a:pt x="1050086" y="1909292"/>
                </a:lnTo>
                <a:lnTo>
                  <a:pt x="1051204" y="1909762"/>
                </a:lnTo>
                <a:lnTo>
                  <a:pt x="1053833" y="1909762"/>
                </a:lnTo>
                <a:lnTo>
                  <a:pt x="1054950" y="1909292"/>
                </a:lnTo>
                <a:lnTo>
                  <a:pt x="1056817" y="1907425"/>
                </a:lnTo>
                <a:lnTo>
                  <a:pt x="1057275" y="1906308"/>
                </a:lnTo>
                <a:lnTo>
                  <a:pt x="1057275" y="1903679"/>
                </a:lnTo>
                <a:close/>
              </a:path>
              <a:path w="5248275" h="1914525">
                <a:moveTo>
                  <a:pt x="1057275" y="1139139"/>
                </a:moveTo>
                <a:lnTo>
                  <a:pt x="1056817" y="1138021"/>
                </a:lnTo>
                <a:lnTo>
                  <a:pt x="1054950" y="1136154"/>
                </a:lnTo>
                <a:lnTo>
                  <a:pt x="1053833" y="1135684"/>
                </a:lnTo>
                <a:lnTo>
                  <a:pt x="1051204" y="1135684"/>
                </a:lnTo>
                <a:lnTo>
                  <a:pt x="1050086" y="1136154"/>
                </a:lnTo>
                <a:lnTo>
                  <a:pt x="1048219" y="1138021"/>
                </a:lnTo>
                <a:lnTo>
                  <a:pt x="1047750" y="1139139"/>
                </a:lnTo>
                <a:lnTo>
                  <a:pt x="1047750" y="1141768"/>
                </a:lnTo>
                <a:lnTo>
                  <a:pt x="1048219" y="1142885"/>
                </a:lnTo>
                <a:lnTo>
                  <a:pt x="1050086" y="1144752"/>
                </a:lnTo>
                <a:lnTo>
                  <a:pt x="1051204" y="1145209"/>
                </a:lnTo>
                <a:lnTo>
                  <a:pt x="1053833" y="1145209"/>
                </a:lnTo>
                <a:lnTo>
                  <a:pt x="1054950" y="1144752"/>
                </a:lnTo>
                <a:lnTo>
                  <a:pt x="1056817" y="1142885"/>
                </a:lnTo>
                <a:lnTo>
                  <a:pt x="1057275" y="1141768"/>
                </a:lnTo>
                <a:lnTo>
                  <a:pt x="1057275" y="1139139"/>
                </a:lnTo>
                <a:close/>
              </a:path>
              <a:path w="5248275" h="1914525">
                <a:moveTo>
                  <a:pt x="1057275" y="374599"/>
                </a:moveTo>
                <a:lnTo>
                  <a:pt x="1056817" y="373481"/>
                </a:lnTo>
                <a:lnTo>
                  <a:pt x="1054950" y="371614"/>
                </a:lnTo>
                <a:lnTo>
                  <a:pt x="1053833" y="371144"/>
                </a:lnTo>
                <a:lnTo>
                  <a:pt x="1051204" y="371144"/>
                </a:lnTo>
                <a:lnTo>
                  <a:pt x="1050086" y="371614"/>
                </a:lnTo>
                <a:lnTo>
                  <a:pt x="1048219" y="373481"/>
                </a:lnTo>
                <a:lnTo>
                  <a:pt x="1047750" y="374599"/>
                </a:lnTo>
                <a:lnTo>
                  <a:pt x="1047750" y="377228"/>
                </a:lnTo>
                <a:lnTo>
                  <a:pt x="1048219" y="378345"/>
                </a:lnTo>
                <a:lnTo>
                  <a:pt x="1050086" y="380212"/>
                </a:lnTo>
                <a:lnTo>
                  <a:pt x="1051204" y="380669"/>
                </a:lnTo>
                <a:lnTo>
                  <a:pt x="1053833" y="380669"/>
                </a:lnTo>
                <a:lnTo>
                  <a:pt x="1054950" y="380212"/>
                </a:lnTo>
                <a:lnTo>
                  <a:pt x="1056817" y="378345"/>
                </a:lnTo>
                <a:lnTo>
                  <a:pt x="1057275" y="377228"/>
                </a:lnTo>
                <a:lnTo>
                  <a:pt x="1057275" y="374599"/>
                </a:lnTo>
                <a:close/>
              </a:path>
              <a:path w="5248275" h="1914525">
                <a:moveTo>
                  <a:pt x="1104900" y="1903679"/>
                </a:moveTo>
                <a:lnTo>
                  <a:pt x="1104442" y="1902561"/>
                </a:lnTo>
                <a:lnTo>
                  <a:pt x="1102575" y="1900694"/>
                </a:lnTo>
                <a:lnTo>
                  <a:pt x="1101458" y="1900237"/>
                </a:lnTo>
                <a:lnTo>
                  <a:pt x="1098829" y="1900237"/>
                </a:lnTo>
                <a:lnTo>
                  <a:pt x="1097711" y="1900694"/>
                </a:lnTo>
                <a:lnTo>
                  <a:pt x="1095844" y="1902561"/>
                </a:lnTo>
                <a:lnTo>
                  <a:pt x="1095375" y="1903679"/>
                </a:lnTo>
                <a:lnTo>
                  <a:pt x="1095375" y="1906308"/>
                </a:lnTo>
                <a:lnTo>
                  <a:pt x="1095844" y="1907425"/>
                </a:lnTo>
                <a:lnTo>
                  <a:pt x="1097711" y="1909292"/>
                </a:lnTo>
                <a:lnTo>
                  <a:pt x="1098829" y="1909762"/>
                </a:lnTo>
                <a:lnTo>
                  <a:pt x="1101458" y="1909762"/>
                </a:lnTo>
                <a:lnTo>
                  <a:pt x="1102575" y="1909292"/>
                </a:lnTo>
                <a:lnTo>
                  <a:pt x="1104442" y="1907425"/>
                </a:lnTo>
                <a:lnTo>
                  <a:pt x="1104900" y="1906308"/>
                </a:lnTo>
                <a:lnTo>
                  <a:pt x="1104900" y="1903679"/>
                </a:lnTo>
                <a:close/>
              </a:path>
              <a:path w="5248275" h="1914525">
                <a:moveTo>
                  <a:pt x="1104900" y="1139139"/>
                </a:moveTo>
                <a:lnTo>
                  <a:pt x="1104442" y="1138021"/>
                </a:lnTo>
                <a:lnTo>
                  <a:pt x="1102575" y="1136154"/>
                </a:lnTo>
                <a:lnTo>
                  <a:pt x="1101458" y="1135684"/>
                </a:lnTo>
                <a:lnTo>
                  <a:pt x="1098829" y="1135684"/>
                </a:lnTo>
                <a:lnTo>
                  <a:pt x="1097711" y="1136154"/>
                </a:lnTo>
                <a:lnTo>
                  <a:pt x="1095844" y="1138021"/>
                </a:lnTo>
                <a:lnTo>
                  <a:pt x="1095375" y="1139139"/>
                </a:lnTo>
                <a:lnTo>
                  <a:pt x="1095375" y="1141768"/>
                </a:lnTo>
                <a:lnTo>
                  <a:pt x="1095844" y="1142885"/>
                </a:lnTo>
                <a:lnTo>
                  <a:pt x="1097711" y="1144752"/>
                </a:lnTo>
                <a:lnTo>
                  <a:pt x="1098829" y="1145209"/>
                </a:lnTo>
                <a:lnTo>
                  <a:pt x="1101458" y="1145209"/>
                </a:lnTo>
                <a:lnTo>
                  <a:pt x="1102575" y="1144752"/>
                </a:lnTo>
                <a:lnTo>
                  <a:pt x="1104442" y="1142885"/>
                </a:lnTo>
                <a:lnTo>
                  <a:pt x="1104900" y="1141768"/>
                </a:lnTo>
                <a:lnTo>
                  <a:pt x="1104900" y="1139139"/>
                </a:lnTo>
                <a:close/>
              </a:path>
              <a:path w="5248275" h="1914525">
                <a:moveTo>
                  <a:pt x="1104900" y="374599"/>
                </a:moveTo>
                <a:lnTo>
                  <a:pt x="1104442" y="373481"/>
                </a:lnTo>
                <a:lnTo>
                  <a:pt x="1102575" y="371614"/>
                </a:lnTo>
                <a:lnTo>
                  <a:pt x="1101458" y="371144"/>
                </a:lnTo>
                <a:lnTo>
                  <a:pt x="1098829" y="371144"/>
                </a:lnTo>
                <a:lnTo>
                  <a:pt x="1097711" y="371614"/>
                </a:lnTo>
                <a:lnTo>
                  <a:pt x="1095844" y="373481"/>
                </a:lnTo>
                <a:lnTo>
                  <a:pt x="1095375" y="374599"/>
                </a:lnTo>
                <a:lnTo>
                  <a:pt x="1095375" y="377228"/>
                </a:lnTo>
                <a:lnTo>
                  <a:pt x="1095844" y="378345"/>
                </a:lnTo>
                <a:lnTo>
                  <a:pt x="1097711" y="380212"/>
                </a:lnTo>
                <a:lnTo>
                  <a:pt x="1098829" y="380669"/>
                </a:lnTo>
                <a:lnTo>
                  <a:pt x="1101458" y="380669"/>
                </a:lnTo>
                <a:lnTo>
                  <a:pt x="1102575" y="380212"/>
                </a:lnTo>
                <a:lnTo>
                  <a:pt x="1104442" y="378345"/>
                </a:lnTo>
                <a:lnTo>
                  <a:pt x="1104900" y="377228"/>
                </a:lnTo>
                <a:lnTo>
                  <a:pt x="1104900" y="374599"/>
                </a:lnTo>
                <a:close/>
              </a:path>
              <a:path w="5248275" h="1914525">
                <a:moveTo>
                  <a:pt x="1152525" y="1903679"/>
                </a:moveTo>
                <a:lnTo>
                  <a:pt x="1152067" y="1902561"/>
                </a:lnTo>
                <a:lnTo>
                  <a:pt x="1150200" y="1900694"/>
                </a:lnTo>
                <a:lnTo>
                  <a:pt x="1149083" y="1900237"/>
                </a:lnTo>
                <a:lnTo>
                  <a:pt x="1146454" y="1900237"/>
                </a:lnTo>
                <a:lnTo>
                  <a:pt x="1145336" y="1900694"/>
                </a:lnTo>
                <a:lnTo>
                  <a:pt x="1143469" y="1902561"/>
                </a:lnTo>
                <a:lnTo>
                  <a:pt x="1143000" y="1903679"/>
                </a:lnTo>
                <a:lnTo>
                  <a:pt x="1143000" y="1906308"/>
                </a:lnTo>
                <a:lnTo>
                  <a:pt x="1143469" y="1907425"/>
                </a:lnTo>
                <a:lnTo>
                  <a:pt x="1145336" y="1909292"/>
                </a:lnTo>
                <a:lnTo>
                  <a:pt x="1146454" y="1909762"/>
                </a:lnTo>
                <a:lnTo>
                  <a:pt x="1149083" y="1909762"/>
                </a:lnTo>
                <a:lnTo>
                  <a:pt x="1150200" y="1909292"/>
                </a:lnTo>
                <a:lnTo>
                  <a:pt x="1152067" y="1907425"/>
                </a:lnTo>
                <a:lnTo>
                  <a:pt x="1152525" y="1906308"/>
                </a:lnTo>
                <a:lnTo>
                  <a:pt x="1152525" y="1903679"/>
                </a:lnTo>
                <a:close/>
              </a:path>
              <a:path w="5248275" h="1914525">
                <a:moveTo>
                  <a:pt x="1152525" y="1139139"/>
                </a:moveTo>
                <a:lnTo>
                  <a:pt x="1152067" y="1138021"/>
                </a:lnTo>
                <a:lnTo>
                  <a:pt x="1150200" y="1136154"/>
                </a:lnTo>
                <a:lnTo>
                  <a:pt x="1149083" y="1135684"/>
                </a:lnTo>
                <a:lnTo>
                  <a:pt x="1146454" y="1135684"/>
                </a:lnTo>
                <a:lnTo>
                  <a:pt x="1145336" y="1136154"/>
                </a:lnTo>
                <a:lnTo>
                  <a:pt x="1143469" y="1138021"/>
                </a:lnTo>
                <a:lnTo>
                  <a:pt x="1143000" y="1139139"/>
                </a:lnTo>
                <a:lnTo>
                  <a:pt x="1143000" y="1141768"/>
                </a:lnTo>
                <a:lnTo>
                  <a:pt x="1143469" y="1142885"/>
                </a:lnTo>
                <a:lnTo>
                  <a:pt x="1145336" y="1144752"/>
                </a:lnTo>
                <a:lnTo>
                  <a:pt x="1146454" y="1145209"/>
                </a:lnTo>
                <a:lnTo>
                  <a:pt x="1149083" y="1145209"/>
                </a:lnTo>
                <a:lnTo>
                  <a:pt x="1150200" y="1144752"/>
                </a:lnTo>
                <a:lnTo>
                  <a:pt x="1152067" y="1142885"/>
                </a:lnTo>
                <a:lnTo>
                  <a:pt x="1152525" y="1141768"/>
                </a:lnTo>
                <a:lnTo>
                  <a:pt x="1152525" y="1139139"/>
                </a:lnTo>
                <a:close/>
              </a:path>
              <a:path w="5248275" h="1914525">
                <a:moveTo>
                  <a:pt x="1152525" y="374599"/>
                </a:moveTo>
                <a:lnTo>
                  <a:pt x="1152067" y="373481"/>
                </a:lnTo>
                <a:lnTo>
                  <a:pt x="1150200" y="371614"/>
                </a:lnTo>
                <a:lnTo>
                  <a:pt x="1149083" y="371144"/>
                </a:lnTo>
                <a:lnTo>
                  <a:pt x="1146454" y="371144"/>
                </a:lnTo>
                <a:lnTo>
                  <a:pt x="1145336" y="371614"/>
                </a:lnTo>
                <a:lnTo>
                  <a:pt x="1143469" y="373481"/>
                </a:lnTo>
                <a:lnTo>
                  <a:pt x="1143000" y="374599"/>
                </a:lnTo>
                <a:lnTo>
                  <a:pt x="1143000" y="377228"/>
                </a:lnTo>
                <a:lnTo>
                  <a:pt x="1143469" y="378345"/>
                </a:lnTo>
                <a:lnTo>
                  <a:pt x="1145336" y="380212"/>
                </a:lnTo>
                <a:lnTo>
                  <a:pt x="1146454" y="380669"/>
                </a:lnTo>
                <a:lnTo>
                  <a:pt x="1149083" y="380669"/>
                </a:lnTo>
                <a:lnTo>
                  <a:pt x="1150200" y="380212"/>
                </a:lnTo>
                <a:lnTo>
                  <a:pt x="1152067" y="378345"/>
                </a:lnTo>
                <a:lnTo>
                  <a:pt x="1152525" y="377228"/>
                </a:lnTo>
                <a:lnTo>
                  <a:pt x="1152525" y="374599"/>
                </a:lnTo>
                <a:close/>
              </a:path>
              <a:path w="5248275" h="1914525">
                <a:moveTo>
                  <a:pt x="1200150" y="1903679"/>
                </a:moveTo>
                <a:lnTo>
                  <a:pt x="1199692" y="1902561"/>
                </a:lnTo>
                <a:lnTo>
                  <a:pt x="1197825" y="1900694"/>
                </a:lnTo>
                <a:lnTo>
                  <a:pt x="1196708" y="1900237"/>
                </a:lnTo>
                <a:lnTo>
                  <a:pt x="1194079" y="1900237"/>
                </a:lnTo>
                <a:lnTo>
                  <a:pt x="1192961" y="1900694"/>
                </a:lnTo>
                <a:lnTo>
                  <a:pt x="1191094" y="1902561"/>
                </a:lnTo>
                <a:lnTo>
                  <a:pt x="1190625" y="1903679"/>
                </a:lnTo>
                <a:lnTo>
                  <a:pt x="1190625" y="1906308"/>
                </a:lnTo>
                <a:lnTo>
                  <a:pt x="1191094" y="1907425"/>
                </a:lnTo>
                <a:lnTo>
                  <a:pt x="1192961" y="1909292"/>
                </a:lnTo>
                <a:lnTo>
                  <a:pt x="1194079" y="1909762"/>
                </a:lnTo>
                <a:lnTo>
                  <a:pt x="1196708" y="1909762"/>
                </a:lnTo>
                <a:lnTo>
                  <a:pt x="1197825" y="1909292"/>
                </a:lnTo>
                <a:lnTo>
                  <a:pt x="1199692" y="1907425"/>
                </a:lnTo>
                <a:lnTo>
                  <a:pt x="1200150" y="1906308"/>
                </a:lnTo>
                <a:lnTo>
                  <a:pt x="1200150" y="1903679"/>
                </a:lnTo>
                <a:close/>
              </a:path>
              <a:path w="5248275" h="1914525">
                <a:moveTo>
                  <a:pt x="1200150" y="1139139"/>
                </a:moveTo>
                <a:lnTo>
                  <a:pt x="1199692" y="1138021"/>
                </a:lnTo>
                <a:lnTo>
                  <a:pt x="1197825" y="1136154"/>
                </a:lnTo>
                <a:lnTo>
                  <a:pt x="1196708" y="1135684"/>
                </a:lnTo>
                <a:lnTo>
                  <a:pt x="1194079" y="1135684"/>
                </a:lnTo>
                <a:lnTo>
                  <a:pt x="1192961" y="1136154"/>
                </a:lnTo>
                <a:lnTo>
                  <a:pt x="1191094" y="1138021"/>
                </a:lnTo>
                <a:lnTo>
                  <a:pt x="1190625" y="1139139"/>
                </a:lnTo>
                <a:lnTo>
                  <a:pt x="1190625" y="1141768"/>
                </a:lnTo>
                <a:lnTo>
                  <a:pt x="1191094" y="1142885"/>
                </a:lnTo>
                <a:lnTo>
                  <a:pt x="1192961" y="1144752"/>
                </a:lnTo>
                <a:lnTo>
                  <a:pt x="1194079" y="1145209"/>
                </a:lnTo>
                <a:lnTo>
                  <a:pt x="1196708" y="1145209"/>
                </a:lnTo>
                <a:lnTo>
                  <a:pt x="1197825" y="1144752"/>
                </a:lnTo>
                <a:lnTo>
                  <a:pt x="1199692" y="1142885"/>
                </a:lnTo>
                <a:lnTo>
                  <a:pt x="1200150" y="1141768"/>
                </a:lnTo>
                <a:lnTo>
                  <a:pt x="1200150" y="1139139"/>
                </a:lnTo>
                <a:close/>
              </a:path>
              <a:path w="5248275" h="1914525">
                <a:moveTo>
                  <a:pt x="1200150" y="374599"/>
                </a:moveTo>
                <a:lnTo>
                  <a:pt x="1199692" y="373481"/>
                </a:lnTo>
                <a:lnTo>
                  <a:pt x="1197825" y="371614"/>
                </a:lnTo>
                <a:lnTo>
                  <a:pt x="1196708" y="371144"/>
                </a:lnTo>
                <a:lnTo>
                  <a:pt x="1194079" y="371144"/>
                </a:lnTo>
                <a:lnTo>
                  <a:pt x="1192961" y="371614"/>
                </a:lnTo>
                <a:lnTo>
                  <a:pt x="1191094" y="373481"/>
                </a:lnTo>
                <a:lnTo>
                  <a:pt x="1190625" y="374599"/>
                </a:lnTo>
                <a:lnTo>
                  <a:pt x="1190625" y="377228"/>
                </a:lnTo>
                <a:lnTo>
                  <a:pt x="1191094" y="378345"/>
                </a:lnTo>
                <a:lnTo>
                  <a:pt x="1192961" y="380212"/>
                </a:lnTo>
                <a:lnTo>
                  <a:pt x="1194079" y="380669"/>
                </a:lnTo>
                <a:lnTo>
                  <a:pt x="1196708" y="380669"/>
                </a:lnTo>
                <a:lnTo>
                  <a:pt x="1197825" y="380212"/>
                </a:lnTo>
                <a:lnTo>
                  <a:pt x="1199692" y="378345"/>
                </a:lnTo>
                <a:lnTo>
                  <a:pt x="1200150" y="377228"/>
                </a:lnTo>
                <a:lnTo>
                  <a:pt x="1200150" y="374599"/>
                </a:lnTo>
                <a:close/>
              </a:path>
              <a:path w="5248275" h="1914525">
                <a:moveTo>
                  <a:pt x="1247775" y="1903679"/>
                </a:moveTo>
                <a:lnTo>
                  <a:pt x="1247317" y="1902561"/>
                </a:lnTo>
                <a:lnTo>
                  <a:pt x="1245450" y="1900694"/>
                </a:lnTo>
                <a:lnTo>
                  <a:pt x="1244333" y="1900237"/>
                </a:lnTo>
                <a:lnTo>
                  <a:pt x="1241704" y="1900237"/>
                </a:lnTo>
                <a:lnTo>
                  <a:pt x="1240586" y="1900694"/>
                </a:lnTo>
                <a:lnTo>
                  <a:pt x="1238719" y="1902561"/>
                </a:lnTo>
                <a:lnTo>
                  <a:pt x="1238250" y="1903679"/>
                </a:lnTo>
                <a:lnTo>
                  <a:pt x="1238250" y="1906308"/>
                </a:lnTo>
                <a:lnTo>
                  <a:pt x="1238719" y="1907425"/>
                </a:lnTo>
                <a:lnTo>
                  <a:pt x="1240586" y="1909292"/>
                </a:lnTo>
                <a:lnTo>
                  <a:pt x="1241704" y="1909762"/>
                </a:lnTo>
                <a:lnTo>
                  <a:pt x="1244333" y="1909762"/>
                </a:lnTo>
                <a:lnTo>
                  <a:pt x="1245450" y="1909292"/>
                </a:lnTo>
                <a:lnTo>
                  <a:pt x="1247317" y="1907425"/>
                </a:lnTo>
                <a:lnTo>
                  <a:pt x="1247775" y="1906308"/>
                </a:lnTo>
                <a:lnTo>
                  <a:pt x="1247775" y="1903679"/>
                </a:lnTo>
                <a:close/>
              </a:path>
              <a:path w="5248275" h="1914525">
                <a:moveTo>
                  <a:pt x="1247775" y="1139139"/>
                </a:moveTo>
                <a:lnTo>
                  <a:pt x="1247317" y="1138021"/>
                </a:lnTo>
                <a:lnTo>
                  <a:pt x="1245450" y="1136154"/>
                </a:lnTo>
                <a:lnTo>
                  <a:pt x="1244333" y="1135684"/>
                </a:lnTo>
                <a:lnTo>
                  <a:pt x="1241704" y="1135684"/>
                </a:lnTo>
                <a:lnTo>
                  <a:pt x="1240586" y="1136154"/>
                </a:lnTo>
                <a:lnTo>
                  <a:pt x="1238719" y="1138021"/>
                </a:lnTo>
                <a:lnTo>
                  <a:pt x="1238250" y="1139139"/>
                </a:lnTo>
                <a:lnTo>
                  <a:pt x="1238250" y="1141768"/>
                </a:lnTo>
                <a:lnTo>
                  <a:pt x="1238719" y="1142885"/>
                </a:lnTo>
                <a:lnTo>
                  <a:pt x="1240586" y="1144752"/>
                </a:lnTo>
                <a:lnTo>
                  <a:pt x="1241704" y="1145209"/>
                </a:lnTo>
                <a:lnTo>
                  <a:pt x="1244333" y="1145209"/>
                </a:lnTo>
                <a:lnTo>
                  <a:pt x="1245450" y="1144752"/>
                </a:lnTo>
                <a:lnTo>
                  <a:pt x="1247317" y="1142885"/>
                </a:lnTo>
                <a:lnTo>
                  <a:pt x="1247775" y="1141768"/>
                </a:lnTo>
                <a:lnTo>
                  <a:pt x="1247775" y="1139139"/>
                </a:lnTo>
                <a:close/>
              </a:path>
              <a:path w="5248275" h="1914525">
                <a:moveTo>
                  <a:pt x="1247775" y="374599"/>
                </a:moveTo>
                <a:lnTo>
                  <a:pt x="1247317" y="373481"/>
                </a:lnTo>
                <a:lnTo>
                  <a:pt x="1245450" y="371614"/>
                </a:lnTo>
                <a:lnTo>
                  <a:pt x="1244333" y="371144"/>
                </a:lnTo>
                <a:lnTo>
                  <a:pt x="1241704" y="371144"/>
                </a:lnTo>
                <a:lnTo>
                  <a:pt x="1240586" y="371614"/>
                </a:lnTo>
                <a:lnTo>
                  <a:pt x="1238719" y="373481"/>
                </a:lnTo>
                <a:lnTo>
                  <a:pt x="1238250" y="374599"/>
                </a:lnTo>
                <a:lnTo>
                  <a:pt x="1238250" y="377228"/>
                </a:lnTo>
                <a:lnTo>
                  <a:pt x="1238719" y="378345"/>
                </a:lnTo>
                <a:lnTo>
                  <a:pt x="1240586" y="380212"/>
                </a:lnTo>
                <a:lnTo>
                  <a:pt x="1241704" y="380669"/>
                </a:lnTo>
                <a:lnTo>
                  <a:pt x="1244333" y="380669"/>
                </a:lnTo>
                <a:lnTo>
                  <a:pt x="1245450" y="380212"/>
                </a:lnTo>
                <a:lnTo>
                  <a:pt x="1247317" y="378345"/>
                </a:lnTo>
                <a:lnTo>
                  <a:pt x="1247775" y="377228"/>
                </a:lnTo>
                <a:lnTo>
                  <a:pt x="1247775" y="374599"/>
                </a:lnTo>
                <a:close/>
              </a:path>
              <a:path w="5248275" h="1914525">
                <a:moveTo>
                  <a:pt x="1295400" y="1903679"/>
                </a:moveTo>
                <a:lnTo>
                  <a:pt x="1294942" y="1902561"/>
                </a:lnTo>
                <a:lnTo>
                  <a:pt x="1293075" y="1900694"/>
                </a:lnTo>
                <a:lnTo>
                  <a:pt x="1291958" y="1900237"/>
                </a:lnTo>
                <a:lnTo>
                  <a:pt x="1289329" y="1900237"/>
                </a:lnTo>
                <a:lnTo>
                  <a:pt x="1288211" y="1900694"/>
                </a:lnTo>
                <a:lnTo>
                  <a:pt x="1286344" y="1902561"/>
                </a:lnTo>
                <a:lnTo>
                  <a:pt x="1285875" y="1903679"/>
                </a:lnTo>
                <a:lnTo>
                  <a:pt x="1285875" y="1906308"/>
                </a:lnTo>
                <a:lnTo>
                  <a:pt x="1286344" y="1907425"/>
                </a:lnTo>
                <a:lnTo>
                  <a:pt x="1288211" y="1909292"/>
                </a:lnTo>
                <a:lnTo>
                  <a:pt x="1289329" y="1909762"/>
                </a:lnTo>
                <a:lnTo>
                  <a:pt x="1291958" y="1909762"/>
                </a:lnTo>
                <a:lnTo>
                  <a:pt x="1293075" y="1909292"/>
                </a:lnTo>
                <a:lnTo>
                  <a:pt x="1294942" y="1907425"/>
                </a:lnTo>
                <a:lnTo>
                  <a:pt x="1295400" y="1906308"/>
                </a:lnTo>
                <a:lnTo>
                  <a:pt x="1295400" y="1903679"/>
                </a:lnTo>
                <a:close/>
              </a:path>
              <a:path w="5248275" h="1914525">
                <a:moveTo>
                  <a:pt x="1295400" y="1139139"/>
                </a:moveTo>
                <a:lnTo>
                  <a:pt x="1294942" y="1138021"/>
                </a:lnTo>
                <a:lnTo>
                  <a:pt x="1293075" y="1136154"/>
                </a:lnTo>
                <a:lnTo>
                  <a:pt x="1291958" y="1135684"/>
                </a:lnTo>
                <a:lnTo>
                  <a:pt x="1289329" y="1135684"/>
                </a:lnTo>
                <a:lnTo>
                  <a:pt x="1288211" y="1136154"/>
                </a:lnTo>
                <a:lnTo>
                  <a:pt x="1286344" y="1138021"/>
                </a:lnTo>
                <a:lnTo>
                  <a:pt x="1285875" y="1139139"/>
                </a:lnTo>
                <a:lnTo>
                  <a:pt x="1285875" y="1141768"/>
                </a:lnTo>
                <a:lnTo>
                  <a:pt x="1286344" y="1142885"/>
                </a:lnTo>
                <a:lnTo>
                  <a:pt x="1288211" y="1144752"/>
                </a:lnTo>
                <a:lnTo>
                  <a:pt x="1289329" y="1145209"/>
                </a:lnTo>
                <a:lnTo>
                  <a:pt x="1291958" y="1145209"/>
                </a:lnTo>
                <a:lnTo>
                  <a:pt x="1293075" y="1144752"/>
                </a:lnTo>
                <a:lnTo>
                  <a:pt x="1294942" y="1142885"/>
                </a:lnTo>
                <a:lnTo>
                  <a:pt x="1295400" y="1141768"/>
                </a:lnTo>
                <a:lnTo>
                  <a:pt x="1295400" y="1139139"/>
                </a:lnTo>
                <a:close/>
              </a:path>
              <a:path w="5248275" h="1914525">
                <a:moveTo>
                  <a:pt x="1295400" y="374599"/>
                </a:moveTo>
                <a:lnTo>
                  <a:pt x="1294942" y="373481"/>
                </a:lnTo>
                <a:lnTo>
                  <a:pt x="1293075" y="371614"/>
                </a:lnTo>
                <a:lnTo>
                  <a:pt x="1291958" y="371144"/>
                </a:lnTo>
                <a:lnTo>
                  <a:pt x="1289329" y="371144"/>
                </a:lnTo>
                <a:lnTo>
                  <a:pt x="1288211" y="371614"/>
                </a:lnTo>
                <a:lnTo>
                  <a:pt x="1286344" y="373481"/>
                </a:lnTo>
                <a:lnTo>
                  <a:pt x="1285875" y="374599"/>
                </a:lnTo>
                <a:lnTo>
                  <a:pt x="1285875" y="377228"/>
                </a:lnTo>
                <a:lnTo>
                  <a:pt x="1286344" y="378345"/>
                </a:lnTo>
                <a:lnTo>
                  <a:pt x="1288211" y="380212"/>
                </a:lnTo>
                <a:lnTo>
                  <a:pt x="1289329" y="380669"/>
                </a:lnTo>
                <a:lnTo>
                  <a:pt x="1291958" y="380669"/>
                </a:lnTo>
                <a:lnTo>
                  <a:pt x="1293075" y="380212"/>
                </a:lnTo>
                <a:lnTo>
                  <a:pt x="1294942" y="378345"/>
                </a:lnTo>
                <a:lnTo>
                  <a:pt x="1295400" y="377228"/>
                </a:lnTo>
                <a:lnTo>
                  <a:pt x="1295400" y="374599"/>
                </a:lnTo>
                <a:close/>
              </a:path>
              <a:path w="5248275" h="1914525">
                <a:moveTo>
                  <a:pt x="1343025" y="1903679"/>
                </a:moveTo>
                <a:lnTo>
                  <a:pt x="1342567" y="1902561"/>
                </a:lnTo>
                <a:lnTo>
                  <a:pt x="1340700" y="1900694"/>
                </a:lnTo>
                <a:lnTo>
                  <a:pt x="1339583" y="1900237"/>
                </a:lnTo>
                <a:lnTo>
                  <a:pt x="1336954" y="1900237"/>
                </a:lnTo>
                <a:lnTo>
                  <a:pt x="1335836" y="1900694"/>
                </a:lnTo>
                <a:lnTo>
                  <a:pt x="1333969" y="1902561"/>
                </a:lnTo>
                <a:lnTo>
                  <a:pt x="1333500" y="1903679"/>
                </a:lnTo>
                <a:lnTo>
                  <a:pt x="1333500" y="1906308"/>
                </a:lnTo>
                <a:lnTo>
                  <a:pt x="1333969" y="1907425"/>
                </a:lnTo>
                <a:lnTo>
                  <a:pt x="1335836" y="1909292"/>
                </a:lnTo>
                <a:lnTo>
                  <a:pt x="1336954" y="1909762"/>
                </a:lnTo>
                <a:lnTo>
                  <a:pt x="1339583" y="1909762"/>
                </a:lnTo>
                <a:lnTo>
                  <a:pt x="1340700" y="1909292"/>
                </a:lnTo>
                <a:lnTo>
                  <a:pt x="1342567" y="1907425"/>
                </a:lnTo>
                <a:lnTo>
                  <a:pt x="1343025" y="1906308"/>
                </a:lnTo>
                <a:lnTo>
                  <a:pt x="1343025" y="1903679"/>
                </a:lnTo>
                <a:close/>
              </a:path>
              <a:path w="5248275" h="1914525">
                <a:moveTo>
                  <a:pt x="1343025" y="1139139"/>
                </a:moveTo>
                <a:lnTo>
                  <a:pt x="1342567" y="1138021"/>
                </a:lnTo>
                <a:lnTo>
                  <a:pt x="1340700" y="1136154"/>
                </a:lnTo>
                <a:lnTo>
                  <a:pt x="1339583" y="1135684"/>
                </a:lnTo>
                <a:lnTo>
                  <a:pt x="1336954" y="1135684"/>
                </a:lnTo>
                <a:lnTo>
                  <a:pt x="1335836" y="1136154"/>
                </a:lnTo>
                <a:lnTo>
                  <a:pt x="1333969" y="1138021"/>
                </a:lnTo>
                <a:lnTo>
                  <a:pt x="1333500" y="1139139"/>
                </a:lnTo>
                <a:lnTo>
                  <a:pt x="1333500" y="1141768"/>
                </a:lnTo>
                <a:lnTo>
                  <a:pt x="1333969" y="1142885"/>
                </a:lnTo>
                <a:lnTo>
                  <a:pt x="1335836" y="1144752"/>
                </a:lnTo>
                <a:lnTo>
                  <a:pt x="1336954" y="1145209"/>
                </a:lnTo>
                <a:lnTo>
                  <a:pt x="1339583" y="1145209"/>
                </a:lnTo>
                <a:lnTo>
                  <a:pt x="1340700" y="1144752"/>
                </a:lnTo>
                <a:lnTo>
                  <a:pt x="1342567" y="1142885"/>
                </a:lnTo>
                <a:lnTo>
                  <a:pt x="1343025" y="1141768"/>
                </a:lnTo>
                <a:lnTo>
                  <a:pt x="1343025" y="1139139"/>
                </a:lnTo>
                <a:close/>
              </a:path>
              <a:path w="5248275" h="1914525">
                <a:moveTo>
                  <a:pt x="1343025" y="374599"/>
                </a:moveTo>
                <a:lnTo>
                  <a:pt x="1342567" y="373481"/>
                </a:lnTo>
                <a:lnTo>
                  <a:pt x="1340700" y="371614"/>
                </a:lnTo>
                <a:lnTo>
                  <a:pt x="1339583" y="371144"/>
                </a:lnTo>
                <a:lnTo>
                  <a:pt x="1336954" y="371144"/>
                </a:lnTo>
                <a:lnTo>
                  <a:pt x="1335836" y="371614"/>
                </a:lnTo>
                <a:lnTo>
                  <a:pt x="1333969" y="373481"/>
                </a:lnTo>
                <a:lnTo>
                  <a:pt x="1333500" y="374599"/>
                </a:lnTo>
                <a:lnTo>
                  <a:pt x="1333500" y="377228"/>
                </a:lnTo>
                <a:lnTo>
                  <a:pt x="1333969" y="378345"/>
                </a:lnTo>
                <a:lnTo>
                  <a:pt x="1335836" y="380212"/>
                </a:lnTo>
                <a:lnTo>
                  <a:pt x="1336954" y="380669"/>
                </a:lnTo>
                <a:lnTo>
                  <a:pt x="1339583" y="380669"/>
                </a:lnTo>
                <a:lnTo>
                  <a:pt x="1340700" y="380212"/>
                </a:lnTo>
                <a:lnTo>
                  <a:pt x="1342567" y="378345"/>
                </a:lnTo>
                <a:lnTo>
                  <a:pt x="1343025" y="377228"/>
                </a:lnTo>
                <a:lnTo>
                  <a:pt x="1343025" y="374599"/>
                </a:lnTo>
                <a:close/>
              </a:path>
              <a:path w="5248275" h="1914525">
                <a:moveTo>
                  <a:pt x="1390650" y="1903679"/>
                </a:moveTo>
                <a:lnTo>
                  <a:pt x="1390192" y="1902561"/>
                </a:lnTo>
                <a:lnTo>
                  <a:pt x="1388325" y="1900694"/>
                </a:lnTo>
                <a:lnTo>
                  <a:pt x="1387208" y="1900237"/>
                </a:lnTo>
                <a:lnTo>
                  <a:pt x="1384579" y="1900237"/>
                </a:lnTo>
                <a:lnTo>
                  <a:pt x="1383461" y="1900694"/>
                </a:lnTo>
                <a:lnTo>
                  <a:pt x="1381594" y="1902561"/>
                </a:lnTo>
                <a:lnTo>
                  <a:pt x="1381125" y="1903679"/>
                </a:lnTo>
                <a:lnTo>
                  <a:pt x="1381125" y="1906308"/>
                </a:lnTo>
                <a:lnTo>
                  <a:pt x="1381594" y="1907425"/>
                </a:lnTo>
                <a:lnTo>
                  <a:pt x="1383461" y="1909292"/>
                </a:lnTo>
                <a:lnTo>
                  <a:pt x="1384579" y="1909762"/>
                </a:lnTo>
                <a:lnTo>
                  <a:pt x="1387208" y="1909762"/>
                </a:lnTo>
                <a:lnTo>
                  <a:pt x="1388325" y="1909292"/>
                </a:lnTo>
                <a:lnTo>
                  <a:pt x="1390192" y="1907425"/>
                </a:lnTo>
                <a:lnTo>
                  <a:pt x="1390650" y="1906308"/>
                </a:lnTo>
                <a:lnTo>
                  <a:pt x="1390650" y="1903679"/>
                </a:lnTo>
                <a:close/>
              </a:path>
              <a:path w="5248275" h="1914525">
                <a:moveTo>
                  <a:pt x="1390650" y="1139139"/>
                </a:moveTo>
                <a:lnTo>
                  <a:pt x="1390192" y="1138021"/>
                </a:lnTo>
                <a:lnTo>
                  <a:pt x="1388325" y="1136154"/>
                </a:lnTo>
                <a:lnTo>
                  <a:pt x="1387208" y="1135684"/>
                </a:lnTo>
                <a:lnTo>
                  <a:pt x="1384579" y="1135684"/>
                </a:lnTo>
                <a:lnTo>
                  <a:pt x="1383461" y="1136154"/>
                </a:lnTo>
                <a:lnTo>
                  <a:pt x="1381594" y="1138021"/>
                </a:lnTo>
                <a:lnTo>
                  <a:pt x="1381125" y="1139139"/>
                </a:lnTo>
                <a:lnTo>
                  <a:pt x="1381125" y="1141768"/>
                </a:lnTo>
                <a:lnTo>
                  <a:pt x="1381594" y="1142885"/>
                </a:lnTo>
                <a:lnTo>
                  <a:pt x="1383461" y="1144752"/>
                </a:lnTo>
                <a:lnTo>
                  <a:pt x="1384579" y="1145209"/>
                </a:lnTo>
                <a:lnTo>
                  <a:pt x="1387208" y="1145209"/>
                </a:lnTo>
                <a:lnTo>
                  <a:pt x="1388325" y="1144752"/>
                </a:lnTo>
                <a:lnTo>
                  <a:pt x="1390192" y="1142885"/>
                </a:lnTo>
                <a:lnTo>
                  <a:pt x="1390650" y="1141768"/>
                </a:lnTo>
                <a:lnTo>
                  <a:pt x="1390650" y="1139139"/>
                </a:lnTo>
                <a:close/>
              </a:path>
              <a:path w="5248275" h="1914525">
                <a:moveTo>
                  <a:pt x="1390650" y="374599"/>
                </a:moveTo>
                <a:lnTo>
                  <a:pt x="1390192" y="373481"/>
                </a:lnTo>
                <a:lnTo>
                  <a:pt x="1388325" y="371614"/>
                </a:lnTo>
                <a:lnTo>
                  <a:pt x="1387208" y="371144"/>
                </a:lnTo>
                <a:lnTo>
                  <a:pt x="1384579" y="371144"/>
                </a:lnTo>
                <a:lnTo>
                  <a:pt x="1383461" y="371614"/>
                </a:lnTo>
                <a:lnTo>
                  <a:pt x="1381594" y="373481"/>
                </a:lnTo>
                <a:lnTo>
                  <a:pt x="1381125" y="374599"/>
                </a:lnTo>
                <a:lnTo>
                  <a:pt x="1381125" y="377228"/>
                </a:lnTo>
                <a:lnTo>
                  <a:pt x="1381594" y="378345"/>
                </a:lnTo>
                <a:lnTo>
                  <a:pt x="1383461" y="380212"/>
                </a:lnTo>
                <a:lnTo>
                  <a:pt x="1384579" y="380669"/>
                </a:lnTo>
                <a:lnTo>
                  <a:pt x="1387208" y="380669"/>
                </a:lnTo>
                <a:lnTo>
                  <a:pt x="1388325" y="380212"/>
                </a:lnTo>
                <a:lnTo>
                  <a:pt x="1390192" y="378345"/>
                </a:lnTo>
                <a:lnTo>
                  <a:pt x="1390650" y="377228"/>
                </a:lnTo>
                <a:lnTo>
                  <a:pt x="1390650" y="374599"/>
                </a:lnTo>
                <a:close/>
              </a:path>
              <a:path w="5248275" h="1914525">
                <a:moveTo>
                  <a:pt x="1438275" y="1903679"/>
                </a:moveTo>
                <a:lnTo>
                  <a:pt x="1437817" y="1902561"/>
                </a:lnTo>
                <a:lnTo>
                  <a:pt x="1435950" y="1900694"/>
                </a:lnTo>
                <a:lnTo>
                  <a:pt x="1434833" y="1900237"/>
                </a:lnTo>
                <a:lnTo>
                  <a:pt x="1432204" y="1900237"/>
                </a:lnTo>
                <a:lnTo>
                  <a:pt x="1431086" y="1900694"/>
                </a:lnTo>
                <a:lnTo>
                  <a:pt x="1429219" y="1902561"/>
                </a:lnTo>
                <a:lnTo>
                  <a:pt x="1428750" y="1903679"/>
                </a:lnTo>
                <a:lnTo>
                  <a:pt x="1428750" y="1906308"/>
                </a:lnTo>
                <a:lnTo>
                  <a:pt x="1429219" y="1907425"/>
                </a:lnTo>
                <a:lnTo>
                  <a:pt x="1431086" y="1909292"/>
                </a:lnTo>
                <a:lnTo>
                  <a:pt x="1432204" y="1909762"/>
                </a:lnTo>
                <a:lnTo>
                  <a:pt x="1434833" y="1909762"/>
                </a:lnTo>
                <a:lnTo>
                  <a:pt x="1435950" y="1909292"/>
                </a:lnTo>
                <a:lnTo>
                  <a:pt x="1437817" y="1907425"/>
                </a:lnTo>
                <a:lnTo>
                  <a:pt x="1438275" y="1906308"/>
                </a:lnTo>
                <a:lnTo>
                  <a:pt x="1438275" y="1903679"/>
                </a:lnTo>
                <a:close/>
              </a:path>
              <a:path w="5248275" h="1914525">
                <a:moveTo>
                  <a:pt x="1438275" y="1139139"/>
                </a:moveTo>
                <a:lnTo>
                  <a:pt x="1437817" y="1138021"/>
                </a:lnTo>
                <a:lnTo>
                  <a:pt x="1435950" y="1136154"/>
                </a:lnTo>
                <a:lnTo>
                  <a:pt x="1434833" y="1135684"/>
                </a:lnTo>
                <a:lnTo>
                  <a:pt x="1432204" y="1135684"/>
                </a:lnTo>
                <a:lnTo>
                  <a:pt x="1431086" y="1136154"/>
                </a:lnTo>
                <a:lnTo>
                  <a:pt x="1429219" y="1138021"/>
                </a:lnTo>
                <a:lnTo>
                  <a:pt x="1428750" y="1139139"/>
                </a:lnTo>
                <a:lnTo>
                  <a:pt x="1428750" y="1141768"/>
                </a:lnTo>
                <a:lnTo>
                  <a:pt x="1429219" y="1142885"/>
                </a:lnTo>
                <a:lnTo>
                  <a:pt x="1431086" y="1144752"/>
                </a:lnTo>
                <a:lnTo>
                  <a:pt x="1432204" y="1145209"/>
                </a:lnTo>
                <a:lnTo>
                  <a:pt x="1434833" y="1145209"/>
                </a:lnTo>
                <a:lnTo>
                  <a:pt x="1435950" y="1144752"/>
                </a:lnTo>
                <a:lnTo>
                  <a:pt x="1437817" y="1142885"/>
                </a:lnTo>
                <a:lnTo>
                  <a:pt x="1438275" y="1141768"/>
                </a:lnTo>
                <a:lnTo>
                  <a:pt x="1438275" y="1139139"/>
                </a:lnTo>
                <a:close/>
              </a:path>
              <a:path w="5248275" h="1914525">
                <a:moveTo>
                  <a:pt x="1438275" y="374599"/>
                </a:moveTo>
                <a:lnTo>
                  <a:pt x="1437817" y="373481"/>
                </a:lnTo>
                <a:lnTo>
                  <a:pt x="1435950" y="371614"/>
                </a:lnTo>
                <a:lnTo>
                  <a:pt x="1434833" y="371144"/>
                </a:lnTo>
                <a:lnTo>
                  <a:pt x="1432204" y="371144"/>
                </a:lnTo>
                <a:lnTo>
                  <a:pt x="1431086" y="371614"/>
                </a:lnTo>
                <a:lnTo>
                  <a:pt x="1429219" y="373481"/>
                </a:lnTo>
                <a:lnTo>
                  <a:pt x="1428750" y="374599"/>
                </a:lnTo>
                <a:lnTo>
                  <a:pt x="1428750" y="377228"/>
                </a:lnTo>
                <a:lnTo>
                  <a:pt x="1429219" y="378345"/>
                </a:lnTo>
                <a:lnTo>
                  <a:pt x="1431086" y="380212"/>
                </a:lnTo>
                <a:lnTo>
                  <a:pt x="1432204" y="380669"/>
                </a:lnTo>
                <a:lnTo>
                  <a:pt x="1434833" y="380669"/>
                </a:lnTo>
                <a:lnTo>
                  <a:pt x="1435950" y="380212"/>
                </a:lnTo>
                <a:lnTo>
                  <a:pt x="1437817" y="378345"/>
                </a:lnTo>
                <a:lnTo>
                  <a:pt x="1438275" y="377228"/>
                </a:lnTo>
                <a:lnTo>
                  <a:pt x="1438275" y="374599"/>
                </a:lnTo>
                <a:close/>
              </a:path>
              <a:path w="5248275" h="1914525">
                <a:moveTo>
                  <a:pt x="1485900" y="1903679"/>
                </a:moveTo>
                <a:lnTo>
                  <a:pt x="1485442" y="1902561"/>
                </a:lnTo>
                <a:lnTo>
                  <a:pt x="1483575" y="1900694"/>
                </a:lnTo>
                <a:lnTo>
                  <a:pt x="1482458" y="1900237"/>
                </a:lnTo>
                <a:lnTo>
                  <a:pt x="1479829" y="1900237"/>
                </a:lnTo>
                <a:lnTo>
                  <a:pt x="1478711" y="1900694"/>
                </a:lnTo>
                <a:lnTo>
                  <a:pt x="1476844" y="1902561"/>
                </a:lnTo>
                <a:lnTo>
                  <a:pt x="1476375" y="1903679"/>
                </a:lnTo>
                <a:lnTo>
                  <a:pt x="1476375" y="1906308"/>
                </a:lnTo>
                <a:lnTo>
                  <a:pt x="1476844" y="1907425"/>
                </a:lnTo>
                <a:lnTo>
                  <a:pt x="1478711" y="1909292"/>
                </a:lnTo>
                <a:lnTo>
                  <a:pt x="1479829" y="1909762"/>
                </a:lnTo>
                <a:lnTo>
                  <a:pt x="1482458" y="1909762"/>
                </a:lnTo>
                <a:lnTo>
                  <a:pt x="1483575" y="1909292"/>
                </a:lnTo>
                <a:lnTo>
                  <a:pt x="1485442" y="1907425"/>
                </a:lnTo>
                <a:lnTo>
                  <a:pt x="1485900" y="1906308"/>
                </a:lnTo>
                <a:lnTo>
                  <a:pt x="1485900" y="1903679"/>
                </a:lnTo>
                <a:close/>
              </a:path>
              <a:path w="5248275" h="1914525">
                <a:moveTo>
                  <a:pt x="1485900" y="1139139"/>
                </a:moveTo>
                <a:lnTo>
                  <a:pt x="1485442" y="1138021"/>
                </a:lnTo>
                <a:lnTo>
                  <a:pt x="1483575" y="1136154"/>
                </a:lnTo>
                <a:lnTo>
                  <a:pt x="1482458" y="1135684"/>
                </a:lnTo>
                <a:lnTo>
                  <a:pt x="1479829" y="1135684"/>
                </a:lnTo>
                <a:lnTo>
                  <a:pt x="1478711" y="1136154"/>
                </a:lnTo>
                <a:lnTo>
                  <a:pt x="1476844" y="1138021"/>
                </a:lnTo>
                <a:lnTo>
                  <a:pt x="1476375" y="1139139"/>
                </a:lnTo>
                <a:lnTo>
                  <a:pt x="1476375" y="1141768"/>
                </a:lnTo>
                <a:lnTo>
                  <a:pt x="1476844" y="1142885"/>
                </a:lnTo>
                <a:lnTo>
                  <a:pt x="1478711" y="1144752"/>
                </a:lnTo>
                <a:lnTo>
                  <a:pt x="1479829" y="1145209"/>
                </a:lnTo>
                <a:lnTo>
                  <a:pt x="1482458" y="1145209"/>
                </a:lnTo>
                <a:lnTo>
                  <a:pt x="1483575" y="1144752"/>
                </a:lnTo>
                <a:lnTo>
                  <a:pt x="1485442" y="1142885"/>
                </a:lnTo>
                <a:lnTo>
                  <a:pt x="1485900" y="1141768"/>
                </a:lnTo>
                <a:lnTo>
                  <a:pt x="1485900" y="1139139"/>
                </a:lnTo>
                <a:close/>
              </a:path>
              <a:path w="5248275" h="1914525">
                <a:moveTo>
                  <a:pt x="1485900" y="374599"/>
                </a:moveTo>
                <a:lnTo>
                  <a:pt x="1485442" y="373481"/>
                </a:lnTo>
                <a:lnTo>
                  <a:pt x="1483575" y="371614"/>
                </a:lnTo>
                <a:lnTo>
                  <a:pt x="1482458" y="371144"/>
                </a:lnTo>
                <a:lnTo>
                  <a:pt x="1479829" y="371144"/>
                </a:lnTo>
                <a:lnTo>
                  <a:pt x="1478711" y="371614"/>
                </a:lnTo>
                <a:lnTo>
                  <a:pt x="1476844" y="373481"/>
                </a:lnTo>
                <a:lnTo>
                  <a:pt x="1476375" y="374599"/>
                </a:lnTo>
                <a:lnTo>
                  <a:pt x="1476375" y="377228"/>
                </a:lnTo>
                <a:lnTo>
                  <a:pt x="1476844" y="378345"/>
                </a:lnTo>
                <a:lnTo>
                  <a:pt x="1478711" y="380212"/>
                </a:lnTo>
                <a:lnTo>
                  <a:pt x="1479829" y="380669"/>
                </a:lnTo>
                <a:lnTo>
                  <a:pt x="1482458" y="380669"/>
                </a:lnTo>
                <a:lnTo>
                  <a:pt x="1483575" y="380212"/>
                </a:lnTo>
                <a:lnTo>
                  <a:pt x="1485442" y="378345"/>
                </a:lnTo>
                <a:lnTo>
                  <a:pt x="1485900" y="377228"/>
                </a:lnTo>
                <a:lnTo>
                  <a:pt x="1485900" y="374599"/>
                </a:lnTo>
                <a:close/>
              </a:path>
              <a:path w="5248275" h="1914525">
                <a:moveTo>
                  <a:pt x="1533525" y="1903679"/>
                </a:moveTo>
                <a:lnTo>
                  <a:pt x="1533067" y="1902561"/>
                </a:lnTo>
                <a:lnTo>
                  <a:pt x="1531200" y="1900694"/>
                </a:lnTo>
                <a:lnTo>
                  <a:pt x="1530083" y="1900237"/>
                </a:lnTo>
                <a:lnTo>
                  <a:pt x="1527454" y="1900237"/>
                </a:lnTo>
                <a:lnTo>
                  <a:pt x="1526336" y="1900694"/>
                </a:lnTo>
                <a:lnTo>
                  <a:pt x="1524469" y="1902561"/>
                </a:lnTo>
                <a:lnTo>
                  <a:pt x="1524000" y="1903679"/>
                </a:lnTo>
                <a:lnTo>
                  <a:pt x="1524000" y="1906308"/>
                </a:lnTo>
                <a:lnTo>
                  <a:pt x="1524469" y="1907425"/>
                </a:lnTo>
                <a:lnTo>
                  <a:pt x="1526336" y="1909292"/>
                </a:lnTo>
                <a:lnTo>
                  <a:pt x="1527454" y="1909762"/>
                </a:lnTo>
                <a:lnTo>
                  <a:pt x="1530083" y="1909762"/>
                </a:lnTo>
                <a:lnTo>
                  <a:pt x="1531200" y="1909292"/>
                </a:lnTo>
                <a:lnTo>
                  <a:pt x="1533067" y="1907425"/>
                </a:lnTo>
                <a:lnTo>
                  <a:pt x="1533525" y="1906308"/>
                </a:lnTo>
                <a:lnTo>
                  <a:pt x="1533525" y="1903679"/>
                </a:lnTo>
                <a:close/>
              </a:path>
              <a:path w="5248275" h="1914525">
                <a:moveTo>
                  <a:pt x="1533525" y="1139139"/>
                </a:moveTo>
                <a:lnTo>
                  <a:pt x="1533067" y="1138021"/>
                </a:lnTo>
                <a:lnTo>
                  <a:pt x="1531200" y="1136154"/>
                </a:lnTo>
                <a:lnTo>
                  <a:pt x="1530083" y="1135684"/>
                </a:lnTo>
                <a:lnTo>
                  <a:pt x="1527454" y="1135684"/>
                </a:lnTo>
                <a:lnTo>
                  <a:pt x="1526336" y="1136154"/>
                </a:lnTo>
                <a:lnTo>
                  <a:pt x="1524469" y="1138021"/>
                </a:lnTo>
                <a:lnTo>
                  <a:pt x="1524000" y="1139139"/>
                </a:lnTo>
                <a:lnTo>
                  <a:pt x="1524000" y="1141768"/>
                </a:lnTo>
                <a:lnTo>
                  <a:pt x="1524469" y="1142885"/>
                </a:lnTo>
                <a:lnTo>
                  <a:pt x="1526336" y="1144752"/>
                </a:lnTo>
                <a:lnTo>
                  <a:pt x="1527454" y="1145209"/>
                </a:lnTo>
                <a:lnTo>
                  <a:pt x="1530083" y="1145209"/>
                </a:lnTo>
                <a:lnTo>
                  <a:pt x="1531200" y="1144752"/>
                </a:lnTo>
                <a:lnTo>
                  <a:pt x="1533067" y="1142885"/>
                </a:lnTo>
                <a:lnTo>
                  <a:pt x="1533525" y="1141768"/>
                </a:lnTo>
                <a:lnTo>
                  <a:pt x="1533525" y="1139139"/>
                </a:lnTo>
                <a:close/>
              </a:path>
              <a:path w="5248275" h="1914525">
                <a:moveTo>
                  <a:pt x="1533525" y="374599"/>
                </a:moveTo>
                <a:lnTo>
                  <a:pt x="1533067" y="373481"/>
                </a:lnTo>
                <a:lnTo>
                  <a:pt x="1531200" y="371614"/>
                </a:lnTo>
                <a:lnTo>
                  <a:pt x="1530083" y="371144"/>
                </a:lnTo>
                <a:lnTo>
                  <a:pt x="1527454" y="371144"/>
                </a:lnTo>
                <a:lnTo>
                  <a:pt x="1526336" y="371614"/>
                </a:lnTo>
                <a:lnTo>
                  <a:pt x="1524469" y="373481"/>
                </a:lnTo>
                <a:lnTo>
                  <a:pt x="1524000" y="374599"/>
                </a:lnTo>
                <a:lnTo>
                  <a:pt x="1524000" y="377228"/>
                </a:lnTo>
                <a:lnTo>
                  <a:pt x="1524469" y="378345"/>
                </a:lnTo>
                <a:lnTo>
                  <a:pt x="1526336" y="380212"/>
                </a:lnTo>
                <a:lnTo>
                  <a:pt x="1527454" y="380669"/>
                </a:lnTo>
                <a:lnTo>
                  <a:pt x="1530083" y="380669"/>
                </a:lnTo>
                <a:lnTo>
                  <a:pt x="1531200" y="380212"/>
                </a:lnTo>
                <a:lnTo>
                  <a:pt x="1533067" y="378345"/>
                </a:lnTo>
                <a:lnTo>
                  <a:pt x="1533525" y="377228"/>
                </a:lnTo>
                <a:lnTo>
                  <a:pt x="1533525" y="374599"/>
                </a:lnTo>
                <a:close/>
              </a:path>
              <a:path w="5248275" h="1914525">
                <a:moveTo>
                  <a:pt x="1581150" y="1903679"/>
                </a:moveTo>
                <a:lnTo>
                  <a:pt x="1580692" y="1902561"/>
                </a:lnTo>
                <a:lnTo>
                  <a:pt x="1578825" y="1900694"/>
                </a:lnTo>
                <a:lnTo>
                  <a:pt x="1577708" y="1900237"/>
                </a:lnTo>
                <a:lnTo>
                  <a:pt x="1575079" y="1900237"/>
                </a:lnTo>
                <a:lnTo>
                  <a:pt x="1573961" y="1900694"/>
                </a:lnTo>
                <a:lnTo>
                  <a:pt x="1572094" y="1902561"/>
                </a:lnTo>
                <a:lnTo>
                  <a:pt x="1571625" y="1903679"/>
                </a:lnTo>
                <a:lnTo>
                  <a:pt x="1571625" y="1906308"/>
                </a:lnTo>
                <a:lnTo>
                  <a:pt x="1572094" y="1907425"/>
                </a:lnTo>
                <a:lnTo>
                  <a:pt x="1573961" y="1909292"/>
                </a:lnTo>
                <a:lnTo>
                  <a:pt x="1575079" y="1909762"/>
                </a:lnTo>
                <a:lnTo>
                  <a:pt x="1577708" y="1909762"/>
                </a:lnTo>
                <a:lnTo>
                  <a:pt x="1578825" y="1909292"/>
                </a:lnTo>
                <a:lnTo>
                  <a:pt x="1580692" y="1907425"/>
                </a:lnTo>
                <a:lnTo>
                  <a:pt x="1581150" y="1906308"/>
                </a:lnTo>
                <a:lnTo>
                  <a:pt x="1581150" y="1903679"/>
                </a:lnTo>
                <a:close/>
              </a:path>
              <a:path w="5248275" h="1914525">
                <a:moveTo>
                  <a:pt x="1581150" y="1139139"/>
                </a:moveTo>
                <a:lnTo>
                  <a:pt x="1580692" y="1138021"/>
                </a:lnTo>
                <a:lnTo>
                  <a:pt x="1578825" y="1136154"/>
                </a:lnTo>
                <a:lnTo>
                  <a:pt x="1577708" y="1135684"/>
                </a:lnTo>
                <a:lnTo>
                  <a:pt x="1575079" y="1135684"/>
                </a:lnTo>
                <a:lnTo>
                  <a:pt x="1573961" y="1136154"/>
                </a:lnTo>
                <a:lnTo>
                  <a:pt x="1572094" y="1138021"/>
                </a:lnTo>
                <a:lnTo>
                  <a:pt x="1571625" y="1139139"/>
                </a:lnTo>
                <a:lnTo>
                  <a:pt x="1571625" y="1141768"/>
                </a:lnTo>
                <a:lnTo>
                  <a:pt x="1572094" y="1142885"/>
                </a:lnTo>
                <a:lnTo>
                  <a:pt x="1573961" y="1144752"/>
                </a:lnTo>
                <a:lnTo>
                  <a:pt x="1575079" y="1145209"/>
                </a:lnTo>
                <a:lnTo>
                  <a:pt x="1577708" y="1145209"/>
                </a:lnTo>
                <a:lnTo>
                  <a:pt x="1578825" y="1144752"/>
                </a:lnTo>
                <a:lnTo>
                  <a:pt x="1580692" y="1142885"/>
                </a:lnTo>
                <a:lnTo>
                  <a:pt x="1581150" y="1141768"/>
                </a:lnTo>
                <a:lnTo>
                  <a:pt x="1581150" y="1139139"/>
                </a:lnTo>
                <a:close/>
              </a:path>
              <a:path w="5248275" h="1914525">
                <a:moveTo>
                  <a:pt x="1581150" y="374599"/>
                </a:moveTo>
                <a:lnTo>
                  <a:pt x="1580692" y="373481"/>
                </a:lnTo>
                <a:lnTo>
                  <a:pt x="1578825" y="371614"/>
                </a:lnTo>
                <a:lnTo>
                  <a:pt x="1577708" y="371144"/>
                </a:lnTo>
                <a:lnTo>
                  <a:pt x="1575079" y="371144"/>
                </a:lnTo>
                <a:lnTo>
                  <a:pt x="1573961" y="371614"/>
                </a:lnTo>
                <a:lnTo>
                  <a:pt x="1572094" y="373481"/>
                </a:lnTo>
                <a:lnTo>
                  <a:pt x="1571625" y="374599"/>
                </a:lnTo>
                <a:lnTo>
                  <a:pt x="1571625" y="377228"/>
                </a:lnTo>
                <a:lnTo>
                  <a:pt x="1572094" y="378345"/>
                </a:lnTo>
                <a:lnTo>
                  <a:pt x="1573961" y="380212"/>
                </a:lnTo>
                <a:lnTo>
                  <a:pt x="1575079" y="380669"/>
                </a:lnTo>
                <a:lnTo>
                  <a:pt x="1577708" y="380669"/>
                </a:lnTo>
                <a:lnTo>
                  <a:pt x="1578825" y="380212"/>
                </a:lnTo>
                <a:lnTo>
                  <a:pt x="1580692" y="378345"/>
                </a:lnTo>
                <a:lnTo>
                  <a:pt x="1581150" y="377228"/>
                </a:lnTo>
                <a:lnTo>
                  <a:pt x="1581150" y="374599"/>
                </a:lnTo>
                <a:close/>
              </a:path>
              <a:path w="5248275" h="1914525">
                <a:moveTo>
                  <a:pt x="1628775" y="1903679"/>
                </a:moveTo>
                <a:lnTo>
                  <a:pt x="1628317" y="1902561"/>
                </a:lnTo>
                <a:lnTo>
                  <a:pt x="1626450" y="1900694"/>
                </a:lnTo>
                <a:lnTo>
                  <a:pt x="1625333" y="1900237"/>
                </a:lnTo>
                <a:lnTo>
                  <a:pt x="1622704" y="1900237"/>
                </a:lnTo>
                <a:lnTo>
                  <a:pt x="1621586" y="1900694"/>
                </a:lnTo>
                <a:lnTo>
                  <a:pt x="1619719" y="1902561"/>
                </a:lnTo>
                <a:lnTo>
                  <a:pt x="1619250" y="1903679"/>
                </a:lnTo>
                <a:lnTo>
                  <a:pt x="1619250" y="1906308"/>
                </a:lnTo>
                <a:lnTo>
                  <a:pt x="1619719" y="1907425"/>
                </a:lnTo>
                <a:lnTo>
                  <a:pt x="1621586" y="1909292"/>
                </a:lnTo>
                <a:lnTo>
                  <a:pt x="1622704" y="1909762"/>
                </a:lnTo>
                <a:lnTo>
                  <a:pt x="1625333" y="1909762"/>
                </a:lnTo>
                <a:lnTo>
                  <a:pt x="1626450" y="1909292"/>
                </a:lnTo>
                <a:lnTo>
                  <a:pt x="1628317" y="1907425"/>
                </a:lnTo>
                <a:lnTo>
                  <a:pt x="1628775" y="1906308"/>
                </a:lnTo>
                <a:lnTo>
                  <a:pt x="1628775" y="1903679"/>
                </a:lnTo>
                <a:close/>
              </a:path>
              <a:path w="5248275" h="1914525">
                <a:moveTo>
                  <a:pt x="1628775" y="1139139"/>
                </a:moveTo>
                <a:lnTo>
                  <a:pt x="1628317" y="1138021"/>
                </a:lnTo>
                <a:lnTo>
                  <a:pt x="1626450" y="1136154"/>
                </a:lnTo>
                <a:lnTo>
                  <a:pt x="1625333" y="1135684"/>
                </a:lnTo>
                <a:lnTo>
                  <a:pt x="1622704" y="1135684"/>
                </a:lnTo>
                <a:lnTo>
                  <a:pt x="1621586" y="1136154"/>
                </a:lnTo>
                <a:lnTo>
                  <a:pt x="1619719" y="1138021"/>
                </a:lnTo>
                <a:lnTo>
                  <a:pt x="1619250" y="1139139"/>
                </a:lnTo>
                <a:lnTo>
                  <a:pt x="1619250" y="1141768"/>
                </a:lnTo>
                <a:lnTo>
                  <a:pt x="1619719" y="1142885"/>
                </a:lnTo>
                <a:lnTo>
                  <a:pt x="1621586" y="1144752"/>
                </a:lnTo>
                <a:lnTo>
                  <a:pt x="1622704" y="1145209"/>
                </a:lnTo>
                <a:lnTo>
                  <a:pt x="1625333" y="1145209"/>
                </a:lnTo>
                <a:lnTo>
                  <a:pt x="1626450" y="1144752"/>
                </a:lnTo>
                <a:lnTo>
                  <a:pt x="1628317" y="1142885"/>
                </a:lnTo>
                <a:lnTo>
                  <a:pt x="1628775" y="1141768"/>
                </a:lnTo>
                <a:lnTo>
                  <a:pt x="1628775" y="1139139"/>
                </a:lnTo>
                <a:close/>
              </a:path>
              <a:path w="5248275" h="1914525">
                <a:moveTo>
                  <a:pt x="1628775" y="374599"/>
                </a:moveTo>
                <a:lnTo>
                  <a:pt x="1628317" y="373481"/>
                </a:lnTo>
                <a:lnTo>
                  <a:pt x="1626450" y="371614"/>
                </a:lnTo>
                <a:lnTo>
                  <a:pt x="1625333" y="371144"/>
                </a:lnTo>
                <a:lnTo>
                  <a:pt x="1622704" y="371144"/>
                </a:lnTo>
                <a:lnTo>
                  <a:pt x="1621586" y="371614"/>
                </a:lnTo>
                <a:lnTo>
                  <a:pt x="1619719" y="373481"/>
                </a:lnTo>
                <a:lnTo>
                  <a:pt x="1619250" y="374599"/>
                </a:lnTo>
                <a:lnTo>
                  <a:pt x="1619250" y="377228"/>
                </a:lnTo>
                <a:lnTo>
                  <a:pt x="1619719" y="378345"/>
                </a:lnTo>
                <a:lnTo>
                  <a:pt x="1621586" y="380212"/>
                </a:lnTo>
                <a:lnTo>
                  <a:pt x="1622704" y="380669"/>
                </a:lnTo>
                <a:lnTo>
                  <a:pt x="1625333" y="380669"/>
                </a:lnTo>
                <a:lnTo>
                  <a:pt x="1626450" y="380212"/>
                </a:lnTo>
                <a:lnTo>
                  <a:pt x="1628317" y="378345"/>
                </a:lnTo>
                <a:lnTo>
                  <a:pt x="1628775" y="377228"/>
                </a:lnTo>
                <a:lnTo>
                  <a:pt x="1628775" y="374599"/>
                </a:lnTo>
                <a:close/>
              </a:path>
              <a:path w="5248275" h="1914525">
                <a:moveTo>
                  <a:pt x="1676400" y="1903679"/>
                </a:moveTo>
                <a:lnTo>
                  <a:pt x="1675942" y="1902561"/>
                </a:lnTo>
                <a:lnTo>
                  <a:pt x="1674075" y="1900694"/>
                </a:lnTo>
                <a:lnTo>
                  <a:pt x="1672958" y="1900237"/>
                </a:lnTo>
                <a:lnTo>
                  <a:pt x="1670329" y="1900237"/>
                </a:lnTo>
                <a:lnTo>
                  <a:pt x="1669211" y="1900694"/>
                </a:lnTo>
                <a:lnTo>
                  <a:pt x="1667344" y="1902561"/>
                </a:lnTo>
                <a:lnTo>
                  <a:pt x="1666875" y="1903679"/>
                </a:lnTo>
                <a:lnTo>
                  <a:pt x="1666875" y="1906308"/>
                </a:lnTo>
                <a:lnTo>
                  <a:pt x="1667344" y="1907425"/>
                </a:lnTo>
                <a:lnTo>
                  <a:pt x="1669211" y="1909292"/>
                </a:lnTo>
                <a:lnTo>
                  <a:pt x="1670329" y="1909762"/>
                </a:lnTo>
                <a:lnTo>
                  <a:pt x="1672958" y="1909762"/>
                </a:lnTo>
                <a:lnTo>
                  <a:pt x="1674075" y="1909292"/>
                </a:lnTo>
                <a:lnTo>
                  <a:pt x="1675942" y="1907425"/>
                </a:lnTo>
                <a:lnTo>
                  <a:pt x="1676400" y="1906308"/>
                </a:lnTo>
                <a:lnTo>
                  <a:pt x="1676400" y="1903679"/>
                </a:lnTo>
                <a:close/>
              </a:path>
              <a:path w="5248275" h="1914525">
                <a:moveTo>
                  <a:pt x="1676400" y="1139139"/>
                </a:moveTo>
                <a:lnTo>
                  <a:pt x="1675942" y="1138021"/>
                </a:lnTo>
                <a:lnTo>
                  <a:pt x="1674075" y="1136154"/>
                </a:lnTo>
                <a:lnTo>
                  <a:pt x="1672958" y="1135684"/>
                </a:lnTo>
                <a:lnTo>
                  <a:pt x="1670329" y="1135684"/>
                </a:lnTo>
                <a:lnTo>
                  <a:pt x="1669211" y="1136154"/>
                </a:lnTo>
                <a:lnTo>
                  <a:pt x="1667344" y="1138021"/>
                </a:lnTo>
                <a:lnTo>
                  <a:pt x="1666875" y="1139139"/>
                </a:lnTo>
                <a:lnTo>
                  <a:pt x="1666875" y="1141768"/>
                </a:lnTo>
                <a:lnTo>
                  <a:pt x="1667344" y="1142885"/>
                </a:lnTo>
                <a:lnTo>
                  <a:pt x="1669211" y="1144752"/>
                </a:lnTo>
                <a:lnTo>
                  <a:pt x="1670329" y="1145209"/>
                </a:lnTo>
                <a:lnTo>
                  <a:pt x="1672958" y="1145209"/>
                </a:lnTo>
                <a:lnTo>
                  <a:pt x="1674075" y="1144752"/>
                </a:lnTo>
                <a:lnTo>
                  <a:pt x="1675942" y="1142885"/>
                </a:lnTo>
                <a:lnTo>
                  <a:pt x="1676400" y="1141768"/>
                </a:lnTo>
                <a:lnTo>
                  <a:pt x="1676400" y="1139139"/>
                </a:lnTo>
                <a:close/>
              </a:path>
              <a:path w="5248275" h="1914525">
                <a:moveTo>
                  <a:pt x="1676400" y="374599"/>
                </a:moveTo>
                <a:lnTo>
                  <a:pt x="1675942" y="373481"/>
                </a:lnTo>
                <a:lnTo>
                  <a:pt x="1674075" y="371614"/>
                </a:lnTo>
                <a:lnTo>
                  <a:pt x="1672958" y="371144"/>
                </a:lnTo>
                <a:lnTo>
                  <a:pt x="1670329" y="371144"/>
                </a:lnTo>
                <a:lnTo>
                  <a:pt x="1669211" y="371614"/>
                </a:lnTo>
                <a:lnTo>
                  <a:pt x="1667344" y="373481"/>
                </a:lnTo>
                <a:lnTo>
                  <a:pt x="1666875" y="374599"/>
                </a:lnTo>
                <a:lnTo>
                  <a:pt x="1666875" y="377228"/>
                </a:lnTo>
                <a:lnTo>
                  <a:pt x="1667344" y="378345"/>
                </a:lnTo>
                <a:lnTo>
                  <a:pt x="1669211" y="380212"/>
                </a:lnTo>
                <a:lnTo>
                  <a:pt x="1670329" y="380669"/>
                </a:lnTo>
                <a:lnTo>
                  <a:pt x="1672958" y="380669"/>
                </a:lnTo>
                <a:lnTo>
                  <a:pt x="1674075" y="380212"/>
                </a:lnTo>
                <a:lnTo>
                  <a:pt x="1675942" y="378345"/>
                </a:lnTo>
                <a:lnTo>
                  <a:pt x="1676400" y="377228"/>
                </a:lnTo>
                <a:lnTo>
                  <a:pt x="1676400" y="374599"/>
                </a:lnTo>
                <a:close/>
              </a:path>
              <a:path w="5248275" h="1914525">
                <a:moveTo>
                  <a:pt x="1724025" y="1903679"/>
                </a:moveTo>
                <a:lnTo>
                  <a:pt x="1723567" y="1902561"/>
                </a:lnTo>
                <a:lnTo>
                  <a:pt x="1721700" y="1900694"/>
                </a:lnTo>
                <a:lnTo>
                  <a:pt x="1720583" y="1900237"/>
                </a:lnTo>
                <a:lnTo>
                  <a:pt x="1717954" y="1900237"/>
                </a:lnTo>
                <a:lnTo>
                  <a:pt x="1716836" y="1900694"/>
                </a:lnTo>
                <a:lnTo>
                  <a:pt x="1714969" y="1902561"/>
                </a:lnTo>
                <a:lnTo>
                  <a:pt x="1714500" y="1903679"/>
                </a:lnTo>
                <a:lnTo>
                  <a:pt x="1714500" y="1906308"/>
                </a:lnTo>
                <a:lnTo>
                  <a:pt x="1714969" y="1907425"/>
                </a:lnTo>
                <a:lnTo>
                  <a:pt x="1716836" y="1909292"/>
                </a:lnTo>
                <a:lnTo>
                  <a:pt x="1717954" y="1909762"/>
                </a:lnTo>
                <a:lnTo>
                  <a:pt x="1720583" y="1909762"/>
                </a:lnTo>
                <a:lnTo>
                  <a:pt x="1721700" y="1909292"/>
                </a:lnTo>
                <a:lnTo>
                  <a:pt x="1723567" y="1907425"/>
                </a:lnTo>
                <a:lnTo>
                  <a:pt x="1724025" y="1906308"/>
                </a:lnTo>
                <a:lnTo>
                  <a:pt x="1724025" y="1903679"/>
                </a:lnTo>
                <a:close/>
              </a:path>
              <a:path w="5248275" h="1914525">
                <a:moveTo>
                  <a:pt x="1724025" y="1139139"/>
                </a:moveTo>
                <a:lnTo>
                  <a:pt x="1723567" y="1138021"/>
                </a:lnTo>
                <a:lnTo>
                  <a:pt x="1721700" y="1136154"/>
                </a:lnTo>
                <a:lnTo>
                  <a:pt x="1720583" y="1135684"/>
                </a:lnTo>
                <a:lnTo>
                  <a:pt x="1717954" y="1135684"/>
                </a:lnTo>
                <a:lnTo>
                  <a:pt x="1716836" y="1136154"/>
                </a:lnTo>
                <a:lnTo>
                  <a:pt x="1714969" y="1138021"/>
                </a:lnTo>
                <a:lnTo>
                  <a:pt x="1714500" y="1139139"/>
                </a:lnTo>
                <a:lnTo>
                  <a:pt x="1714500" y="1141768"/>
                </a:lnTo>
                <a:lnTo>
                  <a:pt x="1714969" y="1142885"/>
                </a:lnTo>
                <a:lnTo>
                  <a:pt x="1716836" y="1144752"/>
                </a:lnTo>
                <a:lnTo>
                  <a:pt x="1717954" y="1145209"/>
                </a:lnTo>
                <a:lnTo>
                  <a:pt x="1720583" y="1145209"/>
                </a:lnTo>
                <a:lnTo>
                  <a:pt x="1721700" y="1144752"/>
                </a:lnTo>
                <a:lnTo>
                  <a:pt x="1723567" y="1142885"/>
                </a:lnTo>
                <a:lnTo>
                  <a:pt x="1724025" y="1141768"/>
                </a:lnTo>
                <a:lnTo>
                  <a:pt x="1724025" y="1139139"/>
                </a:lnTo>
                <a:close/>
              </a:path>
              <a:path w="5248275" h="1914525">
                <a:moveTo>
                  <a:pt x="1724025" y="374599"/>
                </a:moveTo>
                <a:lnTo>
                  <a:pt x="1723567" y="373481"/>
                </a:lnTo>
                <a:lnTo>
                  <a:pt x="1721700" y="371614"/>
                </a:lnTo>
                <a:lnTo>
                  <a:pt x="1720583" y="371144"/>
                </a:lnTo>
                <a:lnTo>
                  <a:pt x="1717954" y="371144"/>
                </a:lnTo>
                <a:lnTo>
                  <a:pt x="1716836" y="371614"/>
                </a:lnTo>
                <a:lnTo>
                  <a:pt x="1714969" y="373481"/>
                </a:lnTo>
                <a:lnTo>
                  <a:pt x="1714500" y="374599"/>
                </a:lnTo>
                <a:lnTo>
                  <a:pt x="1714500" y="377228"/>
                </a:lnTo>
                <a:lnTo>
                  <a:pt x="1714969" y="378345"/>
                </a:lnTo>
                <a:lnTo>
                  <a:pt x="1716836" y="380212"/>
                </a:lnTo>
                <a:lnTo>
                  <a:pt x="1717954" y="380669"/>
                </a:lnTo>
                <a:lnTo>
                  <a:pt x="1720583" y="380669"/>
                </a:lnTo>
                <a:lnTo>
                  <a:pt x="1721700" y="380212"/>
                </a:lnTo>
                <a:lnTo>
                  <a:pt x="1723567" y="378345"/>
                </a:lnTo>
                <a:lnTo>
                  <a:pt x="1724025" y="377228"/>
                </a:lnTo>
                <a:lnTo>
                  <a:pt x="1724025" y="374599"/>
                </a:lnTo>
                <a:close/>
              </a:path>
              <a:path w="5248275" h="1914525">
                <a:moveTo>
                  <a:pt x="1771650" y="1903679"/>
                </a:moveTo>
                <a:lnTo>
                  <a:pt x="1771192" y="1902561"/>
                </a:lnTo>
                <a:lnTo>
                  <a:pt x="1769325" y="1900694"/>
                </a:lnTo>
                <a:lnTo>
                  <a:pt x="1768208" y="1900237"/>
                </a:lnTo>
                <a:lnTo>
                  <a:pt x="1765579" y="1900237"/>
                </a:lnTo>
                <a:lnTo>
                  <a:pt x="1764461" y="1900694"/>
                </a:lnTo>
                <a:lnTo>
                  <a:pt x="1762594" y="1902561"/>
                </a:lnTo>
                <a:lnTo>
                  <a:pt x="1762125" y="1903679"/>
                </a:lnTo>
                <a:lnTo>
                  <a:pt x="1762125" y="1906308"/>
                </a:lnTo>
                <a:lnTo>
                  <a:pt x="1762594" y="1907425"/>
                </a:lnTo>
                <a:lnTo>
                  <a:pt x="1764461" y="1909292"/>
                </a:lnTo>
                <a:lnTo>
                  <a:pt x="1765579" y="1909762"/>
                </a:lnTo>
                <a:lnTo>
                  <a:pt x="1768208" y="1909762"/>
                </a:lnTo>
                <a:lnTo>
                  <a:pt x="1769325" y="1909292"/>
                </a:lnTo>
                <a:lnTo>
                  <a:pt x="1771192" y="1907425"/>
                </a:lnTo>
                <a:lnTo>
                  <a:pt x="1771650" y="1906308"/>
                </a:lnTo>
                <a:lnTo>
                  <a:pt x="1771650" y="1903679"/>
                </a:lnTo>
                <a:close/>
              </a:path>
              <a:path w="5248275" h="1914525">
                <a:moveTo>
                  <a:pt x="1771650" y="1139139"/>
                </a:moveTo>
                <a:lnTo>
                  <a:pt x="1771192" y="1138021"/>
                </a:lnTo>
                <a:lnTo>
                  <a:pt x="1769325" y="1136154"/>
                </a:lnTo>
                <a:lnTo>
                  <a:pt x="1768208" y="1135684"/>
                </a:lnTo>
                <a:lnTo>
                  <a:pt x="1765579" y="1135684"/>
                </a:lnTo>
                <a:lnTo>
                  <a:pt x="1764461" y="1136154"/>
                </a:lnTo>
                <a:lnTo>
                  <a:pt x="1762594" y="1138021"/>
                </a:lnTo>
                <a:lnTo>
                  <a:pt x="1762125" y="1139139"/>
                </a:lnTo>
                <a:lnTo>
                  <a:pt x="1762125" y="1141768"/>
                </a:lnTo>
                <a:lnTo>
                  <a:pt x="1762594" y="1142885"/>
                </a:lnTo>
                <a:lnTo>
                  <a:pt x="1764461" y="1144752"/>
                </a:lnTo>
                <a:lnTo>
                  <a:pt x="1765579" y="1145209"/>
                </a:lnTo>
                <a:lnTo>
                  <a:pt x="1768208" y="1145209"/>
                </a:lnTo>
                <a:lnTo>
                  <a:pt x="1769325" y="1144752"/>
                </a:lnTo>
                <a:lnTo>
                  <a:pt x="1771192" y="1142885"/>
                </a:lnTo>
                <a:lnTo>
                  <a:pt x="1771650" y="1141768"/>
                </a:lnTo>
                <a:lnTo>
                  <a:pt x="1771650" y="1139139"/>
                </a:lnTo>
                <a:close/>
              </a:path>
              <a:path w="5248275" h="1914525">
                <a:moveTo>
                  <a:pt x="1771650" y="374599"/>
                </a:moveTo>
                <a:lnTo>
                  <a:pt x="1771192" y="373481"/>
                </a:lnTo>
                <a:lnTo>
                  <a:pt x="1769325" y="371614"/>
                </a:lnTo>
                <a:lnTo>
                  <a:pt x="1768208" y="371144"/>
                </a:lnTo>
                <a:lnTo>
                  <a:pt x="1765579" y="371144"/>
                </a:lnTo>
                <a:lnTo>
                  <a:pt x="1764461" y="371614"/>
                </a:lnTo>
                <a:lnTo>
                  <a:pt x="1762594" y="373481"/>
                </a:lnTo>
                <a:lnTo>
                  <a:pt x="1762125" y="374599"/>
                </a:lnTo>
                <a:lnTo>
                  <a:pt x="1762125" y="377228"/>
                </a:lnTo>
                <a:lnTo>
                  <a:pt x="1762594" y="378345"/>
                </a:lnTo>
                <a:lnTo>
                  <a:pt x="1764461" y="380212"/>
                </a:lnTo>
                <a:lnTo>
                  <a:pt x="1765579" y="380669"/>
                </a:lnTo>
                <a:lnTo>
                  <a:pt x="1768208" y="380669"/>
                </a:lnTo>
                <a:lnTo>
                  <a:pt x="1769325" y="380212"/>
                </a:lnTo>
                <a:lnTo>
                  <a:pt x="1771192" y="378345"/>
                </a:lnTo>
                <a:lnTo>
                  <a:pt x="1771650" y="377228"/>
                </a:lnTo>
                <a:lnTo>
                  <a:pt x="1771650" y="374599"/>
                </a:lnTo>
                <a:close/>
              </a:path>
              <a:path w="5248275" h="1914525">
                <a:moveTo>
                  <a:pt x="1819275" y="1903679"/>
                </a:moveTo>
                <a:lnTo>
                  <a:pt x="1818817" y="1902561"/>
                </a:lnTo>
                <a:lnTo>
                  <a:pt x="1816950" y="1900694"/>
                </a:lnTo>
                <a:lnTo>
                  <a:pt x="1815833" y="1900237"/>
                </a:lnTo>
                <a:lnTo>
                  <a:pt x="1813204" y="1900237"/>
                </a:lnTo>
                <a:lnTo>
                  <a:pt x="1812086" y="1900694"/>
                </a:lnTo>
                <a:lnTo>
                  <a:pt x="1810219" y="1902561"/>
                </a:lnTo>
                <a:lnTo>
                  <a:pt x="1809750" y="1903679"/>
                </a:lnTo>
                <a:lnTo>
                  <a:pt x="1809750" y="1906308"/>
                </a:lnTo>
                <a:lnTo>
                  <a:pt x="1810219" y="1907425"/>
                </a:lnTo>
                <a:lnTo>
                  <a:pt x="1812086" y="1909292"/>
                </a:lnTo>
                <a:lnTo>
                  <a:pt x="1813204" y="1909762"/>
                </a:lnTo>
                <a:lnTo>
                  <a:pt x="1815833" y="1909762"/>
                </a:lnTo>
                <a:lnTo>
                  <a:pt x="1816950" y="1909292"/>
                </a:lnTo>
                <a:lnTo>
                  <a:pt x="1818817" y="1907425"/>
                </a:lnTo>
                <a:lnTo>
                  <a:pt x="1819275" y="1906308"/>
                </a:lnTo>
                <a:lnTo>
                  <a:pt x="1819275" y="1903679"/>
                </a:lnTo>
                <a:close/>
              </a:path>
              <a:path w="5248275" h="1914525">
                <a:moveTo>
                  <a:pt x="1819275" y="1139139"/>
                </a:moveTo>
                <a:lnTo>
                  <a:pt x="1818817" y="1138021"/>
                </a:lnTo>
                <a:lnTo>
                  <a:pt x="1816950" y="1136154"/>
                </a:lnTo>
                <a:lnTo>
                  <a:pt x="1815833" y="1135684"/>
                </a:lnTo>
                <a:lnTo>
                  <a:pt x="1813204" y="1135684"/>
                </a:lnTo>
                <a:lnTo>
                  <a:pt x="1812086" y="1136154"/>
                </a:lnTo>
                <a:lnTo>
                  <a:pt x="1810219" y="1138021"/>
                </a:lnTo>
                <a:lnTo>
                  <a:pt x="1809750" y="1139139"/>
                </a:lnTo>
                <a:lnTo>
                  <a:pt x="1809750" y="1141768"/>
                </a:lnTo>
                <a:lnTo>
                  <a:pt x="1810219" y="1142885"/>
                </a:lnTo>
                <a:lnTo>
                  <a:pt x="1812086" y="1144752"/>
                </a:lnTo>
                <a:lnTo>
                  <a:pt x="1813204" y="1145209"/>
                </a:lnTo>
                <a:lnTo>
                  <a:pt x="1815833" y="1145209"/>
                </a:lnTo>
                <a:lnTo>
                  <a:pt x="1816950" y="1144752"/>
                </a:lnTo>
                <a:lnTo>
                  <a:pt x="1818817" y="1142885"/>
                </a:lnTo>
                <a:lnTo>
                  <a:pt x="1819275" y="1141768"/>
                </a:lnTo>
                <a:lnTo>
                  <a:pt x="1819275" y="1139139"/>
                </a:lnTo>
                <a:close/>
              </a:path>
              <a:path w="5248275" h="1914525">
                <a:moveTo>
                  <a:pt x="1819275" y="374599"/>
                </a:moveTo>
                <a:lnTo>
                  <a:pt x="1818817" y="373481"/>
                </a:lnTo>
                <a:lnTo>
                  <a:pt x="1816950" y="371614"/>
                </a:lnTo>
                <a:lnTo>
                  <a:pt x="1815833" y="371144"/>
                </a:lnTo>
                <a:lnTo>
                  <a:pt x="1813204" y="371144"/>
                </a:lnTo>
                <a:lnTo>
                  <a:pt x="1812086" y="371614"/>
                </a:lnTo>
                <a:lnTo>
                  <a:pt x="1810219" y="373481"/>
                </a:lnTo>
                <a:lnTo>
                  <a:pt x="1809750" y="374599"/>
                </a:lnTo>
                <a:lnTo>
                  <a:pt x="1809750" y="377228"/>
                </a:lnTo>
                <a:lnTo>
                  <a:pt x="1810219" y="378345"/>
                </a:lnTo>
                <a:lnTo>
                  <a:pt x="1812086" y="380212"/>
                </a:lnTo>
                <a:lnTo>
                  <a:pt x="1813204" y="380669"/>
                </a:lnTo>
                <a:lnTo>
                  <a:pt x="1815833" y="380669"/>
                </a:lnTo>
                <a:lnTo>
                  <a:pt x="1816950" y="380212"/>
                </a:lnTo>
                <a:lnTo>
                  <a:pt x="1818817" y="378345"/>
                </a:lnTo>
                <a:lnTo>
                  <a:pt x="1819275" y="377228"/>
                </a:lnTo>
                <a:lnTo>
                  <a:pt x="1819275" y="374599"/>
                </a:lnTo>
                <a:close/>
              </a:path>
              <a:path w="5248275" h="1914525">
                <a:moveTo>
                  <a:pt x="1866900" y="1903679"/>
                </a:moveTo>
                <a:lnTo>
                  <a:pt x="1866442" y="1902561"/>
                </a:lnTo>
                <a:lnTo>
                  <a:pt x="1864575" y="1900694"/>
                </a:lnTo>
                <a:lnTo>
                  <a:pt x="1863458" y="1900237"/>
                </a:lnTo>
                <a:lnTo>
                  <a:pt x="1860829" y="1900237"/>
                </a:lnTo>
                <a:lnTo>
                  <a:pt x="1859711" y="1900694"/>
                </a:lnTo>
                <a:lnTo>
                  <a:pt x="1857844" y="1902561"/>
                </a:lnTo>
                <a:lnTo>
                  <a:pt x="1857375" y="1903679"/>
                </a:lnTo>
                <a:lnTo>
                  <a:pt x="1857375" y="1906308"/>
                </a:lnTo>
                <a:lnTo>
                  <a:pt x="1857844" y="1907425"/>
                </a:lnTo>
                <a:lnTo>
                  <a:pt x="1859711" y="1909292"/>
                </a:lnTo>
                <a:lnTo>
                  <a:pt x="1860829" y="1909762"/>
                </a:lnTo>
                <a:lnTo>
                  <a:pt x="1863458" y="1909762"/>
                </a:lnTo>
                <a:lnTo>
                  <a:pt x="1864575" y="1909292"/>
                </a:lnTo>
                <a:lnTo>
                  <a:pt x="1866442" y="1907425"/>
                </a:lnTo>
                <a:lnTo>
                  <a:pt x="1866900" y="1906308"/>
                </a:lnTo>
                <a:lnTo>
                  <a:pt x="1866900" y="1903679"/>
                </a:lnTo>
                <a:close/>
              </a:path>
              <a:path w="5248275" h="1914525">
                <a:moveTo>
                  <a:pt x="1866900" y="1139139"/>
                </a:moveTo>
                <a:lnTo>
                  <a:pt x="1866442" y="1138021"/>
                </a:lnTo>
                <a:lnTo>
                  <a:pt x="1864575" y="1136154"/>
                </a:lnTo>
                <a:lnTo>
                  <a:pt x="1863458" y="1135684"/>
                </a:lnTo>
                <a:lnTo>
                  <a:pt x="1860829" y="1135684"/>
                </a:lnTo>
                <a:lnTo>
                  <a:pt x="1859711" y="1136154"/>
                </a:lnTo>
                <a:lnTo>
                  <a:pt x="1857844" y="1138021"/>
                </a:lnTo>
                <a:lnTo>
                  <a:pt x="1857375" y="1139139"/>
                </a:lnTo>
                <a:lnTo>
                  <a:pt x="1857375" y="1141768"/>
                </a:lnTo>
                <a:lnTo>
                  <a:pt x="1857844" y="1142885"/>
                </a:lnTo>
                <a:lnTo>
                  <a:pt x="1859711" y="1144752"/>
                </a:lnTo>
                <a:lnTo>
                  <a:pt x="1860829" y="1145209"/>
                </a:lnTo>
                <a:lnTo>
                  <a:pt x="1863458" y="1145209"/>
                </a:lnTo>
                <a:lnTo>
                  <a:pt x="1864575" y="1144752"/>
                </a:lnTo>
                <a:lnTo>
                  <a:pt x="1866442" y="1142885"/>
                </a:lnTo>
                <a:lnTo>
                  <a:pt x="1866900" y="1141768"/>
                </a:lnTo>
                <a:lnTo>
                  <a:pt x="1866900" y="1139139"/>
                </a:lnTo>
                <a:close/>
              </a:path>
              <a:path w="5248275" h="1914525">
                <a:moveTo>
                  <a:pt x="1866900" y="374599"/>
                </a:moveTo>
                <a:lnTo>
                  <a:pt x="1866442" y="373481"/>
                </a:lnTo>
                <a:lnTo>
                  <a:pt x="1864575" y="371614"/>
                </a:lnTo>
                <a:lnTo>
                  <a:pt x="1863458" y="371144"/>
                </a:lnTo>
                <a:lnTo>
                  <a:pt x="1860829" y="371144"/>
                </a:lnTo>
                <a:lnTo>
                  <a:pt x="1859711" y="371614"/>
                </a:lnTo>
                <a:lnTo>
                  <a:pt x="1857844" y="373481"/>
                </a:lnTo>
                <a:lnTo>
                  <a:pt x="1857375" y="374599"/>
                </a:lnTo>
                <a:lnTo>
                  <a:pt x="1857375" y="377228"/>
                </a:lnTo>
                <a:lnTo>
                  <a:pt x="1857844" y="378345"/>
                </a:lnTo>
                <a:lnTo>
                  <a:pt x="1859711" y="380212"/>
                </a:lnTo>
                <a:lnTo>
                  <a:pt x="1860829" y="380669"/>
                </a:lnTo>
                <a:lnTo>
                  <a:pt x="1863458" y="380669"/>
                </a:lnTo>
                <a:lnTo>
                  <a:pt x="1864575" y="380212"/>
                </a:lnTo>
                <a:lnTo>
                  <a:pt x="1866442" y="378345"/>
                </a:lnTo>
                <a:lnTo>
                  <a:pt x="1866900" y="377228"/>
                </a:lnTo>
                <a:lnTo>
                  <a:pt x="1866900" y="374599"/>
                </a:lnTo>
                <a:close/>
              </a:path>
              <a:path w="5248275" h="1914525">
                <a:moveTo>
                  <a:pt x="1914525" y="1903679"/>
                </a:moveTo>
                <a:lnTo>
                  <a:pt x="1914067" y="1902561"/>
                </a:lnTo>
                <a:lnTo>
                  <a:pt x="1912200" y="1900694"/>
                </a:lnTo>
                <a:lnTo>
                  <a:pt x="1911083" y="1900237"/>
                </a:lnTo>
                <a:lnTo>
                  <a:pt x="1908454" y="1900237"/>
                </a:lnTo>
                <a:lnTo>
                  <a:pt x="1907336" y="1900694"/>
                </a:lnTo>
                <a:lnTo>
                  <a:pt x="1905469" y="1902561"/>
                </a:lnTo>
                <a:lnTo>
                  <a:pt x="1905000" y="1903679"/>
                </a:lnTo>
                <a:lnTo>
                  <a:pt x="1905000" y="1906308"/>
                </a:lnTo>
                <a:lnTo>
                  <a:pt x="1905469" y="1907425"/>
                </a:lnTo>
                <a:lnTo>
                  <a:pt x="1907336" y="1909292"/>
                </a:lnTo>
                <a:lnTo>
                  <a:pt x="1908454" y="1909762"/>
                </a:lnTo>
                <a:lnTo>
                  <a:pt x="1911083" y="1909762"/>
                </a:lnTo>
                <a:lnTo>
                  <a:pt x="1912200" y="1909292"/>
                </a:lnTo>
                <a:lnTo>
                  <a:pt x="1914067" y="1907425"/>
                </a:lnTo>
                <a:lnTo>
                  <a:pt x="1914525" y="1906308"/>
                </a:lnTo>
                <a:lnTo>
                  <a:pt x="1914525" y="1903679"/>
                </a:lnTo>
                <a:close/>
              </a:path>
              <a:path w="5248275" h="1914525">
                <a:moveTo>
                  <a:pt x="1914525" y="1139139"/>
                </a:moveTo>
                <a:lnTo>
                  <a:pt x="1914067" y="1138021"/>
                </a:lnTo>
                <a:lnTo>
                  <a:pt x="1912200" y="1136154"/>
                </a:lnTo>
                <a:lnTo>
                  <a:pt x="1911083" y="1135684"/>
                </a:lnTo>
                <a:lnTo>
                  <a:pt x="1908454" y="1135684"/>
                </a:lnTo>
                <a:lnTo>
                  <a:pt x="1907336" y="1136154"/>
                </a:lnTo>
                <a:lnTo>
                  <a:pt x="1905469" y="1138021"/>
                </a:lnTo>
                <a:lnTo>
                  <a:pt x="1905000" y="1139139"/>
                </a:lnTo>
                <a:lnTo>
                  <a:pt x="1905000" y="1141768"/>
                </a:lnTo>
                <a:lnTo>
                  <a:pt x="1905469" y="1142885"/>
                </a:lnTo>
                <a:lnTo>
                  <a:pt x="1907336" y="1144752"/>
                </a:lnTo>
                <a:lnTo>
                  <a:pt x="1908454" y="1145209"/>
                </a:lnTo>
                <a:lnTo>
                  <a:pt x="1911083" y="1145209"/>
                </a:lnTo>
                <a:lnTo>
                  <a:pt x="1912200" y="1144752"/>
                </a:lnTo>
                <a:lnTo>
                  <a:pt x="1914067" y="1142885"/>
                </a:lnTo>
                <a:lnTo>
                  <a:pt x="1914525" y="1141768"/>
                </a:lnTo>
                <a:lnTo>
                  <a:pt x="1914525" y="1139139"/>
                </a:lnTo>
                <a:close/>
              </a:path>
              <a:path w="5248275" h="1914525">
                <a:moveTo>
                  <a:pt x="1914525" y="374599"/>
                </a:moveTo>
                <a:lnTo>
                  <a:pt x="1914067" y="373481"/>
                </a:lnTo>
                <a:lnTo>
                  <a:pt x="1912200" y="371614"/>
                </a:lnTo>
                <a:lnTo>
                  <a:pt x="1911083" y="371144"/>
                </a:lnTo>
                <a:lnTo>
                  <a:pt x="1908454" y="371144"/>
                </a:lnTo>
                <a:lnTo>
                  <a:pt x="1907336" y="371614"/>
                </a:lnTo>
                <a:lnTo>
                  <a:pt x="1905469" y="373481"/>
                </a:lnTo>
                <a:lnTo>
                  <a:pt x="1905000" y="374599"/>
                </a:lnTo>
                <a:lnTo>
                  <a:pt x="1905000" y="377228"/>
                </a:lnTo>
                <a:lnTo>
                  <a:pt x="1905469" y="378345"/>
                </a:lnTo>
                <a:lnTo>
                  <a:pt x="1907336" y="380212"/>
                </a:lnTo>
                <a:lnTo>
                  <a:pt x="1908454" y="380669"/>
                </a:lnTo>
                <a:lnTo>
                  <a:pt x="1911083" y="380669"/>
                </a:lnTo>
                <a:lnTo>
                  <a:pt x="1912200" y="380212"/>
                </a:lnTo>
                <a:lnTo>
                  <a:pt x="1914067" y="378345"/>
                </a:lnTo>
                <a:lnTo>
                  <a:pt x="1914525" y="377228"/>
                </a:lnTo>
                <a:lnTo>
                  <a:pt x="1914525" y="374599"/>
                </a:lnTo>
                <a:close/>
              </a:path>
              <a:path w="5248275" h="1914525">
                <a:moveTo>
                  <a:pt x="1962150" y="1903679"/>
                </a:moveTo>
                <a:lnTo>
                  <a:pt x="1961692" y="1902561"/>
                </a:lnTo>
                <a:lnTo>
                  <a:pt x="1959825" y="1900694"/>
                </a:lnTo>
                <a:lnTo>
                  <a:pt x="1958708" y="1900237"/>
                </a:lnTo>
                <a:lnTo>
                  <a:pt x="1956079" y="1900237"/>
                </a:lnTo>
                <a:lnTo>
                  <a:pt x="1954961" y="1900694"/>
                </a:lnTo>
                <a:lnTo>
                  <a:pt x="1953094" y="1902561"/>
                </a:lnTo>
                <a:lnTo>
                  <a:pt x="1952625" y="1903679"/>
                </a:lnTo>
                <a:lnTo>
                  <a:pt x="1952625" y="1906308"/>
                </a:lnTo>
                <a:lnTo>
                  <a:pt x="1953094" y="1907425"/>
                </a:lnTo>
                <a:lnTo>
                  <a:pt x="1954961" y="1909292"/>
                </a:lnTo>
                <a:lnTo>
                  <a:pt x="1956079" y="1909762"/>
                </a:lnTo>
                <a:lnTo>
                  <a:pt x="1958708" y="1909762"/>
                </a:lnTo>
                <a:lnTo>
                  <a:pt x="1959825" y="1909292"/>
                </a:lnTo>
                <a:lnTo>
                  <a:pt x="1961692" y="1907425"/>
                </a:lnTo>
                <a:lnTo>
                  <a:pt x="1962150" y="1906308"/>
                </a:lnTo>
                <a:lnTo>
                  <a:pt x="1962150" y="1903679"/>
                </a:lnTo>
                <a:close/>
              </a:path>
              <a:path w="5248275" h="1914525">
                <a:moveTo>
                  <a:pt x="1962150" y="1139139"/>
                </a:moveTo>
                <a:lnTo>
                  <a:pt x="1961692" y="1138021"/>
                </a:lnTo>
                <a:lnTo>
                  <a:pt x="1959825" y="1136154"/>
                </a:lnTo>
                <a:lnTo>
                  <a:pt x="1958708" y="1135684"/>
                </a:lnTo>
                <a:lnTo>
                  <a:pt x="1956079" y="1135684"/>
                </a:lnTo>
                <a:lnTo>
                  <a:pt x="1954961" y="1136154"/>
                </a:lnTo>
                <a:lnTo>
                  <a:pt x="1953094" y="1138021"/>
                </a:lnTo>
                <a:lnTo>
                  <a:pt x="1952625" y="1139139"/>
                </a:lnTo>
                <a:lnTo>
                  <a:pt x="1952625" y="1141768"/>
                </a:lnTo>
                <a:lnTo>
                  <a:pt x="1953094" y="1142885"/>
                </a:lnTo>
                <a:lnTo>
                  <a:pt x="1954961" y="1144752"/>
                </a:lnTo>
                <a:lnTo>
                  <a:pt x="1956079" y="1145209"/>
                </a:lnTo>
                <a:lnTo>
                  <a:pt x="1958708" y="1145209"/>
                </a:lnTo>
                <a:lnTo>
                  <a:pt x="1959825" y="1144752"/>
                </a:lnTo>
                <a:lnTo>
                  <a:pt x="1961692" y="1142885"/>
                </a:lnTo>
                <a:lnTo>
                  <a:pt x="1962150" y="1141768"/>
                </a:lnTo>
                <a:lnTo>
                  <a:pt x="1962150" y="1139139"/>
                </a:lnTo>
                <a:close/>
              </a:path>
              <a:path w="5248275" h="1914525">
                <a:moveTo>
                  <a:pt x="1962150" y="374599"/>
                </a:moveTo>
                <a:lnTo>
                  <a:pt x="1961692" y="373481"/>
                </a:lnTo>
                <a:lnTo>
                  <a:pt x="1959825" y="371614"/>
                </a:lnTo>
                <a:lnTo>
                  <a:pt x="1958708" y="371144"/>
                </a:lnTo>
                <a:lnTo>
                  <a:pt x="1956079" y="371144"/>
                </a:lnTo>
                <a:lnTo>
                  <a:pt x="1954961" y="371614"/>
                </a:lnTo>
                <a:lnTo>
                  <a:pt x="1953094" y="373481"/>
                </a:lnTo>
                <a:lnTo>
                  <a:pt x="1952625" y="374599"/>
                </a:lnTo>
                <a:lnTo>
                  <a:pt x="1952625" y="377228"/>
                </a:lnTo>
                <a:lnTo>
                  <a:pt x="1953094" y="378345"/>
                </a:lnTo>
                <a:lnTo>
                  <a:pt x="1954961" y="380212"/>
                </a:lnTo>
                <a:lnTo>
                  <a:pt x="1956079" y="380669"/>
                </a:lnTo>
                <a:lnTo>
                  <a:pt x="1958708" y="380669"/>
                </a:lnTo>
                <a:lnTo>
                  <a:pt x="1959825" y="380212"/>
                </a:lnTo>
                <a:lnTo>
                  <a:pt x="1961692" y="378345"/>
                </a:lnTo>
                <a:lnTo>
                  <a:pt x="1962150" y="377228"/>
                </a:lnTo>
                <a:lnTo>
                  <a:pt x="1962150" y="374599"/>
                </a:lnTo>
                <a:close/>
              </a:path>
              <a:path w="5248275" h="1914525">
                <a:moveTo>
                  <a:pt x="2009775" y="1903679"/>
                </a:moveTo>
                <a:lnTo>
                  <a:pt x="2009317" y="1902561"/>
                </a:lnTo>
                <a:lnTo>
                  <a:pt x="2007450" y="1900694"/>
                </a:lnTo>
                <a:lnTo>
                  <a:pt x="2006333" y="1900237"/>
                </a:lnTo>
                <a:lnTo>
                  <a:pt x="2003704" y="1900237"/>
                </a:lnTo>
                <a:lnTo>
                  <a:pt x="2002586" y="1900694"/>
                </a:lnTo>
                <a:lnTo>
                  <a:pt x="2000719" y="1902561"/>
                </a:lnTo>
                <a:lnTo>
                  <a:pt x="2000250" y="1903679"/>
                </a:lnTo>
                <a:lnTo>
                  <a:pt x="2000250" y="1906308"/>
                </a:lnTo>
                <a:lnTo>
                  <a:pt x="2000719" y="1907425"/>
                </a:lnTo>
                <a:lnTo>
                  <a:pt x="2002586" y="1909292"/>
                </a:lnTo>
                <a:lnTo>
                  <a:pt x="2003704" y="1909762"/>
                </a:lnTo>
                <a:lnTo>
                  <a:pt x="2006333" y="1909762"/>
                </a:lnTo>
                <a:lnTo>
                  <a:pt x="2007450" y="1909292"/>
                </a:lnTo>
                <a:lnTo>
                  <a:pt x="2009317" y="1907425"/>
                </a:lnTo>
                <a:lnTo>
                  <a:pt x="2009775" y="1906308"/>
                </a:lnTo>
                <a:lnTo>
                  <a:pt x="2009775" y="1903679"/>
                </a:lnTo>
                <a:close/>
              </a:path>
              <a:path w="5248275" h="1914525">
                <a:moveTo>
                  <a:pt x="2009775" y="1139139"/>
                </a:moveTo>
                <a:lnTo>
                  <a:pt x="2009317" y="1138021"/>
                </a:lnTo>
                <a:lnTo>
                  <a:pt x="2007450" y="1136154"/>
                </a:lnTo>
                <a:lnTo>
                  <a:pt x="2006333" y="1135684"/>
                </a:lnTo>
                <a:lnTo>
                  <a:pt x="2003704" y="1135684"/>
                </a:lnTo>
                <a:lnTo>
                  <a:pt x="2002586" y="1136154"/>
                </a:lnTo>
                <a:lnTo>
                  <a:pt x="2000719" y="1138021"/>
                </a:lnTo>
                <a:lnTo>
                  <a:pt x="2000250" y="1139139"/>
                </a:lnTo>
                <a:lnTo>
                  <a:pt x="2000250" y="1141768"/>
                </a:lnTo>
                <a:lnTo>
                  <a:pt x="2000719" y="1142885"/>
                </a:lnTo>
                <a:lnTo>
                  <a:pt x="2002586" y="1144752"/>
                </a:lnTo>
                <a:lnTo>
                  <a:pt x="2003704" y="1145209"/>
                </a:lnTo>
                <a:lnTo>
                  <a:pt x="2006333" y="1145209"/>
                </a:lnTo>
                <a:lnTo>
                  <a:pt x="2007450" y="1144752"/>
                </a:lnTo>
                <a:lnTo>
                  <a:pt x="2009317" y="1142885"/>
                </a:lnTo>
                <a:lnTo>
                  <a:pt x="2009775" y="1141768"/>
                </a:lnTo>
                <a:lnTo>
                  <a:pt x="2009775" y="1139139"/>
                </a:lnTo>
                <a:close/>
              </a:path>
              <a:path w="5248275" h="1914525">
                <a:moveTo>
                  <a:pt x="2009775" y="374599"/>
                </a:moveTo>
                <a:lnTo>
                  <a:pt x="2009317" y="373481"/>
                </a:lnTo>
                <a:lnTo>
                  <a:pt x="2007450" y="371614"/>
                </a:lnTo>
                <a:lnTo>
                  <a:pt x="2006333" y="371144"/>
                </a:lnTo>
                <a:lnTo>
                  <a:pt x="2003704" y="371144"/>
                </a:lnTo>
                <a:lnTo>
                  <a:pt x="2002586" y="371614"/>
                </a:lnTo>
                <a:lnTo>
                  <a:pt x="2000719" y="373481"/>
                </a:lnTo>
                <a:lnTo>
                  <a:pt x="2000250" y="374599"/>
                </a:lnTo>
                <a:lnTo>
                  <a:pt x="2000250" y="377228"/>
                </a:lnTo>
                <a:lnTo>
                  <a:pt x="2000719" y="378345"/>
                </a:lnTo>
                <a:lnTo>
                  <a:pt x="2002586" y="380212"/>
                </a:lnTo>
                <a:lnTo>
                  <a:pt x="2003704" y="380669"/>
                </a:lnTo>
                <a:lnTo>
                  <a:pt x="2006333" y="380669"/>
                </a:lnTo>
                <a:lnTo>
                  <a:pt x="2007450" y="380212"/>
                </a:lnTo>
                <a:lnTo>
                  <a:pt x="2009317" y="378345"/>
                </a:lnTo>
                <a:lnTo>
                  <a:pt x="2009775" y="377228"/>
                </a:lnTo>
                <a:lnTo>
                  <a:pt x="2009775" y="374599"/>
                </a:lnTo>
                <a:close/>
              </a:path>
              <a:path w="5248275" h="1914525">
                <a:moveTo>
                  <a:pt x="2057400" y="1903679"/>
                </a:moveTo>
                <a:lnTo>
                  <a:pt x="2056942" y="1902561"/>
                </a:lnTo>
                <a:lnTo>
                  <a:pt x="2055075" y="1900694"/>
                </a:lnTo>
                <a:lnTo>
                  <a:pt x="2053958" y="1900237"/>
                </a:lnTo>
                <a:lnTo>
                  <a:pt x="2051329" y="1900237"/>
                </a:lnTo>
                <a:lnTo>
                  <a:pt x="2050211" y="1900694"/>
                </a:lnTo>
                <a:lnTo>
                  <a:pt x="2048344" y="1902561"/>
                </a:lnTo>
                <a:lnTo>
                  <a:pt x="2047875" y="1903679"/>
                </a:lnTo>
                <a:lnTo>
                  <a:pt x="2047875" y="1906308"/>
                </a:lnTo>
                <a:lnTo>
                  <a:pt x="2048344" y="1907425"/>
                </a:lnTo>
                <a:lnTo>
                  <a:pt x="2050211" y="1909292"/>
                </a:lnTo>
                <a:lnTo>
                  <a:pt x="2051329" y="1909762"/>
                </a:lnTo>
                <a:lnTo>
                  <a:pt x="2053958" y="1909762"/>
                </a:lnTo>
                <a:lnTo>
                  <a:pt x="2055075" y="1909292"/>
                </a:lnTo>
                <a:lnTo>
                  <a:pt x="2056942" y="1907425"/>
                </a:lnTo>
                <a:lnTo>
                  <a:pt x="2057400" y="1906308"/>
                </a:lnTo>
                <a:lnTo>
                  <a:pt x="2057400" y="1903679"/>
                </a:lnTo>
                <a:close/>
              </a:path>
              <a:path w="5248275" h="1914525">
                <a:moveTo>
                  <a:pt x="2057400" y="1139139"/>
                </a:moveTo>
                <a:lnTo>
                  <a:pt x="2056942" y="1138021"/>
                </a:lnTo>
                <a:lnTo>
                  <a:pt x="2055075" y="1136154"/>
                </a:lnTo>
                <a:lnTo>
                  <a:pt x="2053958" y="1135684"/>
                </a:lnTo>
                <a:lnTo>
                  <a:pt x="2051329" y="1135684"/>
                </a:lnTo>
                <a:lnTo>
                  <a:pt x="2050211" y="1136154"/>
                </a:lnTo>
                <a:lnTo>
                  <a:pt x="2048344" y="1138021"/>
                </a:lnTo>
                <a:lnTo>
                  <a:pt x="2047875" y="1139139"/>
                </a:lnTo>
                <a:lnTo>
                  <a:pt x="2047875" y="1141768"/>
                </a:lnTo>
                <a:lnTo>
                  <a:pt x="2048344" y="1142885"/>
                </a:lnTo>
                <a:lnTo>
                  <a:pt x="2050211" y="1144752"/>
                </a:lnTo>
                <a:lnTo>
                  <a:pt x="2051329" y="1145209"/>
                </a:lnTo>
                <a:lnTo>
                  <a:pt x="2053958" y="1145209"/>
                </a:lnTo>
                <a:lnTo>
                  <a:pt x="2055075" y="1144752"/>
                </a:lnTo>
                <a:lnTo>
                  <a:pt x="2056942" y="1142885"/>
                </a:lnTo>
                <a:lnTo>
                  <a:pt x="2057400" y="1141768"/>
                </a:lnTo>
                <a:lnTo>
                  <a:pt x="2057400" y="1139139"/>
                </a:lnTo>
                <a:close/>
              </a:path>
              <a:path w="5248275" h="1914525">
                <a:moveTo>
                  <a:pt x="2057400" y="374599"/>
                </a:moveTo>
                <a:lnTo>
                  <a:pt x="2056942" y="373481"/>
                </a:lnTo>
                <a:lnTo>
                  <a:pt x="2055075" y="371614"/>
                </a:lnTo>
                <a:lnTo>
                  <a:pt x="2053958" y="371144"/>
                </a:lnTo>
                <a:lnTo>
                  <a:pt x="2051329" y="371144"/>
                </a:lnTo>
                <a:lnTo>
                  <a:pt x="2050211" y="371614"/>
                </a:lnTo>
                <a:lnTo>
                  <a:pt x="2048344" y="373481"/>
                </a:lnTo>
                <a:lnTo>
                  <a:pt x="2047875" y="374599"/>
                </a:lnTo>
                <a:lnTo>
                  <a:pt x="2047875" y="377228"/>
                </a:lnTo>
                <a:lnTo>
                  <a:pt x="2048344" y="378345"/>
                </a:lnTo>
                <a:lnTo>
                  <a:pt x="2050211" y="380212"/>
                </a:lnTo>
                <a:lnTo>
                  <a:pt x="2051329" y="380669"/>
                </a:lnTo>
                <a:lnTo>
                  <a:pt x="2053958" y="380669"/>
                </a:lnTo>
                <a:lnTo>
                  <a:pt x="2055075" y="380212"/>
                </a:lnTo>
                <a:lnTo>
                  <a:pt x="2056942" y="378345"/>
                </a:lnTo>
                <a:lnTo>
                  <a:pt x="2057400" y="377228"/>
                </a:lnTo>
                <a:lnTo>
                  <a:pt x="2057400" y="374599"/>
                </a:lnTo>
                <a:close/>
              </a:path>
              <a:path w="5248275" h="1914525">
                <a:moveTo>
                  <a:pt x="2105025" y="1903679"/>
                </a:moveTo>
                <a:lnTo>
                  <a:pt x="2104567" y="1902561"/>
                </a:lnTo>
                <a:lnTo>
                  <a:pt x="2102700" y="1900694"/>
                </a:lnTo>
                <a:lnTo>
                  <a:pt x="2101583" y="1900237"/>
                </a:lnTo>
                <a:lnTo>
                  <a:pt x="2098954" y="1900237"/>
                </a:lnTo>
                <a:lnTo>
                  <a:pt x="2097836" y="1900694"/>
                </a:lnTo>
                <a:lnTo>
                  <a:pt x="2095969" y="1902561"/>
                </a:lnTo>
                <a:lnTo>
                  <a:pt x="2095500" y="1903679"/>
                </a:lnTo>
                <a:lnTo>
                  <a:pt x="2095500" y="1906308"/>
                </a:lnTo>
                <a:lnTo>
                  <a:pt x="2095969" y="1907425"/>
                </a:lnTo>
                <a:lnTo>
                  <a:pt x="2097836" y="1909292"/>
                </a:lnTo>
                <a:lnTo>
                  <a:pt x="2098954" y="1909762"/>
                </a:lnTo>
                <a:lnTo>
                  <a:pt x="2101583" y="1909762"/>
                </a:lnTo>
                <a:lnTo>
                  <a:pt x="2102700" y="1909292"/>
                </a:lnTo>
                <a:lnTo>
                  <a:pt x="2104567" y="1907425"/>
                </a:lnTo>
                <a:lnTo>
                  <a:pt x="2105025" y="1906308"/>
                </a:lnTo>
                <a:lnTo>
                  <a:pt x="2105025" y="1903679"/>
                </a:lnTo>
                <a:close/>
              </a:path>
              <a:path w="5248275" h="1914525">
                <a:moveTo>
                  <a:pt x="2105025" y="1139139"/>
                </a:moveTo>
                <a:lnTo>
                  <a:pt x="2104567" y="1138021"/>
                </a:lnTo>
                <a:lnTo>
                  <a:pt x="2102700" y="1136154"/>
                </a:lnTo>
                <a:lnTo>
                  <a:pt x="2101583" y="1135684"/>
                </a:lnTo>
                <a:lnTo>
                  <a:pt x="2098954" y="1135684"/>
                </a:lnTo>
                <a:lnTo>
                  <a:pt x="2097836" y="1136154"/>
                </a:lnTo>
                <a:lnTo>
                  <a:pt x="2095969" y="1138021"/>
                </a:lnTo>
                <a:lnTo>
                  <a:pt x="2095500" y="1139139"/>
                </a:lnTo>
                <a:lnTo>
                  <a:pt x="2095500" y="1141768"/>
                </a:lnTo>
                <a:lnTo>
                  <a:pt x="2095969" y="1142885"/>
                </a:lnTo>
                <a:lnTo>
                  <a:pt x="2097836" y="1144752"/>
                </a:lnTo>
                <a:lnTo>
                  <a:pt x="2098954" y="1145209"/>
                </a:lnTo>
                <a:lnTo>
                  <a:pt x="2101583" y="1145209"/>
                </a:lnTo>
                <a:lnTo>
                  <a:pt x="2102700" y="1144752"/>
                </a:lnTo>
                <a:lnTo>
                  <a:pt x="2104567" y="1142885"/>
                </a:lnTo>
                <a:lnTo>
                  <a:pt x="2105025" y="1141768"/>
                </a:lnTo>
                <a:lnTo>
                  <a:pt x="2105025" y="1139139"/>
                </a:lnTo>
                <a:close/>
              </a:path>
              <a:path w="5248275" h="1914525">
                <a:moveTo>
                  <a:pt x="2105025" y="374599"/>
                </a:moveTo>
                <a:lnTo>
                  <a:pt x="2104567" y="373481"/>
                </a:lnTo>
                <a:lnTo>
                  <a:pt x="2102700" y="371614"/>
                </a:lnTo>
                <a:lnTo>
                  <a:pt x="2101583" y="371144"/>
                </a:lnTo>
                <a:lnTo>
                  <a:pt x="2098954" y="371144"/>
                </a:lnTo>
                <a:lnTo>
                  <a:pt x="2097836" y="371614"/>
                </a:lnTo>
                <a:lnTo>
                  <a:pt x="2095969" y="373481"/>
                </a:lnTo>
                <a:lnTo>
                  <a:pt x="2095500" y="374599"/>
                </a:lnTo>
                <a:lnTo>
                  <a:pt x="2095500" y="377228"/>
                </a:lnTo>
                <a:lnTo>
                  <a:pt x="2095969" y="378345"/>
                </a:lnTo>
                <a:lnTo>
                  <a:pt x="2097836" y="380212"/>
                </a:lnTo>
                <a:lnTo>
                  <a:pt x="2098954" y="380669"/>
                </a:lnTo>
                <a:lnTo>
                  <a:pt x="2101583" y="380669"/>
                </a:lnTo>
                <a:lnTo>
                  <a:pt x="2102700" y="380212"/>
                </a:lnTo>
                <a:lnTo>
                  <a:pt x="2104567" y="378345"/>
                </a:lnTo>
                <a:lnTo>
                  <a:pt x="2105025" y="377228"/>
                </a:lnTo>
                <a:lnTo>
                  <a:pt x="2105025" y="374599"/>
                </a:lnTo>
                <a:close/>
              </a:path>
              <a:path w="5248275" h="1914525">
                <a:moveTo>
                  <a:pt x="2152650" y="1903679"/>
                </a:moveTo>
                <a:lnTo>
                  <a:pt x="2152192" y="1902561"/>
                </a:lnTo>
                <a:lnTo>
                  <a:pt x="2150326" y="1900694"/>
                </a:lnTo>
                <a:lnTo>
                  <a:pt x="2149208" y="1900237"/>
                </a:lnTo>
                <a:lnTo>
                  <a:pt x="2146579" y="1900237"/>
                </a:lnTo>
                <a:lnTo>
                  <a:pt x="2145461" y="1900694"/>
                </a:lnTo>
                <a:lnTo>
                  <a:pt x="2143595" y="1902561"/>
                </a:lnTo>
                <a:lnTo>
                  <a:pt x="2143125" y="1903679"/>
                </a:lnTo>
                <a:lnTo>
                  <a:pt x="2143125" y="1906308"/>
                </a:lnTo>
                <a:lnTo>
                  <a:pt x="2143595" y="1907425"/>
                </a:lnTo>
                <a:lnTo>
                  <a:pt x="2145461" y="1909292"/>
                </a:lnTo>
                <a:lnTo>
                  <a:pt x="2146579" y="1909762"/>
                </a:lnTo>
                <a:lnTo>
                  <a:pt x="2149208" y="1909762"/>
                </a:lnTo>
                <a:lnTo>
                  <a:pt x="2150326" y="1909292"/>
                </a:lnTo>
                <a:lnTo>
                  <a:pt x="2152192" y="1907425"/>
                </a:lnTo>
                <a:lnTo>
                  <a:pt x="2152650" y="1906308"/>
                </a:lnTo>
                <a:lnTo>
                  <a:pt x="2152650" y="1903679"/>
                </a:lnTo>
                <a:close/>
              </a:path>
              <a:path w="5248275" h="1914525">
                <a:moveTo>
                  <a:pt x="2152650" y="1139139"/>
                </a:moveTo>
                <a:lnTo>
                  <a:pt x="2152192" y="1138021"/>
                </a:lnTo>
                <a:lnTo>
                  <a:pt x="2150326" y="1136154"/>
                </a:lnTo>
                <a:lnTo>
                  <a:pt x="2149208" y="1135684"/>
                </a:lnTo>
                <a:lnTo>
                  <a:pt x="2146579" y="1135684"/>
                </a:lnTo>
                <a:lnTo>
                  <a:pt x="2145461" y="1136154"/>
                </a:lnTo>
                <a:lnTo>
                  <a:pt x="2143595" y="1138021"/>
                </a:lnTo>
                <a:lnTo>
                  <a:pt x="2143125" y="1139139"/>
                </a:lnTo>
                <a:lnTo>
                  <a:pt x="2143125" y="1141768"/>
                </a:lnTo>
                <a:lnTo>
                  <a:pt x="2143595" y="1142885"/>
                </a:lnTo>
                <a:lnTo>
                  <a:pt x="2145461" y="1144752"/>
                </a:lnTo>
                <a:lnTo>
                  <a:pt x="2146579" y="1145209"/>
                </a:lnTo>
                <a:lnTo>
                  <a:pt x="2149208" y="1145209"/>
                </a:lnTo>
                <a:lnTo>
                  <a:pt x="2150326" y="1144752"/>
                </a:lnTo>
                <a:lnTo>
                  <a:pt x="2152192" y="1142885"/>
                </a:lnTo>
                <a:lnTo>
                  <a:pt x="2152650" y="1141768"/>
                </a:lnTo>
                <a:lnTo>
                  <a:pt x="2152650" y="1139139"/>
                </a:lnTo>
                <a:close/>
              </a:path>
              <a:path w="5248275" h="1914525">
                <a:moveTo>
                  <a:pt x="2152650" y="374599"/>
                </a:moveTo>
                <a:lnTo>
                  <a:pt x="2152192" y="373481"/>
                </a:lnTo>
                <a:lnTo>
                  <a:pt x="2150326" y="371614"/>
                </a:lnTo>
                <a:lnTo>
                  <a:pt x="2149208" y="371144"/>
                </a:lnTo>
                <a:lnTo>
                  <a:pt x="2146579" y="371144"/>
                </a:lnTo>
                <a:lnTo>
                  <a:pt x="2145461" y="371614"/>
                </a:lnTo>
                <a:lnTo>
                  <a:pt x="2143595" y="373481"/>
                </a:lnTo>
                <a:lnTo>
                  <a:pt x="2143125" y="374599"/>
                </a:lnTo>
                <a:lnTo>
                  <a:pt x="2143125" y="377228"/>
                </a:lnTo>
                <a:lnTo>
                  <a:pt x="2143595" y="378345"/>
                </a:lnTo>
                <a:lnTo>
                  <a:pt x="2145461" y="380212"/>
                </a:lnTo>
                <a:lnTo>
                  <a:pt x="2146579" y="380669"/>
                </a:lnTo>
                <a:lnTo>
                  <a:pt x="2149208" y="380669"/>
                </a:lnTo>
                <a:lnTo>
                  <a:pt x="2150326" y="380212"/>
                </a:lnTo>
                <a:lnTo>
                  <a:pt x="2152192" y="378345"/>
                </a:lnTo>
                <a:lnTo>
                  <a:pt x="2152650" y="377228"/>
                </a:lnTo>
                <a:lnTo>
                  <a:pt x="2152650" y="374599"/>
                </a:lnTo>
                <a:close/>
              </a:path>
              <a:path w="5248275" h="1914525">
                <a:moveTo>
                  <a:pt x="2200275" y="1903679"/>
                </a:moveTo>
                <a:lnTo>
                  <a:pt x="2199817" y="1902561"/>
                </a:lnTo>
                <a:lnTo>
                  <a:pt x="2197951" y="1900694"/>
                </a:lnTo>
                <a:lnTo>
                  <a:pt x="2196833" y="1900237"/>
                </a:lnTo>
                <a:lnTo>
                  <a:pt x="2194204" y="1900237"/>
                </a:lnTo>
                <a:lnTo>
                  <a:pt x="2193086" y="1900694"/>
                </a:lnTo>
                <a:lnTo>
                  <a:pt x="2191220" y="1902561"/>
                </a:lnTo>
                <a:lnTo>
                  <a:pt x="2190750" y="1903679"/>
                </a:lnTo>
                <a:lnTo>
                  <a:pt x="2190750" y="1906308"/>
                </a:lnTo>
                <a:lnTo>
                  <a:pt x="2191220" y="1907425"/>
                </a:lnTo>
                <a:lnTo>
                  <a:pt x="2193086" y="1909292"/>
                </a:lnTo>
                <a:lnTo>
                  <a:pt x="2194204" y="1909762"/>
                </a:lnTo>
                <a:lnTo>
                  <a:pt x="2196833" y="1909762"/>
                </a:lnTo>
                <a:lnTo>
                  <a:pt x="2197951" y="1909292"/>
                </a:lnTo>
                <a:lnTo>
                  <a:pt x="2199817" y="1907425"/>
                </a:lnTo>
                <a:lnTo>
                  <a:pt x="2200275" y="1906308"/>
                </a:lnTo>
                <a:lnTo>
                  <a:pt x="2200275" y="1903679"/>
                </a:lnTo>
                <a:close/>
              </a:path>
              <a:path w="5248275" h="1914525">
                <a:moveTo>
                  <a:pt x="2200275" y="1139139"/>
                </a:moveTo>
                <a:lnTo>
                  <a:pt x="2199817" y="1138021"/>
                </a:lnTo>
                <a:lnTo>
                  <a:pt x="2197951" y="1136154"/>
                </a:lnTo>
                <a:lnTo>
                  <a:pt x="2196833" y="1135684"/>
                </a:lnTo>
                <a:lnTo>
                  <a:pt x="2194204" y="1135684"/>
                </a:lnTo>
                <a:lnTo>
                  <a:pt x="2193086" y="1136154"/>
                </a:lnTo>
                <a:lnTo>
                  <a:pt x="2191220" y="1138021"/>
                </a:lnTo>
                <a:lnTo>
                  <a:pt x="2190750" y="1139139"/>
                </a:lnTo>
                <a:lnTo>
                  <a:pt x="2190750" y="1141768"/>
                </a:lnTo>
                <a:lnTo>
                  <a:pt x="2191220" y="1142885"/>
                </a:lnTo>
                <a:lnTo>
                  <a:pt x="2193086" y="1144752"/>
                </a:lnTo>
                <a:lnTo>
                  <a:pt x="2194204" y="1145209"/>
                </a:lnTo>
                <a:lnTo>
                  <a:pt x="2196833" y="1145209"/>
                </a:lnTo>
                <a:lnTo>
                  <a:pt x="2197951" y="1144752"/>
                </a:lnTo>
                <a:lnTo>
                  <a:pt x="2199817" y="1142885"/>
                </a:lnTo>
                <a:lnTo>
                  <a:pt x="2200275" y="1141768"/>
                </a:lnTo>
                <a:lnTo>
                  <a:pt x="2200275" y="1139139"/>
                </a:lnTo>
                <a:close/>
              </a:path>
              <a:path w="5248275" h="1914525">
                <a:moveTo>
                  <a:pt x="2200275" y="374599"/>
                </a:moveTo>
                <a:lnTo>
                  <a:pt x="2199817" y="373481"/>
                </a:lnTo>
                <a:lnTo>
                  <a:pt x="2197951" y="371614"/>
                </a:lnTo>
                <a:lnTo>
                  <a:pt x="2196833" y="371144"/>
                </a:lnTo>
                <a:lnTo>
                  <a:pt x="2194204" y="371144"/>
                </a:lnTo>
                <a:lnTo>
                  <a:pt x="2193086" y="371614"/>
                </a:lnTo>
                <a:lnTo>
                  <a:pt x="2191220" y="373481"/>
                </a:lnTo>
                <a:lnTo>
                  <a:pt x="2190750" y="374599"/>
                </a:lnTo>
                <a:lnTo>
                  <a:pt x="2190750" y="377228"/>
                </a:lnTo>
                <a:lnTo>
                  <a:pt x="2191220" y="378345"/>
                </a:lnTo>
                <a:lnTo>
                  <a:pt x="2193086" y="380212"/>
                </a:lnTo>
                <a:lnTo>
                  <a:pt x="2194204" y="380669"/>
                </a:lnTo>
                <a:lnTo>
                  <a:pt x="2196833" y="380669"/>
                </a:lnTo>
                <a:lnTo>
                  <a:pt x="2197951" y="380212"/>
                </a:lnTo>
                <a:lnTo>
                  <a:pt x="2199817" y="378345"/>
                </a:lnTo>
                <a:lnTo>
                  <a:pt x="2200275" y="377228"/>
                </a:lnTo>
                <a:lnTo>
                  <a:pt x="2200275" y="374599"/>
                </a:lnTo>
                <a:close/>
              </a:path>
              <a:path w="5248275" h="1914525">
                <a:moveTo>
                  <a:pt x="2247900" y="1903679"/>
                </a:moveTo>
                <a:lnTo>
                  <a:pt x="2247442" y="1902561"/>
                </a:lnTo>
                <a:lnTo>
                  <a:pt x="2245576" y="1900694"/>
                </a:lnTo>
                <a:lnTo>
                  <a:pt x="2244458" y="1900237"/>
                </a:lnTo>
                <a:lnTo>
                  <a:pt x="2241829" y="1900237"/>
                </a:lnTo>
                <a:lnTo>
                  <a:pt x="2240711" y="1900694"/>
                </a:lnTo>
                <a:lnTo>
                  <a:pt x="2238845" y="1902561"/>
                </a:lnTo>
                <a:lnTo>
                  <a:pt x="2238375" y="1903679"/>
                </a:lnTo>
                <a:lnTo>
                  <a:pt x="2238375" y="1906308"/>
                </a:lnTo>
                <a:lnTo>
                  <a:pt x="2238845" y="1907425"/>
                </a:lnTo>
                <a:lnTo>
                  <a:pt x="2240711" y="1909292"/>
                </a:lnTo>
                <a:lnTo>
                  <a:pt x="2241829" y="1909762"/>
                </a:lnTo>
                <a:lnTo>
                  <a:pt x="2244458" y="1909762"/>
                </a:lnTo>
                <a:lnTo>
                  <a:pt x="2245576" y="1909292"/>
                </a:lnTo>
                <a:lnTo>
                  <a:pt x="2247442" y="1907425"/>
                </a:lnTo>
                <a:lnTo>
                  <a:pt x="2247900" y="1906308"/>
                </a:lnTo>
                <a:lnTo>
                  <a:pt x="2247900" y="1903679"/>
                </a:lnTo>
                <a:close/>
              </a:path>
              <a:path w="5248275" h="1914525">
                <a:moveTo>
                  <a:pt x="2247900" y="1139139"/>
                </a:moveTo>
                <a:lnTo>
                  <a:pt x="2247442" y="1138021"/>
                </a:lnTo>
                <a:lnTo>
                  <a:pt x="2245576" y="1136154"/>
                </a:lnTo>
                <a:lnTo>
                  <a:pt x="2244458" y="1135684"/>
                </a:lnTo>
                <a:lnTo>
                  <a:pt x="2241829" y="1135684"/>
                </a:lnTo>
                <a:lnTo>
                  <a:pt x="2240711" y="1136154"/>
                </a:lnTo>
                <a:lnTo>
                  <a:pt x="2238845" y="1138021"/>
                </a:lnTo>
                <a:lnTo>
                  <a:pt x="2238375" y="1139139"/>
                </a:lnTo>
                <a:lnTo>
                  <a:pt x="2238375" y="1141768"/>
                </a:lnTo>
                <a:lnTo>
                  <a:pt x="2238845" y="1142885"/>
                </a:lnTo>
                <a:lnTo>
                  <a:pt x="2240711" y="1144752"/>
                </a:lnTo>
                <a:lnTo>
                  <a:pt x="2241829" y="1145209"/>
                </a:lnTo>
                <a:lnTo>
                  <a:pt x="2244458" y="1145209"/>
                </a:lnTo>
                <a:lnTo>
                  <a:pt x="2245576" y="1144752"/>
                </a:lnTo>
                <a:lnTo>
                  <a:pt x="2247442" y="1142885"/>
                </a:lnTo>
                <a:lnTo>
                  <a:pt x="2247900" y="1141768"/>
                </a:lnTo>
                <a:lnTo>
                  <a:pt x="2247900" y="1139139"/>
                </a:lnTo>
                <a:close/>
              </a:path>
              <a:path w="5248275" h="1914525">
                <a:moveTo>
                  <a:pt x="2247900" y="374599"/>
                </a:moveTo>
                <a:lnTo>
                  <a:pt x="2247442" y="373481"/>
                </a:lnTo>
                <a:lnTo>
                  <a:pt x="2245576" y="371614"/>
                </a:lnTo>
                <a:lnTo>
                  <a:pt x="2244458" y="371144"/>
                </a:lnTo>
                <a:lnTo>
                  <a:pt x="2241829" y="371144"/>
                </a:lnTo>
                <a:lnTo>
                  <a:pt x="2240711" y="371614"/>
                </a:lnTo>
                <a:lnTo>
                  <a:pt x="2238845" y="373481"/>
                </a:lnTo>
                <a:lnTo>
                  <a:pt x="2238375" y="374599"/>
                </a:lnTo>
                <a:lnTo>
                  <a:pt x="2238375" y="377228"/>
                </a:lnTo>
                <a:lnTo>
                  <a:pt x="2238845" y="378345"/>
                </a:lnTo>
                <a:lnTo>
                  <a:pt x="2240711" y="380212"/>
                </a:lnTo>
                <a:lnTo>
                  <a:pt x="2241829" y="380669"/>
                </a:lnTo>
                <a:lnTo>
                  <a:pt x="2244458" y="380669"/>
                </a:lnTo>
                <a:lnTo>
                  <a:pt x="2245576" y="380212"/>
                </a:lnTo>
                <a:lnTo>
                  <a:pt x="2247442" y="378345"/>
                </a:lnTo>
                <a:lnTo>
                  <a:pt x="2247900" y="377228"/>
                </a:lnTo>
                <a:lnTo>
                  <a:pt x="2247900" y="374599"/>
                </a:lnTo>
                <a:close/>
              </a:path>
              <a:path w="5248275" h="1914525">
                <a:moveTo>
                  <a:pt x="2295525" y="1903679"/>
                </a:moveTo>
                <a:lnTo>
                  <a:pt x="2295067" y="1902561"/>
                </a:lnTo>
                <a:lnTo>
                  <a:pt x="2293201" y="1900694"/>
                </a:lnTo>
                <a:lnTo>
                  <a:pt x="2292083" y="1900237"/>
                </a:lnTo>
                <a:lnTo>
                  <a:pt x="2289454" y="1900237"/>
                </a:lnTo>
                <a:lnTo>
                  <a:pt x="2288336" y="1900694"/>
                </a:lnTo>
                <a:lnTo>
                  <a:pt x="2286470" y="1902561"/>
                </a:lnTo>
                <a:lnTo>
                  <a:pt x="2286000" y="1903679"/>
                </a:lnTo>
                <a:lnTo>
                  <a:pt x="2286000" y="1906308"/>
                </a:lnTo>
                <a:lnTo>
                  <a:pt x="2286470" y="1907425"/>
                </a:lnTo>
                <a:lnTo>
                  <a:pt x="2288336" y="1909292"/>
                </a:lnTo>
                <a:lnTo>
                  <a:pt x="2289454" y="1909762"/>
                </a:lnTo>
                <a:lnTo>
                  <a:pt x="2292083" y="1909762"/>
                </a:lnTo>
                <a:lnTo>
                  <a:pt x="2293201" y="1909292"/>
                </a:lnTo>
                <a:lnTo>
                  <a:pt x="2295067" y="1907425"/>
                </a:lnTo>
                <a:lnTo>
                  <a:pt x="2295525" y="1906308"/>
                </a:lnTo>
                <a:lnTo>
                  <a:pt x="2295525" y="1903679"/>
                </a:lnTo>
                <a:close/>
              </a:path>
              <a:path w="5248275" h="1914525">
                <a:moveTo>
                  <a:pt x="2295525" y="1139139"/>
                </a:moveTo>
                <a:lnTo>
                  <a:pt x="2295067" y="1138021"/>
                </a:lnTo>
                <a:lnTo>
                  <a:pt x="2293201" y="1136154"/>
                </a:lnTo>
                <a:lnTo>
                  <a:pt x="2292083" y="1135684"/>
                </a:lnTo>
                <a:lnTo>
                  <a:pt x="2289454" y="1135684"/>
                </a:lnTo>
                <a:lnTo>
                  <a:pt x="2288336" y="1136154"/>
                </a:lnTo>
                <a:lnTo>
                  <a:pt x="2286470" y="1138021"/>
                </a:lnTo>
                <a:lnTo>
                  <a:pt x="2286000" y="1139139"/>
                </a:lnTo>
                <a:lnTo>
                  <a:pt x="2286000" y="1141768"/>
                </a:lnTo>
                <a:lnTo>
                  <a:pt x="2286470" y="1142885"/>
                </a:lnTo>
                <a:lnTo>
                  <a:pt x="2288336" y="1144752"/>
                </a:lnTo>
                <a:lnTo>
                  <a:pt x="2289454" y="1145209"/>
                </a:lnTo>
                <a:lnTo>
                  <a:pt x="2292083" y="1145209"/>
                </a:lnTo>
                <a:lnTo>
                  <a:pt x="2293201" y="1144752"/>
                </a:lnTo>
                <a:lnTo>
                  <a:pt x="2295067" y="1142885"/>
                </a:lnTo>
                <a:lnTo>
                  <a:pt x="2295525" y="1141768"/>
                </a:lnTo>
                <a:lnTo>
                  <a:pt x="2295525" y="1139139"/>
                </a:lnTo>
                <a:close/>
              </a:path>
              <a:path w="5248275" h="1914525">
                <a:moveTo>
                  <a:pt x="2295525" y="374599"/>
                </a:moveTo>
                <a:lnTo>
                  <a:pt x="2295067" y="373481"/>
                </a:lnTo>
                <a:lnTo>
                  <a:pt x="2293201" y="371614"/>
                </a:lnTo>
                <a:lnTo>
                  <a:pt x="2292083" y="371144"/>
                </a:lnTo>
                <a:lnTo>
                  <a:pt x="2289454" y="371144"/>
                </a:lnTo>
                <a:lnTo>
                  <a:pt x="2288336" y="371614"/>
                </a:lnTo>
                <a:lnTo>
                  <a:pt x="2286470" y="373481"/>
                </a:lnTo>
                <a:lnTo>
                  <a:pt x="2286000" y="374599"/>
                </a:lnTo>
                <a:lnTo>
                  <a:pt x="2286000" y="377228"/>
                </a:lnTo>
                <a:lnTo>
                  <a:pt x="2286470" y="378345"/>
                </a:lnTo>
                <a:lnTo>
                  <a:pt x="2288336" y="380212"/>
                </a:lnTo>
                <a:lnTo>
                  <a:pt x="2289454" y="380669"/>
                </a:lnTo>
                <a:lnTo>
                  <a:pt x="2292083" y="380669"/>
                </a:lnTo>
                <a:lnTo>
                  <a:pt x="2293201" y="380212"/>
                </a:lnTo>
                <a:lnTo>
                  <a:pt x="2295067" y="378345"/>
                </a:lnTo>
                <a:lnTo>
                  <a:pt x="2295525" y="377228"/>
                </a:lnTo>
                <a:lnTo>
                  <a:pt x="2295525" y="374599"/>
                </a:lnTo>
                <a:close/>
              </a:path>
              <a:path w="5248275" h="1914525">
                <a:moveTo>
                  <a:pt x="2343150" y="1903679"/>
                </a:moveTo>
                <a:lnTo>
                  <a:pt x="2342692" y="1902561"/>
                </a:lnTo>
                <a:lnTo>
                  <a:pt x="2340826" y="1900694"/>
                </a:lnTo>
                <a:lnTo>
                  <a:pt x="2339708" y="1900237"/>
                </a:lnTo>
                <a:lnTo>
                  <a:pt x="2337079" y="1900237"/>
                </a:lnTo>
                <a:lnTo>
                  <a:pt x="2335961" y="1900694"/>
                </a:lnTo>
                <a:lnTo>
                  <a:pt x="2334095" y="1902561"/>
                </a:lnTo>
                <a:lnTo>
                  <a:pt x="2333625" y="1903679"/>
                </a:lnTo>
                <a:lnTo>
                  <a:pt x="2333625" y="1906308"/>
                </a:lnTo>
                <a:lnTo>
                  <a:pt x="2334095" y="1907425"/>
                </a:lnTo>
                <a:lnTo>
                  <a:pt x="2335961" y="1909292"/>
                </a:lnTo>
                <a:lnTo>
                  <a:pt x="2337079" y="1909762"/>
                </a:lnTo>
                <a:lnTo>
                  <a:pt x="2339708" y="1909762"/>
                </a:lnTo>
                <a:lnTo>
                  <a:pt x="2340826" y="1909292"/>
                </a:lnTo>
                <a:lnTo>
                  <a:pt x="2342692" y="1907425"/>
                </a:lnTo>
                <a:lnTo>
                  <a:pt x="2343150" y="1906308"/>
                </a:lnTo>
                <a:lnTo>
                  <a:pt x="2343150" y="1903679"/>
                </a:lnTo>
                <a:close/>
              </a:path>
              <a:path w="5248275" h="1914525">
                <a:moveTo>
                  <a:pt x="2343150" y="1139139"/>
                </a:moveTo>
                <a:lnTo>
                  <a:pt x="2342692" y="1138021"/>
                </a:lnTo>
                <a:lnTo>
                  <a:pt x="2340826" y="1136154"/>
                </a:lnTo>
                <a:lnTo>
                  <a:pt x="2339708" y="1135684"/>
                </a:lnTo>
                <a:lnTo>
                  <a:pt x="2337079" y="1135684"/>
                </a:lnTo>
                <a:lnTo>
                  <a:pt x="2335961" y="1136154"/>
                </a:lnTo>
                <a:lnTo>
                  <a:pt x="2334095" y="1138021"/>
                </a:lnTo>
                <a:lnTo>
                  <a:pt x="2333625" y="1139139"/>
                </a:lnTo>
                <a:lnTo>
                  <a:pt x="2333625" y="1141768"/>
                </a:lnTo>
                <a:lnTo>
                  <a:pt x="2334095" y="1142885"/>
                </a:lnTo>
                <a:lnTo>
                  <a:pt x="2335961" y="1144752"/>
                </a:lnTo>
                <a:lnTo>
                  <a:pt x="2337079" y="1145209"/>
                </a:lnTo>
                <a:lnTo>
                  <a:pt x="2339708" y="1145209"/>
                </a:lnTo>
                <a:lnTo>
                  <a:pt x="2340826" y="1144752"/>
                </a:lnTo>
                <a:lnTo>
                  <a:pt x="2342692" y="1142885"/>
                </a:lnTo>
                <a:lnTo>
                  <a:pt x="2343150" y="1141768"/>
                </a:lnTo>
                <a:lnTo>
                  <a:pt x="2343150" y="1139139"/>
                </a:lnTo>
                <a:close/>
              </a:path>
              <a:path w="5248275" h="1914525">
                <a:moveTo>
                  <a:pt x="2343150" y="374599"/>
                </a:moveTo>
                <a:lnTo>
                  <a:pt x="2342692" y="373481"/>
                </a:lnTo>
                <a:lnTo>
                  <a:pt x="2340826" y="371614"/>
                </a:lnTo>
                <a:lnTo>
                  <a:pt x="2339708" y="371144"/>
                </a:lnTo>
                <a:lnTo>
                  <a:pt x="2337079" y="371144"/>
                </a:lnTo>
                <a:lnTo>
                  <a:pt x="2335961" y="371614"/>
                </a:lnTo>
                <a:lnTo>
                  <a:pt x="2334095" y="373481"/>
                </a:lnTo>
                <a:lnTo>
                  <a:pt x="2333625" y="374599"/>
                </a:lnTo>
                <a:lnTo>
                  <a:pt x="2333625" y="377228"/>
                </a:lnTo>
                <a:lnTo>
                  <a:pt x="2334095" y="378345"/>
                </a:lnTo>
                <a:lnTo>
                  <a:pt x="2335961" y="380212"/>
                </a:lnTo>
                <a:lnTo>
                  <a:pt x="2337079" y="380669"/>
                </a:lnTo>
                <a:lnTo>
                  <a:pt x="2339708" y="380669"/>
                </a:lnTo>
                <a:lnTo>
                  <a:pt x="2340826" y="380212"/>
                </a:lnTo>
                <a:lnTo>
                  <a:pt x="2342692" y="378345"/>
                </a:lnTo>
                <a:lnTo>
                  <a:pt x="2343150" y="377228"/>
                </a:lnTo>
                <a:lnTo>
                  <a:pt x="2343150" y="374599"/>
                </a:lnTo>
                <a:close/>
              </a:path>
              <a:path w="5248275" h="1914525">
                <a:moveTo>
                  <a:pt x="2390775" y="1903679"/>
                </a:moveTo>
                <a:lnTo>
                  <a:pt x="2390317" y="1902561"/>
                </a:lnTo>
                <a:lnTo>
                  <a:pt x="2388451" y="1900694"/>
                </a:lnTo>
                <a:lnTo>
                  <a:pt x="2387333" y="1900237"/>
                </a:lnTo>
                <a:lnTo>
                  <a:pt x="2384704" y="1900237"/>
                </a:lnTo>
                <a:lnTo>
                  <a:pt x="2383586" y="1900694"/>
                </a:lnTo>
                <a:lnTo>
                  <a:pt x="2381720" y="1902561"/>
                </a:lnTo>
                <a:lnTo>
                  <a:pt x="2381250" y="1903679"/>
                </a:lnTo>
                <a:lnTo>
                  <a:pt x="2381250" y="1906308"/>
                </a:lnTo>
                <a:lnTo>
                  <a:pt x="2381720" y="1907425"/>
                </a:lnTo>
                <a:lnTo>
                  <a:pt x="2383586" y="1909292"/>
                </a:lnTo>
                <a:lnTo>
                  <a:pt x="2384704" y="1909762"/>
                </a:lnTo>
                <a:lnTo>
                  <a:pt x="2387333" y="1909762"/>
                </a:lnTo>
                <a:lnTo>
                  <a:pt x="2388451" y="1909292"/>
                </a:lnTo>
                <a:lnTo>
                  <a:pt x="2390317" y="1907425"/>
                </a:lnTo>
                <a:lnTo>
                  <a:pt x="2390775" y="1906308"/>
                </a:lnTo>
                <a:lnTo>
                  <a:pt x="2390775" y="1903679"/>
                </a:lnTo>
                <a:close/>
              </a:path>
              <a:path w="5248275" h="1914525">
                <a:moveTo>
                  <a:pt x="2390775" y="1139139"/>
                </a:moveTo>
                <a:lnTo>
                  <a:pt x="2390317" y="1138021"/>
                </a:lnTo>
                <a:lnTo>
                  <a:pt x="2388451" y="1136154"/>
                </a:lnTo>
                <a:lnTo>
                  <a:pt x="2387333" y="1135684"/>
                </a:lnTo>
                <a:lnTo>
                  <a:pt x="2384704" y="1135684"/>
                </a:lnTo>
                <a:lnTo>
                  <a:pt x="2383586" y="1136154"/>
                </a:lnTo>
                <a:lnTo>
                  <a:pt x="2381720" y="1138021"/>
                </a:lnTo>
                <a:lnTo>
                  <a:pt x="2381250" y="1139139"/>
                </a:lnTo>
                <a:lnTo>
                  <a:pt x="2381250" y="1141768"/>
                </a:lnTo>
                <a:lnTo>
                  <a:pt x="2381720" y="1142885"/>
                </a:lnTo>
                <a:lnTo>
                  <a:pt x="2383586" y="1144752"/>
                </a:lnTo>
                <a:lnTo>
                  <a:pt x="2384704" y="1145209"/>
                </a:lnTo>
                <a:lnTo>
                  <a:pt x="2387333" y="1145209"/>
                </a:lnTo>
                <a:lnTo>
                  <a:pt x="2388451" y="1144752"/>
                </a:lnTo>
                <a:lnTo>
                  <a:pt x="2390317" y="1142885"/>
                </a:lnTo>
                <a:lnTo>
                  <a:pt x="2390775" y="1141768"/>
                </a:lnTo>
                <a:lnTo>
                  <a:pt x="2390775" y="1139139"/>
                </a:lnTo>
                <a:close/>
              </a:path>
              <a:path w="5248275" h="1914525">
                <a:moveTo>
                  <a:pt x="2390775" y="374599"/>
                </a:moveTo>
                <a:lnTo>
                  <a:pt x="2390317" y="373481"/>
                </a:lnTo>
                <a:lnTo>
                  <a:pt x="2388451" y="371614"/>
                </a:lnTo>
                <a:lnTo>
                  <a:pt x="2387333" y="371144"/>
                </a:lnTo>
                <a:lnTo>
                  <a:pt x="2384704" y="371144"/>
                </a:lnTo>
                <a:lnTo>
                  <a:pt x="2383586" y="371614"/>
                </a:lnTo>
                <a:lnTo>
                  <a:pt x="2381720" y="373481"/>
                </a:lnTo>
                <a:lnTo>
                  <a:pt x="2381250" y="374599"/>
                </a:lnTo>
                <a:lnTo>
                  <a:pt x="2381250" y="377228"/>
                </a:lnTo>
                <a:lnTo>
                  <a:pt x="2381720" y="378345"/>
                </a:lnTo>
                <a:lnTo>
                  <a:pt x="2383586" y="380212"/>
                </a:lnTo>
                <a:lnTo>
                  <a:pt x="2384704" y="380669"/>
                </a:lnTo>
                <a:lnTo>
                  <a:pt x="2387333" y="380669"/>
                </a:lnTo>
                <a:lnTo>
                  <a:pt x="2388451" y="380212"/>
                </a:lnTo>
                <a:lnTo>
                  <a:pt x="2390317" y="378345"/>
                </a:lnTo>
                <a:lnTo>
                  <a:pt x="2390775" y="377228"/>
                </a:lnTo>
                <a:lnTo>
                  <a:pt x="2390775" y="374599"/>
                </a:lnTo>
                <a:close/>
              </a:path>
              <a:path w="5248275" h="1914525">
                <a:moveTo>
                  <a:pt x="2438400" y="1903679"/>
                </a:moveTo>
                <a:lnTo>
                  <a:pt x="2437942" y="1902561"/>
                </a:lnTo>
                <a:lnTo>
                  <a:pt x="2436076" y="1900694"/>
                </a:lnTo>
                <a:lnTo>
                  <a:pt x="2434958" y="1900237"/>
                </a:lnTo>
                <a:lnTo>
                  <a:pt x="2432329" y="1900237"/>
                </a:lnTo>
                <a:lnTo>
                  <a:pt x="2431211" y="1900694"/>
                </a:lnTo>
                <a:lnTo>
                  <a:pt x="2429345" y="1902561"/>
                </a:lnTo>
                <a:lnTo>
                  <a:pt x="2428875" y="1903679"/>
                </a:lnTo>
                <a:lnTo>
                  <a:pt x="2428875" y="1906308"/>
                </a:lnTo>
                <a:lnTo>
                  <a:pt x="2429345" y="1907425"/>
                </a:lnTo>
                <a:lnTo>
                  <a:pt x="2431211" y="1909292"/>
                </a:lnTo>
                <a:lnTo>
                  <a:pt x="2432329" y="1909762"/>
                </a:lnTo>
                <a:lnTo>
                  <a:pt x="2434958" y="1909762"/>
                </a:lnTo>
                <a:lnTo>
                  <a:pt x="2436076" y="1909292"/>
                </a:lnTo>
                <a:lnTo>
                  <a:pt x="2437942" y="1907425"/>
                </a:lnTo>
                <a:lnTo>
                  <a:pt x="2438400" y="1906308"/>
                </a:lnTo>
                <a:lnTo>
                  <a:pt x="2438400" y="1903679"/>
                </a:lnTo>
                <a:close/>
              </a:path>
              <a:path w="5248275" h="1914525">
                <a:moveTo>
                  <a:pt x="2438400" y="1139139"/>
                </a:moveTo>
                <a:lnTo>
                  <a:pt x="2437942" y="1138021"/>
                </a:lnTo>
                <a:lnTo>
                  <a:pt x="2436076" y="1136154"/>
                </a:lnTo>
                <a:lnTo>
                  <a:pt x="2434958" y="1135684"/>
                </a:lnTo>
                <a:lnTo>
                  <a:pt x="2432329" y="1135684"/>
                </a:lnTo>
                <a:lnTo>
                  <a:pt x="2431211" y="1136154"/>
                </a:lnTo>
                <a:lnTo>
                  <a:pt x="2429345" y="1138021"/>
                </a:lnTo>
                <a:lnTo>
                  <a:pt x="2428875" y="1139139"/>
                </a:lnTo>
                <a:lnTo>
                  <a:pt x="2428875" y="1141768"/>
                </a:lnTo>
                <a:lnTo>
                  <a:pt x="2429345" y="1142885"/>
                </a:lnTo>
                <a:lnTo>
                  <a:pt x="2431211" y="1144752"/>
                </a:lnTo>
                <a:lnTo>
                  <a:pt x="2432329" y="1145209"/>
                </a:lnTo>
                <a:lnTo>
                  <a:pt x="2434958" y="1145209"/>
                </a:lnTo>
                <a:lnTo>
                  <a:pt x="2436076" y="1144752"/>
                </a:lnTo>
                <a:lnTo>
                  <a:pt x="2437942" y="1142885"/>
                </a:lnTo>
                <a:lnTo>
                  <a:pt x="2438400" y="1141768"/>
                </a:lnTo>
                <a:lnTo>
                  <a:pt x="2438400" y="1139139"/>
                </a:lnTo>
                <a:close/>
              </a:path>
              <a:path w="5248275" h="1914525">
                <a:moveTo>
                  <a:pt x="2438400" y="374599"/>
                </a:moveTo>
                <a:lnTo>
                  <a:pt x="2437942" y="373481"/>
                </a:lnTo>
                <a:lnTo>
                  <a:pt x="2436076" y="371614"/>
                </a:lnTo>
                <a:lnTo>
                  <a:pt x="2434958" y="371144"/>
                </a:lnTo>
                <a:lnTo>
                  <a:pt x="2432329" y="371144"/>
                </a:lnTo>
                <a:lnTo>
                  <a:pt x="2431211" y="371614"/>
                </a:lnTo>
                <a:lnTo>
                  <a:pt x="2429345" y="373481"/>
                </a:lnTo>
                <a:lnTo>
                  <a:pt x="2428875" y="374599"/>
                </a:lnTo>
                <a:lnTo>
                  <a:pt x="2428875" y="377228"/>
                </a:lnTo>
                <a:lnTo>
                  <a:pt x="2429345" y="378345"/>
                </a:lnTo>
                <a:lnTo>
                  <a:pt x="2431211" y="380212"/>
                </a:lnTo>
                <a:lnTo>
                  <a:pt x="2432329" y="380669"/>
                </a:lnTo>
                <a:lnTo>
                  <a:pt x="2434958" y="380669"/>
                </a:lnTo>
                <a:lnTo>
                  <a:pt x="2436076" y="380212"/>
                </a:lnTo>
                <a:lnTo>
                  <a:pt x="2437942" y="378345"/>
                </a:lnTo>
                <a:lnTo>
                  <a:pt x="2438400" y="377228"/>
                </a:lnTo>
                <a:lnTo>
                  <a:pt x="2438400" y="374599"/>
                </a:lnTo>
                <a:close/>
              </a:path>
              <a:path w="5248275" h="1914525">
                <a:moveTo>
                  <a:pt x="2486025" y="1903679"/>
                </a:moveTo>
                <a:lnTo>
                  <a:pt x="2485567" y="1902561"/>
                </a:lnTo>
                <a:lnTo>
                  <a:pt x="2483701" y="1900694"/>
                </a:lnTo>
                <a:lnTo>
                  <a:pt x="2482583" y="1900237"/>
                </a:lnTo>
                <a:lnTo>
                  <a:pt x="2479954" y="1900237"/>
                </a:lnTo>
                <a:lnTo>
                  <a:pt x="2478836" y="1900694"/>
                </a:lnTo>
                <a:lnTo>
                  <a:pt x="2476970" y="1902561"/>
                </a:lnTo>
                <a:lnTo>
                  <a:pt x="2476500" y="1903679"/>
                </a:lnTo>
                <a:lnTo>
                  <a:pt x="2476500" y="1906308"/>
                </a:lnTo>
                <a:lnTo>
                  <a:pt x="2476970" y="1907425"/>
                </a:lnTo>
                <a:lnTo>
                  <a:pt x="2478836" y="1909292"/>
                </a:lnTo>
                <a:lnTo>
                  <a:pt x="2479954" y="1909762"/>
                </a:lnTo>
                <a:lnTo>
                  <a:pt x="2482583" y="1909762"/>
                </a:lnTo>
                <a:lnTo>
                  <a:pt x="2483701" y="1909292"/>
                </a:lnTo>
                <a:lnTo>
                  <a:pt x="2485567" y="1907425"/>
                </a:lnTo>
                <a:lnTo>
                  <a:pt x="2486025" y="1906308"/>
                </a:lnTo>
                <a:lnTo>
                  <a:pt x="2486025" y="1903679"/>
                </a:lnTo>
                <a:close/>
              </a:path>
              <a:path w="5248275" h="1914525">
                <a:moveTo>
                  <a:pt x="2486025" y="1139139"/>
                </a:moveTo>
                <a:lnTo>
                  <a:pt x="2485567" y="1138021"/>
                </a:lnTo>
                <a:lnTo>
                  <a:pt x="2483701" y="1136154"/>
                </a:lnTo>
                <a:lnTo>
                  <a:pt x="2482583" y="1135684"/>
                </a:lnTo>
                <a:lnTo>
                  <a:pt x="2479954" y="1135684"/>
                </a:lnTo>
                <a:lnTo>
                  <a:pt x="2478836" y="1136154"/>
                </a:lnTo>
                <a:lnTo>
                  <a:pt x="2476970" y="1138021"/>
                </a:lnTo>
                <a:lnTo>
                  <a:pt x="2476500" y="1139139"/>
                </a:lnTo>
                <a:lnTo>
                  <a:pt x="2476500" y="1141768"/>
                </a:lnTo>
                <a:lnTo>
                  <a:pt x="2476970" y="1142885"/>
                </a:lnTo>
                <a:lnTo>
                  <a:pt x="2478836" y="1144752"/>
                </a:lnTo>
                <a:lnTo>
                  <a:pt x="2479954" y="1145209"/>
                </a:lnTo>
                <a:lnTo>
                  <a:pt x="2482583" y="1145209"/>
                </a:lnTo>
                <a:lnTo>
                  <a:pt x="2483701" y="1144752"/>
                </a:lnTo>
                <a:lnTo>
                  <a:pt x="2485567" y="1142885"/>
                </a:lnTo>
                <a:lnTo>
                  <a:pt x="2486025" y="1141768"/>
                </a:lnTo>
                <a:lnTo>
                  <a:pt x="2486025" y="1139139"/>
                </a:lnTo>
                <a:close/>
              </a:path>
              <a:path w="5248275" h="1914525">
                <a:moveTo>
                  <a:pt x="2486025" y="374599"/>
                </a:moveTo>
                <a:lnTo>
                  <a:pt x="2485567" y="373481"/>
                </a:lnTo>
                <a:lnTo>
                  <a:pt x="2483701" y="371614"/>
                </a:lnTo>
                <a:lnTo>
                  <a:pt x="2482583" y="371144"/>
                </a:lnTo>
                <a:lnTo>
                  <a:pt x="2479954" y="371144"/>
                </a:lnTo>
                <a:lnTo>
                  <a:pt x="2478836" y="371614"/>
                </a:lnTo>
                <a:lnTo>
                  <a:pt x="2476970" y="373481"/>
                </a:lnTo>
                <a:lnTo>
                  <a:pt x="2476500" y="374599"/>
                </a:lnTo>
                <a:lnTo>
                  <a:pt x="2476500" y="377228"/>
                </a:lnTo>
                <a:lnTo>
                  <a:pt x="2476970" y="378345"/>
                </a:lnTo>
                <a:lnTo>
                  <a:pt x="2478836" y="380212"/>
                </a:lnTo>
                <a:lnTo>
                  <a:pt x="2479954" y="380669"/>
                </a:lnTo>
                <a:lnTo>
                  <a:pt x="2482583" y="380669"/>
                </a:lnTo>
                <a:lnTo>
                  <a:pt x="2483701" y="380212"/>
                </a:lnTo>
                <a:lnTo>
                  <a:pt x="2485567" y="378345"/>
                </a:lnTo>
                <a:lnTo>
                  <a:pt x="2486025" y="377228"/>
                </a:lnTo>
                <a:lnTo>
                  <a:pt x="2486025" y="374599"/>
                </a:lnTo>
                <a:close/>
              </a:path>
              <a:path w="5248275" h="1914525">
                <a:moveTo>
                  <a:pt x="2533650" y="1903679"/>
                </a:moveTo>
                <a:lnTo>
                  <a:pt x="2533192" y="1902561"/>
                </a:lnTo>
                <a:lnTo>
                  <a:pt x="2531326" y="1900694"/>
                </a:lnTo>
                <a:lnTo>
                  <a:pt x="2530208" y="1900237"/>
                </a:lnTo>
                <a:lnTo>
                  <a:pt x="2527579" y="1900237"/>
                </a:lnTo>
                <a:lnTo>
                  <a:pt x="2526461" y="1900694"/>
                </a:lnTo>
                <a:lnTo>
                  <a:pt x="2524595" y="1902561"/>
                </a:lnTo>
                <a:lnTo>
                  <a:pt x="2524125" y="1903679"/>
                </a:lnTo>
                <a:lnTo>
                  <a:pt x="2524125" y="1906308"/>
                </a:lnTo>
                <a:lnTo>
                  <a:pt x="2524595" y="1907425"/>
                </a:lnTo>
                <a:lnTo>
                  <a:pt x="2526461" y="1909292"/>
                </a:lnTo>
                <a:lnTo>
                  <a:pt x="2527579" y="1909762"/>
                </a:lnTo>
                <a:lnTo>
                  <a:pt x="2530208" y="1909762"/>
                </a:lnTo>
                <a:lnTo>
                  <a:pt x="2531326" y="1909292"/>
                </a:lnTo>
                <a:lnTo>
                  <a:pt x="2533192" y="1907425"/>
                </a:lnTo>
                <a:lnTo>
                  <a:pt x="2533650" y="1906308"/>
                </a:lnTo>
                <a:lnTo>
                  <a:pt x="2533650" y="1903679"/>
                </a:lnTo>
                <a:close/>
              </a:path>
              <a:path w="5248275" h="1914525">
                <a:moveTo>
                  <a:pt x="2533650" y="1139139"/>
                </a:moveTo>
                <a:lnTo>
                  <a:pt x="2533192" y="1138021"/>
                </a:lnTo>
                <a:lnTo>
                  <a:pt x="2531326" y="1136154"/>
                </a:lnTo>
                <a:lnTo>
                  <a:pt x="2530208" y="1135684"/>
                </a:lnTo>
                <a:lnTo>
                  <a:pt x="2527579" y="1135684"/>
                </a:lnTo>
                <a:lnTo>
                  <a:pt x="2526461" y="1136154"/>
                </a:lnTo>
                <a:lnTo>
                  <a:pt x="2524595" y="1138021"/>
                </a:lnTo>
                <a:lnTo>
                  <a:pt x="2524125" y="1139139"/>
                </a:lnTo>
                <a:lnTo>
                  <a:pt x="2524125" y="1141768"/>
                </a:lnTo>
                <a:lnTo>
                  <a:pt x="2524595" y="1142885"/>
                </a:lnTo>
                <a:lnTo>
                  <a:pt x="2526461" y="1144752"/>
                </a:lnTo>
                <a:lnTo>
                  <a:pt x="2527579" y="1145209"/>
                </a:lnTo>
                <a:lnTo>
                  <a:pt x="2530208" y="1145209"/>
                </a:lnTo>
                <a:lnTo>
                  <a:pt x="2531326" y="1144752"/>
                </a:lnTo>
                <a:lnTo>
                  <a:pt x="2533192" y="1142885"/>
                </a:lnTo>
                <a:lnTo>
                  <a:pt x="2533650" y="1141768"/>
                </a:lnTo>
                <a:lnTo>
                  <a:pt x="2533650" y="1139139"/>
                </a:lnTo>
                <a:close/>
              </a:path>
              <a:path w="5248275" h="1914525">
                <a:moveTo>
                  <a:pt x="2533650" y="374599"/>
                </a:moveTo>
                <a:lnTo>
                  <a:pt x="2533192" y="373481"/>
                </a:lnTo>
                <a:lnTo>
                  <a:pt x="2531326" y="371614"/>
                </a:lnTo>
                <a:lnTo>
                  <a:pt x="2530208" y="371144"/>
                </a:lnTo>
                <a:lnTo>
                  <a:pt x="2527579" y="371144"/>
                </a:lnTo>
                <a:lnTo>
                  <a:pt x="2526461" y="371614"/>
                </a:lnTo>
                <a:lnTo>
                  <a:pt x="2524595" y="373481"/>
                </a:lnTo>
                <a:lnTo>
                  <a:pt x="2524125" y="374599"/>
                </a:lnTo>
                <a:lnTo>
                  <a:pt x="2524125" y="377228"/>
                </a:lnTo>
                <a:lnTo>
                  <a:pt x="2524595" y="378345"/>
                </a:lnTo>
                <a:lnTo>
                  <a:pt x="2526461" y="380212"/>
                </a:lnTo>
                <a:lnTo>
                  <a:pt x="2527579" y="380669"/>
                </a:lnTo>
                <a:lnTo>
                  <a:pt x="2530208" y="380669"/>
                </a:lnTo>
                <a:lnTo>
                  <a:pt x="2531326" y="380212"/>
                </a:lnTo>
                <a:lnTo>
                  <a:pt x="2533192" y="378345"/>
                </a:lnTo>
                <a:lnTo>
                  <a:pt x="2533650" y="377228"/>
                </a:lnTo>
                <a:lnTo>
                  <a:pt x="2533650" y="374599"/>
                </a:lnTo>
                <a:close/>
              </a:path>
              <a:path w="5248275" h="1914525">
                <a:moveTo>
                  <a:pt x="2581275" y="1903679"/>
                </a:moveTo>
                <a:lnTo>
                  <a:pt x="2580817" y="1902561"/>
                </a:lnTo>
                <a:lnTo>
                  <a:pt x="2578951" y="1900694"/>
                </a:lnTo>
                <a:lnTo>
                  <a:pt x="2577833" y="1900237"/>
                </a:lnTo>
                <a:lnTo>
                  <a:pt x="2575204" y="1900237"/>
                </a:lnTo>
                <a:lnTo>
                  <a:pt x="2574086" y="1900694"/>
                </a:lnTo>
                <a:lnTo>
                  <a:pt x="2572220" y="1902561"/>
                </a:lnTo>
                <a:lnTo>
                  <a:pt x="2571750" y="1903679"/>
                </a:lnTo>
                <a:lnTo>
                  <a:pt x="2571750" y="1906308"/>
                </a:lnTo>
                <a:lnTo>
                  <a:pt x="2572220" y="1907425"/>
                </a:lnTo>
                <a:lnTo>
                  <a:pt x="2574086" y="1909292"/>
                </a:lnTo>
                <a:lnTo>
                  <a:pt x="2575204" y="1909762"/>
                </a:lnTo>
                <a:lnTo>
                  <a:pt x="2577833" y="1909762"/>
                </a:lnTo>
                <a:lnTo>
                  <a:pt x="2578951" y="1909292"/>
                </a:lnTo>
                <a:lnTo>
                  <a:pt x="2580817" y="1907425"/>
                </a:lnTo>
                <a:lnTo>
                  <a:pt x="2581275" y="1906308"/>
                </a:lnTo>
                <a:lnTo>
                  <a:pt x="2581275" y="1903679"/>
                </a:lnTo>
                <a:close/>
              </a:path>
              <a:path w="5248275" h="1914525">
                <a:moveTo>
                  <a:pt x="2581275" y="1139139"/>
                </a:moveTo>
                <a:lnTo>
                  <a:pt x="2580817" y="1138021"/>
                </a:lnTo>
                <a:lnTo>
                  <a:pt x="2578951" y="1136154"/>
                </a:lnTo>
                <a:lnTo>
                  <a:pt x="2577833" y="1135684"/>
                </a:lnTo>
                <a:lnTo>
                  <a:pt x="2575204" y="1135684"/>
                </a:lnTo>
                <a:lnTo>
                  <a:pt x="2574086" y="1136154"/>
                </a:lnTo>
                <a:lnTo>
                  <a:pt x="2572220" y="1138021"/>
                </a:lnTo>
                <a:lnTo>
                  <a:pt x="2571750" y="1139139"/>
                </a:lnTo>
                <a:lnTo>
                  <a:pt x="2571750" y="1141768"/>
                </a:lnTo>
                <a:lnTo>
                  <a:pt x="2572220" y="1142885"/>
                </a:lnTo>
                <a:lnTo>
                  <a:pt x="2574086" y="1144752"/>
                </a:lnTo>
                <a:lnTo>
                  <a:pt x="2575204" y="1145209"/>
                </a:lnTo>
                <a:lnTo>
                  <a:pt x="2577833" y="1145209"/>
                </a:lnTo>
                <a:lnTo>
                  <a:pt x="2578951" y="1144752"/>
                </a:lnTo>
                <a:lnTo>
                  <a:pt x="2580817" y="1142885"/>
                </a:lnTo>
                <a:lnTo>
                  <a:pt x="2581275" y="1141768"/>
                </a:lnTo>
                <a:lnTo>
                  <a:pt x="2581275" y="1139139"/>
                </a:lnTo>
                <a:close/>
              </a:path>
              <a:path w="5248275" h="1914525">
                <a:moveTo>
                  <a:pt x="2581275" y="374599"/>
                </a:moveTo>
                <a:lnTo>
                  <a:pt x="2580817" y="373481"/>
                </a:lnTo>
                <a:lnTo>
                  <a:pt x="2578951" y="371614"/>
                </a:lnTo>
                <a:lnTo>
                  <a:pt x="2577833" y="371144"/>
                </a:lnTo>
                <a:lnTo>
                  <a:pt x="2575204" y="371144"/>
                </a:lnTo>
                <a:lnTo>
                  <a:pt x="2574086" y="371614"/>
                </a:lnTo>
                <a:lnTo>
                  <a:pt x="2572220" y="373481"/>
                </a:lnTo>
                <a:lnTo>
                  <a:pt x="2571750" y="374599"/>
                </a:lnTo>
                <a:lnTo>
                  <a:pt x="2571750" y="377228"/>
                </a:lnTo>
                <a:lnTo>
                  <a:pt x="2572220" y="378345"/>
                </a:lnTo>
                <a:lnTo>
                  <a:pt x="2574086" y="380212"/>
                </a:lnTo>
                <a:lnTo>
                  <a:pt x="2575204" y="380669"/>
                </a:lnTo>
                <a:lnTo>
                  <a:pt x="2577833" y="380669"/>
                </a:lnTo>
                <a:lnTo>
                  <a:pt x="2578951" y="380212"/>
                </a:lnTo>
                <a:lnTo>
                  <a:pt x="2580817" y="378345"/>
                </a:lnTo>
                <a:lnTo>
                  <a:pt x="2581275" y="377228"/>
                </a:lnTo>
                <a:lnTo>
                  <a:pt x="2581275" y="374599"/>
                </a:lnTo>
                <a:close/>
              </a:path>
              <a:path w="5248275" h="1914525">
                <a:moveTo>
                  <a:pt x="2628900" y="1903679"/>
                </a:moveTo>
                <a:lnTo>
                  <a:pt x="2628442" y="1902561"/>
                </a:lnTo>
                <a:lnTo>
                  <a:pt x="2626576" y="1900694"/>
                </a:lnTo>
                <a:lnTo>
                  <a:pt x="2625458" y="1900237"/>
                </a:lnTo>
                <a:lnTo>
                  <a:pt x="2622829" y="1900237"/>
                </a:lnTo>
                <a:lnTo>
                  <a:pt x="2621711" y="1900694"/>
                </a:lnTo>
                <a:lnTo>
                  <a:pt x="2619845" y="1902561"/>
                </a:lnTo>
                <a:lnTo>
                  <a:pt x="2619375" y="1903679"/>
                </a:lnTo>
                <a:lnTo>
                  <a:pt x="2619375" y="1906308"/>
                </a:lnTo>
                <a:lnTo>
                  <a:pt x="2619845" y="1907425"/>
                </a:lnTo>
                <a:lnTo>
                  <a:pt x="2621711" y="1909292"/>
                </a:lnTo>
                <a:lnTo>
                  <a:pt x="2622829" y="1909762"/>
                </a:lnTo>
                <a:lnTo>
                  <a:pt x="2625458" y="1909762"/>
                </a:lnTo>
                <a:lnTo>
                  <a:pt x="2626576" y="1909292"/>
                </a:lnTo>
                <a:lnTo>
                  <a:pt x="2628442" y="1907425"/>
                </a:lnTo>
                <a:lnTo>
                  <a:pt x="2628900" y="1906308"/>
                </a:lnTo>
                <a:lnTo>
                  <a:pt x="2628900" y="1903679"/>
                </a:lnTo>
                <a:close/>
              </a:path>
              <a:path w="5248275" h="1914525">
                <a:moveTo>
                  <a:pt x="2628900" y="1139139"/>
                </a:moveTo>
                <a:lnTo>
                  <a:pt x="2628442" y="1138021"/>
                </a:lnTo>
                <a:lnTo>
                  <a:pt x="2626576" y="1136154"/>
                </a:lnTo>
                <a:lnTo>
                  <a:pt x="2625458" y="1135684"/>
                </a:lnTo>
                <a:lnTo>
                  <a:pt x="2622829" y="1135684"/>
                </a:lnTo>
                <a:lnTo>
                  <a:pt x="2621711" y="1136154"/>
                </a:lnTo>
                <a:lnTo>
                  <a:pt x="2619845" y="1138021"/>
                </a:lnTo>
                <a:lnTo>
                  <a:pt x="2619375" y="1139139"/>
                </a:lnTo>
                <a:lnTo>
                  <a:pt x="2619375" y="1141768"/>
                </a:lnTo>
                <a:lnTo>
                  <a:pt x="2619845" y="1142885"/>
                </a:lnTo>
                <a:lnTo>
                  <a:pt x="2621711" y="1144752"/>
                </a:lnTo>
                <a:lnTo>
                  <a:pt x="2622829" y="1145209"/>
                </a:lnTo>
                <a:lnTo>
                  <a:pt x="2625458" y="1145209"/>
                </a:lnTo>
                <a:lnTo>
                  <a:pt x="2626576" y="1144752"/>
                </a:lnTo>
                <a:lnTo>
                  <a:pt x="2628442" y="1142885"/>
                </a:lnTo>
                <a:lnTo>
                  <a:pt x="2628900" y="1141768"/>
                </a:lnTo>
                <a:lnTo>
                  <a:pt x="2628900" y="1139139"/>
                </a:lnTo>
                <a:close/>
              </a:path>
              <a:path w="5248275" h="1914525">
                <a:moveTo>
                  <a:pt x="2628900" y="374599"/>
                </a:moveTo>
                <a:lnTo>
                  <a:pt x="2628442" y="373481"/>
                </a:lnTo>
                <a:lnTo>
                  <a:pt x="2626576" y="371614"/>
                </a:lnTo>
                <a:lnTo>
                  <a:pt x="2625458" y="371144"/>
                </a:lnTo>
                <a:lnTo>
                  <a:pt x="2622829" y="371144"/>
                </a:lnTo>
                <a:lnTo>
                  <a:pt x="2621711" y="371614"/>
                </a:lnTo>
                <a:lnTo>
                  <a:pt x="2619845" y="373481"/>
                </a:lnTo>
                <a:lnTo>
                  <a:pt x="2619375" y="374599"/>
                </a:lnTo>
                <a:lnTo>
                  <a:pt x="2619375" y="377228"/>
                </a:lnTo>
                <a:lnTo>
                  <a:pt x="2619845" y="378345"/>
                </a:lnTo>
                <a:lnTo>
                  <a:pt x="2621711" y="380212"/>
                </a:lnTo>
                <a:lnTo>
                  <a:pt x="2622829" y="380669"/>
                </a:lnTo>
                <a:lnTo>
                  <a:pt x="2625458" y="380669"/>
                </a:lnTo>
                <a:lnTo>
                  <a:pt x="2626576" y="380212"/>
                </a:lnTo>
                <a:lnTo>
                  <a:pt x="2628442" y="378345"/>
                </a:lnTo>
                <a:lnTo>
                  <a:pt x="2628900" y="377228"/>
                </a:lnTo>
                <a:lnTo>
                  <a:pt x="2628900" y="374599"/>
                </a:lnTo>
                <a:close/>
              </a:path>
              <a:path w="5248275" h="1914525">
                <a:moveTo>
                  <a:pt x="2676525" y="1903679"/>
                </a:moveTo>
                <a:lnTo>
                  <a:pt x="2676067" y="1902561"/>
                </a:lnTo>
                <a:lnTo>
                  <a:pt x="2674201" y="1900694"/>
                </a:lnTo>
                <a:lnTo>
                  <a:pt x="2673083" y="1900237"/>
                </a:lnTo>
                <a:lnTo>
                  <a:pt x="2670454" y="1900237"/>
                </a:lnTo>
                <a:lnTo>
                  <a:pt x="2669336" y="1900694"/>
                </a:lnTo>
                <a:lnTo>
                  <a:pt x="2667470" y="1902561"/>
                </a:lnTo>
                <a:lnTo>
                  <a:pt x="2667000" y="1903679"/>
                </a:lnTo>
                <a:lnTo>
                  <a:pt x="2667000" y="1906308"/>
                </a:lnTo>
                <a:lnTo>
                  <a:pt x="2667470" y="1907425"/>
                </a:lnTo>
                <a:lnTo>
                  <a:pt x="2669336" y="1909292"/>
                </a:lnTo>
                <a:lnTo>
                  <a:pt x="2670454" y="1909762"/>
                </a:lnTo>
                <a:lnTo>
                  <a:pt x="2673083" y="1909762"/>
                </a:lnTo>
                <a:lnTo>
                  <a:pt x="2674201" y="1909292"/>
                </a:lnTo>
                <a:lnTo>
                  <a:pt x="2676067" y="1907425"/>
                </a:lnTo>
                <a:lnTo>
                  <a:pt x="2676525" y="1906308"/>
                </a:lnTo>
                <a:lnTo>
                  <a:pt x="2676525" y="1903679"/>
                </a:lnTo>
                <a:close/>
              </a:path>
              <a:path w="5248275" h="1914525">
                <a:moveTo>
                  <a:pt x="2676525" y="1139139"/>
                </a:moveTo>
                <a:lnTo>
                  <a:pt x="2676067" y="1138021"/>
                </a:lnTo>
                <a:lnTo>
                  <a:pt x="2674201" y="1136154"/>
                </a:lnTo>
                <a:lnTo>
                  <a:pt x="2673083" y="1135684"/>
                </a:lnTo>
                <a:lnTo>
                  <a:pt x="2670454" y="1135684"/>
                </a:lnTo>
                <a:lnTo>
                  <a:pt x="2669336" y="1136154"/>
                </a:lnTo>
                <a:lnTo>
                  <a:pt x="2667470" y="1138021"/>
                </a:lnTo>
                <a:lnTo>
                  <a:pt x="2667000" y="1139139"/>
                </a:lnTo>
                <a:lnTo>
                  <a:pt x="2667000" y="1141768"/>
                </a:lnTo>
                <a:lnTo>
                  <a:pt x="2667470" y="1142885"/>
                </a:lnTo>
                <a:lnTo>
                  <a:pt x="2669336" y="1144752"/>
                </a:lnTo>
                <a:lnTo>
                  <a:pt x="2670454" y="1145209"/>
                </a:lnTo>
                <a:lnTo>
                  <a:pt x="2673083" y="1145209"/>
                </a:lnTo>
                <a:lnTo>
                  <a:pt x="2674201" y="1144752"/>
                </a:lnTo>
                <a:lnTo>
                  <a:pt x="2676067" y="1142885"/>
                </a:lnTo>
                <a:lnTo>
                  <a:pt x="2676525" y="1141768"/>
                </a:lnTo>
                <a:lnTo>
                  <a:pt x="2676525" y="1139139"/>
                </a:lnTo>
                <a:close/>
              </a:path>
              <a:path w="5248275" h="1914525">
                <a:moveTo>
                  <a:pt x="2676525" y="374599"/>
                </a:moveTo>
                <a:lnTo>
                  <a:pt x="2676067" y="373481"/>
                </a:lnTo>
                <a:lnTo>
                  <a:pt x="2674201" y="371614"/>
                </a:lnTo>
                <a:lnTo>
                  <a:pt x="2673083" y="371144"/>
                </a:lnTo>
                <a:lnTo>
                  <a:pt x="2670454" y="371144"/>
                </a:lnTo>
                <a:lnTo>
                  <a:pt x="2669336" y="371614"/>
                </a:lnTo>
                <a:lnTo>
                  <a:pt x="2667470" y="373481"/>
                </a:lnTo>
                <a:lnTo>
                  <a:pt x="2667000" y="374599"/>
                </a:lnTo>
                <a:lnTo>
                  <a:pt x="2667000" y="377228"/>
                </a:lnTo>
                <a:lnTo>
                  <a:pt x="2667470" y="378345"/>
                </a:lnTo>
                <a:lnTo>
                  <a:pt x="2669336" y="380212"/>
                </a:lnTo>
                <a:lnTo>
                  <a:pt x="2670454" y="380669"/>
                </a:lnTo>
                <a:lnTo>
                  <a:pt x="2673083" y="380669"/>
                </a:lnTo>
                <a:lnTo>
                  <a:pt x="2674201" y="380212"/>
                </a:lnTo>
                <a:lnTo>
                  <a:pt x="2676067" y="378345"/>
                </a:lnTo>
                <a:lnTo>
                  <a:pt x="2676525" y="377228"/>
                </a:lnTo>
                <a:lnTo>
                  <a:pt x="2676525" y="374599"/>
                </a:lnTo>
                <a:close/>
              </a:path>
              <a:path w="5248275" h="1914525">
                <a:moveTo>
                  <a:pt x="2724150" y="1903679"/>
                </a:moveTo>
                <a:lnTo>
                  <a:pt x="2723692" y="1902561"/>
                </a:lnTo>
                <a:lnTo>
                  <a:pt x="2721826" y="1900694"/>
                </a:lnTo>
                <a:lnTo>
                  <a:pt x="2720708" y="1900237"/>
                </a:lnTo>
                <a:lnTo>
                  <a:pt x="2718079" y="1900237"/>
                </a:lnTo>
                <a:lnTo>
                  <a:pt x="2716961" y="1900694"/>
                </a:lnTo>
                <a:lnTo>
                  <a:pt x="2715095" y="1902561"/>
                </a:lnTo>
                <a:lnTo>
                  <a:pt x="2714625" y="1903679"/>
                </a:lnTo>
                <a:lnTo>
                  <a:pt x="2714625" y="1906308"/>
                </a:lnTo>
                <a:lnTo>
                  <a:pt x="2715095" y="1907425"/>
                </a:lnTo>
                <a:lnTo>
                  <a:pt x="2716961" y="1909292"/>
                </a:lnTo>
                <a:lnTo>
                  <a:pt x="2718079" y="1909762"/>
                </a:lnTo>
                <a:lnTo>
                  <a:pt x="2720708" y="1909762"/>
                </a:lnTo>
                <a:lnTo>
                  <a:pt x="2721826" y="1909292"/>
                </a:lnTo>
                <a:lnTo>
                  <a:pt x="2723692" y="1907425"/>
                </a:lnTo>
                <a:lnTo>
                  <a:pt x="2724150" y="1906308"/>
                </a:lnTo>
                <a:lnTo>
                  <a:pt x="2724150" y="1903679"/>
                </a:lnTo>
                <a:close/>
              </a:path>
              <a:path w="5248275" h="1914525">
                <a:moveTo>
                  <a:pt x="2724150" y="1139139"/>
                </a:moveTo>
                <a:lnTo>
                  <a:pt x="2723692" y="1138021"/>
                </a:lnTo>
                <a:lnTo>
                  <a:pt x="2721826" y="1136154"/>
                </a:lnTo>
                <a:lnTo>
                  <a:pt x="2720708" y="1135684"/>
                </a:lnTo>
                <a:lnTo>
                  <a:pt x="2718079" y="1135684"/>
                </a:lnTo>
                <a:lnTo>
                  <a:pt x="2716961" y="1136154"/>
                </a:lnTo>
                <a:lnTo>
                  <a:pt x="2715095" y="1138021"/>
                </a:lnTo>
                <a:lnTo>
                  <a:pt x="2714625" y="1139139"/>
                </a:lnTo>
                <a:lnTo>
                  <a:pt x="2714625" y="1141768"/>
                </a:lnTo>
                <a:lnTo>
                  <a:pt x="2715095" y="1142885"/>
                </a:lnTo>
                <a:lnTo>
                  <a:pt x="2716961" y="1144752"/>
                </a:lnTo>
                <a:lnTo>
                  <a:pt x="2718079" y="1145209"/>
                </a:lnTo>
                <a:lnTo>
                  <a:pt x="2720708" y="1145209"/>
                </a:lnTo>
                <a:lnTo>
                  <a:pt x="2721826" y="1144752"/>
                </a:lnTo>
                <a:lnTo>
                  <a:pt x="2723692" y="1142885"/>
                </a:lnTo>
                <a:lnTo>
                  <a:pt x="2724150" y="1141768"/>
                </a:lnTo>
                <a:lnTo>
                  <a:pt x="2724150" y="1139139"/>
                </a:lnTo>
                <a:close/>
              </a:path>
              <a:path w="5248275" h="1914525">
                <a:moveTo>
                  <a:pt x="2724150" y="374599"/>
                </a:moveTo>
                <a:lnTo>
                  <a:pt x="2723692" y="373481"/>
                </a:lnTo>
                <a:lnTo>
                  <a:pt x="2721826" y="371614"/>
                </a:lnTo>
                <a:lnTo>
                  <a:pt x="2720708" y="371144"/>
                </a:lnTo>
                <a:lnTo>
                  <a:pt x="2718079" y="371144"/>
                </a:lnTo>
                <a:lnTo>
                  <a:pt x="2716961" y="371614"/>
                </a:lnTo>
                <a:lnTo>
                  <a:pt x="2715095" y="373481"/>
                </a:lnTo>
                <a:lnTo>
                  <a:pt x="2714625" y="374599"/>
                </a:lnTo>
                <a:lnTo>
                  <a:pt x="2714625" y="377228"/>
                </a:lnTo>
                <a:lnTo>
                  <a:pt x="2715095" y="378345"/>
                </a:lnTo>
                <a:lnTo>
                  <a:pt x="2716961" y="380212"/>
                </a:lnTo>
                <a:lnTo>
                  <a:pt x="2718079" y="380669"/>
                </a:lnTo>
                <a:lnTo>
                  <a:pt x="2720708" y="380669"/>
                </a:lnTo>
                <a:lnTo>
                  <a:pt x="2721826" y="380212"/>
                </a:lnTo>
                <a:lnTo>
                  <a:pt x="2723692" y="378345"/>
                </a:lnTo>
                <a:lnTo>
                  <a:pt x="2724150" y="377228"/>
                </a:lnTo>
                <a:lnTo>
                  <a:pt x="2724150" y="374599"/>
                </a:lnTo>
                <a:close/>
              </a:path>
              <a:path w="5248275" h="1914525">
                <a:moveTo>
                  <a:pt x="2771775" y="1903679"/>
                </a:moveTo>
                <a:lnTo>
                  <a:pt x="2771317" y="1902561"/>
                </a:lnTo>
                <a:lnTo>
                  <a:pt x="2769451" y="1900694"/>
                </a:lnTo>
                <a:lnTo>
                  <a:pt x="2768333" y="1900237"/>
                </a:lnTo>
                <a:lnTo>
                  <a:pt x="2765704" y="1900237"/>
                </a:lnTo>
                <a:lnTo>
                  <a:pt x="2764586" y="1900694"/>
                </a:lnTo>
                <a:lnTo>
                  <a:pt x="2762720" y="1902561"/>
                </a:lnTo>
                <a:lnTo>
                  <a:pt x="2762250" y="1903679"/>
                </a:lnTo>
                <a:lnTo>
                  <a:pt x="2762250" y="1906308"/>
                </a:lnTo>
                <a:lnTo>
                  <a:pt x="2762720" y="1907425"/>
                </a:lnTo>
                <a:lnTo>
                  <a:pt x="2764586" y="1909292"/>
                </a:lnTo>
                <a:lnTo>
                  <a:pt x="2765704" y="1909762"/>
                </a:lnTo>
                <a:lnTo>
                  <a:pt x="2768333" y="1909762"/>
                </a:lnTo>
                <a:lnTo>
                  <a:pt x="2769451" y="1909292"/>
                </a:lnTo>
                <a:lnTo>
                  <a:pt x="2771317" y="1907425"/>
                </a:lnTo>
                <a:lnTo>
                  <a:pt x="2771775" y="1906308"/>
                </a:lnTo>
                <a:lnTo>
                  <a:pt x="2771775" y="1903679"/>
                </a:lnTo>
                <a:close/>
              </a:path>
              <a:path w="5248275" h="1914525">
                <a:moveTo>
                  <a:pt x="2771775" y="1139139"/>
                </a:moveTo>
                <a:lnTo>
                  <a:pt x="2771317" y="1138021"/>
                </a:lnTo>
                <a:lnTo>
                  <a:pt x="2769451" y="1136154"/>
                </a:lnTo>
                <a:lnTo>
                  <a:pt x="2768333" y="1135684"/>
                </a:lnTo>
                <a:lnTo>
                  <a:pt x="2765704" y="1135684"/>
                </a:lnTo>
                <a:lnTo>
                  <a:pt x="2764586" y="1136154"/>
                </a:lnTo>
                <a:lnTo>
                  <a:pt x="2762720" y="1138021"/>
                </a:lnTo>
                <a:lnTo>
                  <a:pt x="2762250" y="1139139"/>
                </a:lnTo>
                <a:lnTo>
                  <a:pt x="2762250" y="1141768"/>
                </a:lnTo>
                <a:lnTo>
                  <a:pt x="2762720" y="1142885"/>
                </a:lnTo>
                <a:lnTo>
                  <a:pt x="2764586" y="1144752"/>
                </a:lnTo>
                <a:lnTo>
                  <a:pt x="2765704" y="1145209"/>
                </a:lnTo>
                <a:lnTo>
                  <a:pt x="2768333" y="1145209"/>
                </a:lnTo>
                <a:lnTo>
                  <a:pt x="2769451" y="1144752"/>
                </a:lnTo>
                <a:lnTo>
                  <a:pt x="2771317" y="1142885"/>
                </a:lnTo>
                <a:lnTo>
                  <a:pt x="2771775" y="1141768"/>
                </a:lnTo>
                <a:lnTo>
                  <a:pt x="2771775" y="1139139"/>
                </a:lnTo>
                <a:close/>
              </a:path>
              <a:path w="5248275" h="1914525">
                <a:moveTo>
                  <a:pt x="2771775" y="374599"/>
                </a:moveTo>
                <a:lnTo>
                  <a:pt x="2771317" y="373481"/>
                </a:lnTo>
                <a:lnTo>
                  <a:pt x="2769451" y="371614"/>
                </a:lnTo>
                <a:lnTo>
                  <a:pt x="2768333" y="371144"/>
                </a:lnTo>
                <a:lnTo>
                  <a:pt x="2765704" y="371144"/>
                </a:lnTo>
                <a:lnTo>
                  <a:pt x="2764586" y="371614"/>
                </a:lnTo>
                <a:lnTo>
                  <a:pt x="2762720" y="373481"/>
                </a:lnTo>
                <a:lnTo>
                  <a:pt x="2762250" y="374599"/>
                </a:lnTo>
                <a:lnTo>
                  <a:pt x="2762250" y="377228"/>
                </a:lnTo>
                <a:lnTo>
                  <a:pt x="2762720" y="378345"/>
                </a:lnTo>
                <a:lnTo>
                  <a:pt x="2764586" y="380212"/>
                </a:lnTo>
                <a:lnTo>
                  <a:pt x="2765704" y="380669"/>
                </a:lnTo>
                <a:lnTo>
                  <a:pt x="2768333" y="380669"/>
                </a:lnTo>
                <a:lnTo>
                  <a:pt x="2769451" y="380212"/>
                </a:lnTo>
                <a:lnTo>
                  <a:pt x="2771317" y="378345"/>
                </a:lnTo>
                <a:lnTo>
                  <a:pt x="2771775" y="377228"/>
                </a:lnTo>
                <a:lnTo>
                  <a:pt x="2771775" y="374599"/>
                </a:lnTo>
                <a:close/>
              </a:path>
              <a:path w="5248275" h="1914525">
                <a:moveTo>
                  <a:pt x="2819400" y="1903679"/>
                </a:moveTo>
                <a:lnTo>
                  <a:pt x="2818942" y="1902561"/>
                </a:lnTo>
                <a:lnTo>
                  <a:pt x="2817076" y="1900694"/>
                </a:lnTo>
                <a:lnTo>
                  <a:pt x="2815958" y="1900237"/>
                </a:lnTo>
                <a:lnTo>
                  <a:pt x="2813329" y="1900237"/>
                </a:lnTo>
                <a:lnTo>
                  <a:pt x="2812211" y="1900694"/>
                </a:lnTo>
                <a:lnTo>
                  <a:pt x="2810345" y="1902561"/>
                </a:lnTo>
                <a:lnTo>
                  <a:pt x="2809875" y="1903679"/>
                </a:lnTo>
                <a:lnTo>
                  <a:pt x="2809875" y="1906308"/>
                </a:lnTo>
                <a:lnTo>
                  <a:pt x="2810345" y="1907425"/>
                </a:lnTo>
                <a:lnTo>
                  <a:pt x="2812211" y="1909292"/>
                </a:lnTo>
                <a:lnTo>
                  <a:pt x="2813329" y="1909762"/>
                </a:lnTo>
                <a:lnTo>
                  <a:pt x="2815958" y="1909762"/>
                </a:lnTo>
                <a:lnTo>
                  <a:pt x="2817076" y="1909292"/>
                </a:lnTo>
                <a:lnTo>
                  <a:pt x="2818942" y="1907425"/>
                </a:lnTo>
                <a:lnTo>
                  <a:pt x="2819400" y="1906308"/>
                </a:lnTo>
                <a:lnTo>
                  <a:pt x="2819400" y="1903679"/>
                </a:lnTo>
                <a:close/>
              </a:path>
              <a:path w="5248275" h="1914525">
                <a:moveTo>
                  <a:pt x="2819400" y="1139139"/>
                </a:moveTo>
                <a:lnTo>
                  <a:pt x="2818942" y="1138021"/>
                </a:lnTo>
                <a:lnTo>
                  <a:pt x="2817076" y="1136154"/>
                </a:lnTo>
                <a:lnTo>
                  <a:pt x="2815958" y="1135684"/>
                </a:lnTo>
                <a:lnTo>
                  <a:pt x="2813329" y="1135684"/>
                </a:lnTo>
                <a:lnTo>
                  <a:pt x="2812211" y="1136154"/>
                </a:lnTo>
                <a:lnTo>
                  <a:pt x="2810345" y="1138021"/>
                </a:lnTo>
                <a:lnTo>
                  <a:pt x="2809875" y="1139139"/>
                </a:lnTo>
                <a:lnTo>
                  <a:pt x="2809875" y="1141768"/>
                </a:lnTo>
                <a:lnTo>
                  <a:pt x="2810345" y="1142885"/>
                </a:lnTo>
                <a:lnTo>
                  <a:pt x="2812211" y="1144752"/>
                </a:lnTo>
                <a:lnTo>
                  <a:pt x="2813329" y="1145209"/>
                </a:lnTo>
                <a:lnTo>
                  <a:pt x="2815958" y="1145209"/>
                </a:lnTo>
                <a:lnTo>
                  <a:pt x="2817076" y="1144752"/>
                </a:lnTo>
                <a:lnTo>
                  <a:pt x="2818942" y="1142885"/>
                </a:lnTo>
                <a:lnTo>
                  <a:pt x="2819400" y="1141768"/>
                </a:lnTo>
                <a:lnTo>
                  <a:pt x="2819400" y="1139139"/>
                </a:lnTo>
                <a:close/>
              </a:path>
              <a:path w="5248275" h="1914525">
                <a:moveTo>
                  <a:pt x="2819400" y="374599"/>
                </a:moveTo>
                <a:lnTo>
                  <a:pt x="2818942" y="373481"/>
                </a:lnTo>
                <a:lnTo>
                  <a:pt x="2817076" y="371614"/>
                </a:lnTo>
                <a:lnTo>
                  <a:pt x="2815958" y="371144"/>
                </a:lnTo>
                <a:lnTo>
                  <a:pt x="2813329" y="371144"/>
                </a:lnTo>
                <a:lnTo>
                  <a:pt x="2812211" y="371614"/>
                </a:lnTo>
                <a:lnTo>
                  <a:pt x="2810345" y="373481"/>
                </a:lnTo>
                <a:lnTo>
                  <a:pt x="2809875" y="374599"/>
                </a:lnTo>
                <a:lnTo>
                  <a:pt x="2809875" y="377228"/>
                </a:lnTo>
                <a:lnTo>
                  <a:pt x="2810345" y="378345"/>
                </a:lnTo>
                <a:lnTo>
                  <a:pt x="2812211" y="380212"/>
                </a:lnTo>
                <a:lnTo>
                  <a:pt x="2813329" y="380669"/>
                </a:lnTo>
                <a:lnTo>
                  <a:pt x="2815958" y="380669"/>
                </a:lnTo>
                <a:lnTo>
                  <a:pt x="2817076" y="380212"/>
                </a:lnTo>
                <a:lnTo>
                  <a:pt x="2818942" y="378345"/>
                </a:lnTo>
                <a:lnTo>
                  <a:pt x="2819400" y="377228"/>
                </a:lnTo>
                <a:lnTo>
                  <a:pt x="2819400" y="374599"/>
                </a:lnTo>
                <a:close/>
              </a:path>
              <a:path w="5248275" h="1914525">
                <a:moveTo>
                  <a:pt x="2867025" y="1903679"/>
                </a:moveTo>
                <a:lnTo>
                  <a:pt x="2866567" y="1902561"/>
                </a:lnTo>
                <a:lnTo>
                  <a:pt x="2864701" y="1900694"/>
                </a:lnTo>
                <a:lnTo>
                  <a:pt x="2863583" y="1900237"/>
                </a:lnTo>
                <a:lnTo>
                  <a:pt x="2860954" y="1900237"/>
                </a:lnTo>
                <a:lnTo>
                  <a:pt x="2859836" y="1900694"/>
                </a:lnTo>
                <a:lnTo>
                  <a:pt x="2857970" y="1902561"/>
                </a:lnTo>
                <a:lnTo>
                  <a:pt x="2857500" y="1903679"/>
                </a:lnTo>
                <a:lnTo>
                  <a:pt x="2857500" y="1906308"/>
                </a:lnTo>
                <a:lnTo>
                  <a:pt x="2857970" y="1907425"/>
                </a:lnTo>
                <a:lnTo>
                  <a:pt x="2859836" y="1909292"/>
                </a:lnTo>
                <a:lnTo>
                  <a:pt x="2860954" y="1909762"/>
                </a:lnTo>
                <a:lnTo>
                  <a:pt x="2863583" y="1909762"/>
                </a:lnTo>
                <a:lnTo>
                  <a:pt x="2864701" y="1909292"/>
                </a:lnTo>
                <a:lnTo>
                  <a:pt x="2866567" y="1907425"/>
                </a:lnTo>
                <a:lnTo>
                  <a:pt x="2867025" y="1906308"/>
                </a:lnTo>
                <a:lnTo>
                  <a:pt x="2867025" y="1903679"/>
                </a:lnTo>
                <a:close/>
              </a:path>
              <a:path w="5248275" h="1914525">
                <a:moveTo>
                  <a:pt x="2867025" y="1139139"/>
                </a:moveTo>
                <a:lnTo>
                  <a:pt x="2866567" y="1138021"/>
                </a:lnTo>
                <a:lnTo>
                  <a:pt x="2864701" y="1136154"/>
                </a:lnTo>
                <a:lnTo>
                  <a:pt x="2863583" y="1135684"/>
                </a:lnTo>
                <a:lnTo>
                  <a:pt x="2860954" y="1135684"/>
                </a:lnTo>
                <a:lnTo>
                  <a:pt x="2859836" y="1136154"/>
                </a:lnTo>
                <a:lnTo>
                  <a:pt x="2857970" y="1138021"/>
                </a:lnTo>
                <a:lnTo>
                  <a:pt x="2857500" y="1139139"/>
                </a:lnTo>
                <a:lnTo>
                  <a:pt x="2857500" y="1141768"/>
                </a:lnTo>
                <a:lnTo>
                  <a:pt x="2857970" y="1142885"/>
                </a:lnTo>
                <a:lnTo>
                  <a:pt x="2859836" y="1144752"/>
                </a:lnTo>
                <a:lnTo>
                  <a:pt x="2860954" y="1145209"/>
                </a:lnTo>
                <a:lnTo>
                  <a:pt x="2863583" y="1145209"/>
                </a:lnTo>
                <a:lnTo>
                  <a:pt x="2864701" y="1144752"/>
                </a:lnTo>
                <a:lnTo>
                  <a:pt x="2866567" y="1142885"/>
                </a:lnTo>
                <a:lnTo>
                  <a:pt x="2867025" y="1141768"/>
                </a:lnTo>
                <a:lnTo>
                  <a:pt x="2867025" y="1139139"/>
                </a:lnTo>
                <a:close/>
              </a:path>
              <a:path w="5248275" h="1914525">
                <a:moveTo>
                  <a:pt x="2867025" y="374599"/>
                </a:moveTo>
                <a:lnTo>
                  <a:pt x="2866567" y="373481"/>
                </a:lnTo>
                <a:lnTo>
                  <a:pt x="2864701" y="371614"/>
                </a:lnTo>
                <a:lnTo>
                  <a:pt x="2863583" y="371144"/>
                </a:lnTo>
                <a:lnTo>
                  <a:pt x="2860954" y="371144"/>
                </a:lnTo>
                <a:lnTo>
                  <a:pt x="2859836" y="371614"/>
                </a:lnTo>
                <a:lnTo>
                  <a:pt x="2857970" y="373481"/>
                </a:lnTo>
                <a:lnTo>
                  <a:pt x="2857500" y="374599"/>
                </a:lnTo>
                <a:lnTo>
                  <a:pt x="2857500" y="377228"/>
                </a:lnTo>
                <a:lnTo>
                  <a:pt x="2857970" y="378345"/>
                </a:lnTo>
                <a:lnTo>
                  <a:pt x="2859836" y="380212"/>
                </a:lnTo>
                <a:lnTo>
                  <a:pt x="2860954" y="380669"/>
                </a:lnTo>
                <a:lnTo>
                  <a:pt x="2863583" y="380669"/>
                </a:lnTo>
                <a:lnTo>
                  <a:pt x="2864701" y="380212"/>
                </a:lnTo>
                <a:lnTo>
                  <a:pt x="2866567" y="378345"/>
                </a:lnTo>
                <a:lnTo>
                  <a:pt x="2867025" y="377228"/>
                </a:lnTo>
                <a:lnTo>
                  <a:pt x="2867025" y="374599"/>
                </a:lnTo>
                <a:close/>
              </a:path>
              <a:path w="5248275" h="1914525">
                <a:moveTo>
                  <a:pt x="2914650" y="1903679"/>
                </a:moveTo>
                <a:lnTo>
                  <a:pt x="2914192" y="1902561"/>
                </a:lnTo>
                <a:lnTo>
                  <a:pt x="2912326" y="1900694"/>
                </a:lnTo>
                <a:lnTo>
                  <a:pt x="2911208" y="1900237"/>
                </a:lnTo>
                <a:lnTo>
                  <a:pt x="2908579" y="1900237"/>
                </a:lnTo>
                <a:lnTo>
                  <a:pt x="2907461" y="1900694"/>
                </a:lnTo>
                <a:lnTo>
                  <a:pt x="2905595" y="1902561"/>
                </a:lnTo>
                <a:lnTo>
                  <a:pt x="2905125" y="1903679"/>
                </a:lnTo>
                <a:lnTo>
                  <a:pt x="2905125" y="1906308"/>
                </a:lnTo>
                <a:lnTo>
                  <a:pt x="2905595" y="1907425"/>
                </a:lnTo>
                <a:lnTo>
                  <a:pt x="2907461" y="1909292"/>
                </a:lnTo>
                <a:lnTo>
                  <a:pt x="2908579" y="1909762"/>
                </a:lnTo>
                <a:lnTo>
                  <a:pt x="2911208" y="1909762"/>
                </a:lnTo>
                <a:lnTo>
                  <a:pt x="2912326" y="1909292"/>
                </a:lnTo>
                <a:lnTo>
                  <a:pt x="2914192" y="1907425"/>
                </a:lnTo>
                <a:lnTo>
                  <a:pt x="2914650" y="1906308"/>
                </a:lnTo>
                <a:lnTo>
                  <a:pt x="2914650" y="1903679"/>
                </a:lnTo>
                <a:close/>
              </a:path>
              <a:path w="5248275" h="1914525">
                <a:moveTo>
                  <a:pt x="2914650" y="1139139"/>
                </a:moveTo>
                <a:lnTo>
                  <a:pt x="2914192" y="1138021"/>
                </a:lnTo>
                <a:lnTo>
                  <a:pt x="2912326" y="1136154"/>
                </a:lnTo>
                <a:lnTo>
                  <a:pt x="2911208" y="1135684"/>
                </a:lnTo>
                <a:lnTo>
                  <a:pt x="2908579" y="1135684"/>
                </a:lnTo>
                <a:lnTo>
                  <a:pt x="2907461" y="1136154"/>
                </a:lnTo>
                <a:lnTo>
                  <a:pt x="2905595" y="1138021"/>
                </a:lnTo>
                <a:lnTo>
                  <a:pt x="2905125" y="1139139"/>
                </a:lnTo>
                <a:lnTo>
                  <a:pt x="2905125" y="1141768"/>
                </a:lnTo>
                <a:lnTo>
                  <a:pt x="2905595" y="1142885"/>
                </a:lnTo>
                <a:lnTo>
                  <a:pt x="2907461" y="1144752"/>
                </a:lnTo>
                <a:lnTo>
                  <a:pt x="2908579" y="1145209"/>
                </a:lnTo>
                <a:lnTo>
                  <a:pt x="2911208" y="1145209"/>
                </a:lnTo>
                <a:lnTo>
                  <a:pt x="2912326" y="1144752"/>
                </a:lnTo>
                <a:lnTo>
                  <a:pt x="2914192" y="1142885"/>
                </a:lnTo>
                <a:lnTo>
                  <a:pt x="2914650" y="1141768"/>
                </a:lnTo>
                <a:lnTo>
                  <a:pt x="2914650" y="1139139"/>
                </a:lnTo>
                <a:close/>
              </a:path>
              <a:path w="5248275" h="1914525">
                <a:moveTo>
                  <a:pt x="2914650" y="374599"/>
                </a:moveTo>
                <a:lnTo>
                  <a:pt x="2914192" y="373481"/>
                </a:lnTo>
                <a:lnTo>
                  <a:pt x="2912326" y="371614"/>
                </a:lnTo>
                <a:lnTo>
                  <a:pt x="2911208" y="371144"/>
                </a:lnTo>
                <a:lnTo>
                  <a:pt x="2908579" y="371144"/>
                </a:lnTo>
                <a:lnTo>
                  <a:pt x="2907461" y="371614"/>
                </a:lnTo>
                <a:lnTo>
                  <a:pt x="2905595" y="373481"/>
                </a:lnTo>
                <a:lnTo>
                  <a:pt x="2905125" y="374599"/>
                </a:lnTo>
                <a:lnTo>
                  <a:pt x="2905125" y="377228"/>
                </a:lnTo>
                <a:lnTo>
                  <a:pt x="2905595" y="378345"/>
                </a:lnTo>
                <a:lnTo>
                  <a:pt x="2907461" y="380212"/>
                </a:lnTo>
                <a:lnTo>
                  <a:pt x="2908579" y="380669"/>
                </a:lnTo>
                <a:lnTo>
                  <a:pt x="2911208" y="380669"/>
                </a:lnTo>
                <a:lnTo>
                  <a:pt x="2912326" y="380212"/>
                </a:lnTo>
                <a:lnTo>
                  <a:pt x="2914192" y="378345"/>
                </a:lnTo>
                <a:lnTo>
                  <a:pt x="2914650" y="377228"/>
                </a:lnTo>
                <a:lnTo>
                  <a:pt x="2914650" y="374599"/>
                </a:lnTo>
                <a:close/>
              </a:path>
              <a:path w="5248275" h="1914525">
                <a:moveTo>
                  <a:pt x="2962275" y="1903679"/>
                </a:moveTo>
                <a:lnTo>
                  <a:pt x="2961817" y="1902561"/>
                </a:lnTo>
                <a:lnTo>
                  <a:pt x="2959951" y="1900694"/>
                </a:lnTo>
                <a:lnTo>
                  <a:pt x="2958833" y="1900237"/>
                </a:lnTo>
                <a:lnTo>
                  <a:pt x="2956204" y="1900237"/>
                </a:lnTo>
                <a:lnTo>
                  <a:pt x="2955086" y="1900694"/>
                </a:lnTo>
                <a:lnTo>
                  <a:pt x="2953220" y="1902561"/>
                </a:lnTo>
                <a:lnTo>
                  <a:pt x="2952750" y="1903679"/>
                </a:lnTo>
                <a:lnTo>
                  <a:pt x="2952750" y="1906308"/>
                </a:lnTo>
                <a:lnTo>
                  <a:pt x="2953220" y="1907425"/>
                </a:lnTo>
                <a:lnTo>
                  <a:pt x="2955086" y="1909292"/>
                </a:lnTo>
                <a:lnTo>
                  <a:pt x="2956204" y="1909762"/>
                </a:lnTo>
                <a:lnTo>
                  <a:pt x="2958833" y="1909762"/>
                </a:lnTo>
                <a:lnTo>
                  <a:pt x="2959951" y="1909292"/>
                </a:lnTo>
                <a:lnTo>
                  <a:pt x="2961817" y="1907425"/>
                </a:lnTo>
                <a:lnTo>
                  <a:pt x="2962275" y="1906308"/>
                </a:lnTo>
                <a:lnTo>
                  <a:pt x="2962275" y="1903679"/>
                </a:lnTo>
                <a:close/>
              </a:path>
              <a:path w="5248275" h="1914525">
                <a:moveTo>
                  <a:pt x="2962275" y="1139139"/>
                </a:moveTo>
                <a:lnTo>
                  <a:pt x="2961817" y="1138021"/>
                </a:lnTo>
                <a:lnTo>
                  <a:pt x="2959951" y="1136154"/>
                </a:lnTo>
                <a:lnTo>
                  <a:pt x="2958833" y="1135684"/>
                </a:lnTo>
                <a:lnTo>
                  <a:pt x="2956204" y="1135684"/>
                </a:lnTo>
                <a:lnTo>
                  <a:pt x="2955086" y="1136154"/>
                </a:lnTo>
                <a:lnTo>
                  <a:pt x="2953220" y="1138021"/>
                </a:lnTo>
                <a:lnTo>
                  <a:pt x="2952750" y="1139139"/>
                </a:lnTo>
                <a:lnTo>
                  <a:pt x="2952750" y="1141768"/>
                </a:lnTo>
                <a:lnTo>
                  <a:pt x="2953220" y="1142885"/>
                </a:lnTo>
                <a:lnTo>
                  <a:pt x="2955086" y="1144752"/>
                </a:lnTo>
                <a:lnTo>
                  <a:pt x="2956204" y="1145209"/>
                </a:lnTo>
                <a:lnTo>
                  <a:pt x="2958833" y="1145209"/>
                </a:lnTo>
                <a:lnTo>
                  <a:pt x="2959951" y="1144752"/>
                </a:lnTo>
                <a:lnTo>
                  <a:pt x="2961817" y="1142885"/>
                </a:lnTo>
                <a:lnTo>
                  <a:pt x="2962275" y="1141768"/>
                </a:lnTo>
                <a:lnTo>
                  <a:pt x="2962275" y="1139139"/>
                </a:lnTo>
                <a:close/>
              </a:path>
              <a:path w="5248275" h="1914525">
                <a:moveTo>
                  <a:pt x="2962275" y="374599"/>
                </a:moveTo>
                <a:lnTo>
                  <a:pt x="2961817" y="373481"/>
                </a:lnTo>
                <a:lnTo>
                  <a:pt x="2959951" y="371614"/>
                </a:lnTo>
                <a:lnTo>
                  <a:pt x="2958833" y="371144"/>
                </a:lnTo>
                <a:lnTo>
                  <a:pt x="2956204" y="371144"/>
                </a:lnTo>
                <a:lnTo>
                  <a:pt x="2955086" y="371614"/>
                </a:lnTo>
                <a:lnTo>
                  <a:pt x="2953220" y="373481"/>
                </a:lnTo>
                <a:lnTo>
                  <a:pt x="2952750" y="374599"/>
                </a:lnTo>
                <a:lnTo>
                  <a:pt x="2952750" y="377228"/>
                </a:lnTo>
                <a:lnTo>
                  <a:pt x="2953220" y="378345"/>
                </a:lnTo>
                <a:lnTo>
                  <a:pt x="2955086" y="380212"/>
                </a:lnTo>
                <a:lnTo>
                  <a:pt x="2956204" y="380669"/>
                </a:lnTo>
                <a:lnTo>
                  <a:pt x="2958833" y="380669"/>
                </a:lnTo>
                <a:lnTo>
                  <a:pt x="2959951" y="380212"/>
                </a:lnTo>
                <a:lnTo>
                  <a:pt x="2961817" y="378345"/>
                </a:lnTo>
                <a:lnTo>
                  <a:pt x="2962275" y="377228"/>
                </a:lnTo>
                <a:lnTo>
                  <a:pt x="2962275" y="374599"/>
                </a:lnTo>
                <a:close/>
              </a:path>
              <a:path w="5248275" h="1914525">
                <a:moveTo>
                  <a:pt x="3009900" y="1903679"/>
                </a:moveTo>
                <a:lnTo>
                  <a:pt x="3009442" y="1902561"/>
                </a:lnTo>
                <a:lnTo>
                  <a:pt x="3007576" y="1900694"/>
                </a:lnTo>
                <a:lnTo>
                  <a:pt x="3006458" y="1900237"/>
                </a:lnTo>
                <a:lnTo>
                  <a:pt x="3003829" y="1900237"/>
                </a:lnTo>
                <a:lnTo>
                  <a:pt x="3002711" y="1900694"/>
                </a:lnTo>
                <a:lnTo>
                  <a:pt x="3000845" y="1902561"/>
                </a:lnTo>
                <a:lnTo>
                  <a:pt x="3000375" y="1903679"/>
                </a:lnTo>
                <a:lnTo>
                  <a:pt x="3000375" y="1906308"/>
                </a:lnTo>
                <a:lnTo>
                  <a:pt x="3000845" y="1907425"/>
                </a:lnTo>
                <a:lnTo>
                  <a:pt x="3002711" y="1909292"/>
                </a:lnTo>
                <a:lnTo>
                  <a:pt x="3003829" y="1909762"/>
                </a:lnTo>
                <a:lnTo>
                  <a:pt x="3006458" y="1909762"/>
                </a:lnTo>
                <a:lnTo>
                  <a:pt x="3007576" y="1909292"/>
                </a:lnTo>
                <a:lnTo>
                  <a:pt x="3009442" y="1907425"/>
                </a:lnTo>
                <a:lnTo>
                  <a:pt x="3009900" y="1906308"/>
                </a:lnTo>
                <a:lnTo>
                  <a:pt x="3009900" y="1903679"/>
                </a:lnTo>
                <a:close/>
              </a:path>
              <a:path w="5248275" h="1914525">
                <a:moveTo>
                  <a:pt x="3009900" y="1139139"/>
                </a:moveTo>
                <a:lnTo>
                  <a:pt x="3009442" y="1138021"/>
                </a:lnTo>
                <a:lnTo>
                  <a:pt x="3007576" y="1136154"/>
                </a:lnTo>
                <a:lnTo>
                  <a:pt x="3006458" y="1135684"/>
                </a:lnTo>
                <a:lnTo>
                  <a:pt x="3003829" y="1135684"/>
                </a:lnTo>
                <a:lnTo>
                  <a:pt x="3002711" y="1136154"/>
                </a:lnTo>
                <a:lnTo>
                  <a:pt x="3000845" y="1138021"/>
                </a:lnTo>
                <a:lnTo>
                  <a:pt x="3000375" y="1139139"/>
                </a:lnTo>
                <a:lnTo>
                  <a:pt x="3000375" y="1141768"/>
                </a:lnTo>
                <a:lnTo>
                  <a:pt x="3000845" y="1142885"/>
                </a:lnTo>
                <a:lnTo>
                  <a:pt x="3002711" y="1144752"/>
                </a:lnTo>
                <a:lnTo>
                  <a:pt x="3003829" y="1145209"/>
                </a:lnTo>
                <a:lnTo>
                  <a:pt x="3006458" y="1145209"/>
                </a:lnTo>
                <a:lnTo>
                  <a:pt x="3007576" y="1144752"/>
                </a:lnTo>
                <a:lnTo>
                  <a:pt x="3009442" y="1142885"/>
                </a:lnTo>
                <a:lnTo>
                  <a:pt x="3009900" y="1141768"/>
                </a:lnTo>
                <a:lnTo>
                  <a:pt x="3009900" y="1139139"/>
                </a:lnTo>
                <a:close/>
              </a:path>
              <a:path w="5248275" h="1914525">
                <a:moveTo>
                  <a:pt x="3009900" y="374599"/>
                </a:moveTo>
                <a:lnTo>
                  <a:pt x="3009442" y="373481"/>
                </a:lnTo>
                <a:lnTo>
                  <a:pt x="3007576" y="371614"/>
                </a:lnTo>
                <a:lnTo>
                  <a:pt x="3006458" y="371144"/>
                </a:lnTo>
                <a:lnTo>
                  <a:pt x="3003829" y="371144"/>
                </a:lnTo>
                <a:lnTo>
                  <a:pt x="3002711" y="371614"/>
                </a:lnTo>
                <a:lnTo>
                  <a:pt x="3000845" y="373481"/>
                </a:lnTo>
                <a:lnTo>
                  <a:pt x="3000375" y="374599"/>
                </a:lnTo>
                <a:lnTo>
                  <a:pt x="3000375" y="377228"/>
                </a:lnTo>
                <a:lnTo>
                  <a:pt x="3000845" y="378345"/>
                </a:lnTo>
                <a:lnTo>
                  <a:pt x="3002711" y="380212"/>
                </a:lnTo>
                <a:lnTo>
                  <a:pt x="3003829" y="380669"/>
                </a:lnTo>
                <a:lnTo>
                  <a:pt x="3006458" y="380669"/>
                </a:lnTo>
                <a:lnTo>
                  <a:pt x="3007576" y="380212"/>
                </a:lnTo>
                <a:lnTo>
                  <a:pt x="3009442" y="378345"/>
                </a:lnTo>
                <a:lnTo>
                  <a:pt x="3009900" y="377228"/>
                </a:lnTo>
                <a:lnTo>
                  <a:pt x="3009900" y="374599"/>
                </a:lnTo>
                <a:close/>
              </a:path>
              <a:path w="5248275" h="1914525">
                <a:moveTo>
                  <a:pt x="3057525" y="1903679"/>
                </a:moveTo>
                <a:lnTo>
                  <a:pt x="3057067" y="1902561"/>
                </a:lnTo>
                <a:lnTo>
                  <a:pt x="3055201" y="1900694"/>
                </a:lnTo>
                <a:lnTo>
                  <a:pt x="3054083" y="1900237"/>
                </a:lnTo>
                <a:lnTo>
                  <a:pt x="3051454" y="1900237"/>
                </a:lnTo>
                <a:lnTo>
                  <a:pt x="3050336" y="1900694"/>
                </a:lnTo>
                <a:lnTo>
                  <a:pt x="3048470" y="1902561"/>
                </a:lnTo>
                <a:lnTo>
                  <a:pt x="3048000" y="1903679"/>
                </a:lnTo>
                <a:lnTo>
                  <a:pt x="3048000" y="1906308"/>
                </a:lnTo>
                <a:lnTo>
                  <a:pt x="3048470" y="1907425"/>
                </a:lnTo>
                <a:lnTo>
                  <a:pt x="3050336" y="1909292"/>
                </a:lnTo>
                <a:lnTo>
                  <a:pt x="3051454" y="1909762"/>
                </a:lnTo>
                <a:lnTo>
                  <a:pt x="3054083" y="1909762"/>
                </a:lnTo>
                <a:lnTo>
                  <a:pt x="3055201" y="1909292"/>
                </a:lnTo>
                <a:lnTo>
                  <a:pt x="3057067" y="1907425"/>
                </a:lnTo>
                <a:lnTo>
                  <a:pt x="3057525" y="1906308"/>
                </a:lnTo>
                <a:lnTo>
                  <a:pt x="3057525" y="1903679"/>
                </a:lnTo>
                <a:close/>
              </a:path>
              <a:path w="5248275" h="1914525">
                <a:moveTo>
                  <a:pt x="3057525" y="1139139"/>
                </a:moveTo>
                <a:lnTo>
                  <a:pt x="3057067" y="1138021"/>
                </a:lnTo>
                <a:lnTo>
                  <a:pt x="3055201" y="1136154"/>
                </a:lnTo>
                <a:lnTo>
                  <a:pt x="3054083" y="1135684"/>
                </a:lnTo>
                <a:lnTo>
                  <a:pt x="3051454" y="1135684"/>
                </a:lnTo>
                <a:lnTo>
                  <a:pt x="3050336" y="1136154"/>
                </a:lnTo>
                <a:lnTo>
                  <a:pt x="3048470" y="1138021"/>
                </a:lnTo>
                <a:lnTo>
                  <a:pt x="3048000" y="1139139"/>
                </a:lnTo>
                <a:lnTo>
                  <a:pt x="3048000" y="1141768"/>
                </a:lnTo>
                <a:lnTo>
                  <a:pt x="3048470" y="1142885"/>
                </a:lnTo>
                <a:lnTo>
                  <a:pt x="3050336" y="1144752"/>
                </a:lnTo>
                <a:lnTo>
                  <a:pt x="3051454" y="1145209"/>
                </a:lnTo>
                <a:lnTo>
                  <a:pt x="3054083" y="1145209"/>
                </a:lnTo>
                <a:lnTo>
                  <a:pt x="3055201" y="1144752"/>
                </a:lnTo>
                <a:lnTo>
                  <a:pt x="3057067" y="1142885"/>
                </a:lnTo>
                <a:lnTo>
                  <a:pt x="3057525" y="1141768"/>
                </a:lnTo>
                <a:lnTo>
                  <a:pt x="3057525" y="1139139"/>
                </a:lnTo>
                <a:close/>
              </a:path>
              <a:path w="5248275" h="1914525">
                <a:moveTo>
                  <a:pt x="3057525" y="374599"/>
                </a:moveTo>
                <a:lnTo>
                  <a:pt x="3057067" y="373481"/>
                </a:lnTo>
                <a:lnTo>
                  <a:pt x="3055201" y="371614"/>
                </a:lnTo>
                <a:lnTo>
                  <a:pt x="3054083" y="371144"/>
                </a:lnTo>
                <a:lnTo>
                  <a:pt x="3051454" y="371144"/>
                </a:lnTo>
                <a:lnTo>
                  <a:pt x="3050336" y="371614"/>
                </a:lnTo>
                <a:lnTo>
                  <a:pt x="3048470" y="373481"/>
                </a:lnTo>
                <a:lnTo>
                  <a:pt x="3048000" y="374599"/>
                </a:lnTo>
                <a:lnTo>
                  <a:pt x="3048000" y="377228"/>
                </a:lnTo>
                <a:lnTo>
                  <a:pt x="3048470" y="378345"/>
                </a:lnTo>
                <a:lnTo>
                  <a:pt x="3050336" y="380212"/>
                </a:lnTo>
                <a:lnTo>
                  <a:pt x="3051454" y="380669"/>
                </a:lnTo>
                <a:lnTo>
                  <a:pt x="3054083" y="380669"/>
                </a:lnTo>
                <a:lnTo>
                  <a:pt x="3055201" y="380212"/>
                </a:lnTo>
                <a:lnTo>
                  <a:pt x="3057067" y="378345"/>
                </a:lnTo>
                <a:lnTo>
                  <a:pt x="3057525" y="377228"/>
                </a:lnTo>
                <a:lnTo>
                  <a:pt x="3057525" y="374599"/>
                </a:lnTo>
                <a:close/>
              </a:path>
              <a:path w="5248275" h="1914525">
                <a:moveTo>
                  <a:pt x="3105150" y="1903679"/>
                </a:moveTo>
                <a:lnTo>
                  <a:pt x="3104692" y="1902561"/>
                </a:lnTo>
                <a:lnTo>
                  <a:pt x="3102826" y="1900694"/>
                </a:lnTo>
                <a:lnTo>
                  <a:pt x="3101708" y="1900237"/>
                </a:lnTo>
                <a:lnTo>
                  <a:pt x="3099079" y="1900237"/>
                </a:lnTo>
                <a:lnTo>
                  <a:pt x="3097961" y="1900694"/>
                </a:lnTo>
                <a:lnTo>
                  <a:pt x="3096095" y="1902561"/>
                </a:lnTo>
                <a:lnTo>
                  <a:pt x="3095625" y="1903679"/>
                </a:lnTo>
                <a:lnTo>
                  <a:pt x="3095625" y="1906308"/>
                </a:lnTo>
                <a:lnTo>
                  <a:pt x="3096095" y="1907425"/>
                </a:lnTo>
                <a:lnTo>
                  <a:pt x="3097961" y="1909292"/>
                </a:lnTo>
                <a:lnTo>
                  <a:pt x="3099079" y="1909762"/>
                </a:lnTo>
                <a:lnTo>
                  <a:pt x="3101708" y="1909762"/>
                </a:lnTo>
                <a:lnTo>
                  <a:pt x="3102826" y="1909292"/>
                </a:lnTo>
                <a:lnTo>
                  <a:pt x="3104692" y="1907425"/>
                </a:lnTo>
                <a:lnTo>
                  <a:pt x="3105150" y="1906308"/>
                </a:lnTo>
                <a:lnTo>
                  <a:pt x="3105150" y="1903679"/>
                </a:lnTo>
                <a:close/>
              </a:path>
              <a:path w="5248275" h="1914525">
                <a:moveTo>
                  <a:pt x="3105150" y="1139139"/>
                </a:moveTo>
                <a:lnTo>
                  <a:pt x="3104692" y="1138021"/>
                </a:lnTo>
                <a:lnTo>
                  <a:pt x="3102826" y="1136154"/>
                </a:lnTo>
                <a:lnTo>
                  <a:pt x="3101708" y="1135684"/>
                </a:lnTo>
                <a:lnTo>
                  <a:pt x="3099079" y="1135684"/>
                </a:lnTo>
                <a:lnTo>
                  <a:pt x="3097961" y="1136154"/>
                </a:lnTo>
                <a:lnTo>
                  <a:pt x="3096095" y="1138021"/>
                </a:lnTo>
                <a:lnTo>
                  <a:pt x="3095625" y="1139139"/>
                </a:lnTo>
                <a:lnTo>
                  <a:pt x="3095625" y="1141768"/>
                </a:lnTo>
                <a:lnTo>
                  <a:pt x="3096095" y="1142885"/>
                </a:lnTo>
                <a:lnTo>
                  <a:pt x="3097961" y="1144752"/>
                </a:lnTo>
                <a:lnTo>
                  <a:pt x="3099079" y="1145209"/>
                </a:lnTo>
                <a:lnTo>
                  <a:pt x="3101708" y="1145209"/>
                </a:lnTo>
                <a:lnTo>
                  <a:pt x="3102826" y="1144752"/>
                </a:lnTo>
                <a:lnTo>
                  <a:pt x="3104692" y="1142885"/>
                </a:lnTo>
                <a:lnTo>
                  <a:pt x="3105150" y="1141768"/>
                </a:lnTo>
                <a:lnTo>
                  <a:pt x="3105150" y="1139139"/>
                </a:lnTo>
                <a:close/>
              </a:path>
              <a:path w="5248275" h="1914525">
                <a:moveTo>
                  <a:pt x="3105150" y="374599"/>
                </a:moveTo>
                <a:lnTo>
                  <a:pt x="3104692" y="373481"/>
                </a:lnTo>
                <a:lnTo>
                  <a:pt x="3102826" y="371614"/>
                </a:lnTo>
                <a:lnTo>
                  <a:pt x="3101708" y="371144"/>
                </a:lnTo>
                <a:lnTo>
                  <a:pt x="3099079" y="371144"/>
                </a:lnTo>
                <a:lnTo>
                  <a:pt x="3097961" y="371614"/>
                </a:lnTo>
                <a:lnTo>
                  <a:pt x="3096095" y="373481"/>
                </a:lnTo>
                <a:lnTo>
                  <a:pt x="3095625" y="374599"/>
                </a:lnTo>
                <a:lnTo>
                  <a:pt x="3095625" y="377228"/>
                </a:lnTo>
                <a:lnTo>
                  <a:pt x="3096095" y="378345"/>
                </a:lnTo>
                <a:lnTo>
                  <a:pt x="3097961" y="380212"/>
                </a:lnTo>
                <a:lnTo>
                  <a:pt x="3099079" y="380669"/>
                </a:lnTo>
                <a:lnTo>
                  <a:pt x="3101708" y="380669"/>
                </a:lnTo>
                <a:lnTo>
                  <a:pt x="3102826" y="380212"/>
                </a:lnTo>
                <a:lnTo>
                  <a:pt x="3104692" y="378345"/>
                </a:lnTo>
                <a:lnTo>
                  <a:pt x="3105150" y="377228"/>
                </a:lnTo>
                <a:lnTo>
                  <a:pt x="3105150" y="374599"/>
                </a:lnTo>
                <a:close/>
              </a:path>
              <a:path w="5248275" h="1914525">
                <a:moveTo>
                  <a:pt x="3152775" y="1903679"/>
                </a:moveTo>
                <a:lnTo>
                  <a:pt x="3152317" y="1902561"/>
                </a:lnTo>
                <a:lnTo>
                  <a:pt x="3150451" y="1900694"/>
                </a:lnTo>
                <a:lnTo>
                  <a:pt x="3149333" y="1900237"/>
                </a:lnTo>
                <a:lnTo>
                  <a:pt x="3146704" y="1900237"/>
                </a:lnTo>
                <a:lnTo>
                  <a:pt x="3145586" y="1900694"/>
                </a:lnTo>
                <a:lnTo>
                  <a:pt x="3143720" y="1902561"/>
                </a:lnTo>
                <a:lnTo>
                  <a:pt x="3143250" y="1903679"/>
                </a:lnTo>
                <a:lnTo>
                  <a:pt x="3143250" y="1906308"/>
                </a:lnTo>
                <a:lnTo>
                  <a:pt x="3143720" y="1907425"/>
                </a:lnTo>
                <a:lnTo>
                  <a:pt x="3145586" y="1909292"/>
                </a:lnTo>
                <a:lnTo>
                  <a:pt x="3146704" y="1909762"/>
                </a:lnTo>
                <a:lnTo>
                  <a:pt x="3149333" y="1909762"/>
                </a:lnTo>
                <a:lnTo>
                  <a:pt x="3150451" y="1909292"/>
                </a:lnTo>
                <a:lnTo>
                  <a:pt x="3152317" y="1907425"/>
                </a:lnTo>
                <a:lnTo>
                  <a:pt x="3152775" y="1906308"/>
                </a:lnTo>
                <a:lnTo>
                  <a:pt x="3152775" y="1903679"/>
                </a:lnTo>
                <a:close/>
              </a:path>
              <a:path w="5248275" h="1914525">
                <a:moveTo>
                  <a:pt x="3152775" y="1139139"/>
                </a:moveTo>
                <a:lnTo>
                  <a:pt x="3152317" y="1138021"/>
                </a:lnTo>
                <a:lnTo>
                  <a:pt x="3150451" y="1136154"/>
                </a:lnTo>
                <a:lnTo>
                  <a:pt x="3149333" y="1135684"/>
                </a:lnTo>
                <a:lnTo>
                  <a:pt x="3146704" y="1135684"/>
                </a:lnTo>
                <a:lnTo>
                  <a:pt x="3145586" y="1136154"/>
                </a:lnTo>
                <a:lnTo>
                  <a:pt x="3143720" y="1138021"/>
                </a:lnTo>
                <a:lnTo>
                  <a:pt x="3143250" y="1139139"/>
                </a:lnTo>
                <a:lnTo>
                  <a:pt x="3143250" y="1141768"/>
                </a:lnTo>
                <a:lnTo>
                  <a:pt x="3143720" y="1142885"/>
                </a:lnTo>
                <a:lnTo>
                  <a:pt x="3145586" y="1144752"/>
                </a:lnTo>
                <a:lnTo>
                  <a:pt x="3146704" y="1145209"/>
                </a:lnTo>
                <a:lnTo>
                  <a:pt x="3149333" y="1145209"/>
                </a:lnTo>
                <a:lnTo>
                  <a:pt x="3150451" y="1144752"/>
                </a:lnTo>
                <a:lnTo>
                  <a:pt x="3152317" y="1142885"/>
                </a:lnTo>
                <a:lnTo>
                  <a:pt x="3152775" y="1141768"/>
                </a:lnTo>
                <a:lnTo>
                  <a:pt x="3152775" y="1139139"/>
                </a:lnTo>
                <a:close/>
              </a:path>
              <a:path w="5248275" h="1914525">
                <a:moveTo>
                  <a:pt x="3152775" y="374599"/>
                </a:moveTo>
                <a:lnTo>
                  <a:pt x="3152317" y="373481"/>
                </a:lnTo>
                <a:lnTo>
                  <a:pt x="3150451" y="371614"/>
                </a:lnTo>
                <a:lnTo>
                  <a:pt x="3149333" y="371144"/>
                </a:lnTo>
                <a:lnTo>
                  <a:pt x="3146704" y="371144"/>
                </a:lnTo>
                <a:lnTo>
                  <a:pt x="3145586" y="371614"/>
                </a:lnTo>
                <a:lnTo>
                  <a:pt x="3143720" y="373481"/>
                </a:lnTo>
                <a:lnTo>
                  <a:pt x="3143250" y="374599"/>
                </a:lnTo>
                <a:lnTo>
                  <a:pt x="3143250" y="377228"/>
                </a:lnTo>
                <a:lnTo>
                  <a:pt x="3143720" y="378345"/>
                </a:lnTo>
                <a:lnTo>
                  <a:pt x="3145586" y="380212"/>
                </a:lnTo>
                <a:lnTo>
                  <a:pt x="3146704" y="380669"/>
                </a:lnTo>
                <a:lnTo>
                  <a:pt x="3149333" y="380669"/>
                </a:lnTo>
                <a:lnTo>
                  <a:pt x="3150451" y="380212"/>
                </a:lnTo>
                <a:lnTo>
                  <a:pt x="3152317" y="378345"/>
                </a:lnTo>
                <a:lnTo>
                  <a:pt x="3152775" y="377228"/>
                </a:lnTo>
                <a:lnTo>
                  <a:pt x="3152775" y="374599"/>
                </a:lnTo>
                <a:close/>
              </a:path>
              <a:path w="5248275" h="1914525">
                <a:moveTo>
                  <a:pt x="3200400" y="1903679"/>
                </a:moveTo>
                <a:lnTo>
                  <a:pt x="3199942" y="1902561"/>
                </a:lnTo>
                <a:lnTo>
                  <a:pt x="3198076" y="1900694"/>
                </a:lnTo>
                <a:lnTo>
                  <a:pt x="3196958" y="1900237"/>
                </a:lnTo>
                <a:lnTo>
                  <a:pt x="3194329" y="1900237"/>
                </a:lnTo>
                <a:lnTo>
                  <a:pt x="3193211" y="1900694"/>
                </a:lnTo>
                <a:lnTo>
                  <a:pt x="3191345" y="1902561"/>
                </a:lnTo>
                <a:lnTo>
                  <a:pt x="3190875" y="1903679"/>
                </a:lnTo>
                <a:lnTo>
                  <a:pt x="3190875" y="1906308"/>
                </a:lnTo>
                <a:lnTo>
                  <a:pt x="3191345" y="1907425"/>
                </a:lnTo>
                <a:lnTo>
                  <a:pt x="3193211" y="1909292"/>
                </a:lnTo>
                <a:lnTo>
                  <a:pt x="3194329" y="1909762"/>
                </a:lnTo>
                <a:lnTo>
                  <a:pt x="3196958" y="1909762"/>
                </a:lnTo>
                <a:lnTo>
                  <a:pt x="3198076" y="1909292"/>
                </a:lnTo>
                <a:lnTo>
                  <a:pt x="3199942" y="1907425"/>
                </a:lnTo>
                <a:lnTo>
                  <a:pt x="3200400" y="1906308"/>
                </a:lnTo>
                <a:lnTo>
                  <a:pt x="3200400" y="1903679"/>
                </a:lnTo>
                <a:close/>
              </a:path>
              <a:path w="5248275" h="1914525">
                <a:moveTo>
                  <a:pt x="3200400" y="1139139"/>
                </a:moveTo>
                <a:lnTo>
                  <a:pt x="3199942" y="1138021"/>
                </a:lnTo>
                <a:lnTo>
                  <a:pt x="3198076" y="1136154"/>
                </a:lnTo>
                <a:lnTo>
                  <a:pt x="3196958" y="1135684"/>
                </a:lnTo>
                <a:lnTo>
                  <a:pt x="3194329" y="1135684"/>
                </a:lnTo>
                <a:lnTo>
                  <a:pt x="3193211" y="1136154"/>
                </a:lnTo>
                <a:lnTo>
                  <a:pt x="3191345" y="1138021"/>
                </a:lnTo>
                <a:lnTo>
                  <a:pt x="3190875" y="1139139"/>
                </a:lnTo>
                <a:lnTo>
                  <a:pt x="3190875" y="1141768"/>
                </a:lnTo>
                <a:lnTo>
                  <a:pt x="3191345" y="1142885"/>
                </a:lnTo>
                <a:lnTo>
                  <a:pt x="3193211" y="1144752"/>
                </a:lnTo>
                <a:lnTo>
                  <a:pt x="3194329" y="1145209"/>
                </a:lnTo>
                <a:lnTo>
                  <a:pt x="3196958" y="1145209"/>
                </a:lnTo>
                <a:lnTo>
                  <a:pt x="3198076" y="1144752"/>
                </a:lnTo>
                <a:lnTo>
                  <a:pt x="3199942" y="1142885"/>
                </a:lnTo>
                <a:lnTo>
                  <a:pt x="3200400" y="1141768"/>
                </a:lnTo>
                <a:lnTo>
                  <a:pt x="3200400" y="1139139"/>
                </a:lnTo>
                <a:close/>
              </a:path>
              <a:path w="5248275" h="1914525">
                <a:moveTo>
                  <a:pt x="3200400" y="374599"/>
                </a:moveTo>
                <a:lnTo>
                  <a:pt x="3199942" y="373481"/>
                </a:lnTo>
                <a:lnTo>
                  <a:pt x="3198076" y="371614"/>
                </a:lnTo>
                <a:lnTo>
                  <a:pt x="3196958" y="371144"/>
                </a:lnTo>
                <a:lnTo>
                  <a:pt x="3194329" y="371144"/>
                </a:lnTo>
                <a:lnTo>
                  <a:pt x="3193211" y="371614"/>
                </a:lnTo>
                <a:lnTo>
                  <a:pt x="3191345" y="373481"/>
                </a:lnTo>
                <a:lnTo>
                  <a:pt x="3190875" y="374599"/>
                </a:lnTo>
                <a:lnTo>
                  <a:pt x="3190875" y="377228"/>
                </a:lnTo>
                <a:lnTo>
                  <a:pt x="3191345" y="378345"/>
                </a:lnTo>
                <a:lnTo>
                  <a:pt x="3193211" y="380212"/>
                </a:lnTo>
                <a:lnTo>
                  <a:pt x="3194329" y="380669"/>
                </a:lnTo>
                <a:lnTo>
                  <a:pt x="3196958" y="380669"/>
                </a:lnTo>
                <a:lnTo>
                  <a:pt x="3198076" y="380212"/>
                </a:lnTo>
                <a:lnTo>
                  <a:pt x="3199942" y="378345"/>
                </a:lnTo>
                <a:lnTo>
                  <a:pt x="3200400" y="377228"/>
                </a:lnTo>
                <a:lnTo>
                  <a:pt x="3200400" y="374599"/>
                </a:lnTo>
                <a:close/>
              </a:path>
              <a:path w="5248275" h="1914525">
                <a:moveTo>
                  <a:pt x="3248025" y="1903679"/>
                </a:moveTo>
                <a:lnTo>
                  <a:pt x="3247567" y="1902561"/>
                </a:lnTo>
                <a:lnTo>
                  <a:pt x="3245701" y="1900694"/>
                </a:lnTo>
                <a:lnTo>
                  <a:pt x="3244583" y="1900237"/>
                </a:lnTo>
                <a:lnTo>
                  <a:pt x="3241954" y="1900237"/>
                </a:lnTo>
                <a:lnTo>
                  <a:pt x="3240836" y="1900694"/>
                </a:lnTo>
                <a:lnTo>
                  <a:pt x="3238970" y="1902561"/>
                </a:lnTo>
                <a:lnTo>
                  <a:pt x="3238500" y="1903679"/>
                </a:lnTo>
                <a:lnTo>
                  <a:pt x="3238500" y="1906308"/>
                </a:lnTo>
                <a:lnTo>
                  <a:pt x="3238970" y="1907425"/>
                </a:lnTo>
                <a:lnTo>
                  <a:pt x="3240836" y="1909292"/>
                </a:lnTo>
                <a:lnTo>
                  <a:pt x="3241954" y="1909762"/>
                </a:lnTo>
                <a:lnTo>
                  <a:pt x="3244583" y="1909762"/>
                </a:lnTo>
                <a:lnTo>
                  <a:pt x="3245701" y="1909292"/>
                </a:lnTo>
                <a:lnTo>
                  <a:pt x="3247567" y="1907425"/>
                </a:lnTo>
                <a:lnTo>
                  <a:pt x="3248025" y="1906308"/>
                </a:lnTo>
                <a:lnTo>
                  <a:pt x="3248025" y="1903679"/>
                </a:lnTo>
                <a:close/>
              </a:path>
              <a:path w="5248275" h="1914525">
                <a:moveTo>
                  <a:pt x="3248025" y="1139139"/>
                </a:moveTo>
                <a:lnTo>
                  <a:pt x="3247567" y="1138021"/>
                </a:lnTo>
                <a:lnTo>
                  <a:pt x="3245701" y="1136154"/>
                </a:lnTo>
                <a:lnTo>
                  <a:pt x="3244583" y="1135684"/>
                </a:lnTo>
                <a:lnTo>
                  <a:pt x="3241954" y="1135684"/>
                </a:lnTo>
                <a:lnTo>
                  <a:pt x="3240836" y="1136154"/>
                </a:lnTo>
                <a:lnTo>
                  <a:pt x="3238970" y="1138021"/>
                </a:lnTo>
                <a:lnTo>
                  <a:pt x="3238500" y="1139139"/>
                </a:lnTo>
                <a:lnTo>
                  <a:pt x="3238500" y="1141768"/>
                </a:lnTo>
                <a:lnTo>
                  <a:pt x="3238970" y="1142885"/>
                </a:lnTo>
                <a:lnTo>
                  <a:pt x="3240836" y="1144752"/>
                </a:lnTo>
                <a:lnTo>
                  <a:pt x="3241954" y="1145209"/>
                </a:lnTo>
                <a:lnTo>
                  <a:pt x="3244583" y="1145209"/>
                </a:lnTo>
                <a:lnTo>
                  <a:pt x="3245701" y="1144752"/>
                </a:lnTo>
                <a:lnTo>
                  <a:pt x="3247567" y="1142885"/>
                </a:lnTo>
                <a:lnTo>
                  <a:pt x="3248025" y="1141768"/>
                </a:lnTo>
                <a:lnTo>
                  <a:pt x="3248025" y="1139139"/>
                </a:lnTo>
                <a:close/>
              </a:path>
              <a:path w="5248275" h="1914525">
                <a:moveTo>
                  <a:pt x="3248025" y="374599"/>
                </a:moveTo>
                <a:lnTo>
                  <a:pt x="3247567" y="373481"/>
                </a:lnTo>
                <a:lnTo>
                  <a:pt x="3245701" y="371614"/>
                </a:lnTo>
                <a:lnTo>
                  <a:pt x="3244583" y="371144"/>
                </a:lnTo>
                <a:lnTo>
                  <a:pt x="3241954" y="371144"/>
                </a:lnTo>
                <a:lnTo>
                  <a:pt x="3240836" y="371614"/>
                </a:lnTo>
                <a:lnTo>
                  <a:pt x="3238970" y="373481"/>
                </a:lnTo>
                <a:lnTo>
                  <a:pt x="3238500" y="374599"/>
                </a:lnTo>
                <a:lnTo>
                  <a:pt x="3238500" y="377228"/>
                </a:lnTo>
                <a:lnTo>
                  <a:pt x="3238970" y="378345"/>
                </a:lnTo>
                <a:lnTo>
                  <a:pt x="3240836" y="380212"/>
                </a:lnTo>
                <a:lnTo>
                  <a:pt x="3241954" y="380669"/>
                </a:lnTo>
                <a:lnTo>
                  <a:pt x="3244583" y="380669"/>
                </a:lnTo>
                <a:lnTo>
                  <a:pt x="3245701" y="380212"/>
                </a:lnTo>
                <a:lnTo>
                  <a:pt x="3247567" y="378345"/>
                </a:lnTo>
                <a:lnTo>
                  <a:pt x="3248025" y="377228"/>
                </a:lnTo>
                <a:lnTo>
                  <a:pt x="3248025" y="374599"/>
                </a:lnTo>
                <a:close/>
              </a:path>
              <a:path w="5248275" h="1914525">
                <a:moveTo>
                  <a:pt x="3295650" y="1903679"/>
                </a:moveTo>
                <a:lnTo>
                  <a:pt x="3295192" y="1902561"/>
                </a:lnTo>
                <a:lnTo>
                  <a:pt x="3293326" y="1900694"/>
                </a:lnTo>
                <a:lnTo>
                  <a:pt x="3292208" y="1900237"/>
                </a:lnTo>
                <a:lnTo>
                  <a:pt x="3289579" y="1900237"/>
                </a:lnTo>
                <a:lnTo>
                  <a:pt x="3288461" y="1900694"/>
                </a:lnTo>
                <a:lnTo>
                  <a:pt x="3286595" y="1902561"/>
                </a:lnTo>
                <a:lnTo>
                  <a:pt x="3286125" y="1903679"/>
                </a:lnTo>
                <a:lnTo>
                  <a:pt x="3286125" y="1906308"/>
                </a:lnTo>
                <a:lnTo>
                  <a:pt x="3286595" y="1907425"/>
                </a:lnTo>
                <a:lnTo>
                  <a:pt x="3288461" y="1909292"/>
                </a:lnTo>
                <a:lnTo>
                  <a:pt x="3289579" y="1909762"/>
                </a:lnTo>
                <a:lnTo>
                  <a:pt x="3292208" y="1909762"/>
                </a:lnTo>
                <a:lnTo>
                  <a:pt x="3293326" y="1909292"/>
                </a:lnTo>
                <a:lnTo>
                  <a:pt x="3295192" y="1907425"/>
                </a:lnTo>
                <a:lnTo>
                  <a:pt x="3295650" y="1906308"/>
                </a:lnTo>
                <a:lnTo>
                  <a:pt x="3295650" y="1903679"/>
                </a:lnTo>
                <a:close/>
              </a:path>
              <a:path w="5248275" h="1914525">
                <a:moveTo>
                  <a:pt x="3295650" y="1139139"/>
                </a:moveTo>
                <a:lnTo>
                  <a:pt x="3295192" y="1138021"/>
                </a:lnTo>
                <a:lnTo>
                  <a:pt x="3293326" y="1136154"/>
                </a:lnTo>
                <a:lnTo>
                  <a:pt x="3292208" y="1135684"/>
                </a:lnTo>
                <a:lnTo>
                  <a:pt x="3289579" y="1135684"/>
                </a:lnTo>
                <a:lnTo>
                  <a:pt x="3288461" y="1136154"/>
                </a:lnTo>
                <a:lnTo>
                  <a:pt x="3286595" y="1138021"/>
                </a:lnTo>
                <a:lnTo>
                  <a:pt x="3286125" y="1139139"/>
                </a:lnTo>
                <a:lnTo>
                  <a:pt x="3286125" y="1141768"/>
                </a:lnTo>
                <a:lnTo>
                  <a:pt x="3286595" y="1142885"/>
                </a:lnTo>
                <a:lnTo>
                  <a:pt x="3288461" y="1144752"/>
                </a:lnTo>
                <a:lnTo>
                  <a:pt x="3289579" y="1145209"/>
                </a:lnTo>
                <a:lnTo>
                  <a:pt x="3292208" y="1145209"/>
                </a:lnTo>
                <a:lnTo>
                  <a:pt x="3293326" y="1144752"/>
                </a:lnTo>
                <a:lnTo>
                  <a:pt x="3295192" y="1142885"/>
                </a:lnTo>
                <a:lnTo>
                  <a:pt x="3295650" y="1141768"/>
                </a:lnTo>
                <a:lnTo>
                  <a:pt x="3295650" y="1139139"/>
                </a:lnTo>
                <a:close/>
              </a:path>
              <a:path w="5248275" h="1914525">
                <a:moveTo>
                  <a:pt x="3295650" y="374599"/>
                </a:moveTo>
                <a:lnTo>
                  <a:pt x="3295192" y="373481"/>
                </a:lnTo>
                <a:lnTo>
                  <a:pt x="3293326" y="371614"/>
                </a:lnTo>
                <a:lnTo>
                  <a:pt x="3292208" y="371144"/>
                </a:lnTo>
                <a:lnTo>
                  <a:pt x="3289579" y="371144"/>
                </a:lnTo>
                <a:lnTo>
                  <a:pt x="3288461" y="371614"/>
                </a:lnTo>
                <a:lnTo>
                  <a:pt x="3286595" y="373481"/>
                </a:lnTo>
                <a:lnTo>
                  <a:pt x="3286125" y="374599"/>
                </a:lnTo>
                <a:lnTo>
                  <a:pt x="3286125" y="377228"/>
                </a:lnTo>
                <a:lnTo>
                  <a:pt x="3286595" y="378345"/>
                </a:lnTo>
                <a:lnTo>
                  <a:pt x="3288461" y="380212"/>
                </a:lnTo>
                <a:lnTo>
                  <a:pt x="3289579" y="380669"/>
                </a:lnTo>
                <a:lnTo>
                  <a:pt x="3292208" y="380669"/>
                </a:lnTo>
                <a:lnTo>
                  <a:pt x="3293326" y="380212"/>
                </a:lnTo>
                <a:lnTo>
                  <a:pt x="3295192" y="378345"/>
                </a:lnTo>
                <a:lnTo>
                  <a:pt x="3295650" y="377228"/>
                </a:lnTo>
                <a:lnTo>
                  <a:pt x="3295650" y="374599"/>
                </a:lnTo>
                <a:close/>
              </a:path>
              <a:path w="5248275" h="1914525">
                <a:moveTo>
                  <a:pt x="3343275" y="1903679"/>
                </a:moveTo>
                <a:lnTo>
                  <a:pt x="3342817" y="1902561"/>
                </a:lnTo>
                <a:lnTo>
                  <a:pt x="3340951" y="1900694"/>
                </a:lnTo>
                <a:lnTo>
                  <a:pt x="3339833" y="1900237"/>
                </a:lnTo>
                <a:lnTo>
                  <a:pt x="3337204" y="1900237"/>
                </a:lnTo>
                <a:lnTo>
                  <a:pt x="3336086" y="1900694"/>
                </a:lnTo>
                <a:lnTo>
                  <a:pt x="3334220" y="1902561"/>
                </a:lnTo>
                <a:lnTo>
                  <a:pt x="3333750" y="1903679"/>
                </a:lnTo>
                <a:lnTo>
                  <a:pt x="3333750" y="1906308"/>
                </a:lnTo>
                <a:lnTo>
                  <a:pt x="3334220" y="1907425"/>
                </a:lnTo>
                <a:lnTo>
                  <a:pt x="3336086" y="1909292"/>
                </a:lnTo>
                <a:lnTo>
                  <a:pt x="3337204" y="1909762"/>
                </a:lnTo>
                <a:lnTo>
                  <a:pt x="3339833" y="1909762"/>
                </a:lnTo>
                <a:lnTo>
                  <a:pt x="3340951" y="1909292"/>
                </a:lnTo>
                <a:lnTo>
                  <a:pt x="3342817" y="1907425"/>
                </a:lnTo>
                <a:lnTo>
                  <a:pt x="3343275" y="1906308"/>
                </a:lnTo>
                <a:lnTo>
                  <a:pt x="3343275" y="1903679"/>
                </a:lnTo>
                <a:close/>
              </a:path>
              <a:path w="5248275" h="1914525">
                <a:moveTo>
                  <a:pt x="3343275" y="1139139"/>
                </a:moveTo>
                <a:lnTo>
                  <a:pt x="3342817" y="1138021"/>
                </a:lnTo>
                <a:lnTo>
                  <a:pt x="3340951" y="1136154"/>
                </a:lnTo>
                <a:lnTo>
                  <a:pt x="3339833" y="1135684"/>
                </a:lnTo>
                <a:lnTo>
                  <a:pt x="3337204" y="1135684"/>
                </a:lnTo>
                <a:lnTo>
                  <a:pt x="3336086" y="1136154"/>
                </a:lnTo>
                <a:lnTo>
                  <a:pt x="3334220" y="1138021"/>
                </a:lnTo>
                <a:lnTo>
                  <a:pt x="3333750" y="1139139"/>
                </a:lnTo>
                <a:lnTo>
                  <a:pt x="3333750" y="1141768"/>
                </a:lnTo>
                <a:lnTo>
                  <a:pt x="3334220" y="1142885"/>
                </a:lnTo>
                <a:lnTo>
                  <a:pt x="3336086" y="1144752"/>
                </a:lnTo>
                <a:lnTo>
                  <a:pt x="3337204" y="1145209"/>
                </a:lnTo>
                <a:lnTo>
                  <a:pt x="3339833" y="1145209"/>
                </a:lnTo>
                <a:lnTo>
                  <a:pt x="3340951" y="1144752"/>
                </a:lnTo>
                <a:lnTo>
                  <a:pt x="3342817" y="1142885"/>
                </a:lnTo>
                <a:lnTo>
                  <a:pt x="3343275" y="1141768"/>
                </a:lnTo>
                <a:lnTo>
                  <a:pt x="3343275" y="1139139"/>
                </a:lnTo>
                <a:close/>
              </a:path>
              <a:path w="5248275" h="1914525">
                <a:moveTo>
                  <a:pt x="3343275" y="374599"/>
                </a:moveTo>
                <a:lnTo>
                  <a:pt x="3342817" y="373481"/>
                </a:lnTo>
                <a:lnTo>
                  <a:pt x="3340951" y="371614"/>
                </a:lnTo>
                <a:lnTo>
                  <a:pt x="3339833" y="371144"/>
                </a:lnTo>
                <a:lnTo>
                  <a:pt x="3337204" y="371144"/>
                </a:lnTo>
                <a:lnTo>
                  <a:pt x="3336086" y="371614"/>
                </a:lnTo>
                <a:lnTo>
                  <a:pt x="3334220" y="373481"/>
                </a:lnTo>
                <a:lnTo>
                  <a:pt x="3333750" y="374599"/>
                </a:lnTo>
                <a:lnTo>
                  <a:pt x="3333750" y="377228"/>
                </a:lnTo>
                <a:lnTo>
                  <a:pt x="3334220" y="378345"/>
                </a:lnTo>
                <a:lnTo>
                  <a:pt x="3336086" y="380212"/>
                </a:lnTo>
                <a:lnTo>
                  <a:pt x="3337204" y="380669"/>
                </a:lnTo>
                <a:lnTo>
                  <a:pt x="3339833" y="380669"/>
                </a:lnTo>
                <a:lnTo>
                  <a:pt x="3340951" y="380212"/>
                </a:lnTo>
                <a:lnTo>
                  <a:pt x="3342817" y="378345"/>
                </a:lnTo>
                <a:lnTo>
                  <a:pt x="3343275" y="377228"/>
                </a:lnTo>
                <a:lnTo>
                  <a:pt x="3343275" y="374599"/>
                </a:lnTo>
                <a:close/>
              </a:path>
              <a:path w="5248275" h="1914525">
                <a:moveTo>
                  <a:pt x="3390900" y="1903679"/>
                </a:moveTo>
                <a:lnTo>
                  <a:pt x="3390442" y="1902561"/>
                </a:lnTo>
                <a:lnTo>
                  <a:pt x="3388576" y="1900694"/>
                </a:lnTo>
                <a:lnTo>
                  <a:pt x="3387458" y="1900237"/>
                </a:lnTo>
                <a:lnTo>
                  <a:pt x="3384829" y="1900237"/>
                </a:lnTo>
                <a:lnTo>
                  <a:pt x="3383711" y="1900694"/>
                </a:lnTo>
                <a:lnTo>
                  <a:pt x="3381845" y="1902561"/>
                </a:lnTo>
                <a:lnTo>
                  <a:pt x="3381375" y="1903679"/>
                </a:lnTo>
                <a:lnTo>
                  <a:pt x="3381375" y="1906308"/>
                </a:lnTo>
                <a:lnTo>
                  <a:pt x="3381845" y="1907425"/>
                </a:lnTo>
                <a:lnTo>
                  <a:pt x="3383711" y="1909292"/>
                </a:lnTo>
                <a:lnTo>
                  <a:pt x="3384829" y="1909762"/>
                </a:lnTo>
                <a:lnTo>
                  <a:pt x="3387458" y="1909762"/>
                </a:lnTo>
                <a:lnTo>
                  <a:pt x="3388576" y="1909292"/>
                </a:lnTo>
                <a:lnTo>
                  <a:pt x="3390442" y="1907425"/>
                </a:lnTo>
                <a:lnTo>
                  <a:pt x="3390900" y="1906308"/>
                </a:lnTo>
                <a:lnTo>
                  <a:pt x="3390900" y="1903679"/>
                </a:lnTo>
                <a:close/>
              </a:path>
              <a:path w="5248275" h="1914525">
                <a:moveTo>
                  <a:pt x="3390900" y="1139139"/>
                </a:moveTo>
                <a:lnTo>
                  <a:pt x="3390442" y="1138021"/>
                </a:lnTo>
                <a:lnTo>
                  <a:pt x="3388576" y="1136154"/>
                </a:lnTo>
                <a:lnTo>
                  <a:pt x="3387458" y="1135684"/>
                </a:lnTo>
                <a:lnTo>
                  <a:pt x="3384829" y="1135684"/>
                </a:lnTo>
                <a:lnTo>
                  <a:pt x="3383711" y="1136154"/>
                </a:lnTo>
                <a:lnTo>
                  <a:pt x="3381845" y="1138021"/>
                </a:lnTo>
                <a:lnTo>
                  <a:pt x="3381375" y="1139139"/>
                </a:lnTo>
                <a:lnTo>
                  <a:pt x="3381375" y="1141768"/>
                </a:lnTo>
                <a:lnTo>
                  <a:pt x="3381845" y="1142885"/>
                </a:lnTo>
                <a:lnTo>
                  <a:pt x="3383711" y="1144752"/>
                </a:lnTo>
                <a:lnTo>
                  <a:pt x="3384829" y="1145209"/>
                </a:lnTo>
                <a:lnTo>
                  <a:pt x="3387458" y="1145209"/>
                </a:lnTo>
                <a:lnTo>
                  <a:pt x="3388576" y="1144752"/>
                </a:lnTo>
                <a:lnTo>
                  <a:pt x="3390442" y="1142885"/>
                </a:lnTo>
                <a:lnTo>
                  <a:pt x="3390900" y="1141768"/>
                </a:lnTo>
                <a:lnTo>
                  <a:pt x="3390900" y="1139139"/>
                </a:lnTo>
                <a:close/>
              </a:path>
              <a:path w="5248275" h="1914525">
                <a:moveTo>
                  <a:pt x="3390900" y="374599"/>
                </a:moveTo>
                <a:lnTo>
                  <a:pt x="3390442" y="373481"/>
                </a:lnTo>
                <a:lnTo>
                  <a:pt x="3388576" y="371614"/>
                </a:lnTo>
                <a:lnTo>
                  <a:pt x="3387458" y="371144"/>
                </a:lnTo>
                <a:lnTo>
                  <a:pt x="3384829" y="371144"/>
                </a:lnTo>
                <a:lnTo>
                  <a:pt x="3383711" y="371614"/>
                </a:lnTo>
                <a:lnTo>
                  <a:pt x="3381845" y="373481"/>
                </a:lnTo>
                <a:lnTo>
                  <a:pt x="3381375" y="374599"/>
                </a:lnTo>
                <a:lnTo>
                  <a:pt x="3381375" y="377228"/>
                </a:lnTo>
                <a:lnTo>
                  <a:pt x="3381845" y="378345"/>
                </a:lnTo>
                <a:lnTo>
                  <a:pt x="3383711" y="380212"/>
                </a:lnTo>
                <a:lnTo>
                  <a:pt x="3384829" y="380669"/>
                </a:lnTo>
                <a:lnTo>
                  <a:pt x="3387458" y="380669"/>
                </a:lnTo>
                <a:lnTo>
                  <a:pt x="3388576" y="380212"/>
                </a:lnTo>
                <a:lnTo>
                  <a:pt x="3390442" y="378345"/>
                </a:lnTo>
                <a:lnTo>
                  <a:pt x="3390900" y="377228"/>
                </a:lnTo>
                <a:lnTo>
                  <a:pt x="3390900" y="374599"/>
                </a:lnTo>
                <a:close/>
              </a:path>
              <a:path w="5248275" h="1914525">
                <a:moveTo>
                  <a:pt x="3438525" y="1903679"/>
                </a:moveTo>
                <a:lnTo>
                  <a:pt x="3438067" y="1902561"/>
                </a:lnTo>
                <a:lnTo>
                  <a:pt x="3436201" y="1900694"/>
                </a:lnTo>
                <a:lnTo>
                  <a:pt x="3435083" y="1900237"/>
                </a:lnTo>
                <a:lnTo>
                  <a:pt x="3432454" y="1900237"/>
                </a:lnTo>
                <a:lnTo>
                  <a:pt x="3431336" y="1900694"/>
                </a:lnTo>
                <a:lnTo>
                  <a:pt x="3429470" y="1902561"/>
                </a:lnTo>
                <a:lnTo>
                  <a:pt x="3429000" y="1903679"/>
                </a:lnTo>
                <a:lnTo>
                  <a:pt x="3429000" y="1906308"/>
                </a:lnTo>
                <a:lnTo>
                  <a:pt x="3429470" y="1907425"/>
                </a:lnTo>
                <a:lnTo>
                  <a:pt x="3431336" y="1909292"/>
                </a:lnTo>
                <a:lnTo>
                  <a:pt x="3432454" y="1909762"/>
                </a:lnTo>
                <a:lnTo>
                  <a:pt x="3435083" y="1909762"/>
                </a:lnTo>
                <a:lnTo>
                  <a:pt x="3436201" y="1909292"/>
                </a:lnTo>
                <a:lnTo>
                  <a:pt x="3438067" y="1907425"/>
                </a:lnTo>
                <a:lnTo>
                  <a:pt x="3438525" y="1906308"/>
                </a:lnTo>
                <a:lnTo>
                  <a:pt x="3438525" y="1903679"/>
                </a:lnTo>
                <a:close/>
              </a:path>
              <a:path w="5248275" h="1914525">
                <a:moveTo>
                  <a:pt x="3438525" y="1139139"/>
                </a:moveTo>
                <a:lnTo>
                  <a:pt x="3438067" y="1138021"/>
                </a:lnTo>
                <a:lnTo>
                  <a:pt x="3436201" y="1136154"/>
                </a:lnTo>
                <a:lnTo>
                  <a:pt x="3435083" y="1135684"/>
                </a:lnTo>
                <a:lnTo>
                  <a:pt x="3432454" y="1135684"/>
                </a:lnTo>
                <a:lnTo>
                  <a:pt x="3431336" y="1136154"/>
                </a:lnTo>
                <a:lnTo>
                  <a:pt x="3429470" y="1138021"/>
                </a:lnTo>
                <a:lnTo>
                  <a:pt x="3429000" y="1139139"/>
                </a:lnTo>
                <a:lnTo>
                  <a:pt x="3429000" y="1141768"/>
                </a:lnTo>
                <a:lnTo>
                  <a:pt x="3429470" y="1142885"/>
                </a:lnTo>
                <a:lnTo>
                  <a:pt x="3431336" y="1144752"/>
                </a:lnTo>
                <a:lnTo>
                  <a:pt x="3432454" y="1145209"/>
                </a:lnTo>
                <a:lnTo>
                  <a:pt x="3435083" y="1145209"/>
                </a:lnTo>
                <a:lnTo>
                  <a:pt x="3436201" y="1144752"/>
                </a:lnTo>
                <a:lnTo>
                  <a:pt x="3438067" y="1142885"/>
                </a:lnTo>
                <a:lnTo>
                  <a:pt x="3438525" y="1141768"/>
                </a:lnTo>
                <a:lnTo>
                  <a:pt x="3438525" y="1139139"/>
                </a:lnTo>
                <a:close/>
              </a:path>
              <a:path w="5248275" h="1914525">
                <a:moveTo>
                  <a:pt x="3438525" y="374599"/>
                </a:moveTo>
                <a:lnTo>
                  <a:pt x="3438067" y="373481"/>
                </a:lnTo>
                <a:lnTo>
                  <a:pt x="3436201" y="371614"/>
                </a:lnTo>
                <a:lnTo>
                  <a:pt x="3435083" y="371144"/>
                </a:lnTo>
                <a:lnTo>
                  <a:pt x="3432454" y="371144"/>
                </a:lnTo>
                <a:lnTo>
                  <a:pt x="3431336" y="371614"/>
                </a:lnTo>
                <a:lnTo>
                  <a:pt x="3429470" y="373481"/>
                </a:lnTo>
                <a:lnTo>
                  <a:pt x="3429000" y="374599"/>
                </a:lnTo>
                <a:lnTo>
                  <a:pt x="3429000" y="377228"/>
                </a:lnTo>
                <a:lnTo>
                  <a:pt x="3429470" y="378345"/>
                </a:lnTo>
                <a:lnTo>
                  <a:pt x="3431336" y="380212"/>
                </a:lnTo>
                <a:lnTo>
                  <a:pt x="3432454" y="380669"/>
                </a:lnTo>
                <a:lnTo>
                  <a:pt x="3435083" y="380669"/>
                </a:lnTo>
                <a:lnTo>
                  <a:pt x="3436201" y="380212"/>
                </a:lnTo>
                <a:lnTo>
                  <a:pt x="3438067" y="378345"/>
                </a:lnTo>
                <a:lnTo>
                  <a:pt x="3438525" y="377228"/>
                </a:lnTo>
                <a:lnTo>
                  <a:pt x="3438525" y="374599"/>
                </a:lnTo>
                <a:close/>
              </a:path>
              <a:path w="5248275" h="1914525">
                <a:moveTo>
                  <a:pt x="3486150" y="1903679"/>
                </a:moveTo>
                <a:lnTo>
                  <a:pt x="3485692" y="1902561"/>
                </a:lnTo>
                <a:lnTo>
                  <a:pt x="3483826" y="1900694"/>
                </a:lnTo>
                <a:lnTo>
                  <a:pt x="3482708" y="1900237"/>
                </a:lnTo>
                <a:lnTo>
                  <a:pt x="3480079" y="1900237"/>
                </a:lnTo>
                <a:lnTo>
                  <a:pt x="3478961" y="1900694"/>
                </a:lnTo>
                <a:lnTo>
                  <a:pt x="3477095" y="1902561"/>
                </a:lnTo>
                <a:lnTo>
                  <a:pt x="3476625" y="1903679"/>
                </a:lnTo>
                <a:lnTo>
                  <a:pt x="3476625" y="1906308"/>
                </a:lnTo>
                <a:lnTo>
                  <a:pt x="3477095" y="1907425"/>
                </a:lnTo>
                <a:lnTo>
                  <a:pt x="3478961" y="1909292"/>
                </a:lnTo>
                <a:lnTo>
                  <a:pt x="3480079" y="1909762"/>
                </a:lnTo>
                <a:lnTo>
                  <a:pt x="3482708" y="1909762"/>
                </a:lnTo>
                <a:lnTo>
                  <a:pt x="3483826" y="1909292"/>
                </a:lnTo>
                <a:lnTo>
                  <a:pt x="3485692" y="1907425"/>
                </a:lnTo>
                <a:lnTo>
                  <a:pt x="3486150" y="1906308"/>
                </a:lnTo>
                <a:lnTo>
                  <a:pt x="3486150" y="1903679"/>
                </a:lnTo>
                <a:close/>
              </a:path>
              <a:path w="5248275" h="1914525">
                <a:moveTo>
                  <a:pt x="3486150" y="1139139"/>
                </a:moveTo>
                <a:lnTo>
                  <a:pt x="3485692" y="1138021"/>
                </a:lnTo>
                <a:lnTo>
                  <a:pt x="3483826" y="1136154"/>
                </a:lnTo>
                <a:lnTo>
                  <a:pt x="3482708" y="1135684"/>
                </a:lnTo>
                <a:lnTo>
                  <a:pt x="3480079" y="1135684"/>
                </a:lnTo>
                <a:lnTo>
                  <a:pt x="3478961" y="1136154"/>
                </a:lnTo>
                <a:lnTo>
                  <a:pt x="3477095" y="1138021"/>
                </a:lnTo>
                <a:lnTo>
                  <a:pt x="3476625" y="1139139"/>
                </a:lnTo>
                <a:lnTo>
                  <a:pt x="3476625" y="1141768"/>
                </a:lnTo>
                <a:lnTo>
                  <a:pt x="3477095" y="1142885"/>
                </a:lnTo>
                <a:lnTo>
                  <a:pt x="3478961" y="1144752"/>
                </a:lnTo>
                <a:lnTo>
                  <a:pt x="3480079" y="1145209"/>
                </a:lnTo>
                <a:lnTo>
                  <a:pt x="3482708" y="1145209"/>
                </a:lnTo>
                <a:lnTo>
                  <a:pt x="3483826" y="1144752"/>
                </a:lnTo>
                <a:lnTo>
                  <a:pt x="3485692" y="1142885"/>
                </a:lnTo>
                <a:lnTo>
                  <a:pt x="3486150" y="1141768"/>
                </a:lnTo>
                <a:lnTo>
                  <a:pt x="3486150" y="1139139"/>
                </a:lnTo>
                <a:close/>
              </a:path>
              <a:path w="5248275" h="1914525">
                <a:moveTo>
                  <a:pt x="3486150" y="374599"/>
                </a:moveTo>
                <a:lnTo>
                  <a:pt x="3485692" y="373481"/>
                </a:lnTo>
                <a:lnTo>
                  <a:pt x="3483826" y="371614"/>
                </a:lnTo>
                <a:lnTo>
                  <a:pt x="3482708" y="371144"/>
                </a:lnTo>
                <a:lnTo>
                  <a:pt x="3480079" y="371144"/>
                </a:lnTo>
                <a:lnTo>
                  <a:pt x="3478961" y="371614"/>
                </a:lnTo>
                <a:lnTo>
                  <a:pt x="3477095" y="373481"/>
                </a:lnTo>
                <a:lnTo>
                  <a:pt x="3476625" y="374599"/>
                </a:lnTo>
                <a:lnTo>
                  <a:pt x="3476625" y="377228"/>
                </a:lnTo>
                <a:lnTo>
                  <a:pt x="3477095" y="378345"/>
                </a:lnTo>
                <a:lnTo>
                  <a:pt x="3478961" y="380212"/>
                </a:lnTo>
                <a:lnTo>
                  <a:pt x="3480079" y="380669"/>
                </a:lnTo>
                <a:lnTo>
                  <a:pt x="3482708" y="380669"/>
                </a:lnTo>
                <a:lnTo>
                  <a:pt x="3483826" y="380212"/>
                </a:lnTo>
                <a:lnTo>
                  <a:pt x="3485692" y="378345"/>
                </a:lnTo>
                <a:lnTo>
                  <a:pt x="3486150" y="377228"/>
                </a:lnTo>
                <a:lnTo>
                  <a:pt x="3486150" y="374599"/>
                </a:lnTo>
                <a:close/>
              </a:path>
              <a:path w="5248275" h="1914525">
                <a:moveTo>
                  <a:pt x="3533775" y="1903679"/>
                </a:moveTo>
                <a:lnTo>
                  <a:pt x="3533317" y="1902561"/>
                </a:lnTo>
                <a:lnTo>
                  <a:pt x="3531451" y="1900694"/>
                </a:lnTo>
                <a:lnTo>
                  <a:pt x="3530333" y="1900237"/>
                </a:lnTo>
                <a:lnTo>
                  <a:pt x="3527704" y="1900237"/>
                </a:lnTo>
                <a:lnTo>
                  <a:pt x="3526586" y="1900694"/>
                </a:lnTo>
                <a:lnTo>
                  <a:pt x="3524720" y="1902561"/>
                </a:lnTo>
                <a:lnTo>
                  <a:pt x="3524250" y="1903679"/>
                </a:lnTo>
                <a:lnTo>
                  <a:pt x="3524250" y="1906308"/>
                </a:lnTo>
                <a:lnTo>
                  <a:pt x="3524720" y="1907425"/>
                </a:lnTo>
                <a:lnTo>
                  <a:pt x="3526586" y="1909292"/>
                </a:lnTo>
                <a:lnTo>
                  <a:pt x="3527704" y="1909762"/>
                </a:lnTo>
                <a:lnTo>
                  <a:pt x="3530333" y="1909762"/>
                </a:lnTo>
                <a:lnTo>
                  <a:pt x="3531451" y="1909292"/>
                </a:lnTo>
                <a:lnTo>
                  <a:pt x="3533317" y="1907425"/>
                </a:lnTo>
                <a:lnTo>
                  <a:pt x="3533775" y="1906308"/>
                </a:lnTo>
                <a:lnTo>
                  <a:pt x="3533775" y="1903679"/>
                </a:lnTo>
                <a:close/>
              </a:path>
              <a:path w="5248275" h="1914525">
                <a:moveTo>
                  <a:pt x="3533775" y="1139139"/>
                </a:moveTo>
                <a:lnTo>
                  <a:pt x="3533317" y="1138021"/>
                </a:lnTo>
                <a:lnTo>
                  <a:pt x="3531451" y="1136154"/>
                </a:lnTo>
                <a:lnTo>
                  <a:pt x="3530333" y="1135684"/>
                </a:lnTo>
                <a:lnTo>
                  <a:pt x="3527704" y="1135684"/>
                </a:lnTo>
                <a:lnTo>
                  <a:pt x="3526586" y="1136154"/>
                </a:lnTo>
                <a:lnTo>
                  <a:pt x="3524720" y="1138021"/>
                </a:lnTo>
                <a:lnTo>
                  <a:pt x="3524250" y="1139139"/>
                </a:lnTo>
                <a:lnTo>
                  <a:pt x="3524250" y="1141768"/>
                </a:lnTo>
                <a:lnTo>
                  <a:pt x="3524720" y="1142885"/>
                </a:lnTo>
                <a:lnTo>
                  <a:pt x="3526586" y="1144752"/>
                </a:lnTo>
                <a:lnTo>
                  <a:pt x="3527704" y="1145209"/>
                </a:lnTo>
                <a:lnTo>
                  <a:pt x="3530333" y="1145209"/>
                </a:lnTo>
                <a:lnTo>
                  <a:pt x="3531451" y="1144752"/>
                </a:lnTo>
                <a:lnTo>
                  <a:pt x="3533317" y="1142885"/>
                </a:lnTo>
                <a:lnTo>
                  <a:pt x="3533775" y="1141768"/>
                </a:lnTo>
                <a:lnTo>
                  <a:pt x="3533775" y="1139139"/>
                </a:lnTo>
                <a:close/>
              </a:path>
              <a:path w="5248275" h="1914525">
                <a:moveTo>
                  <a:pt x="3533775" y="374599"/>
                </a:moveTo>
                <a:lnTo>
                  <a:pt x="3533317" y="373481"/>
                </a:lnTo>
                <a:lnTo>
                  <a:pt x="3531451" y="371614"/>
                </a:lnTo>
                <a:lnTo>
                  <a:pt x="3530333" y="371144"/>
                </a:lnTo>
                <a:lnTo>
                  <a:pt x="3527704" y="371144"/>
                </a:lnTo>
                <a:lnTo>
                  <a:pt x="3526586" y="371614"/>
                </a:lnTo>
                <a:lnTo>
                  <a:pt x="3524720" y="373481"/>
                </a:lnTo>
                <a:lnTo>
                  <a:pt x="3524250" y="374599"/>
                </a:lnTo>
                <a:lnTo>
                  <a:pt x="3524250" y="377228"/>
                </a:lnTo>
                <a:lnTo>
                  <a:pt x="3524720" y="378345"/>
                </a:lnTo>
                <a:lnTo>
                  <a:pt x="3526586" y="380212"/>
                </a:lnTo>
                <a:lnTo>
                  <a:pt x="3527704" y="380669"/>
                </a:lnTo>
                <a:lnTo>
                  <a:pt x="3530333" y="380669"/>
                </a:lnTo>
                <a:lnTo>
                  <a:pt x="3531451" y="380212"/>
                </a:lnTo>
                <a:lnTo>
                  <a:pt x="3533317" y="378345"/>
                </a:lnTo>
                <a:lnTo>
                  <a:pt x="3533775" y="377228"/>
                </a:lnTo>
                <a:lnTo>
                  <a:pt x="3533775" y="374599"/>
                </a:lnTo>
                <a:close/>
              </a:path>
              <a:path w="5248275" h="1914525">
                <a:moveTo>
                  <a:pt x="3581400" y="1903679"/>
                </a:moveTo>
                <a:lnTo>
                  <a:pt x="3580942" y="1902561"/>
                </a:lnTo>
                <a:lnTo>
                  <a:pt x="3579076" y="1900694"/>
                </a:lnTo>
                <a:lnTo>
                  <a:pt x="3577958" y="1900237"/>
                </a:lnTo>
                <a:lnTo>
                  <a:pt x="3575329" y="1900237"/>
                </a:lnTo>
                <a:lnTo>
                  <a:pt x="3574211" y="1900694"/>
                </a:lnTo>
                <a:lnTo>
                  <a:pt x="3572345" y="1902561"/>
                </a:lnTo>
                <a:lnTo>
                  <a:pt x="3571875" y="1903679"/>
                </a:lnTo>
                <a:lnTo>
                  <a:pt x="3571875" y="1906308"/>
                </a:lnTo>
                <a:lnTo>
                  <a:pt x="3572345" y="1907425"/>
                </a:lnTo>
                <a:lnTo>
                  <a:pt x="3574211" y="1909292"/>
                </a:lnTo>
                <a:lnTo>
                  <a:pt x="3575329" y="1909762"/>
                </a:lnTo>
                <a:lnTo>
                  <a:pt x="3577958" y="1909762"/>
                </a:lnTo>
                <a:lnTo>
                  <a:pt x="3579076" y="1909292"/>
                </a:lnTo>
                <a:lnTo>
                  <a:pt x="3580942" y="1907425"/>
                </a:lnTo>
                <a:lnTo>
                  <a:pt x="3581400" y="1906308"/>
                </a:lnTo>
                <a:lnTo>
                  <a:pt x="3581400" y="1903679"/>
                </a:lnTo>
                <a:close/>
              </a:path>
              <a:path w="5248275" h="1914525">
                <a:moveTo>
                  <a:pt x="3581400" y="1139139"/>
                </a:moveTo>
                <a:lnTo>
                  <a:pt x="3580942" y="1138021"/>
                </a:lnTo>
                <a:lnTo>
                  <a:pt x="3579076" y="1136154"/>
                </a:lnTo>
                <a:lnTo>
                  <a:pt x="3577958" y="1135684"/>
                </a:lnTo>
                <a:lnTo>
                  <a:pt x="3575329" y="1135684"/>
                </a:lnTo>
                <a:lnTo>
                  <a:pt x="3574211" y="1136154"/>
                </a:lnTo>
                <a:lnTo>
                  <a:pt x="3572345" y="1138021"/>
                </a:lnTo>
                <a:lnTo>
                  <a:pt x="3571875" y="1139139"/>
                </a:lnTo>
                <a:lnTo>
                  <a:pt x="3571875" y="1141768"/>
                </a:lnTo>
                <a:lnTo>
                  <a:pt x="3572345" y="1142885"/>
                </a:lnTo>
                <a:lnTo>
                  <a:pt x="3574211" y="1144752"/>
                </a:lnTo>
                <a:lnTo>
                  <a:pt x="3575329" y="1145209"/>
                </a:lnTo>
                <a:lnTo>
                  <a:pt x="3577958" y="1145209"/>
                </a:lnTo>
                <a:lnTo>
                  <a:pt x="3579076" y="1144752"/>
                </a:lnTo>
                <a:lnTo>
                  <a:pt x="3580942" y="1142885"/>
                </a:lnTo>
                <a:lnTo>
                  <a:pt x="3581400" y="1141768"/>
                </a:lnTo>
                <a:lnTo>
                  <a:pt x="3581400" y="1139139"/>
                </a:lnTo>
                <a:close/>
              </a:path>
              <a:path w="5248275" h="1914525">
                <a:moveTo>
                  <a:pt x="3581400" y="374599"/>
                </a:moveTo>
                <a:lnTo>
                  <a:pt x="3580942" y="373481"/>
                </a:lnTo>
                <a:lnTo>
                  <a:pt x="3579076" y="371614"/>
                </a:lnTo>
                <a:lnTo>
                  <a:pt x="3577958" y="371144"/>
                </a:lnTo>
                <a:lnTo>
                  <a:pt x="3575329" y="371144"/>
                </a:lnTo>
                <a:lnTo>
                  <a:pt x="3574211" y="371614"/>
                </a:lnTo>
                <a:lnTo>
                  <a:pt x="3572345" y="373481"/>
                </a:lnTo>
                <a:lnTo>
                  <a:pt x="3571875" y="374599"/>
                </a:lnTo>
                <a:lnTo>
                  <a:pt x="3571875" y="377228"/>
                </a:lnTo>
                <a:lnTo>
                  <a:pt x="3572345" y="378345"/>
                </a:lnTo>
                <a:lnTo>
                  <a:pt x="3574211" y="380212"/>
                </a:lnTo>
                <a:lnTo>
                  <a:pt x="3575329" y="380669"/>
                </a:lnTo>
                <a:lnTo>
                  <a:pt x="3577958" y="380669"/>
                </a:lnTo>
                <a:lnTo>
                  <a:pt x="3579076" y="380212"/>
                </a:lnTo>
                <a:lnTo>
                  <a:pt x="3580942" y="378345"/>
                </a:lnTo>
                <a:lnTo>
                  <a:pt x="3581400" y="377228"/>
                </a:lnTo>
                <a:lnTo>
                  <a:pt x="3581400" y="374599"/>
                </a:lnTo>
                <a:close/>
              </a:path>
              <a:path w="5248275" h="1914525">
                <a:moveTo>
                  <a:pt x="3629037" y="1903679"/>
                </a:moveTo>
                <a:lnTo>
                  <a:pt x="3628567" y="1902561"/>
                </a:lnTo>
                <a:lnTo>
                  <a:pt x="3626701" y="1900694"/>
                </a:lnTo>
                <a:lnTo>
                  <a:pt x="3625583" y="1900237"/>
                </a:lnTo>
                <a:lnTo>
                  <a:pt x="3622954" y="1900237"/>
                </a:lnTo>
                <a:lnTo>
                  <a:pt x="3621836" y="1900694"/>
                </a:lnTo>
                <a:lnTo>
                  <a:pt x="3619970" y="1902561"/>
                </a:lnTo>
                <a:lnTo>
                  <a:pt x="3619500" y="1903679"/>
                </a:lnTo>
                <a:lnTo>
                  <a:pt x="3619500" y="1906308"/>
                </a:lnTo>
                <a:lnTo>
                  <a:pt x="3619970" y="1907425"/>
                </a:lnTo>
                <a:lnTo>
                  <a:pt x="3621836" y="1909292"/>
                </a:lnTo>
                <a:lnTo>
                  <a:pt x="3622954" y="1909762"/>
                </a:lnTo>
                <a:lnTo>
                  <a:pt x="3625583" y="1909762"/>
                </a:lnTo>
                <a:lnTo>
                  <a:pt x="3626701" y="1909292"/>
                </a:lnTo>
                <a:lnTo>
                  <a:pt x="3628567" y="1907425"/>
                </a:lnTo>
                <a:lnTo>
                  <a:pt x="3629037" y="1906308"/>
                </a:lnTo>
                <a:lnTo>
                  <a:pt x="3629037" y="1903679"/>
                </a:lnTo>
                <a:close/>
              </a:path>
              <a:path w="5248275" h="1914525">
                <a:moveTo>
                  <a:pt x="3629037" y="1139139"/>
                </a:moveTo>
                <a:lnTo>
                  <a:pt x="3628567" y="1138021"/>
                </a:lnTo>
                <a:lnTo>
                  <a:pt x="3626701" y="1136154"/>
                </a:lnTo>
                <a:lnTo>
                  <a:pt x="3625583" y="1135684"/>
                </a:lnTo>
                <a:lnTo>
                  <a:pt x="3622954" y="1135684"/>
                </a:lnTo>
                <a:lnTo>
                  <a:pt x="3621836" y="1136154"/>
                </a:lnTo>
                <a:lnTo>
                  <a:pt x="3619970" y="1138021"/>
                </a:lnTo>
                <a:lnTo>
                  <a:pt x="3619500" y="1139139"/>
                </a:lnTo>
                <a:lnTo>
                  <a:pt x="3619500" y="1141768"/>
                </a:lnTo>
                <a:lnTo>
                  <a:pt x="3619970" y="1142885"/>
                </a:lnTo>
                <a:lnTo>
                  <a:pt x="3621836" y="1144752"/>
                </a:lnTo>
                <a:lnTo>
                  <a:pt x="3622954" y="1145209"/>
                </a:lnTo>
                <a:lnTo>
                  <a:pt x="3625583" y="1145209"/>
                </a:lnTo>
                <a:lnTo>
                  <a:pt x="3626701" y="1144752"/>
                </a:lnTo>
                <a:lnTo>
                  <a:pt x="3628567" y="1142885"/>
                </a:lnTo>
                <a:lnTo>
                  <a:pt x="3629037" y="1141768"/>
                </a:lnTo>
                <a:lnTo>
                  <a:pt x="3629037" y="1139139"/>
                </a:lnTo>
                <a:close/>
              </a:path>
              <a:path w="5248275" h="1914525">
                <a:moveTo>
                  <a:pt x="3629037" y="374599"/>
                </a:moveTo>
                <a:lnTo>
                  <a:pt x="3628567" y="373481"/>
                </a:lnTo>
                <a:lnTo>
                  <a:pt x="3626701" y="371614"/>
                </a:lnTo>
                <a:lnTo>
                  <a:pt x="3625583" y="371144"/>
                </a:lnTo>
                <a:lnTo>
                  <a:pt x="3622954" y="371144"/>
                </a:lnTo>
                <a:lnTo>
                  <a:pt x="3621836" y="371614"/>
                </a:lnTo>
                <a:lnTo>
                  <a:pt x="3619970" y="373481"/>
                </a:lnTo>
                <a:lnTo>
                  <a:pt x="3619500" y="374599"/>
                </a:lnTo>
                <a:lnTo>
                  <a:pt x="3619500" y="377228"/>
                </a:lnTo>
                <a:lnTo>
                  <a:pt x="3619970" y="378345"/>
                </a:lnTo>
                <a:lnTo>
                  <a:pt x="3621836" y="380212"/>
                </a:lnTo>
                <a:lnTo>
                  <a:pt x="3622954" y="380669"/>
                </a:lnTo>
                <a:lnTo>
                  <a:pt x="3625583" y="380669"/>
                </a:lnTo>
                <a:lnTo>
                  <a:pt x="3626701" y="380212"/>
                </a:lnTo>
                <a:lnTo>
                  <a:pt x="3628567" y="378345"/>
                </a:lnTo>
                <a:lnTo>
                  <a:pt x="3629037" y="377228"/>
                </a:lnTo>
                <a:lnTo>
                  <a:pt x="3629037" y="374599"/>
                </a:lnTo>
                <a:close/>
              </a:path>
              <a:path w="5248275" h="1914525">
                <a:moveTo>
                  <a:pt x="3676650" y="1903679"/>
                </a:moveTo>
                <a:lnTo>
                  <a:pt x="3676192" y="1902561"/>
                </a:lnTo>
                <a:lnTo>
                  <a:pt x="3674326" y="1900694"/>
                </a:lnTo>
                <a:lnTo>
                  <a:pt x="3673208" y="1900237"/>
                </a:lnTo>
                <a:lnTo>
                  <a:pt x="3670579" y="1900237"/>
                </a:lnTo>
                <a:lnTo>
                  <a:pt x="3669461" y="1900694"/>
                </a:lnTo>
                <a:lnTo>
                  <a:pt x="3667595" y="1902561"/>
                </a:lnTo>
                <a:lnTo>
                  <a:pt x="3667125" y="1903679"/>
                </a:lnTo>
                <a:lnTo>
                  <a:pt x="3667125" y="1906308"/>
                </a:lnTo>
                <a:lnTo>
                  <a:pt x="3667595" y="1907425"/>
                </a:lnTo>
                <a:lnTo>
                  <a:pt x="3669461" y="1909292"/>
                </a:lnTo>
                <a:lnTo>
                  <a:pt x="3670579" y="1909762"/>
                </a:lnTo>
                <a:lnTo>
                  <a:pt x="3673208" y="1909762"/>
                </a:lnTo>
                <a:lnTo>
                  <a:pt x="3674326" y="1909292"/>
                </a:lnTo>
                <a:lnTo>
                  <a:pt x="3676192" y="1907425"/>
                </a:lnTo>
                <a:lnTo>
                  <a:pt x="3676650" y="1906308"/>
                </a:lnTo>
                <a:lnTo>
                  <a:pt x="3676650" y="1903679"/>
                </a:lnTo>
                <a:close/>
              </a:path>
              <a:path w="5248275" h="1914525">
                <a:moveTo>
                  <a:pt x="3676650" y="1139139"/>
                </a:moveTo>
                <a:lnTo>
                  <a:pt x="3676192" y="1138021"/>
                </a:lnTo>
                <a:lnTo>
                  <a:pt x="3674326" y="1136154"/>
                </a:lnTo>
                <a:lnTo>
                  <a:pt x="3673208" y="1135684"/>
                </a:lnTo>
                <a:lnTo>
                  <a:pt x="3670579" y="1135684"/>
                </a:lnTo>
                <a:lnTo>
                  <a:pt x="3669461" y="1136154"/>
                </a:lnTo>
                <a:lnTo>
                  <a:pt x="3667595" y="1138021"/>
                </a:lnTo>
                <a:lnTo>
                  <a:pt x="3667125" y="1139139"/>
                </a:lnTo>
                <a:lnTo>
                  <a:pt x="3667125" y="1141768"/>
                </a:lnTo>
                <a:lnTo>
                  <a:pt x="3667595" y="1142885"/>
                </a:lnTo>
                <a:lnTo>
                  <a:pt x="3669461" y="1144752"/>
                </a:lnTo>
                <a:lnTo>
                  <a:pt x="3670579" y="1145209"/>
                </a:lnTo>
                <a:lnTo>
                  <a:pt x="3673208" y="1145209"/>
                </a:lnTo>
                <a:lnTo>
                  <a:pt x="3674326" y="1144752"/>
                </a:lnTo>
                <a:lnTo>
                  <a:pt x="3676192" y="1142885"/>
                </a:lnTo>
                <a:lnTo>
                  <a:pt x="3676650" y="1141768"/>
                </a:lnTo>
                <a:lnTo>
                  <a:pt x="3676650" y="1139139"/>
                </a:lnTo>
                <a:close/>
              </a:path>
              <a:path w="5248275" h="1914525">
                <a:moveTo>
                  <a:pt x="3676650" y="374599"/>
                </a:moveTo>
                <a:lnTo>
                  <a:pt x="3676192" y="373481"/>
                </a:lnTo>
                <a:lnTo>
                  <a:pt x="3674326" y="371614"/>
                </a:lnTo>
                <a:lnTo>
                  <a:pt x="3673208" y="371144"/>
                </a:lnTo>
                <a:lnTo>
                  <a:pt x="3670579" y="371144"/>
                </a:lnTo>
                <a:lnTo>
                  <a:pt x="3669461" y="371614"/>
                </a:lnTo>
                <a:lnTo>
                  <a:pt x="3667595" y="373481"/>
                </a:lnTo>
                <a:lnTo>
                  <a:pt x="3667125" y="374599"/>
                </a:lnTo>
                <a:lnTo>
                  <a:pt x="3667125" y="377228"/>
                </a:lnTo>
                <a:lnTo>
                  <a:pt x="3667595" y="378345"/>
                </a:lnTo>
                <a:lnTo>
                  <a:pt x="3669461" y="380212"/>
                </a:lnTo>
                <a:lnTo>
                  <a:pt x="3670579" y="380669"/>
                </a:lnTo>
                <a:lnTo>
                  <a:pt x="3673208" y="380669"/>
                </a:lnTo>
                <a:lnTo>
                  <a:pt x="3674326" y="380212"/>
                </a:lnTo>
                <a:lnTo>
                  <a:pt x="3676192" y="378345"/>
                </a:lnTo>
                <a:lnTo>
                  <a:pt x="3676650" y="377228"/>
                </a:lnTo>
                <a:lnTo>
                  <a:pt x="3676650" y="374599"/>
                </a:lnTo>
                <a:close/>
              </a:path>
              <a:path w="5248275" h="1914525">
                <a:moveTo>
                  <a:pt x="3724275" y="1903679"/>
                </a:moveTo>
                <a:lnTo>
                  <a:pt x="3723817" y="1902561"/>
                </a:lnTo>
                <a:lnTo>
                  <a:pt x="3721951" y="1900694"/>
                </a:lnTo>
                <a:lnTo>
                  <a:pt x="3720833" y="1900237"/>
                </a:lnTo>
                <a:lnTo>
                  <a:pt x="3718204" y="1900237"/>
                </a:lnTo>
                <a:lnTo>
                  <a:pt x="3717086" y="1900694"/>
                </a:lnTo>
                <a:lnTo>
                  <a:pt x="3715220" y="1902561"/>
                </a:lnTo>
                <a:lnTo>
                  <a:pt x="3714750" y="1903679"/>
                </a:lnTo>
                <a:lnTo>
                  <a:pt x="3714750" y="1906308"/>
                </a:lnTo>
                <a:lnTo>
                  <a:pt x="3715220" y="1907425"/>
                </a:lnTo>
                <a:lnTo>
                  <a:pt x="3717086" y="1909292"/>
                </a:lnTo>
                <a:lnTo>
                  <a:pt x="3718204" y="1909762"/>
                </a:lnTo>
                <a:lnTo>
                  <a:pt x="3720833" y="1909762"/>
                </a:lnTo>
                <a:lnTo>
                  <a:pt x="3721951" y="1909292"/>
                </a:lnTo>
                <a:lnTo>
                  <a:pt x="3723817" y="1907425"/>
                </a:lnTo>
                <a:lnTo>
                  <a:pt x="3724275" y="1906308"/>
                </a:lnTo>
                <a:lnTo>
                  <a:pt x="3724275" y="1903679"/>
                </a:lnTo>
                <a:close/>
              </a:path>
              <a:path w="5248275" h="1914525">
                <a:moveTo>
                  <a:pt x="3724275" y="1139139"/>
                </a:moveTo>
                <a:lnTo>
                  <a:pt x="3723817" y="1138021"/>
                </a:lnTo>
                <a:lnTo>
                  <a:pt x="3721951" y="1136154"/>
                </a:lnTo>
                <a:lnTo>
                  <a:pt x="3720833" y="1135684"/>
                </a:lnTo>
                <a:lnTo>
                  <a:pt x="3718204" y="1135684"/>
                </a:lnTo>
                <a:lnTo>
                  <a:pt x="3717086" y="1136154"/>
                </a:lnTo>
                <a:lnTo>
                  <a:pt x="3715220" y="1138021"/>
                </a:lnTo>
                <a:lnTo>
                  <a:pt x="3714750" y="1139139"/>
                </a:lnTo>
                <a:lnTo>
                  <a:pt x="3714750" y="1141768"/>
                </a:lnTo>
                <a:lnTo>
                  <a:pt x="3715220" y="1142885"/>
                </a:lnTo>
                <a:lnTo>
                  <a:pt x="3717086" y="1144752"/>
                </a:lnTo>
                <a:lnTo>
                  <a:pt x="3718204" y="1145209"/>
                </a:lnTo>
                <a:lnTo>
                  <a:pt x="3720833" y="1145209"/>
                </a:lnTo>
                <a:lnTo>
                  <a:pt x="3721951" y="1144752"/>
                </a:lnTo>
                <a:lnTo>
                  <a:pt x="3723817" y="1142885"/>
                </a:lnTo>
                <a:lnTo>
                  <a:pt x="3724275" y="1141768"/>
                </a:lnTo>
                <a:lnTo>
                  <a:pt x="3724275" y="1139139"/>
                </a:lnTo>
                <a:close/>
              </a:path>
              <a:path w="5248275" h="1914525">
                <a:moveTo>
                  <a:pt x="3724275" y="374599"/>
                </a:moveTo>
                <a:lnTo>
                  <a:pt x="3723817" y="373481"/>
                </a:lnTo>
                <a:lnTo>
                  <a:pt x="3721951" y="371614"/>
                </a:lnTo>
                <a:lnTo>
                  <a:pt x="3720833" y="371144"/>
                </a:lnTo>
                <a:lnTo>
                  <a:pt x="3718204" y="371144"/>
                </a:lnTo>
                <a:lnTo>
                  <a:pt x="3717086" y="371614"/>
                </a:lnTo>
                <a:lnTo>
                  <a:pt x="3715220" y="373481"/>
                </a:lnTo>
                <a:lnTo>
                  <a:pt x="3714750" y="374599"/>
                </a:lnTo>
                <a:lnTo>
                  <a:pt x="3714750" y="377228"/>
                </a:lnTo>
                <a:lnTo>
                  <a:pt x="3715220" y="378345"/>
                </a:lnTo>
                <a:lnTo>
                  <a:pt x="3717086" y="380212"/>
                </a:lnTo>
                <a:lnTo>
                  <a:pt x="3718204" y="380669"/>
                </a:lnTo>
                <a:lnTo>
                  <a:pt x="3720833" y="380669"/>
                </a:lnTo>
                <a:lnTo>
                  <a:pt x="3721951" y="380212"/>
                </a:lnTo>
                <a:lnTo>
                  <a:pt x="3723817" y="378345"/>
                </a:lnTo>
                <a:lnTo>
                  <a:pt x="3724275" y="377228"/>
                </a:lnTo>
                <a:lnTo>
                  <a:pt x="3724275" y="374599"/>
                </a:lnTo>
                <a:close/>
              </a:path>
              <a:path w="5248275" h="1914525">
                <a:moveTo>
                  <a:pt x="3771900" y="1903679"/>
                </a:moveTo>
                <a:lnTo>
                  <a:pt x="3771442" y="1902561"/>
                </a:lnTo>
                <a:lnTo>
                  <a:pt x="3769576" y="1900694"/>
                </a:lnTo>
                <a:lnTo>
                  <a:pt x="3768458" y="1900237"/>
                </a:lnTo>
                <a:lnTo>
                  <a:pt x="3765829" y="1900237"/>
                </a:lnTo>
                <a:lnTo>
                  <a:pt x="3764711" y="1900694"/>
                </a:lnTo>
                <a:lnTo>
                  <a:pt x="3762845" y="1902561"/>
                </a:lnTo>
                <a:lnTo>
                  <a:pt x="3762375" y="1903679"/>
                </a:lnTo>
                <a:lnTo>
                  <a:pt x="3762375" y="1906308"/>
                </a:lnTo>
                <a:lnTo>
                  <a:pt x="3762845" y="1907425"/>
                </a:lnTo>
                <a:lnTo>
                  <a:pt x="3764711" y="1909292"/>
                </a:lnTo>
                <a:lnTo>
                  <a:pt x="3765829" y="1909762"/>
                </a:lnTo>
                <a:lnTo>
                  <a:pt x="3768458" y="1909762"/>
                </a:lnTo>
                <a:lnTo>
                  <a:pt x="3769576" y="1909292"/>
                </a:lnTo>
                <a:lnTo>
                  <a:pt x="3771442" y="1907425"/>
                </a:lnTo>
                <a:lnTo>
                  <a:pt x="3771900" y="1906308"/>
                </a:lnTo>
                <a:lnTo>
                  <a:pt x="3771900" y="1903679"/>
                </a:lnTo>
                <a:close/>
              </a:path>
              <a:path w="5248275" h="1914525">
                <a:moveTo>
                  <a:pt x="3771900" y="1139139"/>
                </a:moveTo>
                <a:lnTo>
                  <a:pt x="3771442" y="1138021"/>
                </a:lnTo>
                <a:lnTo>
                  <a:pt x="3769576" y="1136154"/>
                </a:lnTo>
                <a:lnTo>
                  <a:pt x="3768458" y="1135684"/>
                </a:lnTo>
                <a:lnTo>
                  <a:pt x="3765829" y="1135684"/>
                </a:lnTo>
                <a:lnTo>
                  <a:pt x="3764711" y="1136154"/>
                </a:lnTo>
                <a:lnTo>
                  <a:pt x="3762845" y="1138021"/>
                </a:lnTo>
                <a:lnTo>
                  <a:pt x="3762375" y="1139139"/>
                </a:lnTo>
                <a:lnTo>
                  <a:pt x="3762375" y="1141768"/>
                </a:lnTo>
                <a:lnTo>
                  <a:pt x="3762845" y="1142885"/>
                </a:lnTo>
                <a:lnTo>
                  <a:pt x="3764711" y="1144752"/>
                </a:lnTo>
                <a:lnTo>
                  <a:pt x="3765829" y="1145209"/>
                </a:lnTo>
                <a:lnTo>
                  <a:pt x="3768458" y="1145209"/>
                </a:lnTo>
                <a:lnTo>
                  <a:pt x="3769576" y="1144752"/>
                </a:lnTo>
                <a:lnTo>
                  <a:pt x="3771442" y="1142885"/>
                </a:lnTo>
                <a:lnTo>
                  <a:pt x="3771900" y="1141768"/>
                </a:lnTo>
                <a:lnTo>
                  <a:pt x="3771900" y="1139139"/>
                </a:lnTo>
                <a:close/>
              </a:path>
              <a:path w="5248275" h="1914525">
                <a:moveTo>
                  <a:pt x="3771900" y="374599"/>
                </a:moveTo>
                <a:lnTo>
                  <a:pt x="3771442" y="373481"/>
                </a:lnTo>
                <a:lnTo>
                  <a:pt x="3769576" y="371614"/>
                </a:lnTo>
                <a:lnTo>
                  <a:pt x="3768458" y="371144"/>
                </a:lnTo>
                <a:lnTo>
                  <a:pt x="3765829" y="371144"/>
                </a:lnTo>
                <a:lnTo>
                  <a:pt x="3764711" y="371614"/>
                </a:lnTo>
                <a:lnTo>
                  <a:pt x="3762845" y="373481"/>
                </a:lnTo>
                <a:lnTo>
                  <a:pt x="3762375" y="374599"/>
                </a:lnTo>
                <a:lnTo>
                  <a:pt x="3762375" y="377228"/>
                </a:lnTo>
                <a:lnTo>
                  <a:pt x="3762845" y="378345"/>
                </a:lnTo>
                <a:lnTo>
                  <a:pt x="3764711" y="380212"/>
                </a:lnTo>
                <a:lnTo>
                  <a:pt x="3765829" y="380669"/>
                </a:lnTo>
                <a:lnTo>
                  <a:pt x="3768458" y="380669"/>
                </a:lnTo>
                <a:lnTo>
                  <a:pt x="3769576" y="380212"/>
                </a:lnTo>
                <a:lnTo>
                  <a:pt x="3771442" y="378345"/>
                </a:lnTo>
                <a:lnTo>
                  <a:pt x="3771900" y="377228"/>
                </a:lnTo>
                <a:lnTo>
                  <a:pt x="3771900" y="374599"/>
                </a:lnTo>
                <a:close/>
              </a:path>
              <a:path w="5248275" h="1914525">
                <a:moveTo>
                  <a:pt x="3819525" y="1903679"/>
                </a:moveTo>
                <a:lnTo>
                  <a:pt x="3819067" y="1902561"/>
                </a:lnTo>
                <a:lnTo>
                  <a:pt x="3817201" y="1900694"/>
                </a:lnTo>
                <a:lnTo>
                  <a:pt x="3816083" y="1900237"/>
                </a:lnTo>
                <a:lnTo>
                  <a:pt x="3813454" y="1900237"/>
                </a:lnTo>
                <a:lnTo>
                  <a:pt x="3812336" y="1900694"/>
                </a:lnTo>
                <a:lnTo>
                  <a:pt x="3810470" y="1902561"/>
                </a:lnTo>
                <a:lnTo>
                  <a:pt x="3810000" y="1903679"/>
                </a:lnTo>
                <a:lnTo>
                  <a:pt x="3810000" y="1906308"/>
                </a:lnTo>
                <a:lnTo>
                  <a:pt x="3810470" y="1907425"/>
                </a:lnTo>
                <a:lnTo>
                  <a:pt x="3812336" y="1909292"/>
                </a:lnTo>
                <a:lnTo>
                  <a:pt x="3813454" y="1909762"/>
                </a:lnTo>
                <a:lnTo>
                  <a:pt x="3816083" y="1909762"/>
                </a:lnTo>
                <a:lnTo>
                  <a:pt x="3817201" y="1909292"/>
                </a:lnTo>
                <a:lnTo>
                  <a:pt x="3819067" y="1907425"/>
                </a:lnTo>
                <a:lnTo>
                  <a:pt x="3819525" y="1906308"/>
                </a:lnTo>
                <a:lnTo>
                  <a:pt x="3819525" y="1903679"/>
                </a:lnTo>
                <a:close/>
              </a:path>
              <a:path w="5248275" h="1914525">
                <a:moveTo>
                  <a:pt x="3819525" y="1139139"/>
                </a:moveTo>
                <a:lnTo>
                  <a:pt x="3819067" y="1138021"/>
                </a:lnTo>
                <a:lnTo>
                  <a:pt x="3817201" y="1136154"/>
                </a:lnTo>
                <a:lnTo>
                  <a:pt x="3816083" y="1135684"/>
                </a:lnTo>
                <a:lnTo>
                  <a:pt x="3813454" y="1135684"/>
                </a:lnTo>
                <a:lnTo>
                  <a:pt x="3812336" y="1136154"/>
                </a:lnTo>
                <a:lnTo>
                  <a:pt x="3810470" y="1138021"/>
                </a:lnTo>
                <a:lnTo>
                  <a:pt x="3810000" y="1139139"/>
                </a:lnTo>
                <a:lnTo>
                  <a:pt x="3810000" y="1141768"/>
                </a:lnTo>
                <a:lnTo>
                  <a:pt x="3810470" y="1142885"/>
                </a:lnTo>
                <a:lnTo>
                  <a:pt x="3812336" y="1144752"/>
                </a:lnTo>
                <a:lnTo>
                  <a:pt x="3813454" y="1145209"/>
                </a:lnTo>
                <a:lnTo>
                  <a:pt x="3816083" y="1145209"/>
                </a:lnTo>
                <a:lnTo>
                  <a:pt x="3817201" y="1144752"/>
                </a:lnTo>
                <a:lnTo>
                  <a:pt x="3819067" y="1142885"/>
                </a:lnTo>
                <a:lnTo>
                  <a:pt x="3819525" y="1141768"/>
                </a:lnTo>
                <a:lnTo>
                  <a:pt x="3819525" y="1139139"/>
                </a:lnTo>
                <a:close/>
              </a:path>
              <a:path w="5248275" h="1914525">
                <a:moveTo>
                  <a:pt x="3819525" y="374599"/>
                </a:moveTo>
                <a:lnTo>
                  <a:pt x="3819067" y="373481"/>
                </a:lnTo>
                <a:lnTo>
                  <a:pt x="3817201" y="371614"/>
                </a:lnTo>
                <a:lnTo>
                  <a:pt x="3816083" y="371144"/>
                </a:lnTo>
                <a:lnTo>
                  <a:pt x="3813454" y="371144"/>
                </a:lnTo>
                <a:lnTo>
                  <a:pt x="3812336" y="371614"/>
                </a:lnTo>
                <a:lnTo>
                  <a:pt x="3810470" y="373481"/>
                </a:lnTo>
                <a:lnTo>
                  <a:pt x="3810000" y="374599"/>
                </a:lnTo>
                <a:lnTo>
                  <a:pt x="3810000" y="377228"/>
                </a:lnTo>
                <a:lnTo>
                  <a:pt x="3810470" y="378345"/>
                </a:lnTo>
                <a:lnTo>
                  <a:pt x="3812336" y="380212"/>
                </a:lnTo>
                <a:lnTo>
                  <a:pt x="3813454" y="380669"/>
                </a:lnTo>
                <a:lnTo>
                  <a:pt x="3816083" y="380669"/>
                </a:lnTo>
                <a:lnTo>
                  <a:pt x="3817201" y="380212"/>
                </a:lnTo>
                <a:lnTo>
                  <a:pt x="3819067" y="378345"/>
                </a:lnTo>
                <a:lnTo>
                  <a:pt x="3819525" y="377228"/>
                </a:lnTo>
                <a:lnTo>
                  <a:pt x="3819525" y="374599"/>
                </a:lnTo>
                <a:close/>
              </a:path>
              <a:path w="5248275" h="1914525">
                <a:moveTo>
                  <a:pt x="3867150" y="1903679"/>
                </a:moveTo>
                <a:lnTo>
                  <a:pt x="3866692" y="1902561"/>
                </a:lnTo>
                <a:lnTo>
                  <a:pt x="3864826" y="1900694"/>
                </a:lnTo>
                <a:lnTo>
                  <a:pt x="3863708" y="1900237"/>
                </a:lnTo>
                <a:lnTo>
                  <a:pt x="3861079" y="1900237"/>
                </a:lnTo>
                <a:lnTo>
                  <a:pt x="3859949" y="1900694"/>
                </a:lnTo>
                <a:lnTo>
                  <a:pt x="3858095" y="1902561"/>
                </a:lnTo>
                <a:lnTo>
                  <a:pt x="3857625" y="1903679"/>
                </a:lnTo>
                <a:lnTo>
                  <a:pt x="3857625" y="1906308"/>
                </a:lnTo>
                <a:lnTo>
                  <a:pt x="3858095" y="1907425"/>
                </a:lnTo>
                <a:lnTo>
                  <a:pt x="3859949" y="1909292"/>
                </a:lnTo>
                <a:lnTo>
                  <a:pt x="3861079" y="1909762"/>
                </a:lnTo>
                <a:lnTo>
                  <a:pt x="3863708" y="1909762"/>
                </a:lnTo>
                <a:lnTo>
                  <a:pt x="3864826" y="1909292"/>
                </a:lnTo>
                <a:lnTo>
                  <a:pt x="3866692" y="1907425"/>
                </a:lnTo>
                <a:lnTo>
                  <a:pt x="3867150" y="1906308"/>
                </a:lnTo>
                <a:lnTo>
                  <a:pt x="3867150" y="1903679"/>
                </a:lnTo>
                <a:close/>
              </a:path>
              <a:path w="5248275" h="1914525">
                <a:moveTo>
                  <a:pt x="3867150" y="1139139"/>
                </a:moveTo>
                <a:lnTo>
                  <a:pt x="3866692" y="1138021"/>
                </a:lnTo>
                <a:lnTo>
                  <a:pt x="3864826" y="1136154"/>
                </a:lnTo>
                <a:lnTo>
                  <a:pt x="3863708" y="1135684"/>
                </a:lnTo>
                <a:lnTo>
                  <a:pt x="3861079" y="1135684"/>
                </a:lnTo>
                <a:lnTo>
                  <a:pt x="3859949" y="1136154"/>
                </a:lnTo>
                <a:lnTo>
                  <a:pt x="3858095" y="1138021"/>
                </a:lnTo>
                <a:lnTo>
                  <a:pt x="3857625" y="1139139"/>
                </a:lnTo>
                <a:lnTo>
                  <a:pt x="3857625" y="1141768"/>
                </a:lnTo>
                <a:lnTo>
                  <a:pt x="3858095" y="1142885"/>
                </a:lnTo>
                <a:lnTo>
                  <a:pt x="3859949" y="1144752"/>
                </a:lnTo>
                <a:lnTo>
                  <a:pt x="3861079" y="1145209"/>
                </a:lnTo>
                <a:lnTo>
                  <a:pt x="3863708" y="1145209"/>
                </a:lnTo>
                <a:lnTo>
                  <a:pt x="3864826" y="1144752"/>
                </a:lnTo>
                <a:lnTo>
                  <a:pt x="3866692" y="1142885"/>
                </a:lnTo>
                <a:lnTo>
                  <a:pt x="3867150" y="1141768"/>
                </a:lnTo>
                <a:lnTo>
                  <a:pt x="3867150" y="1139139"/>
                </a:lnTo>
                <a:close/>
              </a:path>
              <a:path w="5248275" h="1914525">
                <a:moveTo>
                  <a:pt x="3867150" y="374599"/>
                </a:moveTo>
                <a:lnTo>
                  <a:pt x="3866692" y="373481"/>
                </a:lnTo>
                <a:lnTo>
                  <a:pt x="3864826" y="371614"/>
                </a:lnTo>
                <a:lnTo>
                  <a:pt x="3863708" y="371144"/>
                </a:lnTo>
                <a:lnTo>
                  <a:pt x="3861079" y="371144"/>
                </a:lnTo>
                <a:lnTo>
                  <a:pt x="3859949" y="371614"/>
                </a:lnTo>
                <a:lnTo>
                  <a:pt x="3858095" y="373481"/>
                </a:lnTo>
                <a:lnTo>
                  <a:pt x="3857625" y="374599"/>
                </a:lnTo>
                <a:lnTo>
                  <a:pt x="3857625" y="377228"/>
                </a:lnTo>
                <a:lnTo>
                  <a:pt x="3858095" y="378345"/>
                </a:lnTo>
                <a:lnTo>
                  <a:pt x="3859949" y="380212"/>
                </a:lnTo>
                <a:lnTo>
                  <a:pt x="3861079" y="380669"/>
                </a:lnTo>
                <a:lnTo>
                  <a:pt x="3863708" y="380669"/>
                </a:lnTo>
                <a:lnTo>
                  <a:pt x="3864826" y="380212"/>
                </a:lnTo>
                <a:lnTo>
                  <a:pt x="3866692" y="378345"/>
                </a:lnTo>
                <a:lnTo>
                  <a:pt x="3867150" y="377228"/>
                </a:lnTo>
                <a:lnTo>
                  <a:pt x="3867150" y="374599"/>
                </a:lnTo>
                <a:close/>
              </a:path>
              <a:path w="5248275" h="1914525">
                <a:moveTo>
                  <a:pt x="3914775" y="1903679"/>
                </a:moveTo>
                <a:lnTo>
                  <a:pt x="3914317" y="1902561"/>
                </a:lnTo>
                <a:lnTo>
                  <a:pt x="3912451" y="1900694"/>
                </a:lnTo>
                <a:lnTo>
                  <a:pt x="3911333" y="1900237"/>
                </a:lnTo>
                <a:lnTo>
                  <a:pt x="3908704" y="1900237"/>
                </a:lnTo>
                <a:lnTo>
                  <a:pt x="3907574" y="1900694"/>
                </a:lnTo>
                <a:lnTo>
                  <a:pt x="3905720" y="1902561"/>
                </a:lnTo>
                <a:lnTo>
                  <a:pt x="3905250" y="1903679"/>
                </a:lnTo>
                <a:lnTo>
                  <a:pt x="3905250" y="1906308"/>
                </a:lnTo>
                <a:lnTo>
                  <a:pt x="3905720" y="1907425"/>
                </a:lnTo>
                <a:lnTo>
                  <a:pt x="3907574" y="1909292"/>
                </a:lnTo>
                <a:lnTo>
                  <a:pt x="3908704" y="1909762"/>
                </a:lnTo>
                <a:lnTo>
                  <a:pt x="3911333" y="1909762"/>
                </a:lnTo>
                <a:lnTo>
                  <a:pt x="3912451" y="1909292"/>
                </a:lnTo>
                <a:lnTo>
                  <a:pt x="3914317" y="1907425"/>
                </a:lnTo>
                <a:lnTo>
                  <a:pt x="3914775" y="1906308"/>
                </a:lnTo>
                <a:lnTo>
                  <a:pt x="3914775" y="1903679"/>
                </a:lnTo>
                <a:close/>
              </a:path>
              <a:path w="5248275" h="1914525">
                <a:moveTo>
                  <a:pt x="3914775" y="1139139"/>
                </a:moveTo>
                <a:lnTo>
                  <a:pt x="3914317" y="1138021"/>
                </a:lnTo>
                <a:lnTo>
                  <a:pt x="3912451" y="1136154"/>
                </a:lnTo>
                <a:lnTo>
                  <a:pt x="3911333" y="1135684"/>
                </a:lnTo>
                <a:lnTo>
                  <a:pt x="3908704" y="1135684"/>
                </a:lnTo>
                <a:lnTo>
                  <a:pt x="3907574" y="1136154"/>
                </a:lnTo>
                <a:lnTo>
                  <a:pt x="3905720" y="1138021"/>
                </a:lnTo>
                <a:lnTo>
                  <a:pt x="3905250" y="1139139"/>
                </a:lnTo>
                <a:lnTo>
                  <a:pt x="3905250" y="1141768"/>
                </a:lnTo>
                <a:lnTo>
                  <a:pt x="3905720" y="1142885"/>
                </a:lnTo>
                <a:lnTo>
                  <a:pt x="3907574" y="1144752"/>
                </a:lnTo>
                <a:lnTo>
                  <a:pt x="3908704" y="1145209"/>
                </a:lnTo>
                <a:lnTo>
                  <a:pt x="3911333" y="1145209"/>
                </a:lnTo>
                <a:lnTo>
                  <a:pt x="3912451" y="1144752"/>
                </a:lnTo>
                <a:lnTo>
                  <a:pt x="3914317" y="1142885"/>
                </a:lnTo>
                <a:lnTo>
                  <a:pt x="3914775" y="1141768"/>
                </a:lnTo>
                <a:lnTo>
                  <a:pt x="3914775" y="1139139"/>
                </a:lnTo>
                <a:close/>
              </a:path>
              <a:path w="5248275" h="1914525">
                <a:moveTo>
                  <a:pt x="3914775" y="374599"/>
                </a:moveTo>
                <a:lnTo>
                  <a:pt x="3914317" y="373481"/>
                </a:lnTo>
                <a:lnTo>
                  <a:pt x="3912451" y="371614"/>
                </a:lnTo>
                <a:lnTo>
                  <a:pt x="3911333" y="371144"/>
                </a:lnTo>
                <a:lnTo>
                  <a:pt x="3908704" y="371144"/>
                </a:lnTo>
                <a:lnTo>
                  <a:pt x="3907574" y="371614"/>
                </a:lnTo>
                <a:lnTo>
                  <a:pt x="3905720" y="373481"/>
                </a:lnTo>
                <a:lnTo>
                  <a:pt x="3905250" y="374599"/>
                </a:lnTo>
                <a:lnTo>
                  <a:pt x="3905250" y="377228"/>
                </a:lnTo>
                <a:lnTo>
                  <a:pt x="3905720" y="378345"/>
                </a:lnTo>
                <a:lnTo>
                  <a:pt x="3907574" y="380212"/>
                </a:lnTo>
                <a:lnTo>
                  <a:pt x="3908704" y="380669"/>
                </a:lnTo>
                <a:lnTo>
                  <a:pt x="3911333" y="380669"/>
                </a:lnTo>
                <a:lnTo>
                  <a:pt x="3912451" y="380212"/>
                </a:lnTo>
                <a:lnTo>
                  <a:pt x="3914317" y="378345"/>
                </a:lnTo>
                <a:lnTo>
                  <a:pt x="3914775" y="377228"/>
                </a:lnTo>
                <a:lnTo>
                  <a:pt x="3914775" y="374599"/>
                </a:lnTo>
                <a:close/>
              </a:path>
              <a:path w="5248275" h="1914525">
                <a:moveTo>
                  <a:pt x="3962400" y="1903679"/>
                </a:moveTo>
                <a:lnTo>
                  <a:pt x="3961942" y="1902561"/>
                </a:lnTo>
                <a:lnTo>
                  <a:pt x="3960076" y="1900694"/>
                </a:lnTo>
                <a:lnTo>
                  <a:pt x="3958958" y="1900237"/>
                </a:lnTo>
                <a:lnTo>
                  <a:pt x="3956329" y="1900237"/>
                </a:lnTo>
                <a:lnTo>
                  <a:pt x="3955211" y="1900694"/>
                </a:lnTo>
                <a:lnTo>
                  <a:pt x="3953345" y="1902561"/>
                </a:lnTo>
                <a:lnTo>
                  <a:pt x="3952875" y="1903679"/>
                </a:lnTo>
                <a:lnTo>
                  <a:pt x="3952875" y="1906308"/>
                </a:lnTo>
                <a:lnTo>
                  <a:pt x="3953345" y="1907425"/>
                </a:lnTo>
                <a:lnTo>
                  <a:pt x="3955211" y="1909292"/>
                </a:lnTo>
                <a:lnTo>
                  <a:pt x="3956329" y="1909762"/>
                </a:lnTo>
                <a:lnTo>
                  <a:pt x="3958958" y="1909762"/>
                </a:lnTo>
                <a:lnTo>
                  <a:pt x="3960076" y="1909292"/>
                </a:lnTo>
                <a:lnTo>
                  <a:pt x="3961942" y="1907425"/>
                </a:lnTo>
                <a:lnTo>
                  <a:pt x="3962400" y="1906308"/>
                </a:lnTo>
                <a:lnTo>
                  <a:pt x="3962400" y="1903679"/>
                </a:lnTo>
                <a:close/>
              </a:path>
              <a:path w="5248275" h="1914525">
                <a:moveTo>
                  <a:pt x="3962400" y="1139139"/>
                </a:moveTo>
                <a:lnTo>
                  <a:pt x="3961942" y="1138021"/>
                </a:lnTo>
                <a:lnTo>
                  <a:pt x="3960076" y="1136154"/>
                </a:lnTo>
                <a:lnTo>
                  <a:pt x="3958958" y="1135684"/>
                </a:lnTo>
                <a:lnTo>
                  <a:pt x="3956329" y="1135684"/>
                </a:lnTo>
                <a:lnTo>
                  <a:pt x="3955211" y="1136154"/>
                </a:lnTo>
                <a:lnTo>
                  <a:pt x="3953345" y="1138021"/>
                </a:lnTo>
                <a:lnTo>
                  <a:pt x="3952875" y="1139139"/>
                </a:lnTo>
                <a:lnTo>
                  <a:pt x="3952875" y="1141768"/>
                </a:lnTo>
                <a:lnTo>
                  <a:pt x="3953345" y="1142885"/>
                </a:lnTo>
                <a:lnTo>
                  <a:pt x="3955211" y="1144752"/>
                </a:lnTo>
                <a:lnTo>
                  <a:pt x="3956329" y="1145209"/>
                </a:lnTo>
                <a:lnTo>
                  <a:pt x="3958958" y="1145209"/>
                </a:lnTo>
                <a:lnTo>
                  <a:pt x="3960076" y="1144752"/>
                </a:lnTo>
                <a:lnTo>
                  <a:pt x="3961942" y="1142885"/>
                </a:lnTo>
                <a:lnTo>
                  <a:pt x="3962400" y="1141768"/>
                </a:lnTo>
                <a:lnTo>
                  <a:pt x="3962400" y="1139139"/>
                </a:lnTo>
                <a:close/>
              </a:path>
              <a:path w="5248275" h="1914525">
                <a:moveTo>
                  <a:pt x="3962400" y="374599"/>
                </a:moveTo>
                <a:lnTo>
                  <a:pt x="3961942" y="373481"/>
                </a:lnTo>
                <a:lnTo>
                  <a:pt x="3960076" y="371614"/>
                </a:lnTo>
                <a:lnTo>
                  <a:pt x="3958958" y="371144"/>
                </a:lnTo>
                <a:lnTo>
                  <a:pt x="3956329" y="371144"/>
                </a:lnTo>
                <a:lnTo>
                  <a:pt x="3955211" y="371614"/>
                </a:lnTo>
                <a:lnTo>
                  <a:pt x="3953345" y="373481"/>
                </a:lnTo>
                <a:lnTo>
                  <a:pt x="3952875" y="374599"/>
                </a:lnTo>
                <a:lnTo>
                  <a:pt x="3952875" y="377228"/>
                </a:lnTo>
                <a:lnTo>
                  <a:pt x="3953345" y="378345"/>
                </a:lnTo>
                <a:lnTo>
                  <a:pt x="3955211" y="380212"/>
                </a:lnTo>
                <a:lnTo>
                  <a:pt x="3956329" y="380669"/>
                </a:lnTo>
                <a:lnTo>
                  <a:pt x="3958958" y="380669"/>
                </a:lnTo>
                <a:lnTo>
                  <a:pt x="3960076" y="380212"/>
                </a:lnTo>
                <a:lnTo>
                  <a:pt x="3961942" y="378345"/>
                </a:lnTo>
                <a:lnTo>
                  <a:pt x="3962400" y="377228"/>
                </a:lnTo>
                <a:lnTo>
                  <a:pt x="3962400" y="374599"/>
                </a:lnTo>
                <a:close/>
              </a:path>
              <a:path w="5248275" h="1914525">
                <a:moveTo>
                  <a:pt x="4010025" y="1903679"/>
                </a:moveTo>
                <a:lnTo>
                  <a:pt x="4009567" y="1902561"/>
                </a:lnTo>
                <a:lnTo>
                  <a:pt x="4007701" y="1900694"/>
                </a:lnTo>
                <a:lnTo>
                  <a:pt x="4006583" y="1900237"/>
                </a:lnTo>
                <a:lnTo>
                  <a:pt x="4003954" y="1900237"/>
                </a:lnTo>
                <a:lnTo>
                  <a:pt x="4002836" y="1900694"/>
                </a:lnTo>
                <a:lnTo>
                  <a:pt x="4000970" y="1902561"/>
                </a:lnTo>
                <a:lnTo>
                  <a:pt x="4000500" y="1903679"/>
                </a:lnTo>
                <a:lnTo>
                  <a:pt x="4000500" y="1906308"/>
                </a:lnTo>
                <a:lnTo>
                  <a:pt x="4000970" y="1907425"/>
                </a:lnTo>
                <a:lnTo>
                  <a:pt x="4002836" y="1909292"/>
                </a:lnTo>
                <a:lnTo>
                  <a:pt x="4003954" y="1909762"/>
                </a:lnTo>
                <a:lnTo>
                  <a:pt x="4006583" y="1909762"/>
                </a:lnTo>
                <a:lnTo>
                  <a:pt x="4007701" y="1909292"/>
                </a:lnTo>
                <a:lnTo>
                  <a:pt x="4009567" y="1907425"/>
                </a:lnTo>
                <a:lnTo>
                  <a:pt x="4010025" y="1906308"/>
                </a:lnTo>
                <a:lnTo>
                  <a:pt x="4010025" y="1903679"/>
                </a:lnTo>
                <a:close/>
              </a:path>
              <a:path w="5248275" h="1914525">
                <a:moveTo>
                  <a:pt x="4010025" y="1139139"/>
                </a:moveTo>
                <a:lnTo>
                  <a:pt x="4009567" y="1138021"/>
                </a:lnTo>
                <a:lnTo>
                  <a:pt x="4007701" y="1136154"/>
                </a:lnTo>
                <a:lnTo>
                  <a:pt x="4006583" y="1135684"/>
                </a:lnTo>
                <a:lnTo>
                  <a:pt x="4003954" y="1135684"/>
                </a:lnTo>
                <a:lnTo>
                  <a:pt x="4002836" y="1136154"/>
                </a:lnTo>
                <a:lnTo>
                  <a:pt x="4000970" y="1138021"/>
                </a:lnTo>
                <a:lnTo>
                  <a:pt x="4000500" y="1139139"/>
                </a:lnTo>
                <a:lnTo>
                  <a:pt x="4000500" y="1141768"/>
                </a:lnTo>
                <a:lnTo>
                  <a:pt x="4000970" y="1142885"/>
                </a:lnTo>
                <a:lnTo>
                  <a:pt x="4002836" y="1144752"/>
                </a:lnTo>
                <a:lnTo>
                  <a:pt x="4003954" y="1145209"/>
                </a:lnTo>
                <a:lnTo>
                  <a:pt x="4006583" y="1145209"/>
                </a:lnTo>
                <a:lnTo>
                  <a:pt x="4007701" y="1144752"/>
                </a:lnTo>
                <a:lnTo>
                  <a:pt x="4009567" y="1142885"/>
                </a:lnTo>
                <a:lnTo>
                  <a:pt x="4010025" y="1141768"/>
                </a:lnTo>
                <a:lnTo>
                  <a:pt x="4010025" y="1139139"/>
                </a:lnTo>
                <a:close/>
              </a:path>
              <a:path w="5248275" h="1914525">
                <a:moveTo>
                  <a:pt x="4010025" y="374599"/>
                </a:moveTo>
                <a:lnTo>
                  <a:pt x="4009567" y="373481"/>
                </a:lnTo>
                <a:lnTo>
                  <a:pt x="4007701" y="371614"/>
                </a:lnTo>
                <a:lnTo>
                  <a:pt x="4006583" y="371144"/>
                </a:lnTo>
                <a:lnTo>
                  <a:pt x="4003954" y="371144"/>
                </a:lnTo>
                <a:lnTo>
                  <a:pt x="4002836" y="371614"/>
                </a:lnTo>
                <a:lnTo>
                  <a:pt x="4000970" y="373481"/>
                </a:lnTo>
                <a:lnTo>
                  <a:pt x="4000500" y="374599"/>
                </a:lnTo>
                <a:lnTo>
                  <a:pt x="4000500" y="377228"/>
                </a:lnTo>
                <a:lnTo>
                  <a:pt x="4000970" y="378345"/>
                </a:lnTo>
                <a:lnTo>
                  <a:pt x="4002836" y="380212"/>
                </a:lnTo>
                <a:lnTo>
                  <a:pt x="4003954" y="380669"/>
                </a:lnTo>
                <a:lnTo>
                  <a:pt x="4006583" y="380669"/>
                </a:lnTo>
                <a:lnTo>
                  <a:pt x="4007701" y="380212"/>
                </a:lnTo>
                <a:lnTo>
                  <a:pt x="4009567" y="378345"/>
                </a:lnTo>
                <a:lnTo>
                  <a:pt x="4010025" y="377228"/>
                </a:lnTo>
                <a:lnTo>
                  <a:pt x="4010025" y="374599"/>
                </a:lnTo>
                <a:close/>
              </a:path>
              <a:path w="5248275" h="1914525">
                <a:moveTo>
                  <a:pt x="4057650" y="1903679"/>
                </a:moveTo>
                <a:lnTo>
                  <a:pt x="4057192" y="1902561"/>
                </a:lnTo>
                <a:lnTo>
                  <a:pt x="4055326" y="1900694"/>
                </a:lnTo>
                <a:lnTo>
                  <a:pt x="4054208" y="1900237"/>
                </a:lnTo>
                <a:lnTo>
                  <a:pt x="4051579" y="1900237"/>
                </a:lnTo>
                <a:lnTo>
                  <a:pt x="4050461" y="1900694"/>
                </a:lnTo>
                <a:lnTo>
                  <a:pt x="4048595" y="1902561"/>
                </a:lnTo>
                <a:lnTo>
                  <a:pt x="4048125" y="1903679"/>
                </a:lnTo>
                <a:lnTo>
                  <a:pt x="4048125" y="1906308"/>
                </a:lnTo>
                <a:lnTo>
                  <a:pt x="4048595" y="1907425"/>
                </a:lnTo>
                <a:lnTo>
                  <a:pt x="4050461" y="1909292"/>
                </a:lnTo>
                <a:lnTo>
                  <a:pt x="4051579" y="1909762"/>
                </a:lnTo>
                <a:lnTo>
                  <a:pt x="4054208" y="1909762"/>
                </a:lnTo>
                <a:lnTo>
                  <a:pt x="4055326" y="1909292"/>
                </a:lnTo>
                <a:lnTo>
                  <a:pt x="4057192" y="1907425"/>
                </a:lnTo>
                <a:lnTo>
                  <a:pt x="4057650" y="1906308"/>
                </a:lnTo>
                <a:lnTo>
                  <a:pt x="4057650" y="1903679"/>
                </a:lnTo>
                <a:close/>
              </a:path>
              <a:path w="5248275" h="1914525">
                <a:moveTo>
                  <a:pt x="4057650" y="1139139"/>
                </a:moveTo>
                <a:lnTo>
                  <a:pt x="4057192" y="1138021"/>
                </a:lnTo>
                <a:lnTo>
                  <a:pt x="4055326" y="1136154"/>
                </a:lnTo>
                <a:lnTo>
                  <a:pt x="4054208" y="1135684"/>
                </a:lnTo>
                <a:lnTo>
                  <a:pt x="4051579" y="1135684"/>
                </a:lnTo>
                <a:lnTo>
                  <a:pt x="4050461" y="1136154"/>
                </a:lnTo>
                <a:lnTo>
                  <a:pt x="4048595" y="1138021"/>
                </a:lnTo>
                <a:lnTo>
                  <a:pt x="4048125" y="1139139"/>
                </a:lnTo>
                <a:lnTo>
                  <a:pt x="4048125" y="1141768"/>
                </a:lnTo>
                <a:lnTo>
                  <a:pt x="4048595" y="1142885"/>
                </a:lnTo>
                <a:lnTo>
                  <a:pt x="4050461" y="1144752"/>
                </a:lnTo>
                <a:lnTo>
                  <a:pt x="4051579" y="1145209"/>
                </a:lnTo>
                <a:lnTo>
                  <a:pt x="4054208" y="1145209"/>
                </a:lnTo>
                <a:lnTo>
                  <a:pt x="4055326" y="1144752"/>
                </a:lnTo>
                <a:lnTo>
                  <a:pt x="4057192" y="1142885"/>
                </a:lnTo>
                <a:lnTo>
                  <a:pt x="4057650" y="1141768"/>
                </a:lnTo>
                <a:lnTo>
                  <a:pt x="4057650" y="1139139"/>
                </a:lnTo>
                <a:close/>
              </a:path>
              <a:path w="5248275" h="1914525">
                <a:moveTo>
                  <a:pt x="4057650" y="374599"/>
                </a:moveTo>
                <a:lnTo>
                  <a:pt x="4057192" y="373481"/>
                </a:lnTo>
                <a:lnTo>
                  <a:pt x="4055326" y="371614"/>
                </a:lnTo>
                <a:lnTo>
                  <a:pt x="4054208" y="371144"/>
                </a:lnTo>
                <a:lnTo>
                  <a:pt x="4051579" y="371144"/>
                </a:lnTo>
                <a:lnTo>
                  <a:pt x="4050461" y="371614"/>
                </a:lnTo>
                <a:lnTo>
                  <a:pt x="4048595" y="373481"/>
                </a:lnTo>
                <a:lnTo>
                  <a:pt x="4048125" y="374599"/>
                </a:lnTo>
                <a:lnTo>
                  <a:pt x="4048125" y="377228"/>
                </a:lnTo>
                <a:lnTo>
                  <a:pt x="4048595" y="378345"/>
                </a:lnTo>
                <a:lnTo>
                  <a:pt x="4050461" y="380212"/>
                </a:lnTo>
                <a:lnTo>
                  <a:pt x="4051579" y="380669"/>
                </a:lnTo>
                <a:lnTo>
                  <a:pt x="4054208" y="380669"/>
                </a:lnTo>
                <a:lnTo>
                  <a:pt x="4055326" y="380212"/>
                </a:lnTo>
                <a:lnTo>
                  <a:pt x="4057192" y="378345"/>
                </a:lnTo>
                <a:lnTo>
                  <a:pt x="4057650" y="377228"/>
                </a:lnTo>
                <a:lnTo>
                  <a:pt x="4057650" y="374599"/>
                </a:lnTo>
                <a:close/>
              </a:path>
              <a:path w="5248275" h="1914525">
                <a:moveTo>
                  <a:pt x="4105275" y="1903679"/>
                </a:moveTo>
                <a:lnTo>
                  <a:pt x="4104817" y="1902561"/>
                </a:lnTo>
                <a:lnTo>
                  <a:pt x="4102951" y="1900694"/>
                </a:lnTo>
                <a:lnTo>
                  <a:pt x="4101833" y="1900237"/>
                </a:lnTo>
                <a:lnTo>
                  <a:pt x="4099204" y="1900237"/>
                </a:lnTo>
                <a:lnTo>
                  <a:pt x="4098086" y="1900694"/>
                </a:lnTo>
                <a:lnTo>
                  <a:pt x="4096220" y="1902561"/>
                </a:lnTo>
                <a:lnTo>
                  <a:pt x="4095750" y="1903679"/>
                </a:lnTo>
                <a:lnTo>
                  <a:pt x="4095750" y="1906308"/>
                </a:lnTo>
                <a:lnTo>
                  <a:pt x="4096220" y="1907425"/>
                </a:lnTo>
                <a:lnTo>
                  <a:pt x="4098086" y="1909292"/>
                </a:lnTo>
                <a:lnTo>
                  <a:pt x="4099204" y="1909762"/>
                </a:lnTo>
                <a:lnTo>
                  <a:pt x="4101833" y="1909762"/>
                </a:lnTo>
                <a:lnTo>
                  <a:pt x="4102951" y="1909292"/>
                </a:lnTo>
                <a:lnTo>
                  <a:pt x="4104817" y="1907425"/>
                </a:lnTo>
                <a:lnTo>
                  <a:pt x="4105275" y="1906308"/>
                </a:lnTo>
                <a:lnTo>
                  <a:pt x="4105275" y="1903679"/>
                </a:lnTo>
                <a:close/>
              </a:path>
              <a:path w="5248275" h="1914525">
                <a:moveTo>
                  <a:pt x="4105275" y="1139139"/>
                </a:moveTo>
                <a:lnTo>
                  <a:pt x="4104817" y="1138021"/>
                </a:lnTo>
                <a:lnTo>
                  <a:pt x="4102951" y="1136154"/>
                </a:lnTo>
                <a:lnTo>
                  <a:pt x="4101833" y="1135684"/>
                </a:lnTo>
                <a:lnTo>
                  <a:pt x="4099204" y="1135684"/>
                </a:lnTo>
                <a:lnTo>
                  <a:pt x="4098086" y="1136154"/>
                </a:lnTo>
                <a:lnTo>
                  <a:pt x="4096220" y="1138021"/>
                </a:lnTo>
                <a:lnTo>
                  <a:pt x="4095750" y="1139139"/>
                </a:lnTo>
                <a:lnTo>
                  <a:pt x="4095750" y="1141768"/>
                </a:lnTo>
                <a:lnTo>
                  <a:pt x="4096220" y="1142885"/>
                </a:lnTo>
                <a:lnTo>
                  <a:pt x="4098086" y="1144752"/>
                </a:lnTo>
                <a:lnTo>
                  <a:pt x="4099204" y="1145209"/>
                </a:lnTo>
                <a:lnTo>
                  <a:pt x="4101833" y="1145209"/>
                </a:lnTo>
                <a:lnTo>
                  <a:pt x="4102951" y="1144752"/>
                </a:lnTo>
                <a:lnTo>
                  <a:pt x="4104817" y="1142885"/>
                </a:lnTo>
                <a:lnTo>
                  <a:pt x="4105275" y="1141768"/>
                </a:lnTo>
                <a:lnTo>
                  <a:pt x="4105275" y="1139139"/>
                </a:lnTo>
                <a:close/>
              </a:path>
              <a:path w="5248275" h="1914525">
                <a:moveTo>
                  <a:pt x="4105275" y="374599"/>
                </a:moveTo>
                <a:lnTo>
                  <a:pt x="4104817" y="373481"/>
                </a:lnTo>
                <a:lnTo>
                  <a:pt x="4102951" y="371614"/>
                </a:lnTo>
                <a:lnTo>
                  <a:pt x="4101833" y="371144"/>
                </a:lnTo>
                <a:lnTo>
                  <a:pt x="4099204" y="371144"/>
                </a:lnTo>
                <a:lnTo>
                  <a:pt x="4098086" y="371614"/>
                </a:lnTo>
                <a:lnTo>
                  <a:pt x="4096220" y="373481"/>
                </a:lnTo>
                <a:lnTo>
                  <a:pt x="4095750" y="374599"/>
                </a:lnTo>
                <a:lnTo>
                  <a:pt x="4095750" y="377228"/>
                </a:lnTo>
                <a:lnTo>
                  <a:pt x="4096220" y="378345"/>
                </a:lnTo>
                <a:lnTo>
                  <a:pt x="4098086" y="380212"/>
                </a:lnTo>
                <a:lnTo>
                  <a:pt x="4099204" y="380669"/>
                </a:lnTo>
                <a:lnTo>
                  <a:pt x="4101833" y="380669"/>
                </a:lnTo>
                <a:lnTo>
                  <a:pt x="4102951" y="380212"/>
                </a:lnTo>
                <a:lnTo>
                  <a:pt x="4104817" y="378345"/>
                </a:lnTo>
                <a:lnTo>
                  <a:pt x="4105275" y="377228"/>
                </a:lnTo>
                <a:lnTo>
                  <a:pt x="4105275" y="374599"/>
                </a:lnTo>
                <a:close/>
              </a:path>
              <a:path w="5248275" h="1914525">
                <a:moveTo>
                  <a:pt x="4152900" y="1903679"/>
                </a:moveTo>
                <a:lnTo>
                  <a:pt x="4152442" y="1902561"/>
                </a:lnTo>
                <a:lnTo>
                  <a:pt x="4150576" y="1900694"/>
                </a:lnTo>
                <a:lnTo>
                  <a:pt x="4149458" y="1900237"/>
                </a:lnTo>
                <a:lnTo>
                  <a:pt x="4146829" y="1900237"/>
                </a:lnTo>
                <a:lnTo>
                  <a:pt x="4145711" y="1900694"/>
                </a:lnTo>
                <a:lnTo>
                  <a:pt x="4143845" y="1902561"/>
                </a:lnTo>
                <a:lnTo>
                  <a:pt x="4143375" y="1903679"/>
                </a:lnTo>
                <a:lnTo>
                  <a:pt x="4143375" y="1906308"/>
                </a:lnTo>
                <a:lnTo>
                  <a:pt x="4143845" y="1907425"/>
                </a:lnTo>
                <a:lnTo>
                  <a:pt x="4145711" y="1909292"/>
                </a:lnTo>
                <a:lnTo>
                  <a:pt x="4146829" y="1909762"/>
                </a:lnTo>
                <a:lnTo>
                  <a:pt x="4149458" y="1909762"/>
                </a:lnTo>
                <a:lnTo>
                  <a:pt x="4150576" y="1909292"/>
                </a:lnTo>
                <a:lnTo>
                  <a:pt x="4152442" y="1907425"/>
                </a:lnTo>
                <a:lnTo>
                  <a:pt x="4152900" y="1906308"/>
                </a:lnTo>
                <a:lnTo>
                  <a:pt x="4152900" y="1903679"/>
                </a:lnTo>
                <a:close/>
              </a:path>
              <a:path w="5248275" h="1914525">
                <a:moveTo>
                  <a:pt x="4152900" y="1139139"/>
                </a:moveTo>
                <a:lnTo>
                  <a:pt x="4152442" y="1138021"/>
                </a:lnTo>
                <a:lnTo>
                  <a:pt x="4150576" y="1136154"/>
                </a:lnTo>
                <a:lnTo>
                  <a:pt x="4149458" y="1135684"/>
                </a:lnTo>
                <a:lnTo>
                  <a:pt x="4146829" y="1135684"/>
                </a:lnTo>
                <a:lnTo>
                  <a:pt x="4145711" y="1136154"/>
                </a:lnTo>
                <a:lnTo>
                  <a:pt x="4143845" y="1138021"/>
                </a:lnTo>
                <a:lnTo>
                  <a:pt x="4143375" y="1139139"/>
                </a:lnTo>
                <a:lnTo>
                  <a:pt x="4143375" y="1141768"/>
                </a:lnTo>
                <a:lnTo>
                  <a:pt x="4143845" y="1142885"/>
                </a:lnTo>
                <a:lnTo>
                  <a:pt x="4145711" y="1144752"/>
                </a:lnTo>
                <a:lnTo>
                  <a:pt x="4146829" y="1145209"/>
                </a:lnTo>
                <a:lnTo>
                  <a:pt x="4149458" y="1145209"/>
                </a:lnTo>
                <a:lnTo>
                  <a:pt x="4150576" y="1144752"/>
                </a:lnTo>
                <a:lnTo>
                  <a:pt x="4152442" y="1142885"/>
                </a:lnTo>
                <a:lnTo>
                  <a:pt x="4152900" y="1141768"/>
                </a:lnTo>
                <a:lnTo>
                  <a:pt x="4152900" y="1139139"/>
                </a:lnTo>
                <a:close/>
              </a:path>
              <a:path w="5248275" h="1914525">
                <a:moveTo>
                  <a:pt x="4152900" y="374599"/>
                </a:moveTo>
                <a:lnTo>
                  <a:pt x="4152442" y="373481"/>
                </a:lnTo>
                <a:lnTo>
                  <a:pt x="4150576" y="371614"/>
                </a:lnTo>
                <a:lnTo>
                  <a:pt x="4149458" y="371144"/>
                </a:lnTo>
                <a:lnTo>
                  <a:pt x="4146829" y="371144"/>
                </a:lnTo>
                <a:lnTo>
                  <a:pt x="4145711" y="371614"/>
                </a:lnTo>
                <a:lnTo>
                  <a:pt x="4143845" y="373481"/>
                </a:lnTo>
                <a:lnTo>
                  <a:pt x="4143375" y="374599"/>
                </a:lnTo>
                <a:lnTo>
                  <a:pt x="4143375" y="377228"/>
                </a:lnTo>
                <a:lnTo>
                  <a:pt x="4143845" y="378345"/>
                </a:lnTo>
                <a:lnTo>
                  <a:pt x="4145711" y="380212"/>
                </a:lnTo>
                <a:lnTo>
                  <a:pt x="4146829" y="380669"/>
                </a:lnTo>
                <a:lnTo>
                  <a:pt x="4149458" y="380669"/>
                </a:lnTo>
                <a:lnTo>
                  <a:pt x="4150576" y="380212"/>
                </a:lnTo>
                <a:lnTo>
                  <a:pt x="4152442" y="378345"/>
                </a:lnTo>
                <a:lnTo>
                  <a:pt x="4152900" y="377228"/>
                </a:lnTo>
                <a:lnTo>
                  <a:pt x="4152900" y="374599"/>
                </a:lnTo>
                <a:close/>
              </a:path>
              <a:path w="5248275" h="1914525">
                <a:moveTo>
                  <a:pt x="4200525" y="1903679"/>
                </a:moveTo>
                <a:lnTo>
                  <a:pt x="4200067" y="1902561"/>
                </a:lnTo>
                <a:lnTo>
                  <a:pt x="4198201" y="1900694"/>
                </a:lnTo>
                <a:lnTo>
                  <a:pt x="4197083" y="1900237"/>
                </a:lnTo>
                <a:lnTo>
                  <a:pt x="4194454" y="1900237"/>
                </a:lnTo>
                <a:lnTo>
                  <a:pt x="4193336" y="1900694"/>
                </a:lnTo>
                <a:lnTo>
                  <a:pt x="4191470" y="1902561"/>
                </a:lnTo>
                <a:lnTo>
                  <a:pt x="4191000" y="1903679"/>
                </a:lnTo>
                <a:lnTo>
                  <a:pt x="4191000" y="1906308"/>
                </a:lnTo>
                <a:lnTo>
                  <a:pt x="4191470" y="1907425"/>
                </a:lnTo>
                <a:lnTo>
                  <a:pt x="4193336" y="1909292"/>
                </a:lnTo>
                <a:lnTo>
                  <a:pt x="4194454" y="1909762"/>
                </a:lnTo>
                <a:lnTo>
                  <a:pt x="4197083" y="1909762"/>
                </a:lnTo>
                <a:lnTo>
                  <a:pt x="4198201" y="1909292"/>
                </a:lnTo>
                <a:lnTo>
                  <a:pt x="4200067" y="1907425"/>
                </a:lnTo>
                <a:lnTo>
                  <a:pt x="4200525" y="1906308"/>
                </a:lnTo>
                <a:lnTo>
                  <a:pt x="4200525" y="1903679"/>
                </a:lnTo>
                <a:close/>
              </a:path>
              <a:path w="5248275" h="1914525">
                <a:moveTo>
                  <a:pt x="4200525" y="1139139"/>
                </a:moveTo>
                <a:lnTo>
                  <a:pt x="4200067" y="1138021"/>
                </a:lnTo>
                <a:lnTo>
                  <a:pt x="4198201" y="1136154"/>
                </a:lnTo>
                <a:lnTo>
                  <a:pt x="4197083" y="1135684"/>
                </a:lnTo>
                <a:lnTo>
                  <a:pt x="4194454" y="1135684"/>
                </a:lnTo>
                <a:lnTo>
                  <a:pt x="4193336" y="1136154"/>
                </a:lnTo>
                <a:lnTo>
                  <a:pt x="4191470" y="1138021"/>
                </a:lnTo>
                <a:lnTo>
                  <a:pt x="4191000" y="1139139"/>
                </a:lnTo>
                <a:lnTo>
                  <a:pt x="4191000" y="1141768"/>
                </a:lnTo>
                <a:lnTo>
                  <a:pt x="4191470" y="1142885"/>
                </a:lnTo>
                <a:lnTo>
                  <a:pt x="4193336" y="1144752"/>
                </a:lnTo>
                <a:lnTo>
                  <a:pt x="4194454" y="1145209"/>
                </a:lnTo>
                <a:lnTo>
                  <a:pt x="4197083" y="1145209"/>
                </a:lnTo>
                <a:lnTo>
                  <a:pt x="4198201" y="1144752"/>
                </a:lnTo>
                <a:lnTo>
                  <a:pt x="4200067" y="1142885"/>
                </a:lnTo>
                <a:lnTo>
                  <a:pt x="4200525" y="1141768"/>
                </a:lnTo>
                <a:lnTo>
                  <a:pt x="4200525" y="1139139"/>
                </a:lnTo>
                <a:close/>
              </a:path>
              <a:path w="5248275" h="1914525">
                <a:moveTo>
                  <a:pt x="4200525" y="374599"/>
                </a:moveTo>
                <a:lnTo>
                  <a:pt x="4200067" y="373481"/>
                </a:lnTo>
                <a:lnTo>
                  <a:pt x="4198201" y="371614"/>
                </a:lnTo>
                <a:lnTo>
                  <a:pt x="4197083" y="371144"/>
                </a:lnTo>
                <a:lnTo>
                  <a:pt x="4194454" y="371144"/>
                </a:lnTo>
                <a:lnTo>
                  <a:pt x="4193336" y="371614"/>
                </a:lnTo>
                <a:lnTo>
                  <a:pt x="4191470" y="373481"/>
                </a:lnTo>
                <a:lnTo>
                  <a:pt x="4191000" y="374599"/>
                </a:lnTo>
                <a:lnTo>
                  <a:pt x="4191000" y="377228"/>
                </a:lnTo>
                <a:lnTo>
                  <a:pt x="4191470" y="378345"/>
                </a:lnTo>
                <a:lnTo>
                  <a:pt x="4193336" y="380212"/>
                </a:lnTo>
                <a:lnTo>
                  <a:pt x="4194454" y="380669"/>
                </a:lnTo>
                <a:lnTo>
                  <a:pt x="4197083" y="380669"/>
                </a:lnTo>
                <a:lnTo>
                  <a:pt x="4198201" y="380212"/>
                </a:lnTo>
                <a:lnTo>
                  <a:pt x="4200067" y="378345"/>
                </a:lnTo>
                <a:lnTo>
                  <a:pt x="4200525" y="377228"/>
                </a:lnTo>
                <a:lnTo>
                  <a:pt x="4200525" y="374599"/>
                </a:lnTo>
                <a:close/>
              </a:path>
              <a:path w="5248275" h="1914525">
                <a:moveTo>
                  <a:pt x="4248150" y="1903679"/>
                </a:moveTo>
                <a:lnTo>
                  <a:pt x="4247693" y="1902561"/>
                </a:lnTo>
                <a:lnTo>
                  <a:pt x="4245826" y="1900694"/>
                </a:lnTo>
                <a:lnTo>
                  <a:pt x="4244708" y="1900237"/>
                </a:lnTo>
                <a:lnTo>
                  <a:pt x="4242079" y="1900237"/>
                </a:lnTo>
                <a:lnTo>
                  <a:pt x="4240962" y="1900694"/>
                </a:lnTo>
                <a:lnTo>
                  <a:pt x="4239095" y="1902561"/>
                </a:lnTo>
                <a:lnTo>
                  <a:pt x="4238625" y="1903679"/>
                </a:lnTo>
                <a:lnTo>
                  <a:pt x="4238625" y="1906308"/>
                </a:lnTo>
                <a:lnTo>
                  <a:pt x="4239095" y="1907425"/>
                </a:lnTo>
                <a:lnTo>
                  <a:pt x="4240962" y="1909292"/>
                </a:lnTo>
                <a:lnTo>
                  <a:pt x="4242079" y="1909762"/>
                </a:lnTo>
                <a:lnTo>
                  <a:pt x="4244708" y="1909762"/>
                </a:lnTo>
                <a:lnTo>
                  <a:pt x="4245826" y="1909292"/>
                </a:lnTo>
                <a:lnTo>
                  <a:pt x="4247693" y="1907425"/>
                </a:lnTo>
                <a:lnTo>
                  <a:pt x="4248150" y="1906308"/>
                </a:lnTo>
                <a:lnTo>
                  <a:pt x="4248150" y="1903679"/>
                </a:lnTo>
                <a:close/>
              </a:path>
              <a:path w="5248275" h="1914525">
                <a:moveTo>
                  <a:pt x="4248150" y="1139139"/>
                </a:moveTo>
                <a:lnTo>
                  <a:pt x="4247693" y="1138021"/>
                </a:lnTo>
                <a:lnTo>
                  <a:pt x="4245826" y="1136154"/>
                </a:lnTo>
                <a:lnTo>
                  <a:pt x="4244708" y="1135684"/>
                </a:lnTo>
                <a:lnTo>
                  <a:pt x="4242079" y="1135684"/>
                </a:lnTo>
                <a:lnTo>
                  <a:pt x="4240962" y="1136154"/>
                </a:lnTo>
                <a:lnTo>
                  <a:pt x="4239095" y="1138021"/>
                </a:lnTo>
                <a:lnTo>
                  <a:pt x="4238625" y="1139139"/>
                </a:lnTo>
                <a:lnTo>
                  <a:pt x="4238625" y="1141768"/>
                </a:lnTo>
                <a:lnTo>
                  <a:pt x="4239095" y="1142885"/>
                </a:lnTo>
                <a:lnTo>
                  <a:pt x="4240962" y="1144752"/>
                </a:lnTo>
                <a:lnTo>
                  <a:pt x="4242079" y="1145209"/>
                </a:lnTo>
                <a:lnTo>
                  <a:pt x="4244708" y="1145209"/>
                </a:lnTo>
                <a:lnTo>
                  <a:pt x="4245826" y="1144752"/>
                </a:lnTo>
                <a:lnTo>
                  <a:pt x="4247693" y="1142885"/>
                </a:lnTo>
                <a:lnTo>
                  <a:pt x="4248150" y="1141768"/>
                </a:lnTo>
                <a:lnTo>
                  <a:pt x="4248150" y="1139139"/>
                </a:lnTo>
                <a:close/>
              </a:path>
              <a:path w="5248275" h="1914525">
                <a:moveTo>
                  <a:pt x="4248150" y="374599"/>
                </a:moveTo>
                <a:lnTo>
                  <a:pt x="4247693" y="373481"/>
                </a:lnTo>
                <a:lnTo>
                  <a:pt x="4245826" y="371614"/>
                </a:lnTo>
                <a:lnTo>
                  <a:pt x="4244708" y="371144"/>
                </a:lnTo>
                <a:lnTo>
                  <a:pt x="4242079" y="371144"/>
                </a:lnTo>
                <a:lnTo>
                  <a:pt x="4240962" y="371614"/>
                </a:lnTo>
                <a:lnTo>
                  <a:pt x="4239095" y="373481"/>
                </a:lnTo>
                <a:lnTo>
                  <a:pt x="4238625" y="374599"/>
                </a:lnTo>
                <a:lnTo>
                  <a:pt x="4238625" y="377228"/>
                </a:lnTo>
                <a:lnTo>
                  <a:pt x="4239095" y="378345"/>
                </a:lnTo>
                <a:lnTo>
                  <a:pt x="4240962" y="380212"/>
                </a:lnTo>
                <a:lnTo>
                  <a:pt x="4242079" y="380669"/>
                </a:lnTo>
                <a:lnTo>
                  <a:pt x="4244708" y="380669"/>
                </a:lnTo>
                <a:lnTo>
                  <a:pt x="4245826" y="380212"/>
                </a:lnTo>
                <a:lnTo>
                  <a:pt x="4247693" y="378345"/>
                </a:lnTo>
                <a:lnTo>
                  <a:pt x="4248150" y="377228"/>
                </a:lnTo>
                <a:lnTo>
                  <a:pt x="4248150" y="374599"/>
                </a:lnTo>
                <a:close/>
              </a:path>
              <a:path w="5248275" h="1914525">
                <a:moveTo>
                  <a:pt x="4295775" y="1903679"/>
                </a:moveTo>
                <a:lnTo>
                  <a:pt x="4295318" y="1902561"/>
                </a:lnTo>
                <a:lnTo>
                  <a:pt x="4293451" y="1900694"/>
                </a:lnTo>
                <a:lnTo>
                  <a:pt x="4292333" y="1900237"/>
                </a:lnTo>
                <a:lnTo>
                  <a:pt x="4289704" y="1900237"/>
                </a:lnTo>
                <a:lnTo>
                  <a:pt x="4288587" y="1900694"/>
                </a:lnTo>
                <a:lnTo>
                  <a:pt x="4286720" y="1902561"/>
                </a:lnTo>
                <a:lnTo>
                  <a:pt x="4286250" y="1903679"/>
                </a:lnTo>
                <a:lnTo>
                  <a:pt x="4286250" y="1906308"/>
                </a:lnTo>
                <a:lnTo>
                  <a:pt x="4286720" y="1907425"/>
                </a:lnTo>
                <a:lnTo>
                  <a:pt x="4288587" y="1909292"/>
                </a:lnTo>
                <a:lnTo>
                  <a:pt x="4289704" y="1909762"/>
                </a:lnTo>
                <a:lnTo>
                  <a:pt x="4292333" y="1909762"/>
                </a:lnTo>
                <a:lnTo>
                  <a:pt x="4293451" y="1909292"/>
                </a:lnTo>
                <a:lnTo>
                  <a:pt x="4295318" y="1907425"/>
                </a:lnTo>
                <a:lnTo>
                  <a:pt x="4295775" y="1906308"/>
                </a:lnTo>
                <a:lnTo>
                  <a:pt x="4295775" y="1903679"/>
                </a:lnTo>
                <a:close/>
              </a:path>
              <a:path w="5248275" h="1914525">
                <a:moveTo>
                  <a:pt x="4295775" y="1139139"/>
                </a:moveTo>
                <a:lnTo>
                  <a:pt x="4295318" y="1138021"/>
                </a:lnTo>
                <a:lnTo>
                  <a:pt x="4293451" y="1136154"/>
                </a:lnTo>
                <a:lnTo>
                  <a:pt x="4292333" y="1135684"/>
                </a:lnTo>
                <a:lnTo>
                  <a:pt x="4289704" y="1135684"/>
                </a:lnTo>
                <a:lnTo>
                  <a:pt x="4288587" y="1136154"/>
                </a:lnTo>
                <a:lnTo>
                  <a:pt x="4286720" y="1138021"/>
                </a:lnTo>
                <a:lnTo>
                  <a:pt x="4286250" y="1139139"/>
                </a:lnTo>
                <a:lnTo>
                  <a:pt x="4286250" y="1141768"/>
                </a:lnTo>
                <a:lnTo>
                  <a:pt x="4286720" y="1142885"/>
                </a:lnTo>
                <a:lnTo>
                  <a:pt x="4288587" y="1144752"/>
                </a:lnTo>
                <a:lnTo>
                  <a:pt x="4289704" y="1145209"/>
                </a:lnTo>
                <a:lnTo>
                  <a:pt x="4292333" y="1145209"/>
                </a:lnTo>
                <a:lnTo>
                  <a:pt x="4293451" y="1144752"/>
                </a:lnTo>
                <a:lnTo>
                  <a:pt x="4295318" y="1142885"/>
                </a:lnTo>
                <a:lnTo>
                  <a:pt x="4295775" y="1141768"/>
                </a:lnTo>
                <a:lnTo>
                  <a:pt x="4295775" y="1139139"/>
                </a:lnTo>
                <a:close/>
              </a:path>
              <a:path w="5248275" h="1914525">
                <a:moveTo>
                  <a:pt x="4295775" y="374599"/>
                </a:moveTo>
                <a:lnTo>
                  <a:pt x="4295318" y="373481"/>
                </a:lnTo>
                <a:lnTo>
                  <a:pt x="4293451" y="371614"/>
                </a:lnTo>
                <a:lnTo>
                  <a:pt x="4292333" y="371144"/>
                </a:lnTo>
                <a:lnTo>
                  <a:pt x="4289704" y="371144"/>
                </a:lnTo>
                <a:lnTo>
                  <a:pt x="4288587" y="371614"/>
                </a:lnTo>
                <a:lnTo>
                  <a:pt x="4286720" y="373481"/>
                </a:lnTo>
                <a:lnTo>
                  <a:pt x="4286250" y="374599"/>
                </a:lnTo>
                <a:lnTo>
                  <a:pt x="4286250" y="377228"/>
                </a:lnTo>
                <a:lnTo>
                  <a:pt x="4286720" y="378345"/>
                </a:lnTo>
                <a:lnTo>
                  <a:pt x="4288587" y="380212"/>
                </a:lnTo>
                <a:lnTo>
                  <a:pt x="4289704" y="380669"/>
                </a:lnTo>
                <a:lnTo>
                  <a:pt x="4292333" y="380669"/>
                </a:lnTo>
                <a:lnTo>
                  <a:pt x="4293451" y="380212"/>
                </a:lnTo>
                <a:lnTo>
                  <a:pt x="4295318" y="378345"/>
                </a:lnTo>
                <a:lnTo>
                  <a:pt x="4295775" y="377228"/>
                </a:lnTo>
                <a:lnTo>
                  <a:pt x="4295775" y="374599"/>
                </a:lnTo>
                <a:close/>
              </a:path>
              <a:path w="5248275" h="1914525">
                <a:moveTo>
                  <a:pt x="4343400" y="1903679"/>
                </a:moveTo>
                <a:lnTo>
                  <a:pt x="4342943" y="1902561"/>
                </a:lnTo>
                <a:lnTo>
                  <a:pt x="4341076" y="1900694"/>
                </a:lnTo>
                <a:lnTo>
                  <a:pt x="4339958" y="1900237"/>
                </a:lnTo>
                <a:lnTo>
                  <a:pt x="4337329" y="1900237"/>
                </a:lnTo>
                <a:lnTo>
                  <a:pt x="4336199" y="1900694"/>
                </a:lnTo>
                <a:lnTo>
                  <a:pt x="4334345" y="1902561"/>
                </a:lnTo>
                <a:lnTo>
                  <a:pt x="4333875" y="1903679"/>
                </a:lnTo>
                <a:lnTo>
                  <a:pt x="4333875" y="1906308"/>
                </a:lnTo>
                <a:lnTo>
                  <a:pt x="4334345" y="1907425"/>
                </a:lnTo>
                <a:lnTo>
                  <a:pt x="4336199" y="1909292"/>
                </a:lnTo>
                <a:lnTo>
                  <a:pt x="4337329" y="1909762"/>
                </a:lnTo>
                <a:lnTo>
                  <a:pt x="4339958" y="1909762"/>
                </a:lnTo>
                <a:lnTo>
                  <a:pt x="4341076" y="1909292"/>
                </a:lnTo>
                <a:lnTo>
                  <a:pt x="4342943" y="1907425"/>
                </a:lnTo>
                <a:lnTo>
                  <a:pt x="4343400" y="1906308"/>
                </a:lnTo>
                <a:lnTo>
                  <a:pt x="4343400" y="1903679"/>
                </a:lnTo>
                <a:close/>
              </a:path>
              <a:path w="5248275" h="1914525">
                <a:moveTo>
                  <a:pt x="4343400" y="1139139"/>
                </a:moveTo>
                <a:lnTo>
                  <a:pt x="4342943" y="1138021"/>
                </a:lnTo>
                <a:lnTo>
                  <a:pt x="4341076" y="1136154"/>
                </a:lnTo>
                <a:lnTo>
                  <a:pt x="4339958" y="1135684"/>
                </a:lnTo>
                <a:lnTo>
                  <a:pt x="4337329" y="1135684"/>
                </a:lnTo>
                <a:lnTo>
                  <a:pt x="4336199" y="1136154"/>
                </a:lnTo>
                <a:lnTo>
                  <a:pt x="4334345" y="1138021"/>
                </a:lnTo>
                <a:lnTo>
                  <a:pt x="4333875" y="1139139"/>
                </a:lnTo>
                <a:lnTo>
                  <a:pt x="4333875" y="1141768"/>
                </a:lnTo>
                <a:lnTo>
                  <a:pt x="4334345" y="1142885"/>
                </a:lnTo>
                <a:lnTo>
                  <a:pt x="4336199" y="1144752"/>
                </a:lnTo>
                <a:lnTo>
                  <a:pt x="4337329" y="1145209"/>
                </a:lnTo>
                <a:lnTo>
                  <a:pt x="4339958" y="1145209"/>
                </a:lnTo>
                <a:lnTo>
                  <a:pt x="4341076" y="1144752"/>
                </a:lnTo>
                <a:lnTo>
                  <a:pt x="4342943" y="1142885"/>
                </a:lnTo>
                <a:lnTo>
                  <a:pt x="4343400" y="1141768"/>
                </a:lnTo>
                <a:lnTo>
                  <a:pt x="4343400" y="1139139"/>
                </a:lnTo>
                <a:close/>
              </a:path>
              <a:path w="5248275" h="1914525">
                <a:moveTo>
                  <a:pt x="4343400" y="374599"/>
                </a:moveTo>
                <a:lnTo>
                  <a:pt x="4342943" y="373481"/>
                </a:lnTo>
                <a:lnTo>
                  <a:pt x="4341076" y="371614"/>
                </a:lnTo>
                <a:lnTo>
                  <a:pt x="4339958" y="371144"/>
                </a:lnTo>
                <a:lnTo>
                  <a:pt x="4337329" y="371144"/>
                </a:lnTo>
                <a:lnTo>
                  <a:pt x="4336199" y="371614"/>
                </a:lnTo>
                <a:lnTo>
                  <a:pt x="4334345" y="373481"/>
                </a:lnTo>
                <a:lnTo>
                  <a:pt x="4333875" y="374599"/>
                </a:lnTo>
                <a:lnTo>
                  <a:pt x="4333875" y="377228"/>
                </a:lnTo>
                <a:lnTo>
                  <a:pt x="4334345" y="378345"/>
                </a:lnTo>
                <a:lnTo>
                  <a:pt x="4336199" y="380212"/>
                </a:lnTo>
                <a:lnTo>
                  <a:pt x="4337329" y="380669"/>
                </a:lnTo>
                <a:lnTo>
                  <a:pt x="4339958" y="380669"/>
                </a:lnTo>
                <a:lnTo>
                  <a:pt x="4341076" y="380212"/>
                </a:lnTo>
                <a:lnTo>
                  <a:pt x="4342943" y="378345"/>
                </a:lnTo>
                <a:lnTo>
                  <a:pt x="4343400" y="377228"/>
                </a:lnTo>
                <a:lnTo>
                  <a:pt x="4343400" y="374599"/>
                </a:lnTo>
                <a:close/>
              </a:path>
              <a:path w="5248275" h="1914525">
                <a:moveTo>
                  <a:pt x="4391025" y="1903679"/>
                </a:moveTo>
                <a:lnTo>
                  <a:pt x="4390568" y="1902561"/>
                </a:lnTo>
                <a:lnTo>
                  <a:pt x="4388701" y="1900694"/>
                </a:lnTo>
                <a:lnTo>
                  <a:pt x="4387583" y="1900237"/>
                </a:lnTo>
                <a:lnTo>
                  <a:pt x="4384954" y="1900237"/>
                </a:lnTo>
                <a:lnTo>
                  <a:pt x="4383824" y="1900694"/>
                </a:lnTo>
                <a:lnTo>
                  <a:pt x="4381970" y="1902561"/>
                </a:lnTo>
                <a:lnTo>
                  <a:pt x="4381500" y="1903679"/>
                </a:lnTo>
                <a:lnTo>
                  <a:pt x="4381500" y="1906308"/>
                </a:lnTo>
                <a:lnTo>
                  <a:pt x="4381970" y="1907425"/>
                </a:lnTo>
                <a:lnTo>
                  <a:pt x="4383824" y="1909292"/>
                </a:lnTo>
                <a:lnTo>
                  <a:pt x="4384954" y="1909762"/>
                </a:lnTo>
                <a:lnTo>
                  <a:pt x="4387583" y="1909762"/>
                </a:lnTo>
                <a:lnTo>
                  <a:pt x="4388701" y="1909292"/>
                </a:lnTo>
                <a:lnTo>
                  <a:pt x="4390568" y="1907425"/>
                </a:lnTo>
                <a:lnTo>
                  <a:pt x="4391025" y="1906308"/>
                </a:lnTo>
                <a:lnTo>
                  <a:pt x="4391025" y="1903679"/>
                </a:lnTo>
                <a:close/>
              </a:path>
              <a:path w="5248275" h="1914525">
                <a:moveTo>
                  <a:pt x="4391025" y="1139139"/>
                </a:moveTo>
                <a:lnTo>
                  <a:pt x="4390568" y="1138021"/>
                </a:lnTo>
                <a:lnTo>
                  <a:pt x="4388701" y="1136154"/>
                </a:lnTo>
                <a:lnTo>
                  <a:pt x="4387583" y="1135684"/>
                </a:lnTo>
                <a:lnTo>
                  <a:pt x="4384954" y="1135684"/>
                </a:lnTo>
                <a:lnTo>
                  <a:pt x="4383824" y="1136154"/>
                </a:lnTo>
                <a:lnTo>
                  <a:pt x="4381970" y="1138021"/>
                </a:lnTo>
                <a:lnTo>
                  <a:pt x="4381500" y="1139139"/>
                </a:lnTo>
                <a:lnTo>
                  <a:pt x="4381500" y="1141768"/>
                </a:lnTo>
                <a:lnTo>
                  <a:pt x="4381970" y="1142885"/>
                </a:lnTo>
                <a:lnTo>
                  <a:pt x="4383824" y="1144752"/>
                </a:lnTo>
                <a:lnTo>
                  <a:pt x="4384954" y="1145209"/>
                </a:lnTo>
                <a:lnTo>
                  <a:pt x="4387583" y="1145209"/>
                </a:lnTo>
                <a:lnTo>
                  <a:pt x="4388701" y="1144752"/>
                </a:lnTo>
                <a:lnTo>
                  <a:pt x="4390568" y="1142885"/>
                </a:lnTo>
                <a:lnTo>
                  <a:pt x="4391025" y="1141768"/>
                </a:lnTo>
                <a:lnTo>
                  <a:pt x="4391025" y="1139139"/>
                </a:lnTo>
                <a:close/>
              </a:path>
              <a:path w="5248275" h="1914525">
                <a:moveTo>
                  <a:pt x="4391025" y="374599"/>
                </a:moveTo>
                <a:lnTo>
                  <a:pt x="4390568" y="373481"/>
                </a:lnTo>
                <a:lnTo>
                  <a:pt x="4388701" y="371614"/>
                </a:lnTo>
                <a:lnTo>
                  <a:pt x="4387583" y="371144"/>
                </a:lnTo>
                <a:lnTo>
                  <a:pt x="4384954" y="371144"/>
                </a:lnTo>
                <a:lnTo>
                  <a:pt x="4383824" y="371614"/>
                </a:lnTo>
                <a:lnTo>
                  <a:pt x="4381970" y="373481"/>
                </a:lnTo>
                <a:lnTo>
                  <a:pt x="4381500" y="374599"/>
                </a:lnTo>
                <a:lnTo>
                  <a:pt x="4381500" y="377228"/>
                </a:lnTo>
                <a:lnTo>
                  <a:pt x="4381970" y="378345"/>
                </a:lnTo>
                <a:lnTo>
                  <a:pt x="4383824" y="380212"/>
                </a:lnTo>
                <a:lnTo>
                  <a:pt x="4384954" y="380669"/>
                </a:lnTo>
                <a:lnTo>
                  <a:pt x="4387583" y="380669"/>
                </a:lnTo>
                <a:lnTo>
                  <a:pt x="4388701" y="380212"/>
                </a:lnTo>
                <a:lnTo>
                  <a:pt x="4390568" y="378345"/>
                </a:lnTo>
                <a:lnTo>
                  <a:pt x="4391025" y="377228"/>
                </a:lnTo>
                <a:lnTo>
                  <a:pt x="4391025" y="374599"/>
                </a:lnTo>
                <a:close/>
              </a:path>
              <a:path w="5248275" h="1914525">
                <a:moveTo>
                  <a:pt x="4438650" y="1903679"/>
                </a:moveTo>
                <a:lnTo>
                  <a:pt x="4438193" y="1902561"/>
                </a:lnTo>
                <a:lnTo>
                  <a:pt x="4436326" y="1900694"/>
                </a:lnTo>
                <a:lnTo>
                  <a:pt x="4435208" y="1900237"/>
                </a:lnTo>
                <a:lnTo>
                  <a:pt x="4432579" y="1900237"/>
                </a:lnTo>
                <a:lnTo>
                  <a:pt x="4431449" y="1900694"/>
                </a:lnTo>
                <a:lnTo>
                  <a:pt x="4429595" y="1902561"/>
                </a:lnTo>
                <a:lnTo>
                  <a:pt x="4429125" y="1903679"/>
                </a:lnTo>
                <a:lnTo>
                  <a:pt x="4429125" y="1906308"/>
                </a:lnTo>
                <a:lnTo>
                  <a:pt x="4429595" y="1907425"/>
                </a:lnTo>
                <a:lnTo>
                  <a:pt x="4431449" y="1909292"/>
                </a:lnTo>
                <a:lnTo>
                  <a:pt x="4432579" y="1909762"/>
                </a:lnTo>
                <a:lnTo>
                  <a:pt x="4435208" y="1909762"/>
                </a:lnTo>
                <a:lnTo>
                  <a:pt x="4436326" y="1909292"/>
                </a:lnTo>
                <a:lnTo>
                  <a:pt x="4438193" y="1907425"/>
                </a:lnTo>
                <a:lnTo>
                  <a:pt x="4438650" y="1906308"/>
                </a:lnTo>
                <a:lnTo>
                  <a:pt x="4438650" y="1903679"/>
                </a:lnTo>
                <a:close/>
              </a:path>
              <a:path w="5248275" h="1914525">
                <a:moveTo>
                  <a:pt x="4438650" y="1139139"/>
                </a:moveTo>
                <a:lnTo>
                  <a:pt x="4438193" y="1138021"/>
                </a:lnTo>
                <a:lnTo>
                  <a:pt x="4436326" y="1136154"/>
                </a:lnTo>
                <a:lnTo>
                  <a:pt x="4435208" y="1135684"/>
                </a:lnTo>
                <a:lnTo>
                  <a:pt x="4432579" y="1135684"/>
                </a:lnTo>
                <a:lnTo>
                  <a:pt x="4431449" y="1136154"/>
                </a:lnTo>
                <a:lnTo>
                  <a:pt x="4429595" y="1138021"/>
                </a:lnTo>
                <a:lnTo>
                  <a:pt x="4429125" y="1139139"/>
                </a:lnTo>
                <a:lnTo>
                  <a:pt x="4429125" y="1141768"/>
                </a:lnTo>
                <a:lnTo>
                  <a:pt x="4429595" y="1142885"/>
                </a:lnTo>
                <a:lnTo>
                  <a:pt x="4431449" y="1144752"/>
                </a:lnTo>
                <a:lnTo>
                  <a:pt x="4432579" y="1145209"/>
                </a:lnTo>
                <a:lnTo>
                  <a:pt x="4435208" y="1145209"/>
                </a:lnTo>
                <a:lnTo>
                  <a:pt x="4436326" y="1144752"/>
                </a:lnTo>
                <a:lnTo>
                  <a:pt x="4438193" y="1142885"/>
                </a:lnTo>
                <a:lnTo>
                  <a:pt x="4438650" y="1141768"/>
                </a:lnTo>
                <a:lnTo>
                  <a:pt x="4438650" y="1139139"/>
                </a:lnTo>
                <a:close/>
              </a:path>
              <a:path w="5248275" h="1914525">
                <a:moveTo>
                  <a:pt x="4438650" y="374599"/>
                </a:moveTo>
                <a:lnTo>
                  <a:pt x="4438193" y="373481"/>
                </a:lnTo>
                <a:lnTo>
                  <a:pt x="4436326" y="371614"/>
                </a:lnTo>
                <a:lnTo>
                  <a:pt x="4435208" y="371144"/>
                </a:lnTo>
                <a:lnTo>
                  <a:pt x="4432579" y="371144"/>
                </a:lnTo>
                <a:lnTo>
                  <a:pt x="4431449" y="371614"/>
                </a:lnTo>
                <a:lnTo>
                  <a:pt x="4429595" y="373481"/>
                </a:lnTo>
                <a:lnTo>
                  <a:pt x="4429125" y="374599"/>
                </a:lnTo>
                <a:lnTo>
                  <a:pt x="4429125" y="377228"/>
                </a:lnTo>
                <a:lnTo>
                  <a:pt x="4429595" y="378345"/>
                </a:lnTo>
                <a:lnTo>
                  <a:pt x="4431449" y="380212"/>
                </a:lnTo>
                <a:lnTo>
                  <a:pt x="4432579" y="380669"/>
                </a:lnTo>
                <a:lnTo>
                  <a:pt x="4435208" y="380669"/>
                </a:lnTo>
                <a:lnTo>
                  <a:pt x="4436326" y="380212"/>
                </a:lnTo>
                <a:lnTo>
                  <a:pt x="4438193" y="378345"/>
                </a:lnTo>
                <a:lnTo>
                  <a:pt x="4438650" y="377228"/>
                </a:lnTo>
                <a:lnTo>
                  <a:pt x="4438650" y="374599"/>
                </a:lnTo>
                <a:close/>
              </a:path>
              <a:path w="5248275" h="1914525">
                <a:moveTo>
                  <a:pt x="4486275" y="1903679"/>
                </a:moveTo>
                <a:lnTo>
                  <a:pt x="4485818" y="1902561"/>
                </a:lnTo>
                <a:lnTo>
                  <a:pt x="4483951" y="1900694"/>
                </a:lnTo>
                <a:lnTo>
                  <a:pt x="4482833" y="1900237"/>
                </a:lnTo>
                <a:lnTo>
                  <a:pt x="4480204" y="1900237"/>
                </a:lnTo>
                <a:lnTo>
                  <a:pt x="4479087" y="1900694"/>
                </a:lnTo>
                <a:lnTo>
                  <a:pt x="4477220" y="1902561"/>
                </a:lnTo>
                <a:lnTo>
                  <a:pt x="4476750" y="1903679"/>
                </a:lnTo>
                <a:lnTo>
                  <a:pt x="4476750" y="1906308"/>
                </a:lnTo>
                <a:lnTo>
                  <a:pt x="4477220" y="1907425"/>
                </a:lnTo>
                <a:lnTo>
                  <a:pt x="4479087" y="1909292"/>
                </a:lnTo>
                <a:lnTo>
                  <a:pt x="4480204" y="1909762"/>
                </a:lnTo>
                <a:lnTo>
                  <a:pt x="4482833" y="1909762"/>
                </a:lnTo>
                <a:lnTo>
                  <a:pt x="4483951" y="1909292"/>
                </a:lnTo>
                <a:lnTo>
                  <a:pt x="4485818" y="1907425"/>
                </a:lnTo>
                <a:lnTo>
                  <a:pt x="4486275" y="1906308"/>
                </a:lnTo>
                <a:lnTo>
                  <a:pt x="4486275" y="1903679"/>
                </a:lnTo>
                <a:close/>
              </a:path>
              <a:path w="5248275" h="1914525">
                <a:moveTo>
                  <a:pt x="4486275" y="1139139"/>
                </a:moveTo>
                <a:lnTo>
                  <a:pt x="4485818" y="1138021"/>
                </a:lnTo>
                <a:lnTo>
                  <a:pt x="4483951" y="1136154"/>
                </a:lnTo>
                <a:lnTo>
                  <a:pt x="4482833" y="1135684"/>
                </a:lnTo>
                <a:lnTo>
                  <a:pt x="4480204" y="1135684"/>
                </a:lnTo>
                <a:lnTo>
                  <a:pt x="4479087" y="1136154"/>
                </a:lnTo>
                <a:lnTo>
                  <a:pt x="4477220" y="1138021"/>
                </a:lnTo>
                <a:lnTo>
                  <a:pt x="4476750" y="1139139"/>
                </a:lnTo>
                <a:lnTo>
                  <a:pt x="4476750" y="1141768"/>
                </a:lnTo>
                <a:lnTo>
                  <a:pt x="4477220" y="1142885"/>
                </a:lnTo>
                <a:lnTo>
                  <a:pt x="4479087" y="1144752"/>
                </a:lnTo>
                <a:lnTo>
                  <a:pt x="4480204" y="1145209"/>
                </a:lnTo>
                <a:lnTo>
                  <a:pt x="4482833" y="1145209"/>
                </a:lnTo>
                <a:lnTo>
                  <a:pt x="4483951" y="1144752"/>
                </a:lnTo>
                <a:lnTo>
                  <a:pt x="4485818" y="1142885"/>
                </a:lnTo>
                <a:lnTo>
                  <a:pt x="4486275" y="1141768"/>
                </a:lnTo>
                <a:lnTo>
                  <a:pt x="4486275" y="1139139"/>
                </a:lnTo>
                <a:close/>
              </a:path>
              <a:path w="5248275" h="1914525">
                <a:moveTo>
                  <a:pt x="4486275" y="374599"/>
                </a:moveTo>
                <a:lnTo>
                  <a:pt x="4485818" y="373481"/>
                </a:lnTo>
                <a:lnTo>
                  <a:pt x="4483951" y="371614"/>
                </a:lnTo>
                <a:lnTo>
                  <a:pt x="4482833" y="371144"/>
                </a:lnTo>
                <a:lnTo>
                  <a:pt x="4480204" y="371144"/>
                </a:lnTo>
                <a:lnTo>
                  <a:pt x="4479087" y="371614"/>
                </a:lnTo>
                <a:lnTo>
                  <a:pt x="4477220" y="373481"/>
                </a:lnTo>
                <a:lnTo>
                  <a:pt x="4476750" y="374599"/>
                </a:lnTo>
                <a:lnTo>
                  <a:pt x="4476750" y="377228"/>
                </a:lnTo>
                <a:lnTo>
                  <a:pt x="4477220" y="378345"/>
                </a:lnTo>
                <a:lnTo>
                  <a:pt x="4479087" y="380212"/>
                </a:lnTo>
                <a:lnTo>
                  <a:pt x="4480204" y="380669"/>
                </a:lnTo>
                <a:lnTo>
                  <a:pt x="4482833" y="380669"/>
                </a:lnTo>
                <a:lnTo>
                  <a:pt x="4483951" y="380212"/>
                </a:lnTo>
                <a:lnTo>
                  <a:pt x="4485818" y="378345"/>
                </a:lnTo>
                <a:lnTo>
                  <a:pt x="4486275" y="377228"/>
                </a:lnTo>
                <a:lnTo>
                  <a:pt x="4486275" y="374599"/>
                </a:lnTo>
                <a:close/>
              </a:path>
              <a:path w="5248275" h="1914525">
                <a:moveTo>
                  <a:pt x="4533900" y="1903679"/>
                </a:moveTo>
                <a:lnTo>
                  <a:pt x="4533443" y="1902561"/>
                </a:lnTo>
                <a:lnTo>
                  <a:pt x="4531576" y="1900694"/>
                </a:lnTo>
                <a:lnTo>
                  <a:pt x="4530458" y="1900237"/>
                </a:lnTo>
                <a:lnTo>
                  <a:pt x="4527829" y="1900237"/>
                </a:lnTo>
                <a:lnTo>
                  <a:pt x="4526712" y="1900694"/>
                </a:lnTo>
                <a:lnTo>
                  <a:pt x="4524845" y="1902561"/>
                </a:lnTo>
                <a:lnTo>
                  <a:pt x="4524375" y="1903679"/>
                </a:lnTo>
                <a:lnTo>
                  <a:pt x="4524375" y="1906308"/>
                </a:lnTo>
                <a:lnTo>
                  <a:pt x="4524845" y="1907425"/>
                </a:lnTo>
                <a:lnTo>
                  <a:pt x="4526712" y="1909292"/>
                </a:lnTo>
                <a:lnTo>
                  <a:pt x="4527829" y="1909762"/>
                </a:lnTo>
                <a:lnTo>
                  <a:pt x="4530458" y="1909762"/>
                </a:lnTo>
                <a:lnTo>
                  <a:pt x="4531576" y="1909292"/>
                </a:lnTo>
                <a:lnTo>
                  <a:pt x="4533443" y="1907425"/>
                </a:lnTo>
                <a:lnTo>
                  <a:pt x="4533900" y="1906308"/>
                </a:lnTo>
                <a:lnTo>
                  <a:pt x="4533900" y="1903679"/>
                </a:lnTo>
                <a:close/>
              </a:path>
              <a:path w="5248275" h="1914525">
                <a:moveTo>
                  <a:pt x="4533900" y="1139139"/>
                </a:moveTo>
                <a:lnTo>
                  <a:pt x="4533443" y="1138021"/>
                </a:lnTo>
                <a:lnTo>
                  <a:pt x="4531576" y="1136154"/>
                </a:lnTo>
                <a:lnTo>
                  <a:pt x="4530458" y="1135684"/>
                </a:lnTo>
                <a:lnTo>
                  <a:pt x="4527829" y="1135684"/>
                </a:lnTo>
                <a:lnTo>
                  <a:pt x="4526712" y="1136154"/>
                </a:lnTo>
                <a:lnTo>
                  <a:pt x="4524845" y="1138021"/>
                </a:lnTo>
                <a:lnTo>
                  <a:pt x="4524375" y="1139139"/>
                </a:lnTo>
                <a:lnTo>
                  <a:pt x="4524375" y="1141768"/>
                </a:lnTo>
                <a:lnTo>
                  <a:pt x="4524845" y="1142885"/>
                </a:lnTo>
                <a:lnTo>
                  <a:pt x="4526712" y="1144752"/>
                </a:lnTo>
                <a:lnTo>
                  <a:pt x="4527829" y="1145209"/>
                </a:lnTo>
                <a:lnTo>
                  <a:pt x="4530458" y="1145209"/>
                </a:lnTo>
                <a:lnTo>
                  <a:pt x="4531576" y="1144752"/>
                </a:lnTo>
                <a:lnTo>
                  <a:pt x="4533443" y="1142885"/>
                </a:lnTo>
                <a:lnTo>
                  <a:pt x="4533900" y="1141768"/>
                </a:lnTo>
                <a:lnTo>
                  <a:pt x="4533900" y="1139139"/>
                </a:lnTo>
                <a:close/>
              </a:path>
              <a:path w="5248275" h="1914525">
                <a:moveTo>
                  <a:pt x="4533900" y="374599"/>
                </a:moveTo>
                <a:lnTo>
                  <a:pt x="4533443" y="373481"/>
                </a:lnTo>
                <a:lnTo>
                  <a:pt x="4531576" y="371614"/>
                </a:lnTo>
                <a:lnTo>
                  <a:pt x="4530458" y="371144"/>
                </a:lnTo>
                <a:lnTo>
                  <a:pt x="4527829" y="371144"/>
                </a:lnTo>
                <a:lnTo>
                  <a:pt x="4526712" y="371614"/>
                </a:lnTo>
                <a:lnTo>
                  <a:pt x="4524845" y="373481"/>
                </a:lnTo>
                <a:lnTo>
                  <a:pt x="4524375" y="374599"/>
                </a:lnTo>
                <a:lnTo>
                  <a:pt x="4524375" y="377228"/>
                </a:lnTo>
                <a:lnTo>
                  <a:pt x="4524845" y="378345"/>
                </a:lnTo>
                <a:lnTo>
                  <a:pt x="4526712" y="380212"/>
                </a:lnTo>
                <a:lnTo>
                  <a:pt x="4527829" y="380669"/>
                </a:lnTo>
                <a:lnTo>
                  <a:pt x="4530458" y="380669"/>
                </a:lnTo>
                <a:lnTo>
                  <a:pt x="4531576" y="380212"/>
                </a:lnTo>
                <a:lnTo>
                  <a:pt x="4533443" y="378345"/>
                </a:lnTo>
                <a:lnTo>
                  <a:pt x="4533900" y="377228"/>
                </a:lnTo>
                <a:lnTo>
                  <a:pt x="4533900" y="374599"/>
                </a:lnTo>
                <a:close/>
              </a:path>
              <a:path w="5248275" h="1914525">
                <a:moveTo>
                  <a:pt x="4581525" y="1903679"/>
                </a:moveTo>
                <a:lnTo>
                  <a:pt x="4581068" y="1902561"/>
                </a:lnTo>
                <a:lnTo>
                  <a:pt x="4579201" y="1900694"/>
                </a:lnTo>
                <a:lnTo>
                  <a:pt x="4578083" y="1900237"/>
                </a:lnTo>
                <a:lnTo>
                  <a:pt x="4575454" y="1900237"/>
                </a:lnTo>
                <a:lnTo>
                  <a:pt x="4574337" y="1900694"/>
                </a:lnTo>
                <a:lnTo>
                  <a:pt x="4572470" y="1902561"/>
                </a:lnTo>
                <a:lnTo>
                  <a:pt x="4572000" y="1903679"/>
                </a:lnTo>
                <a:lnTo>
                  <a:pt x="4572000" y="1906308"/>
                </a:lnTo>
                <a:lnTo>
                  <a:pt x="4572470" y="1907425"/>
                </a:lnTo>
                <a:lnTo>
                  <a:pt x="4574337" y="1909292"/>
                </a:lnTo>
                <a:lnTo>
                  <a:pt x="4575454" y="1909762"/>
                </a:lnTo>
                <a:lnTo>
                  <a:pt x="4578083" y="1909762"/>
                </a:lnTo>
                <a:lnTo>
                  <a:pt x="4579201" y="1909292"/>
                </a:lnTo>
                <a:lnTo>
                  <a:pt x="4581068" y="1907425"/>
                </a:lnTo>
                <a:lnTo>
                  <a:pt x="4581525" y="1906308"/>
                </a:lnTo>
                <a:lnTo>
                  <a:pt x="4581525" y="1903679"/>
                </a:lnTo>
                <a:close/>
              </a:path>
              <a:path w="5248275" h="1914525">
                <a:moveTo>
                  <a:pt x="4581525" y="1139139"/>
                </a:moveTo>
                <a:lnTo>
                  <a:pt x="4581068" y="1138021"/>
                </a:lnTo>
                <a:lnTo>
                  <a:pt x="4579201" y="1136154"/>
                </a:lnTo>
                <a:lnTo>
                  <a:pt x="4578083" y="1135684"/>
                </a:lnTo>
                <a:lnTo>
                  <a:pt x="4575454" y="1135684"/>
                </a:lnTo>
                <a:lnTo>
                  <a:pt x="4574337" y="1136154"/>
                </a:lnTo>
                <a:lnTo>
                  <a:pt x="4572470" y="1138021"/>
                </a:lnTo>
                <a:lnTo>
                  <a:pt x="4572000" y="1139139"/>
                </a:lnTo>
                <a:lnTo>
                  <a:pt x="4572000" y="1141768"/>
                </a:lnTo>
                <a:lnTo>
                  <a:pt x="4572470" y="1142885"/>
                </a:lnTo>
                <a:lnTo>
                  <a:pt x="4574337" y="1144752"/>
                </a:lnTo>
                <a:lnTo>
                  <a:pt x="4575454" y="1145209"/>
                </a:lnTo>
                <a:lnTo>
                  <a:pt x="4578083" y="1145209"/>
                </a:lnTo>
                <a:lnTo>
                  <a:pt x="4579201" y="1144752"/>
                </a:lnTo>
                <a:lnTo>
                  <a:pt x="4581068" y="1142885"/>
                </a:lnTo>
                <a:lnTo>
                  <a:pt x="4581525" y="1141768"/>
                </a:lnTo>
                <a:lnTo>
                  <a:pt x="4581525" y="1139139"/>
                </a:lnTo>
                <a:close/>
              </a:path>
              <a:path w="5248275" h="1914525">
                <a:moveTo>
                  <a:pt x="4581525" y="374599"/>
                </a:moveTo>
                <a:lnTo>
                  <a:pt x="4581068" y="373481"/>
                </a:lnTo>
                <a:lnTo>
                  <a:pt x="4579201" y="371614"/>
                </a:lnTo>
                <a:lnTo>
                  <a:pt x="4578083" y="371144"/>
                </a:lnTo>
                <a:lnTo>
                  <a:pt x="4575454" y="371144"/>
                </a:lnTo>
                <a:lnTo>
                  <a:pt x="4574337" y="371614"/>
                </a:lnTo>
                <a:lnTo>
                  <a:pt x="4572470" y="373481"/>
                </a:lnTo>
                <a:lnTo>
                  <a:pt x="4572000" y="374599"/>
                </a:lnTo>
                <a:lnTo>
                  <a:pt x="4572000" y="377228"/>
                </a:lnTo>
                <a:lnTo>
                  <a:pt x="4572470" y="378345"/>
                </a:lnTo>
                <a:lnTo>
                  <a:pt x="4574337" y="380212"/>
                </a:lnTo>
                <a:lnTo>
                  <a:pt x="4575454" y="380669"/>
                </a:lnTo>
                <a:lnTo>
                  <a:pt x="4578083" y="380669"/>
                </a:lnTo>
                <a:lnTo>
                  <a:pt x="4579201" y="380212"/>
                </a:lnTo>
                <a:lnTo>
                  <a:pt x="4581068" y="378345"/>
                </a:lnTo>
                <a:lnTo>
                  <a:pt x="4581525" y="377228"/>
                </a:lnTo>
                <a:lnTo>
                  <a:pt x="4581525" y="374599"/>
                </a:lnTo>
                <a:close/>
              </a:path>
              <a:path w="5248275" h="1914525">
                <a:moveTo>
                  <a:pt x="4629150" y="1903679"/>
                </a:moveTo>
                <a:lnTo>
                  <a:pt x="4628693" y="1902561"/>
                </a:lnTo>
                <a:lnTo>
                  <a:pt x="4626826" y="1900694"/>
                </a:lnTo>
                <a:lnTo>
                  <a:pt x="4625708" y="1900237"/>
                </a:lnTo>
                <a:lnTo>
                  <a:pt x="4623079" y="1900237"/>
                </a:lnTo>
                <a:lnTo>
                  <a:pt x="4621962" y="1900694"/>
                </a:lnTo>
                <a:lnTo>
                  <a:pt x="4620095" y="1902561"/>
                </a:lnTo>
                <a:lnTo>
                  <a:pt x="4619625" y="1903679"/>
                </a:lnTo>
                <a:lnTo>
                  <a:pt x="4619625" y="1906308"/>
                </a:lnTo>
                <a:lnTo>
                  <a:pt x="4620095" y="1907425"/>
                </a:lnTo>
                <a:lnTo>
                  <a:pt x="4621962" y="1909292"/>
                </a:lnTo>
                <a:lnTo>
                  <a:pt x="4623079" y="1909762"/>
                </a:lnTo>
                <a:lnTo>
                  <a:pt x="4625708" y="1909762"/>
                </a:lnTo>
                <a:lnTo>
                  <a:pt x="4626826" y="1909292"/>
                </a:lnTo>
                <a:lnTo>
                  <a:pt x="4628693" y="1907425"/>
                </a:lnTo>
                <a:lnTo>
                  <a:pt x="4629150" y="1906308"/>
                </a:lnTo>
                <a:lnTo>
                  <a:pt x="4629150" y="1903679"/>
                </a:lnTo>
                <a:close/>
              </a:path>
              <a:path w="5248275" h="1914525">
                <a:moveTo>
                  <a:pt x="4629150" y="1139139"/>
                </a:moveTo>
                <a:lnTo>
                  <a:pt x="4628693" y="1138021"/>
                </a:lnTo>
                <a:lnTo>
                  <a:pt x="4626826" y="1136154"/>
                </a:lnTo>
                <a:lnTo>
                  <a:pt x="4625708" y="1135684"/>
                </a:lnTo>
                <a:lnTo>
                  <a:pt x="4623079" y="1135684"/>
                </a:lnTo>
                <a:lnTo>
                  <a:pt x="4621962" y="1136154"/>
                </a:lnTo>
                <a:lnTo>
                  <a:pt x="4620095" y="1138021"/>
                </a:lnTo>
                <a:lnTo>
                  <a:pt x="4619625" y="1139139"/>
                </a:lnTo>
                <a:lnTo>
                  <a:pt x="4619625" y="1141768"/>
                </a:lnTo>
                <a:lnTo>
                  <a:pt x="4620095" y="1142885"/>
                </a:lnTo>
                <a:lnTo>
                  <a:pt x="4621962" y="1144752"/>
                </a:lnTo>
                <a:lnTo>
                  <a:pt x="4623079" y="1145209"/>
                </a:lnTo>
                <a:lnTo>
                  <a:pt x="4625708" y="1145209"/>
                </a:lnTo>
                <a:lnTo>
                  <a:pt x="4626826" y="1144752"/>
                </a:lnTo>
                <a:lnTo>
                  <a:pt x="4628693" y="1142885"/>
                </a:lnTo>
                <a:lnTo>
                  <a:pt x="4629150" y="1141768"/>
                </a:lnTo>
                <a:lnTo>
                  <a:pt x="4629150" y="1139139"/>
                </a:lnTo>
                <a:close/>
              </a:path>
              <a:path w="5248275" h="1914525">
                <a:moveTo>
                  <a:pt x="4629150" y="374599"/>
                </a:moveTo>
                <a:lnTo>
                  <a:pt x="4628693" y="373481"/>
                </a:lnTo>
                <a:lnTo>
                  <a:pt x="4626826" y="371614"/>
                </a:lnTo>
                <a:lnTo>
                  <a:pt x="4625708" y="371144"/>
                </a:lnTo>
                <a:lnTo>
                  <a:pt x="4623079" y="371144"/>
                </a:lnTo>
                <a:lnTo>
                  <a:pt x="4621962" y="371614"/>
                </a:lnTo>
                <a:lnTo>
                  <a:pt x="4620095" y="373481"/>
                </a:lnTo>
                <a:lnTo>
                  <a:pt x="4619625" y="374599"/>
                </a:lnTo>
                <a:lnTo>
                  <a:pt x="4619625" y="377228"/>
                </a:lnTo>
                <a:lnTo>
                  <a:pt x="4620095" y="378345"/>
                </a:lnTo>
                <a:lnTo>
                  <a:pt x="4621962" y="380212"/>
                </a:lnTo>
                <a:lnTo>
                  <a:pt x="4623079" y="380669"/>
                </a:lnTo>
                <a:lnTo>
                  <a:pt x="4625708" y="380669"/>
                </a:lnTo>
                <a:lnTo>
                  <a:pt x="4626826" y="380212"/>
                </a:lnTo>
                <a:lnTo>
                  <a:pt x="4628693" y="378345"/>
                </a:lnTo>
                <a:lnTo>
                  <a:pt x="4629150" y="377228"/>
                </a:lnTo>
                <a:lnTo>
                  <a:pt x="4629150" y="374599"/>
                </a:lnTo>
                <a:close/>
              </a:path>
              <a:path w="5248275" h="1914525">
                <a:moveTo>
                  <a:pt x="4676775" y="1903679"/>
                </a:moveTo>
                <a:lnTo>
                  <a:pt x="4676318" y="1902561"/>
                </a:lnTo>
                <a:lnTo>
                  <a:pt x="4674451" y="1900694"/>
                </a:lnTo>
                <a:lnTo>
                  <a:pt x="4673333" y="1900237"/>
                </a:lnTo>
                <a:lnTo>
                  <a:pt x="4670704" y="1900237"/>
                </a:lnTo>
                <a:lnTo>
                  <a:pt x="4669587" y="1900694"/>
                </a:lnTo>
                <a:lnTo>
                  <a:pt x="4667720" y="1902561"/>
                </a:lnTo>
                <a:lnTo>
                  <a:pt x="4667250" y="1903679"/>
                </a:lnTo>
                <a:lnTo>
                  <a:pt x="4667250" y="1906308"/>
                </a:lnTo>
                <a:lnTo>
                  <a:pt x="4667720" y="1907425"/>
                </a:lnTo>
                <a:lnTo>
                  <a:pt x="4669587" y="1909292"/>
                </a:lnTo>
                <a:lnTo>
                  <a:pt x="4670704" y="1909762"/>
                </a:lnTo>
                <a:lnTo>
                  <a:pt x="4673333" y="1909762"/>
                </a:lnTo>
                <a:lnTo>
                  <a:pt x="4674451" y="1909292"/>
                </a:lnTo>
                <a:lnTo>
                  <a:pt x="4676318" y="1907425"/>
                </a:lnTo>
                <a:lnTo>
                  <a:pt x="4676775" y="1906308"/>
                </a:lnTo>
                <a:lnTo>
                  <a:pt x="4676775" y="1903679"/>
                </a:lnTo>
                <a:close/>
              </a:path>
              <a:path w="5248275" h="1914525">
                <a:moveTo>
                  <a:pt x="4676775" y="1139139"/>
                </a:moveTo>
                <a:lnTo>
                  <a:pt x="4676318" y="1138021"/>
                </a:lnTo>
                <a:lnTo>
                  <a:pt x="4674451" y="1136154"/>
                </a:lnTo>
                <a:lnTo>
                  <a:pt x="4673333" y="1135684"/>
                </a:lnTo>
                <a:lnTo>
                  <a:pt x="4670704" y="1135684"/>
                </a:lnTo>
                <a:lnTo>
                  <a:pt x="4669587" y="1136154"/>
                </a:lnTo>
                <a:lnTo>
                  <a:pt x="4667720" y="1138021"/>
                </a:lnTo>
                <a:lnTo>
                  <a:pt x="4667250" y="1139139"/>
                </a:lnTo>
                <a:lnTo>
                  <a:pt x="4667250" y="1141768"/>
                </a:lnTo>
                <a:lnTo>
                  <a:pt x="4667720" y="1142885"/>
                </a:lnTo>
                <a:lnTo>
                  <a:pt x="4669587" y="1144752"/>
                </a:lnTo>
                <a:lnTo>
                  <a:pt x="4670704" y="1145209"/>
                </a:lnTo>
                <a:lnTo>
                  <a:pt x="4673333" y="1145209"/>
                </a:lnTo>
                <a:lnTo>
                  <a:pt x="4674451" y="1144752"/>
                </a:lnTo>
                <a:lnTo>
                  <a:pt x="4676318" y="1142885"/>
                </a:lnTo>
                <a:lnTo>
                  <a:pt x="4676775" y="1141768"/>
                </a:lnTo>
                <a:lnTo>
                  <a:pt x="4676775" y="1139139"/>
                </a:lnTo>
                <a:close/>
              </a:path>
              <a:path w="5248275" h="1914525">
                <a:moveTo>
                  <a:pt x="4676775" y="374599"/>
                </a:moveTo>
                <a:lnTo>
                  <a:pt x="4676318" y="373481"/>
                </a:lnTo>
                <a:lnTo>
                  <a:pt x="4674451" y="371614"/>
                </a:lnTo>
                <a:lnTo>
                  <a:pt x="4673333" y="371144"/>
                </a:lnTo>
                <a:lnTo>
                  <a:pt x="4670704" y="371144"/>
                </a:lnTo>
                <a:lnTo>
                  <a:pt x="4669587" y="371614"/>
                </a:lnTo>
                <a:lnTo>
                  <a:pt x="4667720" y="373481"/>
                </a:lnTo>
                <a:lnTo>
                  <a:pt x="4667250" y="374599"/>
                </a:lnTo>
                <a:lnTo>
                  <a:pt x="4667250" y="377228"/>
                </a:lnTo>
                <a:lnTo>
                  <a:pt x="4667720" y="378345"/>
                </a:lnTo>
                <a:lnTo>
                  <a:pt x="4669587" y="380212"/>
                </a:lnTo>
                <a:lnTo>
                  <a:pt x="4670704" y="380669"/>
                </a:lnTo>
                <a:lnTo>
                  <a:pt x="4673333" y="380669"/>
                </a:lnTo>
                <a:lnTo>
                  <a:pt x="4674451" y="380212"/>
                </a:lnTo>
                <a:lnTo>
                  <a:pt x="4676318" y="378345"/>
                </a:lnTo>
                <a:lnTo>
                  <a:pt x="4676775" y="377228"/>
                </a:lnTo>
                <a:lnTo>
                  <a:pt x="4676775" y="374599"/>
                </a:lnTo>
                <a:close/>
              </a:path>
              <a:path w="5248275" h="1914525">
                <a:moveTo>
                  <a:pt x="4724400" y="1903679"/>
                </a:moveTo>
                <a:lnTo>
                  <a:pt x="4723943" y="1902561"/>
                </a:lnTo>
                <a:lnTo>
                  <a:pt x="4722076" y="1900694"/>
                </a:lnTo>
                <a:lnTo>
                  <a:pt x="4720958" y="1900237"/>
                </a:lnTo>
                <a:lnTo>
                  <a:pt x="4718329" y="1900237"/>
                </a:lnTo>
                <a:lnTo>
                  <a:pt x="4717212" y="1900694"/>
                </a:lnTo>
                <a:lnTo>
                  <a:pt x="4715345" y="1902561"/>
                </a:lnTo>
                <a:lnTo>
                  <a:pt x="4714875" y="1903679"/>
                </a:lnTo>
                <a:lnTo>
                  <a:pt x="4714875" y="1906308"/>
                </a:lnTo>
                <a:lnTo>
                  <a:pt x="4715345" y="1907425"/>
                </a:lnTo>
                <a:lnTo>
                  <a:pt x="4717212" y="1909292"/>
                </a:lnTo>
                <a:lnTo>
                  <a:pt x="4718329" y="1909762"/>
                </a:lnTo>
                <a:lnTo>
                  <a:pt x="4720958" y="1909762"/>
                </a:lnTo>
                <a:lnTo>
                  <a:pt x="4722076" y="1909292"/>
                </a:lnTo>
                <a:lnTo>
                  <a:pt x="4723943" y="1907425"/>
                </a:lnTo>
                <a:lnTo>
                  <a:pt x="4724400" y="1906308"/>
                </a:lnTo>
                <a:lnTo>
                  <a:pt x="4724400" y="1903679"/>
                </a:lnTo>
                <a:close/>
              </a:path>
              <a:path w="5248275" h="1914525">
                <a:moveTo>
                  <a:pt x="4724400" y="1139139"/>
                </a:moveTo>
                <a:lnTo>
                  <a:pt x="4723943" y="1138021"/>
                </a:lnTo>
                <a:lnTo>
                  <a:pt x="4722076" y="1136154"/>
                </a:lnTo>
                <a:lnTo>
                  <a:pt x="4720958" y="1135684"/>
                </a:lnTo>
                <a:lnTo>
                  <a:pt x="4718329" y="1135684"/>
                </a:lnTo>
                <a:lnTo>
                  <a:pt x="4717212" y="1136154"/>
                </a:lnTo>
                <a:lnTo>
                  <a:pt x="4715345" y="1138021"/>
                </a:lnTo>
                <a:lnTo>
                  <a:pt x="4714875" y="1139139"/>
                </a:lnTo>
                <a:lnTo>
                  <a:pt x="4714875" y="1141768"/>
                </a:lnTo>
                <a:lnTo>
                  <a:pt x="4715345" y="1142885"/>
                </a:lnTo>
                <a:lnTo>
                  <a:pt x="4717212" y="1144752"/>
                </a:lnTo>
                <a:lnTo>
                  <a:pt x="4718329" y="1145209"/>
                </a:lnTo>
                <a:lnTo>
                  <a:pt x="4720958" y="1145209"/>
                </a:lnTo>
                <a:lnTo>
                  <a:pt x="4722076" y="1144752"/>
                </a:lnTo>
                <a:lnTo>
                  <a:pt x="4723943" y="1142885"/>
                </a:lnTo>
                <a:lnTo>
                  <a:pt x="4724400" y="1141768"/>
                </a:lnTo>
                <a:lnTo>
                  <a:pt x="4724400" y="1139139"/>
                </a:lnTo>
                <a:close/>
              </a:path>
              <a:path w="5248275" h="1914525">
                <a:moveTo>
                  <a:pt x="4724400" y="374599"/>
                </a:moveTo>
                <a:lnTo>
                  <a:pt x="4723943" y="373481"/>
                </a:lnTo>
                <a:lnTo>
                  <a:pt x="4722076" y="371614"/>
                </a:lnTo>
                <a:lnTo>
                  <a:pt x="4720958" y="371144"/>
                </a:lnTo>
                <a:lnTo>
                  <a:pt x="4718329" y="371144"/>
                </a:lnTo>
                <a:lnTo>
                  <a:pt x="4717212" y="371614"/>
                </a:lnTo>
                <a:lnTo>
                  <a:pt x="4715345" y="373481"/>
                </a:lnTo>
                <a:lnTo>
                  <a:pt x="4714875" y="374599"/>
                </a:lnTo>
                <a:lnTo>
                  <a:pt x="4714875" y="377228"/>
                </a:lnTo>
                <a:lnTo>
                  <a:pt x="4715345" y="378345"/>
                </a:lnTo>
                <a:lnTo>
                  <a:pt x="4717212" y="380212"/>
                </a:lnTo>
                <a:lnTo>
                  <a:pt x="4718329" y="380669"/>
                </a:lnTo>
                <a:lnTo>
                  <a:pt x="4720958" y="380669"/>
                </a:lnTo>
                <a:lnTo>
                  <a:pt x="4722076" y="380212"/>
                </a:lnTo>
                <a:lnTo>
                  <a:pt x="4723943" y="378345"/>
                </a:lnTo>
                <a:lnTo>
                  <a:pt x="4724400" y="377228"/>
                </a:lnTo>
                <a:lnTo>
                  <a:pt x="4724400" y="374599"/>
                </a:lnTo>
                <a:close/>
              </a:path>
              <a:path w="5248275" h="1914525">
                <a:moveTo>
                  <a:pt x="4772025" y="1903679"/>
                </a:moveTo>
                <a:lnTo>
                  <a:pt x="4771568" y="1902561"/>
                </a:lnTo>
                <a:lnTo>
                  <a:pt x="4769701" y="1900694"/>
                </a:lnTo>
                <a:lnTo>
                  <a:pt x="4768583" y="1900237"/>
                </a:lnTo>
                <a:lnTo>
                  <a:pt x="4765954" y="1900237"/>
                </a:lnTo>
                <a:lnTo>
                  <a:pt x="4764837" y="1900694"/>
                </a:lnTo>
                <a:lnTo>
                  <a:pt x="4762970" y="1902561"/>
                </a:lnTo>
                <a:lnTo>
                  <a:pt x="4762500" y="1903679"/>
                </a:lnTo>
                <a:lnTo>
                  <a:pt x="4762500" y="1906308"/>
                </a:lnTo>
                <a:lnTo>
                  <a:pt x="4762970" y="1907425"/>
                </a:lnTo>
                <a:lnTo>
                  <a:pt x="4764837" y="1909292"/>
                </a:lnTo>
                <a:lnTo>
                  <a:pt x="4765954" y="1909762"/>
                </a:lnTo>
                <a:lnTo>
                  <a:pt x="4768583" y="1909762"/>
                </a:lnTo>
                <a:lnTo>
                  <a:pt x="4769701" y="1909292"/>
                </a:lnTo>
                <a:lnTo>
                  <a:pt x="4771568" y="1907425"/>
                </a:lnTo>
                <a:lnTo>
                  <a:pt x="4772025" y="1906308"/>
                </a:lnTo>
                <a:lnTo>
                  <a:pt x="4772025" y="1903679"/>
                </a:lnTo>
                <a:close/>
              </a:path>
              <a:path w="5248275" h="1914525">
                <a:moveTo>
                  <a:pt x="4772025" y="1139139"/>
                </a:moveTo>
                <a:lnTo>
                  <a:pt x="4771568" y="1138021"/>
                </a:lnTo>
                <a:lnTo>
                  <a:pt x="4769701" y="1136154"/>
                </a:lnTo>
                <a:lnTo>
                  <a:pt x="4768583" y="1135684"/>
                </a:lnTo>
                <a:lnTo>
                  <a:pt x="4765954" y="1135684"/>
                </a:lnTo>
                <a:lnTo>
                  <a:pt x="4764837" y="1136154"/>
                </a:lnTo>
                <a:lnTo>
                  <a:pt x="4762970" y="1138021"/>
                </a:lnTo>
                <a:lnTo>
                  <a:pt x="4762500" y="1139139"/>
                </a:lnTo>
                <a:lnTo>
                  <a:pt x="4762500" y="1141768"/>
                </a:lnTo>
                <a:lnTo>
                  <a:pt x="4762970" y="1142885"/>
                </a:lnTo>
                <a:lnTo>
                  <a:pt x="4764837" y="1144752"/>
                </a:lnTo>
                <a:lnTo>
                  <a:pt x="4765954" y="1145209"/>
                </a:lnTo>
                <a:lnTo>
                  <a:pt x="4768583" y="1145209"/>
                </a:lnTo>
                <a:lnTo>
                  <a:pt x="4769701" y="1144752"/>
                </a:lnTo>
                <a:lnTo>
                  <a:pt x="4771568" y="1142885"/>
                </a:lnTo>
                <a:lnTo>
                  <a:pt x="4772025" y="1141768"/>
                </a:lnTo>
                <a:lnTo>
                  <a:pt x="4772025" y="1139139"/>
                </a:lnTo>
                <a:close/>
              </a:path>
              <a:path w="5248275" h="1914525">
                <a:moveTo>
                  <a:pt x="4772025" y="374599"/>
                </a:moveTo>
                <a:lnTo>
                  <a:pt x="4771568" y="373481"/>
                </a:lnTo>
                <a:lnTo>
                  <a:pt x="4769701" y="371614"/>
                </a:lnTo>
                <a:lnTo>
                  <a:pt x="4768583" y="371144"/>
                </a:lnTo>
                <a:lnTo>
                  <a:pt x="4765954" y="371144"/>
                </a:lnTo>
                <a:lnTo>
                  <a:pt x="4764837" y="371614"/>
                </a:lnTo>
                <a:lnTo>
                  <a:pt x="4762970" y="373481"/>
                </a:lnTo>
                <a:lnTo>
                  <a:pt x="4762500" y="374599"/>
                </a:lnTo>
                <a:lnTo>
                  <a:pt x="4762500" y="377228"/>
                </a:lnTo>
                <a:lnTo>
                  <a:pt x="4762970" y="378345"/>
                </a:lnTo>
                <a:lnTo>
                  <a:pt x="4764837" y="380212"/>
                </a:lnTo>
                <a:lnTo>
                  <a:pt x="4765954" y="380669"/>
                </a:lnTo>
                <a:lnTo>
                  <a:pt x="4768583" y="380669"/>
                </a:lnTo>
                <a:lnTo>
                  <a:pt x="4769701" y="380212"/>
                </a:lnTo>
                <a:lnTo>
                  <a:pt x="4771568" y="378345"/>
                </a:lnTo>
                <a:lnTo>
                  <a:pt x="4772025" y="377228"/>
                </a:lnTo>
                <a:lnTo>
                  <a:pt x="4772025" y="374599"/>
                </a:lnTo>
                <a:close/>
              </a:path>
              <a:path w="5248275" h="1914525">
                <a:moveTo>
                  <a:pt x="4819650" y="1903679"/>
                </a:moveTo>
                <a:lnTo>
                  <a:pt x="4819193" y="1902561"/>
                </a:lnTo>
                <a:lnTo>
                  <a:pt x="4817326" y="1900694"/>
                </a:lnTo>
                <a:lnTo>
                  <a:pt x="4816208" y="1900237"/>
                </a:lnTo>
                <a:lnTo>
                  <a:pt x="4813579" y="1900237"/>
                </a:lnTo>
                <a:lnTo>
                  <a:pt x="4812449" y="1900694"/>
                </a:lnTo>
                <a:lnTo>
                  <a:pt x="4810595" y="1902561"/>
                </a:lnTo>
                <a:lnTo>
                  <a:pt x="4810125" y="1903679"/>
                </a:lnTo>
                <a:lnTo>
                  <a:pt x="4810125" y="1906308"/>
                </a:lnTo>
                <a:lnTo>
                  <a:pt x="4810595" y="1907425"/>
                </a:lnTo>
                <a:lnTo>
                  <a:pt x="4812449" y="1909292"/>
                </a:lnTo>
                <a:lnTo>
                  <a:pt x="4813579" y="1909762"/>
                </a:lnTo>
                <a:lnTo>
                  <a:pt x="4816208" y="1909762"/>
                </a:lnTo>
                <a:lnTo>
                  <a:pt x="4817326" y="1909292"/>
                </a:lnTo>
                <a:lnTo>
                  <a:pt x="4819193" y="1907425"/>
                </a:lnTo>
                <a:lnTo>
                  <a:pt x="4819650" y="1906308"/>
                </a:lnTo>
                <a:lnTo>
                  <a:pt x="4819650" y="1903679"/>
                </a:lnTo>
                <a:close/>
              </a:path>
              <a:path w="5248275" h="1914525">
                <a:moveTo>
                  <a:pt x="4819650" y="1139139"/>
                </a:moveTo>
                <a:lnTo>
                  <a:pt x="4819193" y="1138021"/>
                </a:lnTo>
                <a:lnTo>
                  <a:pt x="4817326" y="1136154"/>
                </a:lnTo>
                <a:lnTo>
                  <a:pt x="4816208" y="1135684"/>
                </a:lnTo>
                <a:lnTo>
                  <a:pt x="4813579" y="1135684"/>
                </a:lnTo>
                <a:lnTo>
                  <a:pt x="4812449" y="1136154"/>
                </a:lnTo>
                <a:lnTo>
                  <a:pt x="4810595" y="1138021"/>
                </a:lnTo>
                <a:lnTo>
                  <a:pt x="4810125" y="1139139"/>
                </a:lnTo>
                <a:lnTo>
                  <a:pt x="4810125" y="1141768"/>
                </a:lnTo>
                <a:lnTo>
                  <a:pt x="4810595" y="1142885"/>
                </a:lnTo>
                <a:lnTo>
                  <a:pt x="4812449" y="1144752"/>
                </a:lnTo>
                <a:lnTo>
                  <a:pt x="4813579" y="1145209"/>
                </a:lnTo>
                <a:lnTo>
                  <a:pt x="4816208" y="1145209"/>
                </a:lnTo>
                <a:lnTo>
                  <a:pt x="4817326" y="1144752"/>
                </a:lnTo>
                <a:lnTo>
                  <a:pt x="4819193" y="1142885"/>
                </a:lnTo>
                <a:lnTo>
                  <a:pt x="4819650" y="1141768"/>
                </a:lnTo>
                <a:lnTo>
                  <a:pt x="4819650" y="1139139"/>
                </a:lnTo>
                <a:close/>
              </a:path>
              <a:path w="5248275" h="1914525">
                <a:moveTo>
                  <a:pt x="4819650" y="374599"/>
                </a:moveTo>
                <a:lnTo>
                  <a:pt x="4819193" y="373481"/>
                </a:lnTo>
                <a:lnTo>
                  <a:pt x="4817326" y="371614"/>
                </a:lnTo>
                <a:lnTo>
                  <a:pt x="4816208" y="371144"/>
                </a:lnTo>
                <a:lnTo>
                  <a:pt x="4813579" y="371144"/>
                </a:lnTo>
                <a:lnTo>
                  <a:pt x="4812449" y="371614"/>
                </a:lnTo>
                <a:lnTo>
                  <a:pt x="4810595" y="373481"/>
                </a:lnTo>
                <a:lnTo>
                  <a:pt x="4810125" y="374599"/>
                </a:lnTo>
                <a:lnTo>
                  <a:pt x="4810125" y="377228"/>
                </a:lnTo>
                <a:lnTo>
                  <a:pt x="4810595" y="378345"/>
                </a:lnTo>
                <a:lnTo>
                  <a:pt x="4812449" y="380212"/>
                </a:lnTo>
                <a:lnTo>
                  <a:pt x="4813579" y="380669"/>
                </a:lnTo>
                <a:lnTo>
                  <a:pt x="4816208" y="380669"/>
                </a:lnTo>
                <a:lnTo>
                  <a:pt x="4817326" y="380212"/>
                </a:lnTo>
                <a:lnTo>
                  <a:pt x="4819193" y="378345"/>
                </a:lnTo>
                <a:lnTo>
                  <a:pt x="4819650" y="377228"/>
                </a:lnTo>
                <a:lnTo>
                  <a:pt x="4819650" y="374599"/>
                </a:lnTo>
                <a:close/>
              </a:path>
              <a:path w="5248275" h="1914525">
                <a:moveTo>
                  <a:pt x="4867275" y="1903679"/>
                </a:moveTo>
                <a:lnTo>
                  <a:pt x="4866818" y="1902561"/>
                </a:lnTo>
                <a:lnTo>
                  <a:pt x="4864951" y="1900694"/>
                </a:lnTo>
                <a:lnTo>
                  <a:pt x="4863833" y="1900237"/>
                </a:lnTo>
                <a:lnTo>
                  <a:pt x="4861204" y="1900237"/>
                </a:lnTo>
                <a:lnTo>
                  <a:pt x="4860087" y="1900694"/>
                </a:lnTo>
                <a:lnTo>
                  <a:pt x="4858220" y="1902561"/>
                </a:lnTo>
                <a:lnTo>
                  <a:pt x="4857762" y="1903679"/>
                </a:lnTo>
                <a:lnTo>
                  <a:pt x="4857762" y="1906308"/>
                </a:lnTo>
                <a:lnTo>
                  <a:pt x="4858220" y="1907425"/>
                </a:lnTo>
                <a:lnTo>
                  <a:pt x="4860087" y="1909292"/>
                </a:lnTo>
                <a:lnTo>
                  <a:pt x="4861204" y="1909762"/>
                </a:lnTo>
                <a:lnTo>
                  <a:pt x="4863833" y="1909762"/>
                </a:lnTo>
                <a:lnTo>
                  <a:pt x="4864951" y="1909292"/>
                </a:lnTo>
                <a:lnTo>
                  <a:pt x="4866818" y="1907425"/>
                </a:lnTo>
                <a:lnTo>
                  <a:pt x="4867275" y="1906308"/>
                </a:lnTo>
                <a:lnTo>
                  <a:pt x="4867275" y="1903679"/>
                </a:lnTo>
                <a:close/>
              </a:path>
              <a:path w="5248275" h="1914525">
                <a:moveTo>
                  <a:pt x="4867275" y="1139139"/>
                </a:moveTo>
                <a:lnTo>
                  <a:pt x="4866818" y="1138021"/>
                </a:lnTo>
                <a:lnTo>
                  <a:pt x="4864951" y="1136154"/>
                </a:lnTo>
                <a:lnTo>
                  <a:pt x="4863833" y="1135684"/>
                </a:lnTo>
                <a:lnTo>
                  <a:pt x="4861204" y="1135684"/>
                </a:lnTo>
                <a:lnTo>
                  <a:pt x="4860087" y="1136154"/>
                </a:lnTo>
                <a:lnTo>
                  <a:pt x="4858220" y="1138021"/>
                </a:lnTo>
                <a:lnTo>
                  <a:pt x="4857762" y="1139139"/>
                </a:lnTo>
                <a:lnTo>
                  <a:pt x="4857762" y="1141768"/>
                </a:lnTo>
                <a:lnTo>
                  <a:pt x="4858220" y="1142885"/>
                </a:lnTo>
                <a:lnTo>
                  <a:pt x="4860087" y="1144752"/>
                </a:lnTo>
                <a:lnTo>
                  <a:pt x="4861204" y="1145209"/>
                </a:lnTo>
                <a:lnTo>
                  <a:pt x="4863833" y="1145209"/>
                </a:lnTo>
                <a:lnTo>
                  <a:pt x="4864951" y="1144752"/>
                </a:lnTo>
                <a:lnTo>
                  <a:pt x="4866818" y="1142885"/>
                </a:lnTo>
                <a:lnTo>
                  <a:pt x="4867275" y="1141768"/>
                </a:lnTo>
                <a:lnTo>
                  <a:pt x="4867275" y="1139139"/>
                </a:lnTo>
                <a:close/>
              </a:path>
              <a:path w="5248275" h="1914525">
                <a:moveTo>
                  <a:pt x="4867275" y="374599"/>
                </a:moveTo>
                <a:lnTo>
                  <a:pt x="4866818" y="373481"/>
                </a:lnTo>
                <a:lnTo>
                  <a:pt x="4864951" y="371614"/>
                </a:lnTo>
                <a:lnTo>
                  <a:pt x="4863833" y="371144"/>
                </a:lnTo>
                <a:lnTo>
                  <a:pt x="4861204" y="371144"/>
                </a:lnTo>
                <a:lnTo>
                  <a:pt x="4860087" y="371614"/>
                </a:lnTo>
                <a:lnTo>
                  <a:pt x="4858220" y="373481"/>
                </a:lnTo>
                <a:lnTo>
                  <a:pt x="4857762" y="374599"/>
                </a:lnTo>
                <a:lnTo>
                  <a:pt x="4857762" y="377228"/>
                </a:lnTo>
                <a:lnTo>
                  <a:pt x="4858220" y="378345"/>
                </a:lnTo>
                <a:lnTo>
                  <a:pt x="4860087" y="380212"/>
                </a:lnTo>
                <a:lnTo>
                  <a:pt x="4861204" y="380669"/>
                </a:lnTo>
                <a:lnTo>
                  <a:pt x="4863833" y="380669"/>
                </a:lnTo>
                <a:lnTo>
                  <a:pt x="4864951" y="380212"/>
                </a:lnTo>
                <a:lnTo>
                  <a:pt x="4866818" y="378345"/>
                </a:lnTo>
                <a:lnTo>
                  <a:pt x="4867275" y="377228"/>
                </a:lnTo>
                <a:lnTo>
                  <a:pt x="4867275" y="374599"/>
                </a:lnTo>
                <a:close/>
              </a:path>
              <a:path w="5248275" h="1914525">
                <a:moveTo>
                  <a:pt x="4914900" y="1903679"/>
                </a:moveTo>
                <a:lnTo>
                  <a:pt x="4914443" y="1902561"/>
                </a:lnTo>
                <a:lnTo>
                  <a:pt x="4912576" y="1900694"/>
                </a:lnTo>
                <a:lnTo>
                  <a:pt x="4911458" y="1900237"/>
                </a:lnTo>
                <a:lnTo>
                  <a:pt x="4908829" y="1900237"/>
                </a:lnTo>
                <a:lnTo>
                  <a:pt x="4907699" y="1900694"/>
                </a:lnTo>
                <a:lnTo>
                  <a:pt x="4905845" y="1902561"/>
                </a:lnTo>
                <a:lnTo>
                  <a:pt x="4905375" y="1903679"/>
                </a:lnTo>
                <a:lnTo>
                  <a:pt x="4905375" y="1906308"/>
                </a:lnTo>
                <a:lnTo>
                  <a:pt x="4905845" y="1907425"/>
                </a:lnTo>
                <a:lnTo>
                  <a:pt x="4907699" y="1909292"/>
                </a:lnTo>
                <a:lnTo>
                  <a:pt x="4908829" y="1909762"/>
                </a:lnTo>
                <a:lnTo>
                  <a:pt x="4911458" y="1909762"/>
                </a:lnTo>
                <a:lnTo>
                  <a:pt x="4912576" y="1909292"/>
                </a:lnTo>
                <a:lnTo>
                  <a:pt x="4914443" y="1907425"/>
                </a:lnTo>
                <a:lnTo>
                  <a:pt x="4914900" y="1906308"/>
                </a:lnTo>
                <a:lnTo>
                  <a:pt x="4914900" y="1903679"/>
                </a:lnTo>
                <a:close/>
              </a:path>
              <a:path w="5248275" h="1914525">
                <a:moveTo>
                  <a:pt x="4914900" y="1139139"/>
                </a:moveTo>
                <a:lnTo>
                  <a:pt x="4914443" y="1138021"/>
                </a:lnTo>
                <a:lnTo>
                  <a:pt x="4912576" y="1136154"/>
                </a:lnTo>
                <a:lnTo>
                  <a:pt x="4911458" y="1135684"/>
                </a:lnTo>
                <a:lnTo>
                  <a:pt x="4908829" y="1135684"/>
                </a:lnTo>
                <a:lnTo>
                  <a:pt x="4907699" y="1136154"/>
                </a:lnTo>
                <a:lnTo>
                  <a:pt x="4905845" y="1138021"/>
                </a:lnTo>
                <a:lnTo>
                  <a:pt x="4905375" y="1139139"/>
                </a:lnTo>
                <a:lnTo>
                  <a:pt x="4905375" y="1141768"/>
                </a:lnTo>
                <a:lnTo>
                  <a:pt x="4905845" y="1142885"/>
                </a:lnTo>
                <a:lnTo>
                  <a:pt x="4907699" y="1144752"/>
                </a:lnTo>
                <a:lnTo>
                  <a:pt x="4908829" y="1145209"/>
                </a:lnTo>
                <a:lnTo>
                  <a:pt x="4911458" y="1145209"/>
                </a:lnTo>
                <a:lnTo>
                  <a:pt x="4912576" y="1144752"/>
                </a:lnTo>
                <a:lnTo>
                  <a:pt x="4914443" y="1142885"/>
                </a:lnTo>
                <a:lnTo>
                  <a:pt x="4914900" y="1141768"/>
                </a:lnTo>
                <a:lnTo>
                  <a:pt x="4914900" y="1139139"/>
                </a:lnTo>
                <a:close/>
              </a:path>
              <a:path w="5248275" h="1914525">
                <a:moveTo>
                  <a:pt x="4914900" y="374599"/>
                </a:moveTo>
                <a:lnTo>
                  <a:pt x="4914443" y="373481"/>
                </a:lnTo>
                <a:lnTo>
                  <a:pt x="4912576" y="371614"/>
                </a:lnTo>
                <a:lnTo>
                  <a:pt x="4911458" y="371144"/>
                </a:lnTo>
                <a:lnTo>
                  <a:pt x="4908829" y="371144"/>
                </a:lnTo>
                <a:lnTo>
                  <a:pt x="4907699" y="371614"/>
                </a:lnTo>
                <a:lnTo>
                  <a:pt x="4905845" y="373481"/>
                </a:lnTo>
                <a:lnTo>
                  <a:pt x="4905375" y="374599"/>
                </a:lnTo>
                <a:lnTo>
                  <a:pt x="4905375" y="377228"/>
                </a:lnTo>
                <a:lnTo>
                  <a:pt x="4905845" y="378345"/>
                </a:lnTo>
                <a:lnTo>
                  <a:pt x="4907699" y="380212"/>
                </a:lnTo>
                <a:lnTo>
                  <a:pt x="4908829" y="380669"/>
                </a:lnTo>
                <a:lnTo>
                  <a:pt x="4911458" y="380669"/>
                </a:lnTo>
                <a:lnTo>
                  <a:pt x="4912576" y="380212"/>
                </a:lnTo>
                <a:lnTo>
                  <a:pt x="4914443" y="378345"/>
                </a:lnTo>
                <a:lnTo>
                  <a:pt x="4914900" y="377228"/>
                </a:lnTo>
                <a:lnTo>
                  <a:pt x="4914900" y="374599"/>
                </a:lnTo>
                <a:close/>
              </a:path>
              <a:path w="5248275" h="1914525">
                <a:moveTo>
                  <a:pt x="4962525" y="1903679"/>
                </a:moveTo>
                <a:lnTo>
                  <a:pt x="4962068" y="1902561"/>
                </a:lnTo>
                <a:lnTo>
                  <a:pt x="4960201" y="1900694"/>
                </a:lnTo>
                <a:lnTo>
                  <a:pt x="4959083" y="1900237"/>
                </a:lnTo>
                <a:lnTo>
                  <a:pt x="4956454" y="1900237"/>
                </a:lnTo>
                <a:lnTo>
                  <a:pt x="4955324" y="1900694"/>
                </a:lnTo>
                <a:lnTo>
                  <a:pt x="4953470" y="1902561"/>
                </a:lnTo>
                <a:lnTo>
                  <a:pt x="4953000" y="1903679"/>
                </a:lnTo>
                <a:lnTo>
                  <a:pt x="4953000" y="1906308"/>
                </a:lnTo>
                <a:lnTo>
                  <a:pt x="4953470" y="1907425"/>
                </a:lnTo>
                <a:lnTo>
                  <a:pt x="4955324" y="1909292"/>
                </a:lnTo>
                <a:lnTo>
                  <a:pt x="4956454" y="1909762"/>
                </a:lnTo>
                <a:lnTo>
                  <a:pt x="4959083" y="1909762"/>
                </a:lnTo>
                <a:lnTo>
                  <a:pt x="4960201" y="1909292"/>
                </a:lnTo>
                <a:lnTo>
                  <a:pt x="4962068" y="1907425"/>
                </a:lnTo>
                <a:lnTo>
                  <a:pt x="4962525" y="1906308"/>
                </a:lnTo>
                <a:lnTo>
                  <a:pt x="4962525" y="1903679"/>
                </a:lnTo>
                <a:close/>
              </a:path>
              <a:path w="5248275" h="1914525">
                <a:moveTo>
                  <a:pt x="4962525" y="1139139"/>
                </a:moveTo>
                <a:lnTo>
                  <a:pt x="4962068" y="1138021"/>
                </a:lnTo>
                <a:lnTo>
                  <a:pt x="4960201" y="1136154"/>
                </a:lnTo>
                <a:lnTo>
                  <a:pt x="4959083" y="1135684"/>
                </a:lnTo>
                <a:lnTo>
                  <a:pt x="4956454" y="1135684"/>
                </a:lnTo>
                <a:lnTo>
                  <a:pt x="4955324" y="1136154"/>
                </a:lnTo>
                <a:lnTo>
                  <a:pt x="4953470" y="1138021"/>
                </a:lnTo>
                <a:lnTo>
                  <a:pt x="4953000" y="1139139"/>
                </a:lnTo>
                <a:lnTo>
                  <a:pt x="4953000" y="1141768"/>
                </a:lnTo>
                <a:lnTo>
                  <a:pt x="4953470" y="1142885"/>
                </a:lnTo>
                <a:lnTo>
                  <a:pt x="4955324" y="1144752"/>
                </a:lnTo>
                <a:lnTo>
                  <a:pt x="4956454" y="1145209"/>
                </a:lnTo>
                <a:lnTo>
                  <a:pt x="4959083" y="1145209"/>
                </a:lnTo>
                <a:lnTo>
                  <a:pt x="4960201" y="1144752"/>
                </a:lnTo>
                <a:lnTo>
                  <a:pt x="4962068" y="1142885"/>
                </a:lnTo>
                <a:lnTo>
                  <a:pt x="4962525" y="1141768"/>
                </a:lnTo>
                <a:lnTo>
                  <a:pt x="4962525" y="1139139"/>
                </a:lnTo>
                <a:close/>
              </a:path>
              <a:path w="5248275" h="1914525">
                <a:moveTo>
                  <a:pt x="4962525" y="374599"/>
                </a:moveTo>
                <a:lnTo>
                  <a:pt x="4962068" y="373481"/>
                </a:lnTo>
                <a:lnTo>
                  <a:pt x="4960201" y="371614"/>
                </a:lnTo>
                <a:lnTo>
                  <a:pt x="4959083" y="371144"/>
                </a:lnTo>
                <a:lnTo>
                  <a:pt x="4956454" y="371144"/>
                </a:lnTo>
                <a:lnTo>
                  <a:pt x="4955324" y="371614"/>
                </a:lnTo>
                <a:lnTo>
                  <a:pt x="4953470" y="373481"/>
                </a:lnTo>
                <a:lnTo>
                  <a:pt x="4953000" y="374599"/>
                </a:lnTo>
                <a:lnTo>
                  <a:pt x="4953000" y="377228"/>
                </a:lnTo>
                <a:lnTo>
                  <a:pt x="4953470" y="378345"/>
                </a:lnTo>
                <a:lnTo>
                  <a:pt x="4955324" y="380212"/>
                </a:lnTo>
                <a:lnTo>
                  <a:pt x="4956454" y="380669"/>
                </a:lnTo>
                <a:lnTo>
                  <a:pt x="4959083" y="380669"/>
                </a:lnTo>
                <a:lnTo>
                  <a:pt x="4960201" y="380212"/>
                </a:lnTo>
                <a:lnTo>
                  <a:pt x="4962068" y="378345"/>
                </a:lnTo>
                <a:lnTo>
                  <a:pt x="4962525" y="377228"/>
                </a:lnTo>
                <a:lnTo>
                  <a:pt x="4962525" y="374599"/>
                </a:lnTo>
                <a:close/>
              </a:path>
              <a:path w="5248275" h="1914525">
                <a:moveTo>
                  <a:pt x="5010150" y="1903679"/>
                </a:moveTo>
                <a:lnTo>
                  <a:pt x="5009693" y="1902561"/>
                </a:lnTo>
                <a:lnTo>
                  <a:pt x="5007826" y="1900694"/>
                </a:lnTo>
                <a:lnTo>
                  <a:pt x="5006708" y="1900237"/>
                </a:lnTo>
                <a:lnTo>
                  <a:pt x="5004079" y="1900237"/>
                </a:lnTo>
                <a:lnTo>
                  <a:pt x="5002949" y="1900694"/>
                </a:lnTo>
                <a:lnTo>
                  <a:pt x="5001095" y="1902561"/>
                </a:lnTo>
                <a:lnTo>
                  <a:pt x="5000625" y="1903679"/>
                </a:lnTo>
                <a:lnTo>
                  <a:pt x="5000625" y="1906308"/>
                </a:lnTo>
                <a:lnTo>
                  <a:pt x="5001095" y="1907425"/>
                </a:lnTo>
                <a:lnTo>
                  <a:pt x="5002949" y="1909292"/>
                </a:lnTo>
                <a:lnTo>
                  <a:pt x="5004079" y="1909762"/>
                </a:lnTo>
                <a:lnTo>
                  <a:pt x="5006708" y="1909762"/>
                </a:lnTo>
                <a:lnTo>
                  <a:pt x="5007826" y="1909292"/>
                </a:lnTo>
                <a:lnTo>
                  <a:pt x="5009693" y="1907425"/>
                </a:lnTo>
                <a:lnTo>
                  <a:pt x="5010150" y="1906308"/>
                </a:lnTo>
                <a:lnTo>
                  <a:pt x="5010150" y="1903679"/>
                </a:lnTo>
                <a:close/>
              </a:path>
              <a:path w="5248275" h="1914525">
                <a:moveTo>
                  <a:pt x="5010150" y="1139139"/>
                </a:moveTo>
                <a:lnTo>
                  <a:pt x="5009693" y="1138021"/>
                </a:lnTo>
                <a:lnTo>
                  <a:pt x="5007826" y="1136154"/>
                </a:lnTo>
                <a:lnTo>
                  <a:pt x="5006708" y="1135684"/>
                </a:lnTo>
                <a:lnTo>
                  <a:pt x="5004079" y="1135684"/>
                </a:lnTo>
                <a:lnTo>
                  <a:pt x="5002949" y="1136154"/>
                </a:lnTo>
                <a:lnTo>
                  <a:pt x="5001095" y="1138021"/>
                </a:lnTo>
                <a:lnTo>
                  <a:pt x="5000625" y="1139139"/>
                </a:lnTo>
                <a:lnTo>
                  <a:pt x="5000625" y="1141768"/>
                </a:lnTo>
                <a:lnTo>
                  <a:pt x="5001095" y="1142885"/>
                </a:lnTo>
                <a:lnTo>
                  <a:pt x="5002949" y="1144752"/>
                </a:lnTo>
                <a:lnTo>
                  <a:pt x="5004079" y="1145209"/>
                </a:lnTo>
                <a:lnTo>
                  <a:pt x="5006708" y="1145209"/>
                </a:lnTo>
                <a:lnTo>
                  <a:pt x="5007826" y="1144752"/>
                </a:lnTo>
                <a:lnTo>
                  <a:pt x="5009693" y="1142885"/>
                </a:lnTo>
                <a:lnTo>
                  <a:pt x="5010150" y="1141768"/>
                </a:lnTo>
                <a:lnTo>
                  <a:pt x="5010150" y="1139139"/>
                </a:lnTo>
                <a:close/>
              </a:path>
              <a:path w="5248275" h="1914525">
                <a:moveTo>
                  <a:pt x="5010150" y="374599"/>
                </a:moveTo>
                <a:lnTo>
                  <a:pt x="5009693" y="373481"/>
                </a:lnTo>
                <a:lnTo>
                  <a:pt x="5007826" y="371614"/>
                </a:lnTo>
                <a:lnTo>
                  <a:pt x="5006708" y="371144"/>
                </a:lnTo>
                <a:lnTo>
                  <a:pt x="5004079" y="371144"/>
                </a:lnTo>
                <a:lnTo>
                  <a:pt x="5002949" y="371614"/>
                </a:lnTo>
                <a:lnTo>
                  <a:pt x="5001095" y="373481"/>
                </a:lnTo>
                <a:lnTo>
                  <a:pt x="5000625" y="374599"/>
                </a:lnTo>
                <a:lnTo>
                  <a:pt x="5000625" y="377228"/>
                </a:lnTo>
                <a:lnTo>
                  <a:pt x="5001095" y="378345"/>
                </a:lnTo>
                <a:lnTo>
                  <a:pt x="5002949" y="380212"/>
                </a:lnTo>
                <a:lnTo>
                  <a:pt x="5004079" y="380669"/>
                </a:lnTo>
                <a:lnTo>
                  <a:pt x="5006708" y="380669"/>
                </a:lnTo>
                <a:lnTo>
                  <a:pt x="5007826" y="380212"/>
                </a:lnTo>
                <a:lnTo>
                  <a:pt x="5009693" y="378345"/>
                </a:lnTo>
                <a:lnTo>
                  <a:pt x="5010150" y="377228"/>
                </a:lnTo>
                <a:lnTo>
                  <a:pt x="5010150" y="374599"/>
                </a:lnTo>
                <a:close/>
              </a:path>
              <a:path w="5248275" h="1914525">
                <a:moveTo>
                  <a:pt x="5057775" y="1903679"/>
                </a:moveTo>
                <a:lnTo>
                  <a:pt x="5057318" y="1902561"/>
                </a:lnTo>
                <a:lnTo>
                  <a:pt x="5055451" y="1900694"/>
                </a:lnTo>
                <a:lnTo>
                  <a:pt x="5054333" y="1900237"/>
                </a:lnTo>
                <a:lnTo>
                  <a:pt x="5051704" y="1900237"/>
                </a:lnTo>
                <a:lnTo>
                  <a:pt x="5050574" y="1900694"/>
                </a:lnTo>
                <a:lnTo>
                  <a:pt x="5048720" y="1902561"/>
                </a:lnTo>
                <a:lnTo>
                  <a:pt x="5048250" y="1903679"/>
                </a:lnTo>
                <a:lnTo>
                  <a:pt x="5048250" y="1906308"/>
                </a:lnTo>
                <a:lnTo>
                  <a:pt x="5048720" y="1907425"/>
                </a:lnTo>
                <a:lnTo>
                  <a:pt x="5050574" y="1909292"/>
                </a:lnTo>
                <a:lnTo>
                  <a:pt x="5051704" y="1909762"/>
                </a:lnTo>
                <a:lnTo>
                  <a:pt x="5054333" y="1909762"/>
                </a:lnTo>
                <a:lnTo>
                  <a:pt x="5055451" y="1909292"/>
                </a:lnTo>
                <a:lnTo>
                  <a:pt x="5057318" y="1907425"/>
                </a:lnTo>
                <a:lnTo>
                  <a:pt x="5057775" y="1906308"/>
                </a:lnTo>
                <a:lnTo>
                  <a:pt x="5057775" y="1903679"/>
                </a:lnTo>
                <a:close/>
              </a:path>
              <a:path w="5248275" h="1914525">
                <a:moveTo>
                  <a:pt x="5057775" y="1139139"/>
                </a:moveTo>
                <a:lnTo>
                  <a:pt x="5057318" y="1138021"/>
                </a:lnTo>
                <a:lnTo>
                  <a:pt x="5055451" y="1136154"/>
                </a:lnTo>
                <a:lnTo>
                  <a:pt x="5054333" y="1135684"/>
                </a:lnTo>
                <a:lnTo>
                  <a:pt x="5051704" y="1135684"/>
                </a:lnTo>
                <a:lnTo>
                  <a:pt x="5050574" y="1136154"/>
                </a:lnTo>
                <a:lnTo>
                  <a:pt x="5048720" y="1138021"/>
                </a:lnTo>
                <a:lnTo>
                  <a:pt x="5048250" y="1139139"/>
                </a:lnTo>
                <a:lnTo>
                  <a:pt x="5048250" y="1141768"/>
                </a:lnTo>
                <a:lnTo>
                  <a:pt x="5048720" y="1142885"/>
                </a:lnTo>
                <a:lnTo>
                  <a:pt x="5050574" y="1144752"/>
                </a:lnTo>
                <a:lnTo>
                  <a:pt x="5051704" y="1145209"/>
                </a:lnTo>
                <a:lnTo>
                  <a:pt x="5054333" y="1145209"/>
                </a:lnTo>
                <a:lnTo>
                  <a:pt x="5055451" y="1144752"/>
                </a:lnTo>
                <a:lnTo>
                  <a:pt x="5057318" y="1142885"/>
                </a:lnTo>
                <a:lnTo>
                  <a:pt x="5057775" y="1141768"/>
                </a:lnTo>
                <a:lnTo>
                  <a:pt x="5057775" y="1139139"/>
                </a:lnTo>
                <a:close/>
              </a:path>
              <a:path w="5248275" h="1914525">
                <a:moveTo>
                  <a:pt x="5057775" y="374599"/>
                </a:moveTo>
                <a:lnTo>
                  <a:pt x="5057318" y="373481"/>
                </a:lnTo>
                <a:lnTo>
                  <a:pt x="5055451" y="371614"/>
                </a:lnTo>
                <a:lnTo>
                  <a:pt x="5054333" y="371144"/>
                </a:lnTo>
                <a:lnTo>
                  <a:pt x="5051704" y="371144"/>
                </a:lnTo>
                <a:lnTo>
                  <a:pt x="5050574" y="371614"/>
                </a:lnTo>
                <a:lnTo>
                  <a:pt x="5048720" y="373481"/>
                </a:lnTo>
                <a:lnTo>
                  <a:pt x="5048250" y="374599"/>
                </a:lnTo>
                <a:lnTo>
                  <a:pt x="5048250" y="377228"/>
                </a:lnTo>
                <a:lnTo>
                  <a:pt x="5048720" y="378345"/>
                </a:lnTo>
                <a:lnTo>
                  <a:pt x="5050574" y="380212"/>
                </a:lnTo>
                <a:lnTo>
                  <a:pt x="5051704" y="380669"/>
                </a:lnTo>
                <a:lnTo>
                  <a:pt x="5054333" y="380669"/>
                </a:lnTo>
                <a:lnTo>
                  <a:pt x="5055451" y="380212"/>
                </a:lnTo>
                <a:lnTo>
                  <a:pt x="5057318" y="378345"/>
                </a:lnTo>
                <a:lnTo>
                  <a:pt x="5057775" y="377228"/>
                </a:lnTo>
                <a:lnTo>
                  <a:pt x="5057775" y="374599"/>
                </a:lnTo>
                <a:close/>
              </a:path>
              <a:path w="5248275" h="1914525">
                <a:moveTo>
                  <a:pt x="5105400" y="1903679"/>
                </a:moveTo>
                <a:lnTo>
                  <a:pt x="5104943" y="1902561"/>
                </a:lnTo>
                <a:lnTo>
                  <a:pt x="5103076" y="1900694"/>
                </a:lnTo>
                <a:lnTo>
                  <a:pt x="5101958" y="1900237"/>
                </a:lnTo>
                <a:lnTo>
                  <a:pt x="5099329" y="1900237"/>
                </a:lnTo>
                <a:lnTo>
                  <a:pt x="5098212" y="1900694"/>
                </a:lnTo>
                <a:lnTo>
                  <a:pt x="5096345" y="1902561"/>
                </a:lnTo>
                <a:lnTo>
                  <a:pt x="5095875" y="1903679"/>
                </a:lnTo>
                <a:lnTo>
                  <a:pt x="5095875" y="1906308"/>
                </a:lnTo>
                <a:lnTo>
                  <a:pt x="5096345" y="1907425"/>
                </a:lnTo>
                <a:lnTo>
                  <a:pt x="5098212" y="1909292"/>
                </a:lnTo>
                <a:lnTo>
                  <a:pt x="5099329" y="1909762"/>
                </a:lnTo>
                <a:lnTo>
                  <a:pt x="5101958" y="1909762"/>
                </a:lnTo>
                <a:lnTo>
                  <a:pt x="5103076" y="1909292"/>
                </a:lnTo>
                <a:lnTo>
                  <a:pt x="5104943" y="1907425"/>
                </a:lnTo>
                <a:lnTo>
                  <a:pt x="5105400" y="1906308"/>
                </a:lnTo>
                <a:lnTo>
                  <a:pt x="5105400" y="1903679"/>
                </a:lnTo>
                <a:close/>
              </a:path>
              <a:path w="5248275" h="1914525">
                <a:moveTo>
                  <a:pt x="5105400" y="1139139"/>
                </a:moveTo>
                <a:lnTo>
                  <a:pt x="5104943" y="1138021"/>
                </a:lnTo>
                <a:lnTo>
                  <a:pt x="5103076" y="1136154"/>
                </a:lnTo>
                <a:lnTo>
                  <a:pt x="5101958" y="1135684"/>
                </a:lnTo>
                <a:lnTo>
                  <a:pt x="5099329" y="1135684"/>
                </a:lnTo>
                <a:lnTo>
                  <a:pt x="5098212" y="1136154"/>
                </a:lnTo>
                <a:lnTo>
                  <a:pt x="5096345" y="1138021"/>
                </a:lnTo>
                <a:lnTo>
                  <a:pt x="5095875" y="1139139"/>
                </a:lnTo>
                <a:lnTo>
                  <a:pt x="5095875" y="1141768"/>
                </a:lnTo>
                <a:lnTo>
                  <a:pt x="5096345" y="1142885"/>
                </a:lnTo>
                <a:lnTo>
                  <a:pt x="5098212" y="1144752"/>
                </a:lnTo>
                <a:lnTo>
                  <a:pt x="5099329" y="1145209"/>
                </a:lnTo>
                <a:lnTo>
                  <a:pt x="5101958" y="1145209"/>
                </a:lnTo>
                <a:lnTo>
                  <a:pt x="5103076" y="1144752"/>
                </a:lnTo>
                <a:lnTo>
                  <a:pt x="5104943" y="1142885"/>
                </a:lnTo>
                <a:lnTo>
                  <a:pt x="5105400" y="1141768"/>
                </a:lnTo>
                <a:lnTo>
                  <a:pt x="5105400" y="1139139"/>
                </a:lnTo>
                <a:close/>
              </a:path>
              <a:path w="5248275" h="1914525">
                <a:moveTo>
                  <a:pt x="5105400" y="374599"/>
                </a:moveTo>
                <a:lnTo>
                  <a:pt x="5104943" y="373481"/>
                </a:lnTo>
                <a:lnTo>
                  <a:pt x="5103076" y="371614"/>
                </a:lnTo>
                <a:lnTo>
                  <a:pt x="5101958" y="371144"/>
                </a:lnTo>
                <a:lnTo>
                  <a:pt x="5099329" y="371144"/>
                </a:lnTo>
                <a:lnTo>
                  <a:pt x="5098212" y="371614"/>
                </a:lnTo>
                <a:lnTo>
                  <a:pt x="5096345" y="373481"/>
                </a:lnTo>
                <a:lnTo>
                  <a:pt x="5095875" y="374599"/>
                </a:lnTo>
                <a:lnTo>
                  <a:pt x="5095875" y="377228"/>
                </a:lnTo>
                <a:lnTo>
                  <a:pt x="5096345" y="378345"/>
                </a:lnTo>
                <a:lnTo>
                  <a:pt x="5098212" y="380212"/>
                </a:lnTo>
                <a:lnTo>
                  <a:pt x="5099329" y="380669"/>
                </a:lnTo>
                <a:lnTo>
                  <a:pt x="5101958" y="380669"/>
                </a:lnTo>
                <a:lnTo>
                  <a:pt x="5103076" y="380212"/>
                </a:lnTo>
                <a:lnTo>
                  <a:pt x="5104943" y="378345"/>
                </a:lnTo>
                <a:lnTo>
                  <a:pt x="5105400" y="377228"/>
                </a:lnTo>
                <a:lnTo>
                  <a:pt x="5105400" y="374599"/>
                </a:lnTo>
                <a:close/>
              </a:path>
              <a:path w="5248275" h="1914525">
                <a:moveTo>
                  <a:pt x="5153025" y="1903679"/>
                </a:moveTo>
                <a:lnTo>
                  <a:pt x="5152568" y="1902561"/>
                </a:lnTo>
                <a:lnTo>
                  <a:pt x="5150701" y="1900694"/>
                </a:lnTo>
                <a:lnTo>
                  <a:pt x="5149583" y="1900237"/>
                </a:lnTo>
                <a:lnTo>
                  <a:pt x="5146954" y="1900237"/>
                </a:lnTo>
                <a:lnTo>
                  <a:pt x="5145824" y="1900694"/>
                </a:lnTo>
                <a:lnTo>
                  <a:pt x="5143970" y="1902561"/>
                </a:lnTo>
                <a:lnTo>
                  <a:pt x="5143500" y="1903679"/>
                </a:lnTo>
                <a:lnTo>
                  <a:pt x="5143500" y="1906308"/>
                </a:lnTo>
                <a:lnTo>
                  <a:pt x="5143970" y="1907425"/>
                </a:lnTo>
                <a:lnTo>
                  <a:pt x="5145824" y="1909292"/>
                </a:lnTo>
                <a:lnTo>
                  <a:pt x="5146954" y="1909762"/>
                </a:lnTo>
                <a:lnTo>
                  <a:pt x="5149583" y="1909762"/>
                </a:lnTo>
                <a:lnTo>
                  <a:pt x="5150701" y="1909292"/>
                </a:lnTo>
                <a:lnTo>
                  <a:pt x="5152568" y="1907425"/>
                </a:lnTo>
                <a:lnTo>
                  <a:pt x="5153025" y="1906308"/>
                </a:lnTo>
                <a:lnTo>
                  <a:pt x="5153025" y="1903679"/>
                </a:lnTo>
                <a:close/>
              </a:path>
              <a:path w="5248275" h="1914525">
                <a:moveTo>
                  <a:pt x="5153025" y="1139139"/>
                </a:moveTo>
                <a:lnTo>
                  <a:pt x="5152568" y="1138021"/>
                </a:lnTo>
                <a:lnTo>
                  <a:pt x="5150701" y="1136154"/>
                </a:lnTo>
                <a:lnTo>
                  <a:pt x="5149583" y="1135684"/>
                </a:lnTo>
                <a:lnTo>
                  <a:pt x="5146954" y="1135684"/>
                </a:lnTo>
                <a:lnTo>
                  <a:pt x="5145824" y="1136154"/>
                </a:lnTo>
                <a:lnTo>
                  <a:pt x="5143970" y="1138021"/>
                </a:lnTo>
                <a:lnTo>
                  <a:pt x="5143500" y="1139139"/>
                </a:lnTo>
                <a:lnTo>
                  <a:pt x="5143500" y="1141768"/>
                </a:lnTo>
                <a:lnTo>
                  <a:pt x="5143970" y="1142885"/>
                </a:lnTo>
                <a:lnTo>
                  <a:pt x="5145824" y="1144752"/>
                </a:lnTo>
                <a:lnTo>
                  <a:pt x="5146954" y="1145209"/>
                </a:lnTo>
                <a:lnTo>
                  <a:pt x="5149583" y="1145209"/>
                </a:lnTo>
                <a:lnTo>
                  <a:pt x="5150701" y="1144752"/>
                </a:lnTo>
                <a:lnTo>
                  <a:pt x="5152568" y="1142885"/>
                </a:lnTo>
                <a:lnTo>
                  <a:pt x="5153025" y="1141768"/>
                </a:lnTo>
                <a:lnTo>
                  <a:pt x="5153025" y="1139139"/>
                </a:lnTo>
                <a:close/>
              </a:path>
              <a:path w="5248275" h="1914525">
                <a:moveTo>
                  <a:pt x="5153025" y="374599"/>
                </a:moveTo>
                <a:lnTo>
                  <a:pt x="5152568" y="373481"/>
                </a:lnTo>
                <a:lnTo>
                  <a:pt x="5150701" y="371614"/>
                </a:lnTo>
                <a:lnTo>
                  <a:pt x="5149583" y="371144"/>
                </a:lnTo>
                <a:lnTo>
                  <a:pt x="5146954" y="371144"/>
                </a:lnTo>
                <a:lnTo>
                  <a:pt x="5145824" y="371614"/>
                </a:lnTo>
                <a:lnTo>
                  <a:pt x="5143970" y="373481"/>
                </a:lnTo>
                <a:lnTo>
                  <a:pt x="5143500" y="374599"/>
                </a:lnTo>
                <a:lnTo>
                  <a:pt x="5143500" y="377228"/>
                </a:lnTo>
                <a:lnTo>
                  <a:pt x="5143970" y="378345"/>
                </a:lnTo>
                <a:lnTo>
                  <a:pt x="5145824" y="380212"/>
                </a:lnTo>
                <a:lnTo>
                  <a:pt x="5146954" y="380669"/>
                </a:lnTo>
                <a:lnTo>
                  <a:pt x="5149583" y="380669"/>
                </a:lnTo>
                <a:lnTo>
                  <a:pt x="5150701" y="380212"/>
                </a:lnTo>
                <a:lnTo>
                  <a:pt x="5152568" y="378345"/>
                </a:lnTo>
                <a:lnTo>
                  <a:pt x="5153025" y="377228"/>
                </a:lnTo>
                <a:lnTo>
                  <a:pt x="5153025" y="374599"/>
                </a:lnTo>
                <a:close/>
              </a:path>
              <a:path w="5248275" h="1914525">
                <a:moveTo>
                  <a:pt x="5200650" y="1903679"/>
                </a:moveTo>
                <a:lnTo>
                  <a:pt x="5200193" y="1902561"/>
                </a:lnTo>
                <a:lnTo>
                  <a:pt x="5198326" y="1900694"/>
                </a:lnTo>
                <a:lnTo>
                  <a:pt x="5197208" y="1900237"/>
                </a:lnTo>
                <a:lnTo>
                  <a:pt x="5194579" y="1900237"/>
                </a:lnTo>
                <a:lnTo>
                  <a:pt x="5193449" y="1900694"/>
                </a:lnTo>
                <a:lnTo>
                  <a:pt x="5191595" y="1902561"/>
                </a:lnTo>
                <a:lnTo>
                  <a:pt x="5191125" y="1903679"/>
                </a:lnTo>
                <a:lnTo>
                  <a:pt x="5191125" y="1906308"/>
                </a:lnTo>
                <a:lnTo>
                  <a:pt x="5191595" y="1907425"/>
                </a:lnTo>
                <a:lnTo>
                  <a:pt x="5193449" y="1909292"/>
                </a:lnTo>
                <a:lnTo>
                  <a:pt x="5194579" y="1909762"/>
                </a:lnTo>
                <a:lnTo>
                  <a:pt x="5197208" y="1909762"/>
                </a:lnTo>
                <a:lnTo>
                  <a:pt x="5198326" y="1909292"/>
                </a:lnTo>
                <a:lnTo>
                  <a:pt x="5200193" y="1907425"/>
                </a:lnTo>
                <a:lnTo>
                  <a:pt x="5200650" y="1906308"/>
                </a:lnTo>
                <a:lnTo>
                  <a:pt x="5200650" y="1903679"/>
                </a:lnTo>
                <a:close/>
              </a:path>
              <a:path w="5248275" h="1914525">
                <a:moveTo>
                  <a:pt x="5200650" y="1139139"/>
                </a:moveTo>
                <a:lnTo>
                  <a:pt x="5200193" y="1138021"/>
                </a:lnTo>
                <a:lnTo>
                  <a:pt x="5198326" y="1136154"/>
                </a:lnTo>
                <a:lnTo>
                  <a:pt x="5197208" y="1135684"/>
                </a:lnTo>
                <a:lnTo>
                  <a:pt x="5194579" y="1135684"/>
                </a:lnTo>
                <a:lnTo>
                  <a:pt x="5193449" y="1136154"/>
                </a:lnTo>
                <a:lnTo>
                  <a:pt x="5191595" y="1138021"/>
                </a:lnTo>
                <a:lnTo>
                  <a:pt x="5191125" y="1139139"/>
                </a:lnTo>
                <a:lnTo>
                  <a:pt x="5191125" y="1141768"/>
                </a:lnTo>
                <a:lnTo>
                  <a:pt x="5191595" y="1142885"/>
                </a:lnTo>
                <a:lnTo>
                  <a:pt x="5193449" y="1144752"/>
                </a:lnTo>
                <a:lnTo>
                  <a:pt x="5194579" y="1145209"/>
                </a:lnTo>
                <a:lnTo>
                  <a:pt x="5197208" y="1145209"/>
                </a:lnTo>
                <a:lnTo>
                  <a:pt x="5198326" y="1144752"/>
                </a:lnTo>
                <a:lnTo>
                  <a:pt x="5200193" y="1142885"/>
                </a:lnTo>
                <a:lnTo>
                  <a:pt x="5200650" y="1141768"/>
                </a:lnTo>
                <a:lnTo>
                  <a:pt x="5200650" y="1139139"/>
                </a:lnTo>
                <a:close/>
              </a:path>
              <a:path w="5248275" h="1914525">
                <a:moveTo>
                  <a:pt x="5200650" y="374599"/>
                </a:moveTo>
                <a:lnTo>
                  <a:pt x="5200193" y="373481"/>
                </a:lnTo>
                <a:lnTo>
                  <a:pt x="5198326" y="371614"/>
                </a:lnTo>
                <a:lnTo>
                  <a:pt x="5197208" y="371144"/>
                </a:lnTo>
                <a:lnTo>
                  <a:pt x="5194579" y="371144"/>
                </a:lnTo>
                <a:lnTo>
                  <a:pt x="5193449" y="371614"/>
                </a:lnTo>
                <a:lnTo>
                  <a:pt x="5191595" y="373481"/>
                </a:lnTo>
                <a:lnTo>
                  <a:pt x="5191125" y="374599"/>
                </a:lnTo>
                <a:lnTo>
                  <a:pt x="5191125" y="377228"/>
                </a:lnTo>
                <a:lnTo>
                  <a:pt x="5191595" y="378345"/>
                </a:lnTo>
                <a:lnTo>
                  <a:pt x="5193449" y="380212"/>
                </a:lnTo>
                <a:lnTo>
                  <a:pt x="5194579" y="380669"/>
                </a:lnTo>
                <a:lnTo>
                  <a:pt x="5197208" y="380669"/>
                </a:lnTo>
                <a:lnTo>
                  <a:pt x="5198326" y="380212"/>
                </a:lnTo>
                <a:lnTo>
                  <a:pt x="5200193" y="378345"/>
                </a:lnTo>
                <a:lnTo>
                  <a:pt x="5200650" y="377228"/>
                </a:lnTo>
                <a:lnTo>
                  <a:pt x="5200650" y="374599"/>
                </a:lnTo>
                <a:close/>
              </a:path>
              <a:path w="5248275" h="1914525">
                <a:moveTo>
                  <a:pt x="5248275" y="1903679"/>
                </a:moveTo>
                <a:lnTo>
                  <a:pt x="5247818" y="1902561"/>
                </a:lnTo>
                <a:lnTo>
                  <a:pt x="5245951" y="1900694"/>
                </a:lnTo>
                <a:lnTo>
                  <a:pt x="5244833" y="1900237"/>
                </a:lnTo>
                <a:lnTo>
                  <a:pt x="5242204" y="1900237"/>
                </a:lnTo>
                <a:lnTo>
                  <a:pt x="5241074" y="1900694"/>
                </a:lnTo>
                <a:lnTo>
                  <a:pt x="5239220" y="1902561"/>
                </a:lnTo>
                <a:lnTo>
                  <a:pt x="5238750" y="1903679"/>
                </a:lnTo>
                <a:lnTo>
                  <a:pt x="5238750" y="1906308"/>
                </a:lnTo>
                <a:lnTo>
                  <a:pt x="5239220" y="1907425"/>
                </a:lnTo>
                <a:lnTo>
                  <a:pt x="5241074" y="1909292"/>
                </a:lnTo>
                <a:lnTo>
                  <a:pt x="5242204" y="1909762"/>
                </a:lnTo>
                <a:lnTo>
                  <a:pt x="5244833" y="1909762"/>
                </a:lnTo>
                <a:lnTo>
                  <a:pt x="5245951" y="1909292"/>
                </a:lnTo>
                <a:lnTo>
                  <a:pt x="5247818" y="1907425"/>
                </a:lnTo>
                <a:lnTo>
                  <a:pt x="5248275" y="1906308"/>
                </a:lnTo>
                <a:lnTo>
                  <a:pt x="5248275" y="1903679"/>
                </a:lnTo>
                <a:close/>
              </a:path>
              <a:path w="5248275" h="1914525">
                <a:moveTo>
                  <a:pt x="5248275" y="1139139"/>
                </a:moveTo>
                <a:lnTo>
                  <a:pt x="5247818" y="1138021"/>
                </a:lnTo>
                <a:lnTo>
                  <a:pt x="5245951" y="1136154"/>
                </a:lnTo>
                <a:lnTo>
                  <a:pt x="5244833" y="1135684"/>
                </a:lnTo>
                <a:lnTo>
                  <a:pt x="5242204" y="1135684"/>
                </a:lnTo>
                <a:lnTo>
                  <a:pt x="5241074" y="1136154"/>
                </a:lnTo>
                <a:lnTo>
                  <a:pt x="5239220" y="1138021"/>
                </a:lnTo>
                <a:lnTo>
                  <a:pt x="5238750" y="1139139"/>
                </a:lnTo>
                <a:lnTo>
                  <a:pt x="5238750" y="1141768"/>
                </a:lnTo>
                <a:lnTo>
                  <a:pt x="5239220" y="1142885"/>
                </a:lnTo>
                <a:lnTo>
                  <a:pt x="5241074" y="1144752"/>
                </a:lnTo>
                <a:lnTo>
                  <a:pt x="5242204" y="1145209"/>
                </a:lnTo>
                <a:lnTo>
                  <a:pt x="5244833" y="1145209"/>
                </a:lnTo>
                <a:lnTo>
                  <a:pt x="5245951" y="1144752"/>
                </a:lnTo>
                <a:lnTo>
                  <a:pt x="5247818" y="1142885"/>
                </a:lnTo>
                <a:lnTo>
                  <a:pt x="5248275" y="1141768"/>
                </a:lnTo>
                <a:lnTo>
                  <a:pt x="5248275" y="1139139"/>
                </a:lnTo>
                <a:close/>
              </a:path>
              <a:path w="5248275" h="1914525">
                <a:moveTo>
                  <a:pt x="5248275" y="374599"/>
                </a:moveTo>
                <a:lnTo>
                  <a:pt x="5247818" y="373481"/>
                </a:lnTo>
                <a:lnTo>
                  <a:pt x="5245951" y="371614"/>
                </a:lnTo>
                <a:lnTo>
                  <a:pt x="5244833" y="371144"/>
                </a:lnTo>
                <a:lnTo>
                  <a:pt x="5242204" y="371144"/>
                </a:lnTo>
                <a:lnTo>
                  <a:pt x="5241074" y="371614"/>
                </a:lnTo>
                <a:lnTo>
                  <a:pt x="5239220" y="373481"/>
                </a:lnTo>
                <a:lnTo>
                  <a:pt x="5238750" y="374599"/>
                </a:lnTo>
                <a:lnTo>
                  <a:pt x="5238750" y="377228"/>
                </a:lnTo>
                <a:lnTo>
                  <a:pt x="5239220" y="378345"/>
                </a:lnTo>
                <a:lnTo>
                  <a:pt x="5241074" y="380212"/>
                </a:lnTo>
                <a:lnTo>
                  <a:pt x="5242204" y="380669"/>
                </a:lnTo>
                <a:lnTo>
                  <a:pt x="5244833" y="380669"/>
                </a:lnTo>
                <a:lnTo>
                  <a:pt x="5245951" y="380212"/>
                </a:lnTo>
                <a:lnTo>
                  <a:pt x="5247818" y="378345"/>
                </a:lnTo>
                <a:lnTo>
                  <a:pt x="5248275" y="377228"/>
                </a:lnTo>
                <a:lnTo>
                  <a:pt x="5248275" y="374599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587970" y="582368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587970" y="5059143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392420" y="5357911"/>
            <a:ext cx="177800" cy="7207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0" dirty="0">
                <a:solidFill>
                  <a:srgbClr val="252423"/>
                </a:solidFill>
                <a:latin typeface="Tahoma"/>
                <a:cs typeface="Tahoma"/>
              </a:rPr>
              <a:t>Depression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649585" y="6588224"/>
            <a:ext cx="218440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75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  <a:p>
            <a:pPr marL="143510">
              <a:lnSpc>
                <a:spcPts val="975"/>
              </a:lnSpc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9" name="object 159"/>
          <p:cNvSpPr/>
          <p:nvPr/>
        </p:nvSpPr>
        <p:spPr>
          <a:xfrm>
            <a:off x="2135981" y="4773612"/>
            <a:ext cx="9525" cy="1914525"/>
          </a:xfrm>
          <a:custGeom>
            <a:avLst/>
            <a:gdLst/>
            <a:ahLst/>
            <a:cxnLst/>
            <a:rect l="l" t="t" r="r" b="b"/>
            <a:pathLst>
              <a:path w="9525" h="191452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191452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191452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191452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191452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191452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191452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191452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191452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191452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191452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91452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91452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91452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91452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91452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91452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91452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91452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91452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9145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9145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9145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9145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91452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91452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9145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91452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91452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91452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91452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91452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91452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91452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91452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91452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91452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91452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91452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91452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914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 txBox="1"/>
          <p:nvPr/>
        </p:nvSpPr>
        <p:spPr>
          <a:xfrm>
            <a:off x="2066428" y="66992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3452812" y="4773612"/>
            <a:ext cx="9525" cy="1914525"/>
          </a:xfrm>
          <a:custGeom>
            <a:avLst/>
            <a:gdLst/>
            <a:ahLst/>
            <a:cxnLst/>
            <a:rect l="l" t="t" r="r" b="b"/>
            <a:pathLst>
              <a:path w="9525" h="191452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191452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191452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191452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191452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191452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191452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191452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191452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191452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191452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91452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91452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91452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91452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91452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91452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91452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91452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91452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9145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9145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9145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9145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91452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91452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9145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91452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91452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91452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91452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91452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91452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91452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91452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91452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91452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91452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91452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91452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914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 txBox="1"/>
          <p:nvPr/>
        </p:nvSpPr>
        <p:spPr>
          <a:xfrm>
            <a:off x="3309143" y="6699250"/>
            <a:ext cx="287655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spc="-125" dirty="0">
                <a:solidFill>
                  <a:srgbClr val="252423"/>
                </a:solidFill>
                <a:latin typeface="Tahoma"/>
                <a:cs typeface="Tahoma"/>
              </a:rPr>
              <a:t>GHQ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4769643" y="4773612"/>
            <a:ext cx="9525" cy="1914525"/>
          </a:xfrm>
          <a:custGeom>
            <a:avLst/>
            <a:gdLst/>
            <a:ahLst/>
            <a:cxnLst/>
            <a:rect l="l" t="t" r="r" b="b"/>
            <a:pathLst>
              <a:path w="9525" h="191452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191452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191452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191452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191452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191452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191452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191452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191452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191452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191452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91452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91452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91452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91452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91452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91452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91452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91452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91452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9145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9145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9145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9145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91452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91452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9145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91452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91452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91452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91452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91452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91452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91452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91452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91452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91452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91452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91452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91452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914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 txBox="1"/>
          <p:nvPr/>
        </p:nvSpPr>
        <p:spPr>
          <a:xfrm>
            <a:off x="4700091" y="66992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5" name="object 165"/>
          <p:cNvSpPr/>
          <p:nvPr/>
        </p:nvSpPr>
        <p:spPr>
          <a:xfrm>
            <a:off x="6086474" y="4773612"/>
            <a:ext cx="9525" cy="1914525"/>
          </a:xfrm>
          <a:custGeom>
            <a:avLst/>
            <a:gdLst/>
            <a:ahLst/>
            <a:cxnLst/>
            <a:rect l="l" t="t" r="r" b="b"/>
            <a:pathLst>
              <a:path w="9525" h="191452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191452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191452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191452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191452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191452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191452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191452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191452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191452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191452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191452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191452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191452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191452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191452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191452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191452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191452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191452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191452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191452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191452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191452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191452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191452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4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4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191452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191452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4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4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191452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191452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191452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191452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191452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191452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191452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191452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191452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191452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191452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191452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191452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6016922" y="669925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814387" y="5023548"/>
            <a:ext cx="4790440" cy="1664970"/>
            <a:chOff x="814387" y="5023548"/>
            <a:chExt cx="4790440" cy="1664970"/>
          </a:xfrm>
        </p:grpSpPr>
        <p:pic>
          <p:nvPicPr>
            <p:cNvPr id="168" name="object 16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49629" y="5023548"/>
              <a:ext cx="89534" cy="89534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14387" y="5023548"/>
              <a:ext cx="4790122" cy="1664589"/>
            </a:xfrm>
            <a:prstGeom prst="rect">
              <a:avLst/>
            </a:prstGeom>
          </p:spPr>
        </p:pic>
      </p:grpSp>
      <p:sp>
        <p:nvSpPr>
          <p:cNvPr id="170" name="object 170"/>
          <p:cNvSpPr/>
          <p:nvPr/>
        </p:nvSpPr>
        <p:spPr>
          <a:xfrm>
            <a:off x="7205650" y="5380354"/>
            <a:ext cx="4772025" cy="1299845"/>
          </a:xfrm>
          <a:custGeom>
            <a:avLst/>
            <a:gdLst/>
            <a:ahLst/>
            <a:cxnLst/>
            <a:rect l="l" t="t" r="r" b="b"/>
            <a:pathLst>
              <a:path w="4772025" h="1299845">
                <a:moveTo>
                  <a:pt x="9525" y="1293774"/>
                </a:moveTo>
                <a:lnTo>
                  <a:pt x="9067" y="1292644"/>
                </a:lnTo>
                <a:lnTo>
                  <a:pt x="7200" y="1290789"/>
                </a:lnTo>
                <a:lnTo>
                  <a:pt x="6083" y="1290320"/>
                </a:lnTo>
                <a:lnTo>
                  <a:pt x="3454" y="1290320"/>
                </a:lnTo>
                <a:lnTo>
                  <a:pt x="2336" y="1290789"/>
                </a:lnTo>
                <a:lnTo>
                  <a:pt x="469" y="1292644"/>
                </a:lnTo>
                <a:lnTo>
                  <a:pt x="0" y="1293774"/>
                </a:lnTo>
                <a:lnTo>
                  <a:pt x="0" y="1296403"/>
                </a:lnTo>
                <a:lnTo>
                  <a:pt x="469" y="1297520"/>
                </a:lnTo>
                <a:lnTo>
                  <a:pt x="2336" y="1299387"/>
                </a:lnTo>
                <a:lnTo>
                  <a:pt x="3454" y="1299845"/>
                </a:lnTo>
                <a:lnTo>
                  <a:pt x="6083" y="1299845"/>
                </a:lnTo>
                <a:lnTo>
                  <a:pt x="7200" y="1299387"/>
                </a:lnTo>
                <a:lnTo>
                  <a:pt x="9067" y="1297520"/>
                </a:lnTo>
                <a:lnTo>
                  <a:pt x="9525" y="1296403"/>
                </a:lnTo>
                <a:lnTo>
                  <a:pt x="9525" y="1293774"/>
                </a:lnTo>
                <a:close/>
              </a:path>
              <a:path w="4772025" h="1299845">
                <a:moveTo>
                  <a:pt x="9525" y="648614"/>
                </a:moveTo>
                <a:lnTo>
                  <a:pt x="9067" y="647496"/>
                </a:lnTo>
                <a:lnTo>
                  <a:pt x="7200" y="645629"/>
                </a:lnTo>
                <a:lnTo>
                  <a:pt x="6083" y="645160"/>
                </a:lnTo>
                <a:lnTo>
                  <a:pt x="3454" y="645160"/>
                </a:lnTo>
                <a:lnTo>
                  <a:pt x="2336" y="645629"/>
                </a:lnTo>
                <a:lnTo>
                  <a:pt x="469" y="647496"/>
                </a:lnTo>
                <a:lnTo>
                  <a:pt x="0" y="648614"/>
                </a:lnTo>
                <a:lnTo>
                  <a:pt x="0" y="651243"/>
                </a:lnTo>
                <a:lnTo>
                  <a:pt x="469" y="652360"/>
                </a:lnTo>
                <a:lnTo>
                  <a:pt x="2336" y="654227"/>
                </a:lnTo>
                <a:lnTo>
                  <a:pt x="3454" y="654685"/>
                </a:lnTo>
                <a:lnTo>
                  <a:pt x="6083" y="654685"/>
                </a:lnTo>
                <a:lnTo>
                  <a:pt x="7200" y="654227"/>
                </a:lnTo>
                <a:lnTo>
                  <a:pt x="9067" y="652360"/>
                </a:lnTo>
                <a:lnTo>
                  <a:pt x="9525" y="651243"/>
                </a:lnTo>
                <a:lnTo>
                  <a:pt x="9525" y="648614"/>
                </a:lnTo>
                <a:close/>
              </a:path>
              <a:path w="4772025" h="129984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772025" h="1299845">
                <a:moveTo>
                  <a:pt x="57150" y="1293774"/>
                </a:moveTo>
                <a:lnTo>
                  <a:pt x="56692" y="1292644"/>
                </a:lnTo>
                <a:lnTo>
                  <a:pt x="54825" y="1290789"/>
                </a:lnTo>
                <a:lnTo>
                  <a:pt x="53708" y="1290320"/>
                </a:lnTo>
                <a:lnTo>
                  <a:pt x="51079" y="1290320"/>
                </a:lnTo>
                <a:lnTo>
                  <a:pt x="49961" y="1290789"/>
                </a:lnTo>
                <a:lnTo>
                  <a:pt x="48094" y="1292644"/>
                </a:lnTo>
                <a:lnTo>
                  <a:pt x="47625" y="1293774"/>
                </a:lnTo>
                <a:lnTo>
                  <a:pt x="47625" y="1296403"/>
                </a:lnTo>
                <a:lnTo>
                  <a:pt x="48094" y="1297520"/>
                </a:lnTo>
                <a:lnTo>
                  <a:pt x="49961" y="1299387"/>
                </a:lnTo>
                <a:lnTo>
                  <a:pt x="51079" y="1299845"/>
                </a:lnTo>
                <a:lnTo>
                  <a:pt x="53708" y="1299845"/>
                </a:lnTo>
                <a:lnTo>
                  <a:pt x="54825" y="1299387"/>
                </a:lnTo>
                <a:lnTo>
                  <a:pt x="56692" y="1297520"/>
                </a:lnTo>
                <a:lnTo>
                  <a:pt x="57150" y="1296403"/>
                </a:lnTo>
                <a:lnTo>
                  <a:pt x="57150" y="1293774"/>
                </a:lnTo>
                <a:close/>
              </a:path>
              <a:path w="4772025" h="1299845">
                <a:moveTo>
                  <a:pt x="57150" y="648614"/>
                </a:moveTo>
                <a:lnTo>
                  <a:pt x="56692" y="647496"/>
                </a:lnTo>
                <a:lnTo>
                  <a:pt x="54825" y="645629"/>
                </a:lnTo>
                <a:lnTo>
                  <a:pt x="53708" y="645160"/>
                </a:lnTo>
                <a:lnTo>
                  <a:pt x="51079" y="645160"/>
                </a:lnTo>
                <a:lnTo>
                  <a:pt x="49961" y="645629"/>
                </a:lnTo>
                <a:lnTo>
                  <a:pt x="48094" y="647496"/>
                </a:lnTo>
                <a:lnTo>
                  <a:pt x="47625" y="648614"/>
                </a:lnTo>
                <a:lnTo>
                  <a:pt x="47625" y="651243"/>
                </a:lnTo>
                <a:lnTo>
                  <a:pt x="48094" y="652360"/>
                </a:lnTo>
                <a:lnTo>
                  <a:pt x="49961" y="654227"/>
                </a:lnTo>
                <a:lnTo>
                  <a:pt x="51079" y="654685"/>
                </a:lnTo>
                <a:lnTo>
                  <a:pt x="53708" y="654685"/>
                </a:lnTo>
                <a:lnTo>
                  <a:pt x="54825" y="654227"/>
                </a:lnTo>
                <a:lnTo>
                  <a:pt x="56692" y="652360"/>
                </a:lnTo>
                <a:lnTo>
                  <a:pt x="57150" y="651243"/>
                </a:lnTo>
                <a:lnTo>
                  <a:pt x="57150" y="648614"/>
                </a:lnTo>
                <a:close/>
              </a:path>
              <a:path w="4772025" h="129984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772025" h="1299845">
                <a:moveTo>
                  <a:pt x="104775" y="1293774"/>
                </a:moveTo>
                <a:lnTo>
                  <a:pt x="104317" y="1292644"/>
                </a:lnTo>
                <a:lnTo>
                  <a:pt x="102450" y="1290789"/>
                </a:lnTo>
                <a:lnTo>
                  <a:pt x="101333" y="1290320"/>
                </a:lnTo>
                <a:lnTo>
                  <a:pt x="98704" y="1290320"/>
                </a:lnTo>
                <a:lnTo>
                  <a:pt x="97586" y="1290789"/>
                </a:lnTo>
                <a:lnTo>
                  <a:pt x="95719" y="1292644"/>
                </a:lnTo>
                <a:lnTo>
                  <a:pt x="95250" y="1293774"/>
                </a:lnTo>
                <a:lnTo>
                  <a:pt x="95250" y="1296403"/>
                </a:lnTo>
                <a:lnTo>
                  <a:pt x="95719" y="1297520"/>
                </a:lnTo>
                <a:lnTo>
                  <a:pt x="97586" y="1299387"/>
                </a:lnTo>
                <a:lnTo>
                  <a:pt x="98704" y="1299845"/>
                </a:lnTo>
                <a:lnTo>
                  <a:pt x="101333" y="1299845"/>
                </a:lnTo>
                <a:lnTo>
                  <a:pt x="102450" y="1299387"/>
                </a:lnTo>
                <a:lnTo>
                  <a:pt x="104317" y="1297520"/>
                </a:lnTo>
                <a:lnTo>
                  <a:pt x="104775" y="1296403"/>
                </a:lnTo>
                <a:lnTo>
                  <a:pt x="104775" y="1293774"/>
                </a:lnTo>
                <a:close/>
              </a:path>
              <a:path w="4772025" h="1299845">
                <a:moveTo>
                  <a:pt x="104775" y="648614"/>
                </a:moveTo>
                <a:lnTo>
                  <a:pt x="104317" y="647496"/>
                </a:lnTo>
                <a:lnTo>
                  <a:pt x="102450" y="645629"/>
                </a:lnTo>
                <a:lnTo>
                  <a:pt x="101333" y="645160"/>
                </a:lnTo>
                <a:lnTo>
                  <a:pt x="98704" y="645160"/>
                </a:lnTo>
                <a:lnTo>
                  <a:pt x="97586" y="645629"/>
                </a:lnTo>
                <a:lnTo>
                  <a:pt x="95719" y="647496"/>
                </a:lnTo>
                <a:lnTo>
                  <a:pt x="95250" y="648614"/>
                </a:lnTo>
                <a:lnTo>
                  <a:pt x="95250" y="651243"/>
                </a:lnTo>
                <a:lnTo>
                  <a:pt x="95719" y="652360"/>
                </a:lnTo>
                <a:lnTo>
                  <a:pt x="97586" y="654227"/>
                </a:lnTo>
                <a:lnTo>
                  <a:pt x="98704" y="654685"/>
                </a:lnTo>
                <a:lnTo>
                  <a:pt x="101333" y="654685"/>
                </a:lnTo>
                <a:lnTo>
                  <a:pt x="102450" y="654227"/>
                </a:lnTo>
                <a:lnTo>
                  <a:pt x="104317" y="652360"/>
                </a:lnTo>
                <a:lnTo>
                  <a:pt x="104775" y="651243"/>
                </a:lnTo>
                <a:lnTo>
                  <a:pt x="104775" y="648614"/>
                </a:lnTo>
                <a:close/>
              </a:path>
              <a:path w="4772025" h="129984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772025" h="1299845">
                <a:moveTo>
                  <a:pt x="152400" y="1293774"/>
                </a:moveTo>
                <a:lnTo>
                  <a:pt x="151942" y="1292644"/>
                </a:lnTo>
                <a:lnTo>
                  <a:pt x="150075" y="1290789"/>
                </a:lnTo>
                <a:lnTo>
                  <a:pt x="148958" y="1290320"/>
                </a:lnTo>
                <a:lnTo>
                  <a:pt x="146329" y="1290320"/>
                </a:lnTo>
                <a:lnTo>
                  <a:pt x="145211" y="1290789"/>
                </a:lnTo>
                <a:lnTo>
                  <a:pt x="143344" y="1292644"/>
                </a:lnTo>
                <a:lnTo>
                  <a:pt x="142875" y="1293774"/>
                </a:lnTo>
                <a:lnTo>
                  <a:pt x="142875" y="1296403"/>
                </a:lnTo>
                <a:lnTo>
                  <a:pt x="143344" y="1297520"/>
                </a:lnTo>
                <a:lnTo>
                  <a:pt x="145211" y="1299387"/>
                </a:lnTo>
                <a:lnTo>
                  <a:pt x="146329" y="1299845"/>
                </a:lnTo>
                <a:lnTo>
                  <a:pt x="148958" y="1299845"/>
                </a:lnTo>
                <a:lnTo>
                  <a:pt x="150075" y="1299387"/>
                </a:lnTo>
                <a:lnTo>
                  <a:pt x="151942" y="1297520"/>
                </a:lnTo>
                <a:lnTo>
                  <a:pt x="152400" y="1296403"/>
                </a:lnTo>
                <a:lnTo>
                  <a:pt x="152400" y="1293774"/>
                </a:lnTo>
                <a:close/>
              </a:path>
              <a:path w="4772025" h="1299845">
                <a:moveTo>
                  <a:pt x="152400" y="648614"/>
                </a:moveTo>
                <a:lnTo>
                  <a:pt x="151942" y="647496"/>
                </a:lnTo>
                <a:lnTo>
                  <a:pt x="150075" y="645629"/>
                </a:lnTo>
                <a:lnTo>
                  <a:pt x="148958" y="645160"/>
                </a:lnTo>
                <a:lnTo>
                  <a:pt x="146329" y="645160"/>
                </a:lnTo>
                <a:lnTo>
                  <a:pt x="145211" y="645629"/>
                </a:lnTo>
                <a:lnTo>
                  <a:pt x="143344" y="647496"/>
                </a:lnTo>
                <a:lnTo>
                  <a:pt x="142875" y="648614"/>
                </a:lnTo>
                <a:lnTo>
                  <a:pt x="142875" y="651243"/>
                </a:lnTo>
                <a:lnTo>
                  <a:pt x="143344" y="652360"/>
                </a:lnTo>
                <a:lnTo>
                  <a:pt x="145211" y="654227"/>
                </a:lnTo>
                <a:lnTo>
                  <a:pt x="146329" y="654685"/>
                </a:lnTo>
                <a:lnTo>
                  <a:pt x="148958" y="654685"/>
                </a:lnTo>
                <a:lnTo>
                  <a:pt x="150075" y="654227"/>
                </a:lnTo>
                <a:lnTo>
                  <a:pt x="151942" y="652360"/>
                </a:lnTo>
                <a:lnTo>
                  <a:pt x="152400" y="651243"/>
                </a:lnTo>
                <a:lnTo>
                  <a:pt x="152400" y="648614"/>
                </a:lnTo>
                <a:close/>
              </a:path>
              <a:path w="4772025" h="129984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772025" h="1299845">
                <a:moveTo>
                  <a:pt x="200025" y="1293774"/>
                </a:moveTo>
                <a:lnTo>
                  <a:pt x="199567" y="1292644"/>
                </a:lnTo>
                <a:lnTo>
                  <a:pt x="197700" y="1290789"/>
                </a:lnTo>
                <a:lnTo>
                  <a:pt x="196583" y="1290320"/>
                </a:lnTo>
                <a:lnTo>
                  <a:pt x="193954" y="1290320"/>
                </a:lnTo>
                <a:lnTo>
                  <a:pt x="192836" y="1290789"/>
                </a:lnTo>
                <a:lnTo>
                  <a:pt x="190969" y="1292644"/>
                </a:lnTo>
                <a:lnTo>
                  <a:pt x="190500" y="1293774"/>
                </a:lnTo>
                <a:lnTo>
                  <a:pt x="190500" y="1296403"/>
                </a:lnTo>
                <a:lnTo>
                  <a:pt x="190969" y="1297520"/>
                </a:lnTo>
                <a:lnTo>
                  <a:pt x="192836" y="1299387"/>
                </a:lnTo>
                <a:lnTo>
                  <a:pt x="193954" y="1299845"/>
                </a:lnTo>
                <a:lnTo>
                  <a:pt x="196583" y="1299845"/>
                </a:lnTo>
                <a:lnTo>
                  <a:pt x="197700" y="1299387"/>
                </a:lnTo>
                <a:lnTo>
                  <a:pt x="199567" y="1297520"/>
                </a:lnTo>
                <a:lnTo>
                  <a:pt x="200025" y="1296403"/>
                </a:lnTo>
                <a:lnTo>
                  <a:pt x="200025" y="1293774"/>
                </a:lnTo>
                <a:close/>
              </a:path>
              <a:path w="4772025" h="1299845">
                <a:moveTo>
                  <a:pt x="200025" y="648614"/>
                </a:moveTo>
                <a:lnTo>
                  <a:pt x="199567" y="647496"/>
                </a:lnTo>
                <a:lnTo>
                  <a:pt x="197700" y="645629"/>
                </a:lnTo>
                <a:lnTo>
                  <a:pt x="196583" y="645160"/>
                </a:lnTo>
                <a:lnTo>
                  <a:pt x="193954" y="645160"/>
                </a:lnTo>
                <a:lnTo>
                  <a:pt x="192836" y="645629"/>
                </a:lnTo>
                <a:lnTo>
                  <a:pt x="190969" y="647496"/>
                </a:lnTo>
                <a:lnTo>
                  <a:pt x="190500" y="648614"/>
                </a:lnTo>
                <a:lnTo>
                  <a:pt x="190500" y="651243"/>
                </a:lnTo>
                <a:lnTo>
                  <a:pt x="190969" y="652360"/>
                </a:lnTo>
                <a:lnTo>
                  <a:pt x="192836" y="654227"/>
                </a:lnTo>
                <a:lnTo>
                  <a:pt x="193954" y="654685"/>
                </a:lnTo>
                <a:lnTo>
                  <a:pt x="196583" y="654685"/>
                </a:lnTo>
                <a:lnTo>
                  <a:pt x="197700" y="654227"/>
                </a:lnTo>
                <a:lnTo>
                  <a:pt x="199567" y="652360"/>
                </a:lnTo>
                <a:lnTo>
                  <a:pt x="200025" y="651243"/>
                </a:lnTo>
                <a:lnTo>
                  <a:pt x="200025" y="648614"/>
                </a:lnTo>
                <a:close/>
              </a:path>
              <a:path w="4772025" h="129984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772025" h="1299845">
                <a:moveTo>
                  <a:pt x="247650" y="1293774"/>
                </a:moveTo>
                <a:lnTo>
                  <a:pt x="247192" y="1292644"/>
                </a:lnTo>
                <a:lnTo>
                  <a:pt x="245325" y="1290789"/>
                </a:lnTo>
                <a:lnTo>
                  <a:pt x="244208" y="1290320"/>
                </a:lnTo>
                <a:lnTo>
                  <a:pt x="241579" y="1290320"/>
                </a:lnTo>
                <a:lnTo>
                  <a:pt x="240461" y="1290789"/>
                </a:lnTo>
                <a:lnTo>
                  <a:pt x="238594" y="1292644"/>
                </a:lnTo>
                <a:lnTo>
                  <a:pt x="238125" y="1293774"/>
                </a:lnTo>
                <a:lnTo>
                  <a:pt x="238125" y="1296403"/>
                </a:lnTo>
                <a:lnTo>
                  <a:pt x="238594" y="1297520"/>
                </a:lnTo>
                <a:lnTo>
                  <a:pt x="240461" y="1299387"/>
                </a:lnTo>
                <a:lnTo>
                  <a:pt x="241579" y="1299845"/>
                </a:lnTo>
                <a:lnTo>
                  <a:pt x="244208" y="1299845"/>
                </a:lnTo>
                <a:lnTo>
                  <a:pt x="245325" y="1299387"/>
                </a:lnTo>
                <a:lnTo>
                  <a:pt x="247192" y="1297520"/>
                </a:lnTo>
                <a:lnTo>
                  <a:pt x="247650" y="1296403"/>
                </a:lnTo>
                <a:lnTo>
                  <a:pt x="247650" y="1293774"/>
                </a:lnTo>
                <a:close/>
              </a:path>
              <a:path w="4772025" h="1299845">
                <a:moveTo>
                  <a:pt x="247650" y="648614"/>
                </a:moveTo>
                <a:lnTo>
                  <a:pt x="247192" y="647496"/>
                </a:lnTo>
                <a:lnTo>
                  <a:pt x="245325" y="645629"/>
                </a:lnTo>
                <a:lnTo>
                  <a:pt x="244208" y="645160"/>
                </a:lnTo>
                <a:lnTo>
                  <a:pt x="241579" y="645160"/>
                </a:lnTo>
                <a:lnTo>
                  <a:pt x="240461" y="645629"/>
                </a:lnTo>
                <a:lnTo>
                  <a:pt x="238594" y="647496"/>
                </a:lnTo>
                <a:lnTo>
                  <a:pt x="238125" y="648614"/>
                </a:lnTo>
                <a:lnTo>
                  <a:pt x="238125" y="651243"/>
                </a:lnTo>
                <a:lnTo>
                  <a:pt x="238594" y="652360"/>
                </a:lnTo>
                <a:lnTo>
                  <a:pt x="240461" y="654227"/>
                </a:lnTo>
                <a:lnTo>
                  <a:pt x="241579" y="654685"/>
                </a:lnTo>
                <a:lnTo>
                  <a:pt x="244208" y="654685"/>
                </a:lnTo>
                <a:lnTo>
                  <a:pt x="245325" y="654227"/>
                </a:lnTo>
                <a:lnTo>
                  <a:pt x="247192" y="652360"/>
                </a:lnTo>
                <a:lnTo>
                  <a:pt x="247650" y="651243"/>
                </a:lnTo>
                <a:lnTo>
                  <a:pt x="247650" y="648614"/>
                </a:lnTo>
                <a:close/>
              </a:path>
              <a:path w="4772025" h="129984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772025" h="1299845">
                <a:moveTo>
                  <a:pt x="295275" y="1293774"/>
                </a:moveTo>
                <a:lnTo>
                  <a:pt x="294817" y="1292644"/>
                </a:lnTo>
                <a:lnTo>
                  <a:pt x="292950" y="1290789"/>
                </a:lnTo>
                <a:lnTo>
                  <a:pt x="291833" y="1290320"/>
                </a:lnTo>
                <a:lnTo>
                  <a:pt x="289204" y="1290320"/>
                </a:lnTo>
                <a:lnTo>
                  <a:pt x="288086" y="1290789"/>
                </a:lnTo>
                <a:lnTo>
                  <a:pt x="286219" y="1292644"/>
                </a:lnTo>
                <a:lnTo>
                  <a:pt x="285750" y="1293774"/>
                </a:lnTo>
                <a:lnTo>
                  <a:pt x="285750" y="1296403"/>
                </a:lnTo>
                <a:lnTo>
                  <a:pt x="286219" y="1297520"/>
                </a:lnTo>
                <a:lnTo>
                  <a:pt x="288086" y="1299387"/>
                </a:lnTo>
                <a:lnTo>
                  <a:pt x="289204" y="1299845"/>
                </a:lnTo>
                <a:lnTo>
                  <a:pt x="291833" y="1299845"/>
                </a:lnTo>
                <a:lnTo>
                  <a:pt x="292950" y="1299387"/>
                </a:lnTo>
                <a:lnTo>
                  <a:pt x="294817" y="1297520"/>
                </a:lnTo>
                <a:lnTo>
                  <a:pt x="295275" y="1296403"/>
                </a:lnTo>
                <a:lnTo>
                  <a:pt x="295275" y="1293774"/>
                </a:lnTo>
                <a:close/>
              </a:path>
              <a:path w="4772025" h="1299845">
                <a:moveTo>
                  <a:pt x="295275" y="648614"/>
                </a:moveTo>
                <a:lnTo>
                  <a:pt x="294817" y="647496"/>
                </a:lnTo>
                <a:lnTo>
                  <a:pt x="292950" y="645629"/>
                </a:lnTo>
                <a:lnTo>
                  <a:pt x="291833" y="645160"/>
                </a:lnTo>
                <a:lnTo>
                  <a:pt x="289204" y="645160"/>
                </a:lnTo>
                <a:lnTo>
                  <a:pt x="288086" y="645629"/>
                </a:lnTo>
                <a:lnTo>
                  <a:pt x="286219" y="647496"/>
                </a:lnTo>
                <a:lnTo>
                  <a:pt x="285750" y="648614"/>
                </a:lnTo>
                <a:lnTo>
                  <a:pt x="285750" y="651243"/>
                </a:lnTo>
                <a:lnTo>
                  <a:pt x="286219" y="652360"/>
                </a:lnTo>
                <a:lnTo>
                  <a:pt x="288086" y="654227"/>
                </a:lnTo>
                <a:lnTo>
                  <a:pt x="289204" y="654685"/>
                </a:lnTo>
                <a:lnTo>
                  <a:pt x="291833" y="654685"/>
                </a:lnTo>
                <a:lnTo>
                  <a:pt x="292950" y="654227"/>
                </a:lnTo>
                <a:lnTo>
                  <a:pt x="294817" y="652360"/>
                </a:lnTo>
                <a:lnTo>
                  <a:pt x="295275" y="651243"/>
                </a:lnTo>
                <a:lnTo>
                  <a:pt x="295275" y="648614"/>
                </a:lnTo>
                <a:close/>
              </a:path>
              <a:path w="4772025" h="129984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772025" h="1299845">
                <a:moveTo>
                  <a:pt x="342900" y="1293774"/>
                </a:moveTo>
                <a:lnTo>
                  <a:pt x="342442" y="1292644"/>
                </a:lnTo>
                <a:lnTo>
                  <a:pt x="340575" y="1290789"/>
                </a:lnTo>
                <a:lnTo>
                  <a:pt x="339458" y="1290320"/>
                </a:lnTo>
                <a:lnTo>
                  <a:pt x="336829" y="1290320"/>
                </a:lnTo>
                <a:lnTo>
                  <a:pt x="335711" y="1290789"/>
                </a:lnTo>
                <a:lnTo>
                  <a:pt x="333844" y="1292644"/>
                </a:lnTo>
                <a:lnTo>
                  <a:pt x="333375" y="1293774"/>
                </a:lnTo>
                <a:lnTo>
                  <a:pt x="333375" y="1296403"/>
                </a:lnTo>
                <a:lnTo>
                  <a:pt x="333844" y="1297520"/>
                </a:lnTo>
                <a:lnTo>
                  <a:pt x="335711" y="1299387"/>
                </a:lnTo>
                <a:lnTo>
                  <a:pt x="336829" y="1299845"/>
                </a:lnTo>
                <a:lnTo>
                  <a:pt x="339458" y="1299845"/>
                </a:lnTo>
                <a:lnTo>
                  <a:pt x="340575" y="1299387"/>
                </a:lnTo>
                <a:lnTo>
                  <a:pt x="342442" y="1297520"/>
                </a:lnTo>
                <a:lnTo>
                  <a:pt x="342900" y="1296403"/>
                </a:lnTo>
                <a:lnTo>
                  <a:pt x="342900" y="1293774"/>
                </a:lnTo>
                <a:close/>
              </a:path>
              <a:path w="4772025" h="1299845">
                <a:moveTo>
                  <a:pt x="342900" y="648614"/>
                </a:moveTo>
                <a:lnTo>
                  <a:pt x="342442" y="647496"/>
                </a:lnTo>
                <a:lnTo>
                  <a:pt x="340575" y="645629"/>
                </a:lnTo>
                <a:lnTo>
                  <a:pt x="339458" y="645160"/>
                </a:lnTo>
                <a:lnTo>
                  <a:pt x="336829" y="645160"/>
                </a:lnTo>
                <a:lnTo>
                  <a:pt x="335711" y="645629"/>
                </a:lnTo>
                <a:lnTo>
                  <a:pt x="333844" y="647496"/>
                </a:lnTo>
                <a:lnTo>
                  <a:pt x="333375" y="648614"/>
                </a:lnTo>
                <a:lnTo>
                  <a:pt x="333375" y="651243"/>
                </a:lnTo>
                <a:lnTo>
                  <a:pt x="333844" y="652360"/>
                </a:lnTo>
                <a:lnTo>
                  <a:pt x="335711" y="654227"/>
                </a:lnTo>
                <a:lnTo>
                  <a:pt x="336829" y="654685"/>
                </a:lnTo>
                <a:lnTo>
                  <a:pt x="339458" y="654685"/>
                </a:lnTo>
                <a:lnTo>
                  <a:pt x="340575" y="654227"/>
                </a:lnTo>
                <a:lnTo>
                  <a:pt x="342442" y="652360"/>
                </a:lnTo>
                <a:lnTo>
                  <a:pt x="342900" y="651243"/>
                </a:lnTo>
                <a:lnTo>
                  <a:pt x="342900" y="648614"/>
                </a:lnTo>
                <a:close/>
              </a:path>
              <a:path w="4772025" h="129984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772025" h="1299845">
                <a:moveTo>
                  <a:pt x="390525" y="1293774"/>
                </a:moveTo>
                <a:lnTo>
                  <a:pt x="390067" y="1292644"/>
                </a:lnTo>
                <a:lnTo>
                  <a:pt x="388200" y="1290789"/>
                </a:lnTo>
                <a:lnTo>
                  <a:pt x="387083" y="1290320"/>
                </a:lnTo>
                <a:lnTo>
                  <a:pt x="384454" y="1290320"/>
                </a:lnTo>
                <a:lnTo>
                  <a:pt x="383336" y="1290789"/>
                </a:lnTo>
                <a:lnTo>
                  <a:pt x="381469" y="1292644"/>
                </a:lnTo>
                <a:lnTo>
                  <a:pt x="381000" y="1293774"/>
                </a:lnTo>
                <a:lnTo>
                  <a:pt x="381000" y="1296403"/>
                </a:lnTo>
                <a:lnTo>
                  <a:pt x="381469" y="1297520"/>
                </a:lnTo>
                <a:lnTo>
                  <a:pt x="383336" y="1299387"/>
                </a:lnTo>
                <a:lnTo>
                  <a:pt x="384454" y="1299845"/>
                </a:lnTo>
                <a:lnTo>
                  <a:pt x="387083" y="1299845"/>
                </a:lnTo>
                <a:lnTo>
                  <a:pt x="388200" y="1299387"/>
                </a:lnTo>
                <a:lnTo>
                  <a:pt x="390067" y="1297520"/>
                </a:lnTo>
                <a:lnTo>
                  <a:pt x="390525" y="1296403"/>
                </a:lnTo>
                <a:lnTo>
                  <a:pt x="390525" y="1293774"/>
                </a:lnTo>
                <a:close/>
              </a:path>
              <a:path w="4772025" h="1299845">
                <a:moveTo>
                  <a:pt x="390525" y="648614"/>
                </a:moveTo>
                <a:lnTo>
                  <a:pt x="390067" y="647496"/>
                </a:lnTo>
                <a:lnTo>
                  <a:pt x="388200" y="645629"/>
                </a:lnTo>
                <a:lnTo>
                  <a:pt x="387083" y="645160"/>
                </a:lnTo>
                <a:lnTo>
                  <a:pt x="384454" y="645160"/>
                </a:lnTo>
                <a:lnTo>
                  <a:pt x="383336" y="645629"/>
                </a:lnTo>
                <a:lnTo>
                  <a:pt x="381469" y="647496"/>
                </a:lnTo>
                <a:lnTo>
                  <a:pt x="381000" y="648614"/>
                </a:lnTo>
                <a:lnTo>
                  <a:pt x="381000" y="651243"/>
                </a:lnTo>
                <a:lnTo>
                  <a:pt x="381469" y="652360"/>
                </a:lnTo>
                <a:lnTo>
                  <a:pt x="383336" y="654227"/>
                </a:lnTo>
                <a:lnTo>
                  <a:pt x="384454" y="654685"/>
                </a:lnTo>
                <a:lnTo>
                  <a:pt x="387083" y="654685"/>
                </a:lnTo>
                <a:lnTo>
                  <a:pt x="388200" y="654227"/>
                </a:lnTo>
                <a:lnTo>
                  <a:pt x="390067" y="652360"/>
                </a:lnTo>
                <a:lnTo>
                  <a:pt x="390525" y="651243"/>
                </a:lnTo>
                <a:lnTo>
                  <a:pt x="390525" y="648614"/>
                </a:lnTo>
                <a:close/>
              </a:path>
              <a:path w="4772025" h="129984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772025" h="1299845">
                <a:moveTo>
                  <a:pt x="438150" y="1293774"/>
                </a:moveTo>
                <a:lnTo>
                  <a:pt x="437692" y="1292644"/>
                </a:lnTo>
                <a:lnTo>
                  <a:pt x="435825" y="1290789"/>
                </a:lnTo>
                <a:lnTo>
                  <a:pt x="434708" y="1290320"/>
                </a:lnTo>
                <a:lnTo>
                  <a:pt x="432079" y="1290320"/>
                </a:lnTo>
                <a:lnTo>
                  <a:pt x="430961" y="1290789"/>
                </a:lnTo>
                <a:lnTo>
                  <a:pt x="429094" y="1292644"/>
                </a:lnTo>
                <a:lnTo>
                  <a:pt x="428625" y="1293774"/>
                </a:lnTo>
                <a:lnTo>
                  <a:pt x="428625" y="1296403"/>
                </a:lnTo>
                <a:lnTo>
                  <a:pt x="429094" y="1297520"/>
                </a:lnTo>
                <a:lnTo>
                  <a:pt x="430961" y="1299387"/>
                </a:lnTo>
                <a:lnTo>
                  <a:pt x="432079" y="1299845"/>
                </a:lnTo>
                <a:lnTo>
                  <a:pt x="434708" y="1299845"/>
                </a:lnTo>
                <a:lnTo>
                  <a:pt x="435825" y="1299387"/>
                </a:lnTo>
                <a:lnTo>
                  <a:pt x="437692" y="1297520"/>
                </a:lnTo>
                <a:lnTo>
                  <a:pt x="438150" y="1296403"/>
                </a:lnTo>
                <a:lnTo>
                  <a:pt x="438150" y="1293774"/>
                </a:lnTo>
                <a:close/>
              </a:path>
              <a:path w="4772025" h="1299845">
                <a:moveTo>
                  <a:pt x="438150" y="648614"/>
                </a:moveTo>
                <a:lnTo>
                  <a:pt x="437692" y="647496"/>
                </a:lnTo>
                <a:lnTo>
                  <a:pt x="435825" y="645629"/>
                </a:lnTo>
                <a:lnTo>
                  <a:pt x="434708" y="645160"/>
                </a:lnTo>
                <a:lnTo>
                  <a:pt x="432079" y="645160"/>
                </a:lnTo>
                <a:lnTo>
                  <a:pt x="430961" y="645629"/>
                </a:lnTo>
                <a:lnTo>
                  <a:pt x="429094" y="647496"/>
                </a:lnTo>
                <a:lnTo>
                  <a:pt x="428625" y="648614"/>
                </a:lnTo>
                <a:lnTo>
                  <a:pt x="428625" y="651243"/>
                </a:lnTo>
                <a:lnTo>
                  <a:pt x="429094" y="652360"/>
                </a:lnTo>
                <a:lnTo>
                  <a:pt x="430961" y="654227"/>
                </a:lnTo>
                <a:lnTo>
                  <a:pt x="432079" y="654685"/>
                </a:lnTo>
                <a:lnTo>
                  <a:pt x="434708" y="654685"/>
                </a:lnTo>
                <a:lnTo>
                  <a:pt x="435825" y="654227"/>
                </a:lnTo>
                <a:lnTo>
                  <a:pt x="437692" y="652360"/>
                </a:lnTo>
                <a:lnTo>
                  <a:pt x="438150" y="651243"/>
                </a:lnTo>
                <a:lnTo>
                  <a:pt x="438150" y="648614"/>
                </a:lnTo>
                <a:close/>
              </a:path>
              <a:path w="4772025" h="129984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772025" h="1299845">
                <a:moveTo>
                  <a:pt x="485775" y="1293774"/>
                </a:moveTo>
                <a:lnTo>
                  <a:pt x="485317" y="1292644"/>
                </a:lnTo>
                <a:lnTo>
                  <a:pt x="483450" y="1290789"/>
                </a:lnTo>
                <a:lnTo>
                  <a:pt x="482333" y="1290320"/>
                </a:lnTo>
                <a:lnTo>
                  <a:pt x="479704" y="1290320"/>
                </a:lnTo>
                <a:lnTo>
                  <a:pt x="478586" y="1290789"/>
                </a:lnTo>
                <a:lnTo>
                  <a:pt x="476719" y="1292644"/>
                </a:lnTo>
                <a:lnTo>
                  <a:pt x="476250" y="1293774"/>
                </a:lnTo>
                <a:lnTo>
                  <a:pt x="476250" y="1296403"/>
                </a:lnTo>
                <a:lnTo>
                  <a:pt x="476719" y="1297520"/>
                </a:lnTo>
                <a:lnTo>
                  <a:pt x="478586" y="1299387"/>
                </a:lnTo>
                <a:lnTo>
                  <a:pt x="479704" y="1299845"/>
                </a:lnTo>
                <a:lnTo>
                  <a:pt x="482333" y="1299845"/>
                </a:lnTo>
                <a:lnTo>
                  <a:pt x="483450" y="1299387"/>
                </a:lnTo>
                <a:lnTo>
                  <a:pt x="485317" y="1297520"/>
                </a:lnTo>
                <a:lnTo>
                  <a:pt x="485775" y="1296403"/>
                </a:lnTo>
                <a:lnTo>
                  <a:pt x="485775" y="1293774"/>
                </a:lnTo>
                <a:close/>
              </a:path>
              <a:path w="4772025" h="1299845">
                <a:moveTo>
                  <a:pt x="485775" y="648614"/>
                </a:moveTo>
                <a:lnTo>
                  <a:pt x="485317" y="647496"/>
                </a:lnTo>
                <a:lnTo>
                  <a:pt x="483450" y="645629"/>
                </a:lnTo>
                <a:lnTo>
                  <a:pt x="482333" y="645160"/>
                </a:lnTo>
                <a:lnTo>
                  <a:pt x="479704" y="645160"/>
                </a:lnTo>
                <a:lnTo>
                  <a:pt x="478586" y="645629"/>
                </a:lnTo>
                <a:lnTo>
                  <a:pt x="476719" y="647496"/>
                </a:lnTo>
                <a:lnTo>
                  <a:pt x="476250" y="648614"/>
                </a:lnTo>
                <a:lnTo>
                  <a:pt x="476250" y="651243"/>
                </a:lnTo>
                <a:lnTo>
                  <a:pt x="476719" y="652360"/>
                </a:lnTo>
                <a:lnTo>
                  <a:pt x="478586" y="654227"/>
                </a:lnTo>
                <a:lnTo>
                  <a:pt x="479704" y="654685"/>
                </a:lnTo>
                <a:lnTo>
                  <a:pt x="482333" y="654685"/>
                </a:lnTo>
                <a:lnTo>
                  <a:pt x="483450" y="654227"/>
                </a:lnTo>
                <a:lnTo>
                  <a:pt x="485317" y="652360"/>
                </a:lnTo>
                <a:lnTo>
                  <a:pt x="485775" y="651243"/>
                </a:lnTo>
                <a:lnTo>
                  <a:pt x="485775" y="648614"/>
                </a:lnTo>
                <a:close/>
              </a:path>
              <a:path w="4772025" h="129984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772025" h="1299845">
                <a:moveTo>
                  <a:pt x="533400" y="1293774"/>
                </a:moveTo>
                <a:lnTo>
                  <a:pt x="532942" y="1292644"/>
                </a:lnTo>
                <a:lnTo>
                  <a:pt x="531075" y="1290789"/>
                </a:lnTo>
                <a:lnTo>
                  <a:pt x="529958" y="1290320"/>
                </a:lnTo>
                <a:lnTo>
                  <a:pt x="527329" y="1290320"/>
                </a:lnTo>
                <a:lnTo>
                  <a:pt x="526211" y="1290789"/>
                </a:lnTo>
                <a:lnTo>
                  <a:pt x="524344" y="1292644"/>
                </a:lnTo>
                <a:lnTo>
                  <a:pt x="523875" y="1293774"/>
                </a:lnTo>
                <a:lnTo>
                  <a:pt x="523875" y="1296403"/>
                </a:lnTo>
                <a:lnTo>
                  <a:pt x="524344" y="1297520"/>
                </a:lnTo>
                <a:lnTo>
                  <a:pt x="526211" y="1299387"/>
                </a:lnTo>
                <a:lnTo>
                  <a:pt x="527329" y="1299845"/>
                </a:lnTo>
                <a:lnTo>
                  <a:pt x="529958" y="1299845"/>
                </a:lnTo>
                <a:lnTo>
                  <a:pt x="531075" y="1299387"/>
                </a:lnTo>
                <a:lnTo>
                  <a:pt x="532942" y="1297520"/>
                </a:lnTo>
                <a:lnTo>
                  <a:pt x="533400" y="1296403"/>
                </a:lnTo>
                <a:lnTo>
                  <a:pt x="533400" y="1293774"/>
                </a:lnTo>
                <a:close/>
              </a:path>
              <a:path w="4772025" h="1299845">
                <a:moveTo>
                  <a:pt x="533400" y="648614"/>
                </a:moveTo>
                <a:lnTo>
                  <a:pt x="532942" y="647496"/>
                </a:lnTo>
                <a:lnTo>
                  <a:pt x="531075" y="645629"/>
                </a:lnTo>
                <a:lnTo>
                  <a:pt x="529958" y="645160"/>
                </a:lnTo>
                <a:lnTo>
                  <a:pt x="527329" y="645160"/>
                </a:lnTo>
                <a:lnTo>
                  <a:pt x="526211" y="645629"/>
                </a:lnTo>
                <a:lnTo>
                  <a:pt x="524344" y="647496"/>
                </a:lnTo>
                <a:lnTo>
                  <a:pt x="523875" y="648614"/>
                </a:lnTo>
                <a:lnTo>
                  <a:pt x="523875" y="651243"/>
                </a:lnTo>
                <a:lnTo>
                  <a:pt x="524344" y="652360"/>
                </a:lnTo>
                <a:lnTo>
                  <a:pt x="526211" y="654227"/>
                </a:lnTo>
                <a:lnTo>
                  <a:pt x="527329" y="654685"/>
                </a:lnTo>
                <a:lnTo>
                  <a:pt x="529958" y="654685"/>
                </a:lnTo>
                <a:lnTo>
                  <a:pt x="531075" y="654227"/>
                </a:lnTo>
                <a:lnTo>
                  <a:pt x="532942" y="652360"/>
                </a:lnTo>
                <a:lnTo>
                  <a:pt x="533400" y="651243"/>
                </a:lnTo>
                <a:lnTo>
                  <a:pt x="533400" y="648614"/>
                </a:lnTo>
                <a:close/>
              </a:path>
              <a:path w="4772025" h="129984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772025" h="1299845">
                <a:moveTo>
                  <a:pt x="581025" y="1293774"/>
                </a:moveTo>
                <a:lnTo>
                  <a:pt x="580567" y="1292644"/>
                </a:lnTo>
                <a:lnTo>
                  <a:pt x="578700" y="1290789"/>
                </a:lnTo>
                <a:lnTo>
                  <a:pt x="577583" y="1290320"/>
                </a:lnTo>
                <a:lnTo>
                  <a:pt x="574954" y="1290320"/>
                </a:lnTo>
                <a:lnTo>
                  <a:pt x="573836" y="1290789"/>
                </a:lnTo>
                <a:lnTo>
                  <a:pt x="571969" y="1292644"/>
                </a:lnTo>
                <a:lnTo>
                  <a:pt x="571500" y="1293774"/>
                </a:lnTo>
                <a:lnTo>
                  <a:pt x="571500" y="1296403"/>
                </a:lnTo>
                <a:lnTo>
                  <a:pt x="571969" y="1297520"/>
                </a:lnTo>
                <a:lnTo>
                  <a:pt x="573836" y="1299387"/>
                </a:lnTo>
                <a:lnTo>
                  <a:pt x="574954" y="1299845"/>
                </a:lnTo>
                <a:lnTo>
                  <a:pt x="577583" y="1299845"/>
                </a:lnTo>
                <a:lnTo>
                  <a:pt x="578700" y="1299387"/>
                </a:lnTo>
                <a:lnTo>
                  <a:pt x="580567" y="1297520"/>
                </a:lnTo>
                <a:lnTo>
                  <a:pt x="581025" y="1296403"/>
                </a:lnTo>
                <a:lnTo>
                  <a:pt x="581025" y="1293774"/>
                </a:lnTo>
                <a:close/>
              </a:path>
              <a:path w="4772025" h="1299845">
                <a:moveTo>
                  <a:pt x="581025" y="648614"/>
                </a:moveTo>
                <a:lnTo>
                  <a:pt x="580567" y="647496"/>
                </a:lnTo>
                <a:lnTo>
                  <a:pt x="578700" y="645629"/>
                </a:lnTo>
                <a:lnTo>
                  <a:pt x="577583" y="645160"/>
                </a:lnTo>
                <a:lnTo>
                  <a:pt x="574954" y="645160"/>
                </a:lnTo>
                <a:lnTo>
                  <a:pt x="573836" y="645629"/>
                </a:lnTo>
                <a:lnTo>
                  <a:pt x="571969" y="647496"/>
                </a:lnTo>
                <a:lnTo>
                  <a:pt x="571500" y="648614"/>
                </a:lnTo>
                <a:lnTo>
                  <a:pt x="571500" y="651243"/>
                </a:lnTo>
                <a:lnTo>
                  <a:pt x="571969" y="652360"/>
                </a:lnTo>
                <a:lnTo>
                  <a:pt x="573836" y="654227"/>
                </a:lnTo>
                <a:lnTo>
                  <a:pt x="574954" y="654685"/>
                </a:lnTo>
                <a:lnTo>
                  <a:pt x="577583" y="654685"/>
                </a:lnTo>
                <a:lnTo>
                  <a:pt x="578700" y="654227"/>
                </a:lnTo>
                <a:lnTo>
                  <a:pt x="580567" y="652360"/>
                </a:lnTo>
                <a:lnTo>
                  <a:pt x="581025" y="651243"/>
                </a:lnTo>
                <a:lnTo>
                  <a:pt x="581025" y="648614"/>
                </a:lnTo>
                <a:close/>
              </a:path>
              <a:path w="4772025" h="129984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772025" h="1299845">
                <a:moveTo>
                  <a:pt x="628650" y="1293774"/>
                </a:moveTo>
                <a:lnTo>
                  <a:pt x="628192" y="1292644"/>
                </a:lnTo>
                <a:lnTo>
                  <a:pt x="626325" y="1290789"/>
                </a:lnTo>
                <a:lnTo>
                  <a:pt x="625208" y="1290320"/>
                </a:lnTo>
                <a:lnTo>
                  <a:pt x="622579" y="1290320"/>
                </a:lnTo>
                <a:lnTo>
                  <a:pt x="621461" y="1290789"/>
                </a:lnTo>
                <a:lnTo>
                  <a:pt x="619594" y="1292644"/>
                </a:lnTo>
                <a:lnTo>
                  <a:pt x="619125" y="1293774"/>
                </a:lnTo>
                <a:lnTo>
                  <a:pt x="619125" y="1296403"/>
                </a:lnTo>
                <a:lnTo>
                  <a:pt x="619594" y="1297520"/>
                </a:lnTo>
                <a:lnTo>
                  <a:pt x="621461" y="1299387"/>
                </a:lnTo>
                <a:lnTo>
                  <a:pt x="622579" y="1299845"/>
                </a:lnTo>
                <a:lnTo>
                  <a:pt x="625208" y="1299845"/>
                </a:lnTo>
                <a:lnTo>
                  <a:pt x="626325" y="1299387"/>
                </a:lnTo>
                <a:lnTo>
                  <a:pt x="628192" y="1297520"/>
                </a:lnTo>
                <a:lnTo>
                  <a:pt x="628650" y="1296403"/>
                </a:lnTo>
                <a:lnTo>
                  <a:pt x="628650" y="1293774"/>
                </a:lnTo>
                <a:close/>
              </a:path>
              <a:path w="4772025" h="1299845">
                <a:moveTo>
                  <a:pt x="628650" y="648614"/>
                </a:moveTo>
                <a:lnTo>
                  <a:pt x="628192" y="647496"/>
                </a:lnTo>
                <a:lnTo>
                  <a:pt x="626325" y="645629"/>
                </a:lnTo>
                <a:lnTo>
                  <a:pt x="625208" y="645160"/>
                </a:lnTo>
                <a:lnTo>
                  <a:pt x="622579" y="645160"/>
                </a:lnTo>
                <a:lnTo>
                  <a:pt x="621461" y="645629"/>
                </a:lnTo>
                <a:lnTo>
                  <a:pt x="619594" y="647496"/>
                </a:lnTo>
                <a:lnTo>
                  <a:pt x="619125" y="648614"/>
                </a:lnTo>
                <a:lnTo>
                  <a:pt x="619125" y="651243"/>
                </a:lnTo>
                <a:lnTo>
                  <a:pt x="619594" y="652360"/>
                </a:lnTo>
                <a:lnTo>
                  <a:pt x="621461" y="654227"/>
                </a:lnTo>
                <a:lnTo>
                  <a:pt x="622579" y="654685"/>
                </a:lnTo>
                <a:lnTo>
                  <a:pt x="625208" y="654685"/>
                </a:lnTo>
                <a:lnTo>
                  <a:pt x="626325" y="654227"/>
                </a:lnTo>
                <a:lnTo>
                  <a:pt x="628192" y="652360"/>
                </a:lnTo>
                <a:lnTo>
                  <a:pt x="628650" y="651243"/>
                </a:lnTo>
                <a:lnTo>
                  <a:pt x="628650" y="648614"/>
                </a:lnTo>
                <a:close/>
              </a:path>
              <a:path w="4772025" h="129984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772025" h="1299845">
                <a:moveTo>
                  <a:pt x="676275" y="1293774"/>
                </a:moveTo>
                <a:lnTo>
                  <a:pt x="675817" y="1292644"/>
                </a:lnTo>
                <a:lnTo>
                  <a:pt x="673950" y="1290789"/>
                </a:lnTo>
                <a:lnTo>
                  <a:pt x="672833" y="1290320"/>
                </a:lnTo>
                <a:lnTo>
                  <a:pt x="670204" y="1290320"/>
                </a:lnTo>
                <a:lnTo>
                  <a:pt x="669086" y="1290789"/>
                </a:lnTo>
                <a:lnTo>
                  <a:pt x="667219" y="1292644"/>
                </a:lnTo>
                <a:lnTo>
                  <a:pt x="666750" y="1293774"/>
                </a:lnTo>
                <a:lnTo>
                  <a:pt x="666750" y="1296403"/>
                </a:lnTo>
                <a:lnTo>
                  <a:pt x="667219" y="1297520"/>
                </a:lnTo>
                <a:lnTo>
                  <a:pt x="669086" y="1299387"/>
                </a:lnTo>
                <a:lnTo>
                  <a:pt x="670204" y="1299845"/>
                </a:lnTo>
                <a:lnTo>
                  <a:pt x="672833" y="1299845"/>
                </a:lnTo>
                <a:lnTo>
                  <a:pt x="673950" y="1299387"/>
                </a:lnTo>
                <a:lnTo>
                  <a:pt x="675817" y="1297520"/>
                </a:lnTo>
                <a:lnTo>
                  <a:pt x="676275" y="1296403"/>
                </a:lnTo>
                <a:lnTo>
                  <a:pt x="676275" y="1293774"/>
                </a:lnTo>
                <a:close/>
              </a:path>
              <a:path w="4772025" h="1299845">
                <a:moveTo>
                  <a:pt x="676275" y="648614"/>
                </a:moveTo>
                <a:lnTo>
                  <a:pt x="675817" y="647496"/>
                </a:lnTo>
                <a:lnTo>
                  <a:pt x="673950" y="645629"/>
                </a:lnTo>
                <a:lnTo>
                  <a:pt x="672833" y="645160"/>
                </a:lnTo>
                <a:lnTo>
                  <a:pt x="670204" y="645160"/>
                </a:lnTo>
                <a:lnTo>
                  <a:pt x="669086" y="645629"/>
                </a:lnTo>
                <a:lnTo>
                  <a:pt x="667219" y="647496"/>
                </a:lnTo>
                <a:lnTo>
                  <a:pt x="666750" y="648614"/>
                </a:lnTo>
                <a:lnTo>
                  <a:pt x="666750" y="651243"/>
                </a:lnTo>
                <a:lnTo>
                  <a:pt x="667219" y="652360"/>
                </a:lnTo>
                <a:lnTo>
                  <a:pt x="669086" y="654227"/>
                </a:lnTo>
                <a:lnTo>
                  <a:pt x="670204" y="654685"/>
                </a:lnTo>
                <a:lnTo>
                  <a:pt x="672833" y="654685"/>
                </a:lnTo>
                <a:lnTo>
                  <a:pt x="673950" y="654227"/>
                </a:lnTo>
                <a:lnTo>
                  <a:pt x="675817" y="652360"/>
                </a:lnTo>
                <a:lnTo>
                  <a:pt x="676275" y="651243"/>
                </a:lnTo>
                <a:lnTo>
                  <a:pt x="676275" y="648614"/>
                </a:lnTo>
                <a:close/>
              </a:path>
              <a:path w="4772025" h="129984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772025" h="1299845">
                <a:moveTo>
                  <a:pt x="723900" y="1293774"/>
                </a:moveTo>
                <a:lnTo>
                  <a:pt x="723442" y="1292644"/>
                </a:lnTo>
                <a:lnTo>
                  <a:pt x="721575" y="1290789"/>
                </a:lnTo>
                <a:lnTo>
                  <a:pt x="720458" y="1290320"/>
                </a:lnTo>
                <a:lnTo>
                  <a:pt x="717829" y="1290320"/>
                </a:lnTo>
                <a:lnTo>
                  <a:pt x="716711" y="1290789"/>
                </a:lnTo>
                <a:lnTo>
                  <a:pt x="714844" y="1292644"/>
                </a:lnTo>
                <a:lnTo>
                  <a:pt x="714375" y="1293774"/>
                </a:lnTo>
                <a:lnTo>
                  <a:pt x="714375" y="1296403"/>
                </a:lnTo>
                <a:lnTo>
                  <a:pt x="714844" y="1297520"/>
                </a:lnTo>
                <a:lnTo>
                  <a:pt x="716711" y="1299387"/>
                </a:lnTo>
                <a:lnTo>
                  <a:pt x="717829" y="1299845"/>
                </a:lnTo>
                <a:lnTo>
                  <a:pt x="720458" y="1299845"/>
                </a:lnTo>
                <a:lnTo>
                  <a:pt x="721575" y="1299387"/>
                </a:lnTo>
                <a:lnTo>
                  <a:pt x="723442" y="1297520"/>
                </a:lnTo>
                <a:lnTo>
                  <a:pt x="723900" y="1296403"/>
                </a:lnTo>
                <a:lnTo>
                  <a:pt x="723900" y="1293774"/>
                </a:lnTo>
                <a:close/>
              </a:path>
              <a:path w="4772025" h="1299845">
                <a:moveTo>
                  <a:pt x="723900" y="648614"/>
                </a:moveTo>
                <a:lnTo>
                  <a:pt x="723442" y="647496"/>
                </a:lnTo>
                <a:lnTo>
                  <a:pt x="721575" y="645629"/>
                </a:lnTo>
                <a:lnTo>
                  <a:pt x="720458" y="645160"/>
                </a:lnTo>
                <a:lnTo>
                  <a:pt x="717829" y="645160"/>
                </a:lnTo>
                <a:lnTo>
                  <a:pt x="716711" y="645629"/>
                </a:lnTo>
                <a:lnTo>
                  <a:pt x="714844" y="647496"/>
                </a:lnTo>
                <a:lnTo>
                  <a:pt x="714375" y="648614"/>
                </a:lnTo>
                <a:lnTo>
                  <a:pt x="714375" y="651243"/>
                </a:lnTo>
                <a:lnTo>
                  <a:pt x="714844" y="652360"/>
                </a:lnTo>
                <a:lnTo>
                  <a:pt x="716711" y="654227"/>
                </a:lnTo>
                <a:lnTo>
                  <a:pt x="717829" y="654685"/>
                </a:lnTo>
                <a:lnTo>
                  <a:pt x="720458" y="654685"/>
                </a:lnTo>
                <a:lnTo>
                  <a:pt x="721575" y="654227"/>
                </a:lnTo>
                <a:lnTo>
                  <a:pt x="723442" y="652360"/>
                </a:lnTo>
                <a:lnTo>
                  <a:pt x="723900" y="651243"/>
                </a:lnTo>
                <a:lnTo>
                  <a:pt x="723900" y="648614"/>
                </a:lnTo>
                <a:close/>
              </a:path>
              <a:path w="4772025" h="129984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772025" h="1299845">
                <a:moveTo>
                  <a:pt x="771525" y="1293774"/>
                </a:moveTo>
                <a:lnTo>
                  <a:pt x="771067" y="1292644"/>
                </a:lnTo>
                <a:lnTo>
                  <a:pt x="769200" y="1290789"/>
                </a:lnTo>
                <a:lnTo>
                  <a:pt x="768083" y="1290320"/>
                </a:lnTo>
                <a:lnTo>
                  <a:pt x="765454" y="1290320"/>
                </a:lnTo>
                <a:lnTo>
                  <a:pt x="764336" y="1290789"/>
                </a:lnTo>
                <a:lnTo>
                  <a:pt x="762469" y="1292644"/>
                </a:lnTo>
                <a:lnTo>
                  <a:pt x="762000" y="1293774"/>
                </a:lnTo>
                <a:lnTo>
                  <a:pt x="762000" y="1296403"/>
                </a:lnTo>
                <a:lnTo>
                  <a:pt x="762469" y="1297520"/>
                </a:lnTo>
                <a:lnTo>
                  <a:pt x="764336" y="1299387"/>
                </a:lnTo>
                <a:lnTo>
                  <a:pt x="765454" y="1299845"/>
                </a:lnTo>
                <a:lnTo>
                  <a:pt x="768083" y="1299845"/>
                </a:lnTo>
                <a:lnTo>
                  <a:pt x="769200" y="1299387"/>
                </a:lnTo>
                <a:lnTo>
                  <a:pt x="771067" y="1297520"/>
                </a:lnTo>
                <a:lnTo>
                  <a:pt x="771525" y="1296403"/>
                </a:lnTo>
                <a:lnTo>
                  <a:pt x="771525" y="1293774"/>
                </a:lnTo>
                <a:close/>
              </a:path>
              <a:path w="4772025" h="1299845">
                <a:moveTo>
                  <a:pt x="771525" y="648614"/>
                </a:moveTo>
                <a:lnTo>
                  <a:pt x="771067" y="647496"/>
                </a:lnTo>
                <a:lnTo>
                  <a:pt x="769200" y="645629"/>
                </a:lnTo>
                <a:lnTo>
                  <a:pt x="768083" y="645160"/>
                </a:lnTo>
                <a:lnTo>
                  <a:pt x="765454" y="645160"/>
                </a:lnTo>
                <a:lnTo>
                  <a:pt x="764336" y="645629"/>
                </a:lnTo>
                <a:lnTo>
                  <a:pt x="762469" y="647496"/>
                </a:lnTo>
                <a:lnTo>
                  <a:pt x="762000" y="648614"/>
                </a:lnTo>
                <a:lnTo>
                  <a:pt x="762000" y="651243"/>
                </a:lnTo>
                <a:lnTo>
                  <a:pt x="762469" y="652360"/>
                </a:lnTo>
                <a:lnTo>
                  <a:pt x="764336" y="654227"/>
                </a:lnTo>
                <a:lnTo>
                  <a:pt x="765454" y="654685"/>
                </a:lnTo>
                <a:lnTo>
                  <a:pt x="768083" y="654685"/>
                </a:lnTo>
                <a:lnTo>
                  <a:pt x="769200" y="654227"/>
                </a:lnTo>
                <a:lnTo>
                  <a:pt x="771067" y="652360"/>
                </a:lnTo>
                <a:lnTo>
                  <a:pt x="771525" y="651243"/>
                </a:lnTo>
                <a:lnTo>
                  <a:pt x="771525" y="648614"/>
                </a:lnTo>
                <a:close/>
              </a:path>
              <a:path w="4772025" h="129984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772025" h="1299845">
                <a:moveTo>
                  <a:pt x="819150" y="1293774"/>
                </a:moveTo>
                <a:lnTo>
                  <a:pt x="818692" y="1292644"/>
                </a:lnTo>
                <a:lnTo>
                  <a:pt x="816825" y="1290789"/>
                </a:lnTo>
                <a:lnTo>
                  <a:pt x="815708" y="1290320"/>
                </a:lnTo>
                <a:lnTo>
                  <a:pt x="813079" y="1290320"/>
                </a:lnTo>
                <a:lnTo>
                  <a:pt x="811961" y="1290789"/>
                </a:lnTo>
                <a:lnTo>
                  <a:pt x="810094" y="1292644"/>
                </a:lnTo>
                <a:lnTo>
                  <a:pt x="809625" y="1293774"/>
                </a:lnTo>
                <a:lnTo>
                  <a:pt x="809625" y="1296403"/>
                </a:lnTo>
                <a:lnTo>
                  <a:pt x="810094" y="1297520"/>
                </a:lnTo>
                <a:lnTo>
                  <a:pt x="811961" y="1299387"/>
                </a:lnTo>
                <a:lnTo>
                  <a:pt x="813079" y="1299845"/>
                </a:lnTo>
                <a:lnTo>
                  <a:pt x="815708" y="1299845"/>
                </a:lnTo>
                <a:lnTo>
                  <a:pt x="816825" y="1299387"/>
                </a:lnTo>
                <a:lnTo>
                  <a:pt x="818692" y="1297520"/>
                </a:lnTo>
                <a:lnTo>
                  <a:pt x="819150" y="1296403"/>
                </a:lnTo>
                <a:lnTo>
                  <a:pt x="819150" y="1293774"/>
                </a:lnTo>
                <a:close/>
              </a:path>
              <a:path w="4772025" h="1299845">
                <a:moveTo>
                  <a:pt x="819150" y="648614"/>
                </a:moveTo>
                <a:lnTo>
                  <a:pt x="818692" y="647496"/>
                </a:lnTo>
                <a:lnTo>
                  <a:pt x="816825" y="645629"/>
                </a:lnTo>
                <a:lnTo>
                  <a:pt x="815708" y="645160"/>
                </a:lnTo>
                <a:lnTo>
                  <a:pt x="813079" y="645160"/>
                </a:lnTo>
                <a:lnTo>
                  <a:pt x="811961" y="645629"/>
                </a:lnTo>
                <a:lnTo>
                  <a:pt x="810094" y="647496"/>
                </a:lnTo>
                <a:lnTo>
                  <a:pt x="809625" y="648614"/>
                </a:lnTo>
                <a:lnTo>
                  <a:pt x="809625" y="651243"/>
                </a:lnTo>
                <a:lnTo>
                  <a:pt x="810094" y="652360"/>
                </a:lnTo>
                <a:lnTo>
                  <a:pt x="811961" y="654227"/>
                </a:lnTo>
                <a:lnTo>
                  <a:pt x="813079" y="654685"/>
                </a:lnTo>
                <a:lnTo>
                  <a:pt x="815708" y="654685"/>
                </a:lnTo>
                <a:lnTo>
                  <a:pt x="816825" y="654227"/>
                </a:lnTo>
                <a:lnTo>
                  <a:pt x="818692" y="652360"/>
                </a:lnTo>
                <a:lnTo>
                  <a:pt x="819150" y="651243"/>
                </a:lnTo>
                <a:lnTo>
                  <a:pt x="819150" y="648614"/>
                </a:lnTo>
                <a:close/>
              </a:path>
              <a:path w="4772025" h="129984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772025" h="1299845">
                <a:moveTo>
                  <a:pt x="866775" y="1293774"/>
                </a:moveTo>
                <a:lnTo>
                  <a:pt x="866317" y="1292644"/>
                </a:lnTo>
                <a:lnTo>
                  <a:pt x="864450" y="1290789"/>
                </a:lnTo>
                <a:lnTo>
                  <a:pt x="863333" y="1290320"/>
                </a:lnTo>
                <a:lnTo>
                  <a:pt x="860704" y="1290320"/>
                </a:lnTo>
                <a:lnTo>
                  <a:pt x="859586" y="1290789"/>
                </a:lnTo>
                <a:lnTo>
                  <a:pt x="857719" y="1292644"/>
                </a:lnTo>
                <a:lnTo>
                  <a:pt x="857250" y="1293774"/>
                </a:lnTo>
                <a:lnTo>
                  <a:pt x="857250" y="1296403"/>
                </a:lnTo>
                <a:lnTo>
                  <a:pt x="857719" y="1297520"/>
                </a:lnTo>
                <a:lnTo>
                  <a:pt x="859586" y="1299387"/>
                </a:lnTo>
                <a:lnTo>
                  <a:pt x="860704" y="1299845"/>
                </a:lnTo>
                <a:lnTo>
                  <a:pt x="863333" y="1299845"/>
                </a:lnTo>
                <a:lnTo>
                  <a:pt x="864450" y="1299387"/>
                </a:lnTo>
                <a:lnTo>
                  <a:pt x="866317" y="1297520"/>
                </a:lnTo>
                <a:lnTo>
                  <a:pt x="866775" y="1296403"/>
                </a:lnTo>
                <a:lnTo>
                  <a:pt x="866775" y="1293774"/>
                </a:lnTo>
                <a:close/>
              </a:path>
              <a:path w="4772025" h="1299845">
                <a:moveTo>
                  <a:pt x="866775" y="648614"/>
                </a:moveTo>
                <a:lnTo>
                  <a:pt x="866317" y="647496"/>
                </a:lnTo>
                <a:lnTo>
                  <a:pt x="864450" y="645629"/>
                </a:lnTo>
                <a:lnTo>
                  <a:pt x="863333" y="645160"/>
                </a:lnTo>
                <a:lnTo>
                  <a:pt x="860704" y="645160"/>
                </a:lnTo>
                <a:lnTo>
                  <a:pt x="859586" y="645629"/>
                </a:lnTo>
                <a:lnTo>
                  <a:pt x="857719" y="647496"/>
                </a:lnTo>
                <a:lnTo>
                  <a:pt x="857250" y="648614"/>
                </a:lnTo>
                <a:lnTo>
                  <a:pt x="857250" y="651243"/>
                </a:lnTo>
                <a:lnTo>
                  <a:pt x="857719" y="652360"/>
                </a:lnTo>
                <a:lnTo>
                  <a:pt x="859586" y="654227"/>
                </a:lnTo>
                <a:lnTo>
                  <a:pt x="860704" y="654685"/>
                </a:lnTo>
                <a:lnTo>
                  <a:pt x="863333" y="654685"/>
                </a:lnTo>
                <a:lnTo>
                  <a:pt x="864450" y="654227"/>
                </a:lnTo>
                <a:lnTo>
                  <a:pt x="866317" y="652360"/>
                </a:lnTo>
                <a:lnTo>
                  <a:pt x="866775" y="651243"/>
                </a:lnTo>
                <a:lnTo>
                  <a:pt x="866775" y="648614"/>
                </a:lnTo>
                <a:close/>
              </a:path>
              <a:path w="4772025" h="129984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772025" h="1299845">
                <a:moveTo>
                  <a:pt x="914400" y="1293774"/>
                </a:moveTo>
                <a:lnTo>
                  <a:pt x="913942" y="1292644"/>
                </a:lnTo>
                <a:lnTo>
                  <a:pt x="912075" y="1290789"/>
                </a:lnTo>
                <a:lnTo>
                  <a:pt x="910958" y="1290320"/>
                </a:lnTo>
                <a:lnTo>
                  <a:pt x="908329" y="1290320"/>
                </a:lnTo>
                <a:lnTo>
                  <a:pt x="907211" y="1290789"/>
                </a:lnTo>
                <a:lnTo>
                  <a:pt x="905344" y="1292644"/>
                </a:lnTo>
                <a:lnTo>
                  <a:pt x="904875" y="1293774"/>
                </a:lnTo>
                <a:lnTo>
                  <a:pt x="904875" y="1296403"/>
                </a:lnTo>
                <a:lnTo>
                  <a:pt x="905344" y="1297520"/>
                </a:lnTo>
                <a:lnTo>
                  <a:pt x="907211" y="1299387"/>
                </a:lnTo>
                <a:lnTo>
                  <a:pt x="908329" y="1299845"/>
                </a:lnTo>
                <a:lnTo>
                  <a:pt x="910958" y="1299845"/>
                </a:lnTo>
                <a:lnTo>
                  <a:pt x="912075" y="1299387"/>
                </a:lnTo>
                <a:lnTo>
                  <a:pt x="913942" y="1297520"/>
                </a:lnTo>
                <a:lnTo>
                  <a:pt x="914400" y="1296403"/>
                </a:lnTo>
                <a:lnTo>
                  <a:pt x="914400" y="1293774"/>
                </a:lnTo>
                <a:close/>
              </a:path>
              <a:path w="4772025" h="1299845">
                <a:moveTo>
                  <a:pt x="914400" y="648614"/>
                </a:moveTo>
                <a:lnTo>
                  <a:pt x="913942" y="647496"/>
                </a:lnTo>
                <a:lnTo>
                  <a:pt x="912075" y="645629"/>
                </a:lnTo>
                <a:lnTo>
                  <a:pt x="910958" y="645160"/>
                </a:lnTo>
                <a:lnTo>
                  <a:pt x="908329" y="645160"/>
                </a:lnTo>
                <a:lnTo>
                  <a:pt x="907211" y="645629"/>
                </a:lnTo>
                <a:lnTo>
                  <a:pt x="905344" y="647496"/>
                </a:lnTo>
                <a:lnTo>
                  <a:pt x="904875" y="648614"/>
                </a:lnTo>
                <a:lnTo>
                  <a:pt x="904875" y="651243"/>
                </a:lnTo>
                <a:lnTo>
                  <a:pt x="905344" y="652360"/>
                </a:lnTo>
                <a:lnTo>
                  <a:pt x="907211" y="654227"/>
                </a:lnTo>
                <a:lnTo>
                  <a:pt x="908329" y="654685"/>
                </a:lnTo>
                <a:lnTo>
                  <a:pt x="910958" y="654685"/>
                </a:lnTo>
                <a:lnTo>
                  <a:pt x="912075" y="654227"/>
                </a:lnTo>
                <a:lnTo>
                  <a:pt x="913942" y="652360"/>
                </a:lnTo>
                <a:lnTo>
                  <a:pt x="914400" y="651243"/>
                </a:lnTo>
                <a:lnTo>
                  <a:pt x="914400" y="648614"/>
                </a:lnTo>
                <a:close/>
              </a:path>
              <a:path w="4772025" h="129984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772025" h="1299845">
                <a:moveTo>
                  <a:pt x="962025" y="1293774"/>
                </a:moveTo>
                <a:lnTo>
                  <a:pt x="961567" y="1292644"/>
                </a:lnTo>
                <a:lnTo>
                  <a:pt x="959700" y="1290789"/>
                </a:lnTo>
                <a:lnTo>
                  <a:pt x="958583" y="1290320"/>
                </a:lnTo>
                <a:lnTo>
                  <a:pt x="955954" y="1290320"/>
                </a:lnTo>
                <a:lnTo>
                  <a:pt x="954836" y="1290789"/>
                </a:lnTo>
                <a:lnTo>
                  <a:pt x="952969" y="1292644"/>
                </a:lnTo>
                <a:lnTo>
                  <a:pt x="952500" y="1293774"/>
                </a:lnTo>
                <a:lnTo>
                  <a:pt x="952500" y="1296403"/>
                </a:lnTo>
                <a:lnTo>
                  <a:pt x="952969" y="1297520"/>
                </a:lnTo>
                <a:lnTo>
                  <a:pt x="954836" y="1299387"/>
                </a:lnTo>
                <a:lnTo>
                  <a:pt x="955954" y="1299845"/>
                </a:lnTo>
                <a:lnTo>
                  <a:pt x="958583" y="1299845"/>
                </a:lnTo>
                <a:lnTo>
                  <a:pt x="959700" y="1299387"/>
                </a:lnTo>
                <a:lnTo>
                  <a:pt x="961567" y="1297520"/>
                </a:lnTo>
                <a:lnTo>
                  <a:pt x="962025" y="1296403"/>
                </a:lnTo>
                <a:lnTo>
                  <a:pt x="962025" y="1293774"/>
                </a:lnTo>
                <a:close/>
              </a:path>
              <a:path w="4772025" h="1299845">
                <a:moveTo>
                  <a:pt x="962025" y="648614"/>
                </a:moveTo>
                <a:lnTo>
                  <a:pt x="961567" y="647496"/>
                </a:lnTo>
                <a:lnTo>
                  <a:pt x="959700" y="645629"/>
                </a:lnTo>
                <a:lnTo>
                  <a:pt x="958583" y="645160"/>
                </a:lnTo>
                <a:lnTo>
                  <a:pt x="955954" y="645160"/>
                </a:lnTo>
                <a:lnTo>
                  <a:pt x="954836" y="645629"/>
                </a:lnTo>
                <a:lnTo>
                  <a:pt x="952969" y="647496"/>
                </a:lnTo>
                <a:lnTo>
                  <a:pt x="952500" y="648614"/>
                </a:lnTo>
                <a:lnTo>
                  <a:pt x="952500" y="651243"/>
                </a:lnTo>
                <a:lnTo>
                  <a:pt x="952969" y="652360"/>
                </a:lnTo>
                <a:lnTo>
                  <a:pt x="954836" y="654227"/>
                </a:lnTo>
                <a:lnTo>
                  <a:pt x="955954" y="654685"/>
                </a:lnTo>
                <a:lnTo>
                  <a:pt x="958583" y="654685"/>
                </a:lnTo>
                <a:lnTo>
                  <a:pt x="959700" y="654227"/>
                </a:lnTo>
                <a:lnTo>
                  <a:pt x="961567" y="652360"/>
                </a:lnTo>
                <a:lnTo>
                  <a:pt x="962025" y="651243"/>
                </a:lnTo>
                <a:lnTo>
                  <a:pt x="962025" y="648614"/>
                </a:lnTo>
                <a:close/>
              </a:path>
              <a:path w="4772025" h="129984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772025" h="1299845">
                <a:moveTo>
                  <a:pt x="1009650" y="1293774"/>
                </a:moveTo>
                <a:lnTo>
                  <a:pt x="1009192" y="1292644"/>
                </a:lnTo>
                <a:lnTo>
                  <a:pt x="1007325" y="1290789"/>
                </a:lnTo>
                <a:lnTo>
                  <a:pt x="1006208" y="1290320"/>
                </a:lnTo>
                <a:lnTo>
                  <a:pt x="1003579" y="1290320"/>
                </a:lnTo>
                <a:lnTo>
                  <a:pt x="1002461" y="1290789"/>
                </a:lnTo>
                <a:lnTo>
                  <a:pt x="1000594" y="1292644"/>
                </a:lnTo>
                <a:lnTo>
                  <a:pt x="1000125" y="1293774"/>
                </a:lnTo>
                <a:lnTo>
                  <a:pt x="1000125" y="1296403"/>
                </a:lnTo>
                <a:lnTo>
                  <a:pt x="1000594" y="1297520"/>
                </a:lnTo>
                <a:lnTo>
                  <a:pt x="1002461" y="1299387"/>
                </a:lnTo>
                <a:lnTo>
                  <a:pt x="1003579" y="1299845"/>
                </a:lnTo>
                <a:lnTo>
                  <a:pt x="1006208" y="1299845"/>
                </a:lnTo>
                <a:lnTo>
                  <a:pt x="1007325" y="1299387"/>
                </a:lnTo>
                <a:lnTo>
                  <a:pt x="1009192" y="1297520"/>
                </a:lnTo>
                <a:lnTo>
                  <a:pt x="1009650" y="1296403"/>
                </a:lnTo>
                <a:lnTo>
                  <a:pt x="1009650" y="1293774"/>
                </a:lnTo>
                <a:close/>
              </a:path>
              <a:path w="4772025" h="1299845">
                <a:moveTo>
                  <a:pt x="1009650" y="648614"/>
                </a:moveTo>
                <a:lnTo>
                  <a:pt x="1009192" y="647496"/>
                </a:lnTo>
                <a:lnTo>
                  <a:pt x="1007325" y="645629"/>
                </a:lnTo>
                <a:lnTo>
                  <a:pt x="1006208" y="645160"/>
                </a:lnTo>
                <a:lnTo>
                  <a:pt x="1003579" y="645160"/>
                </a:lnTo>
                <a:lnTo>
                  <a:pt x="1002461" y="645629"/>
                </a:lnTo>
                <a:lnTo>
                  <a:pt x="1000594" y="647496"/>
                </a:lnTo>
                <a:lnTo>
                  <a:pt x="1000125" y="648614"/>
                </a:lnTo>
                <a:lnTo>
                  <a:pt x="1000125" y="651243"/>
                </a:lnTo>
                <a:lnTo>
                  <a:pt x="1000594" y="652360"/>
                </a:lnTo>
                <a:lnTo>
                  <a:pt x="1002461" y="654227"/>
                </a:lnTo>
                <a:lnTo>
                  <a:pt x="1003579" y="654685"/>
                </a:lnTo>
                <a:lnTo>
                  <a:pt x="1006208" y="654685"/>
                </a:lnTo>
                <a:lnTo>
                  <a:pt x="1007325" y="654227"/>
                </a:lnTo>
                <a:lnTo>
                  <a:pt x="1009192" y="652360"/>
                </a:lnTo>
                <a:lnTo>
                  <a:pt x="1009650" y="651243"/>
                </a:lnTo>
                <a:lnTo>
                  <a:pt x="1009650" y="648614"/>
                </a:lnTo>
                <a:close/>
              </a:path>
              <a:path w="4772025" h="129984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772025" h="1299845">
                <a:moveTo>
                  <a:pt x="1057275" y="1293774"/>
                </a:moveTo>
                <a:lnTo>
                  <a:pt x="1056817" y="1292644"/>
                </a:lnTo>
                <a:lnTo>
                  <a:pt x="1054950" y="1290789"/>
                </a:lnTo>
                <a:lnTo>
                  <a:pt x="1053833" y="1290320"/>
                </a:lnTo>
                <a:lnTo>
                  <a:pt x="1051204" y="1290320"/>
                </a:lnTo>
                <a:lnTo>
                  <a:pt x="1050086" y="1290789"/>
                </a:lnTo>
                <a:lnTo>
                  <a:pt x="1048219" y="1292644"/>
                </a:lnTo>
                <a:lnTo>
                  <a:pt x="1047750" y="1293774"/>
                </a:lnTo>
                <a:lnTo>
                  <a:pt x="1047750" y="1296403"/>
                </a:lnTo>
                <a:lnTo>
                  <a:pt x="1048219" y="1297520"/>
                </a:lnTo>
                <a:lnTo>
                  <a:pt x="1050086" y="1299387"/>
                </a:lnTo>
                <a:lnTo>
                  <a:pt x="1051204" y="1299845"/>
                </a:lnTo>
                <a:lnTo>
                  <a:pt x="1053833" y="1299845"/>
                </a:lnTo>
                <a:lnTo>
                  <a:pt x="1054950" y="1299387"/>
                </a:lnTo>
                <a:lnTo>
                  <a:pt x="1056817" y="1297520"/>
                </a:lnTo>
                <a:lnTo>
                  <a:pt x="1057275" y="1296403"/>
                </a:lnTo>
                <a:lnTo>
                  <a:pt x="1057275" y="1293774"/>
                </a:lnTo>
                <a:close/>
              </a:path>
              <a:path w="4772025" h="1299845">
                <a:moveTo>
                  <a:pt x="1057275" y="648614"/>
                </a:moveTo>
                <a:lnTo>
                  <a:pt x="1056817" y="647496"/>
                </a:lnTo>
                <a:lnTo>
                  <a:pt x="1054950" y="645629"/>
                </a:lnTo>
                <a:lnTo>
                  <a:pt x="1053833" y="645160"/>
                </a:lnTo>
                <a:lnTo>
                  <a:pt x="1051204" y="645160"/>
                </a:lnTo>
                <a:lnTo>
                  <a:pt x="1050086" y="645629"/>
                </a:lnTo>
                <a:lnTo>
                  <a:pt x="1048219" y="647496"/>
                </a:lnTo>
                <a:lnTo>
                  <a:pt x="1047750" y="648614"/>
                </a:lnTo>
                <a:lnTo>
                  <a:pt x="1047750" y="651243"/>
                </a:lnTo>
                <a:lnTo>
                  <a:pt x="1048219" y="652360"/>
                </a:lnTo>
                <a:lnTo>
                  <a:pt x="1050086" y="654227"/>
                </a:lnTo>
                <a:lnTo>
                  <a:pt x="1051204" y="654685"/>
                </a:lnTo>
                <a:lnTo>
                  <a:pt x="1053833" y="654685"/>
                </a:lnTo>
                <a:lnTo>
                  <a:pt x="1054950" y="654227"/>
                </a:lnTo>
                <a:lnTo>
                  <a:pt x="1056817" y="652360"/>
                </a:lnTo>
                <a:lnTo>
                  <a:pt x="1057275" y="651243"/>
                </a:lnTo>
                <a:lnTo>
                  <a:pt x="1057275" y="648614"/>
                </a:lnTo>
                <a:close/>
              </a:path>
              <a:path w="4772025" h="129984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772025" h="1299845">
                <a:moveTo>
                  <a:pt x="1104900" y="1293774"/>
                </a:moveTo>
                <a:lnTo>
                  <a:pt x="1104442" y="1292644"/>
                </a:lnTo>
                <a:lnTo>
                  <a:pt x="1102575" y="1290789"/>
                </a:lnTo>
                <a:lnTo>
                  <a:pt x="1101458" y="1290320"/>
                </a:lnTo>
                <a:lnTo>
                  <a:pt x="1098829" y="1290320"/>
                </a:lnTo>
                <a:lnTo>
                  <a:pt x="1097711" y="1290789"/>
                </a:lnTo>
                <a:lnTo>
                  <a:pt x="1095844" y="1292644"/>
                </a:lnTo>
                <a:lnTo>
                  <a:pt x="1095375" y="1293774"/>
                </a:lnTo>
                <a:lnTo>
                  <a:pt x="1095375" y="1296403"/>
                </a:lnTo>
                <a:lnTo>
                  <a:pt x="1095844" y="1297520"/>
                </a:lnTo>
                <a:lnTo>
                  <a:pt x="1097711" y="1299387"/>
                </a:lnTo>
                <a:lnTo>
                  <a:pt x="1098829" y="1299845"/>
                </a:lnTo>
                <a:lnTo>
                  <a:pt x="1101458" y="1299845"/>
                </a:lnTo>
                <a:lnTo>
                  <a:pt x="1102575" y="1299387"/>
                </a:lnTo>
                <a:lnTo>
                  <a:pt x="1104442" y="1297520"/>
                </a:lnTo>
                <a:lnTo>
                  <a:pt x="1104900" y="1296403"/>
                </a:lnTo>
                <a:lnTo>
                  <a:pt x="1104900" y="1293774"/>
                </a:lnTo>
                <a:close/>
              </a:path>
              <a:path w="4772025" h="1299845">
                <a:moveTo>
                  <a:pt x="1104900" y="648614"/>
                </a:moveTo>
                <a:lnTo>
                  <a:pt x="1104442" y="647496"/>
                </a:lnTo>
                <a:lnTo>
                  <a:pt x="1102575" y="645629"/>
                </a:lnTo>
                <a:lnTo>
                  <a:pt x="1101458" y="645160"/>
                </a:lnTo>
                <a:lnTo>
                  <a:pt x="1098829" y="645160"/>
                </a:lnTo>
                <a:lnTo>
                  <a:pt x="1097711" y="645629"/>
                </a:lnTo>
                <a:lnTo>
                  <a:pt x="1095844" y="647496"/>
                </a:lnTo>
                <a:lnTo>
                  <a:pt x="1095375" y="648614"/>
                </a:lnTo>
                <a:lnTo>
                  <a:pt x="1095375" y="651243"/>
                </a:lnTo>
                <a:lnTo>
                  <a:pt x="1095844" y="652360"/>
                </a:lnTo>
                <a:lnTo>
                  <a:pt x="1097711" y="654227"/>
                </a:lnTo>
                <a:lnTo>
                  <a:pt x="1098829" y="654685"/>
                </a:lnTo>
                <a:lnTo>
                  <a:pt x="1101458" y="654685"/>
                </a:lnTo>
                <a:lnTo>
                  <a:pt x="1102575" y="654227"/>
                </a:lnTo>
                <a:lnTo>
                  <a:pt x="1104442" y="652360"/>
                </a:lnTo>
                <a:lnTo>
                  <a:pt x="1104900" y="651243"/>
                </a:lnTo>
                <a:lnTo>
                  <a:pt x="1104900" y="648614"/>
                </a:lnTo>
                <a:close/>
              </a:path>
              <a:path w="4772025" h="129984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772025" h="1299845">
                <a:moveTo>
                  <a:pt x="1152525" y="1293774"/>
                </a:moveTo>
                <a:lnTo>
                  <a:pt x="1152067" y="1292644"/>
                </a:lnTo>
                <a:lnTo>
                  <a:pt x="1150200" y="1290789"/>
                </a:lnTo>
                <a:lnTo>
                  <a:pt x="1149083" y="1290320"/>
                </a:lnTo>
                <a:lnTo>
                  <a:pt x="1146454" y="1290320"/>
                </a:lnTo>
                <a:lnTo>
                  <a:pt x="1145336" y="1290789"/>
                </a:lnTo>
                <a:lnTo>
                  <a:pt x="1143469" y="1292644"/>
                </a:lnTo>
                <a:lnTo>
                  <a:pt x="1143000" y="1293774"/>
                </a:lnTo>
                <a:lnTo>
                  <a:pt x="1143000" y="1296403"/>
                </a:lnTo>
                <a:lnTo>
                  <a:pt x="1143469" y="1297520"/>
                </a:lnTo>
                <a:lnTo>
                  <a:pt x="1145336" y="1299387"/>
                </a:lnTo>
                <a:lnTo>
                  <a:pt x="1146454" y="1299845"/>
                </a:lnTo>
                <a:lnTo>
                  <a:pt x="1149083" y="1299845"/>
                </a:lnTo>
                <a:lnTo>
                  <a:pt x="1150200" y="1299387"/>
                </a:lnTo>
                <a:lnTo>
                  <a:pt x="1152067" y="1297520"/>
                </a:lnTo>
                <a:lnTo>
                  <a:pt x="1152525" y="1296403"/>
                </a:lnTo>
                <a:lnTo>
                  <a:pt x="1152525" y="1293774"/>
                </a:lnTo>
                <a:close/>
              </a:path>
              <a:path w="4772025" h="1299845">
                <a:moveTo>
                  <a:pt x="1152525" y="648614"/>
                </a:moveTo>
                <a:lnTo>
                  <a:pt x="1152067" y="647496"/>
                </a:lnTo>
                <a:lnTo>
                  <a:pt x="1150200" y="645629"/>
                </a:lnTo>
                <a:lnTo>
                  <a:pt x="1149083" y="645160"/>
                </a:lnTo>
                <a:lnTo>
                  <a:pt x="1146454" y="645160"/>
                </a:lnTo>
                <a:lnTo>
                  <a:pt x="1145336" y="645629"/>
                </a:lnTo>
                <a:lnTo>
                  <a:pt x="1143469" y="647496"/>
                </a:lnTo>
                <a:lnTo>
                  <a:pt x="1143000" y="648614"/>
                </a:lnTo>
                <a:lnTo>
                  <a:pt x="1143000" y="651243"/>
                </a:lnTo>
                <a:lnTo>
                  <a:pt x="1143469" y="652360"/>
                </a:lnTo>
                <a:lnTo>
                  <a:pt x="1145336" y="654227"/>
                </a:lnTo>
                <a:lnTo>
                  <a:pt x="1146454" y="654685"/>
                </a:lnTo>
                <a:lnTo>
                  <a:pt x="1149083" y="654685"/>
                </a:lnTo>
                <a:lnTo>
                  <a:pt x="1150200" y="654227"/>
                </a:lnTo>
                <a:lnTo>
                  <a:pt x="1152067" y="652360"/>
                </a:lnTo>
                <a:lnTo>
                  <a:pt x="1152525" y="651243"/>
                </a:lnTo>
                <a:lnTo>
                  <a:pt x="1152525" y="648614"/>
                </a:lnTo>
                <a:close/>
              </a:path>
              <a:path w="4772025" h="129984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772025" h="1299845">
                <a:moveTo>
                  <a:pt x="1200150" y="1293774"/>
                </a:moveTo>
                <a:lnTo>
                  <a:pt x="1199692" y="1292644"/>
                </a:lnTo>
                <a:lnTo>
                  <a:pt x="1197825" y="1290789"/>
                </a:lnTo>
                <a:lnTo>
                  <a:pt x="1196708" y="1290320"/>
                </a:lnTo>
                <a:lnTo>
                  <a:pt x="1194079" y="1290320"/>
                </a:lnTo>
                <a:lnTo>
                  <a:pt x="1192961" y="1290789"/>
                </a:lnTo>
                <a:lnTo>
                  <a:pt x="1191094" y="1292644"/>
                </a:lnTo>
                <a:lnTo>
                  <a:pt x="1190625" y="1293774"/>
                </a:lnTo>
                <a:lnTo>
                  <a:pt x="1190625" y="1296403"/>
                </a:lnTo>
                <a:lnTo>
                  <a:pt x="1191094" y="1297520"/>
                </a:lnTo>
                <a:lnTo>
                  <a:pt x="1192961" y="1299387"/>
                </a:lnTo>
                <a:lnTo>
                  <a:pt x="1194079" y="1299845"/>
                </a:lnTo>
                <a:lnTo>
                  <a:pt x="1196708" y="1299845"/>
                </a:lnTo>
                <a:lnTo>
                  <a:pt x="1197825" y="1299387"/>
                </a:lnTo>
                <a:lnTo>
                  <a:pt x="1199692" y="1297520"/>
                </a:lnTo>
                <a:lnTo>
                  <a:pt x="1200150" y="1296403"/>
                </a:lnTo>
                <a:lnTo>
                  <a:pt x="1200150" y="1293774"/>
                </a:lnTo>
                <a:close/>
              </a:path>
              <a:path w="4772025" h="1299845">
                <a:moveTo>
                  <a:pt x="1200150" y="648614"/>
                </a:moveTo>
                <a:lnTo>
                  <a:pt x="1199692" y="647496"/>
                </a:lnTo>
                <a:lnTo>
                  <a:pt x="1197825" y="645629"/>
                </a:lnTo>
                <a:lnTo>
                  <a:pt x="1196708" y="645160"/>
                </a:lnTo>
                <a:lnTo>
                  <a:pt x="1194079" y="645160"/>
                </a:lnTo>
                <a:lnTo>
                  <a:pt x="1192961" y="645629"/>
                </a:lnTo>
                <a:lnTo>
                  <a:pt x="1191094" y="647496"/>
                </a:lnTo>
                <a:lnTo>
                  <a:pt x="1190625" y="648614"/>
                </a:lnTo>
                <a:lnTo>
                  <a:pt x="1190625" y="651243"/>
                </a:lnTo>
                <a:lnTo>
                  <a:pt x="1191094" y="652360"/>
                </a:lnTo>
                <a:lnTo>
                  <a:pt x="1192961" y="654227"/>
                </a:lnTo>
                <a:lnTo>
                  <a:pt x="1194079" y="654685"/>
                </a:lnTo>
                <a:lnTo>
                  <a:pt x="1196708" y="654685"/>
                </a:lnTo>
                <a:lnTo>
                  <a:pt x="1197825" y="654227"/>
                </a:lnTo>
                <a:lnTo>
                  <a:pt x="1199692" y="652360"/>
                </a:lnTo>
                <a:lnTo>
                  <a:pt x="1200150" y="651243"/>
                </a:lnTo>
                <a:lnTo>
                  <a:pt x="1200150" y="648614"/>
                </a:lnTo>
                <a:close/>
              </a:path>
              <a:path w="4772025" h="129984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772025" h="1299845">
                <a:moveTo>
                  <a:pt x="1247775" y="1293774"/>
                </a:moveTo>
                <a:lnTo>
                  <a:pt x="1247317" y="1292644"/>
                </a:lnTo>
                <a:lnTo>
                  <a:pt x="1245450" y="1290789"/>
                </a:lnTo>
                <a:lnTo>
                  <a:pt x="1244333" y="1290320"/>
                </a:lnTo>
                <a:lnTo>
                  <a:pt x="1241704" y="1290320"/>
                </a:lnTo>
                <a:lnTo>
                  <a:pt x="1240586" y="1290789"/>
                </a:lnTo>
                <a:lnTo>
                  <a:pt x="1238719" y="1292644"/>
                </a:lnTo>
                <a:lnTo>
                  <a:pt x="1238250" y="1293774"/>
                </a:lnTo>
                <a:lnTo>
                  <a:pt x="1238250" y="1296403"/>
                </a:lnTo>
                <a:lnTo>
                  <a:pt x="1238719" y="1297520"/>
                </a:lnTo>
                <a:lnTo>
                  <a:pt x="1240586" y="1299387"/>
                </a:lnTo>
                <a:lnTo>
                  <a:pt x="1241704" y="1299845"/>
                </a:lnTo>
                <a:lnTo>
                  <a:pt x="1244333" y="1299845"/>
                </a:lnTo>
                <a:lnTo>
                  <a:pt x="1245450" y="1299387"/>
                </a:lnTo>
                <a:lnTo>
                  <a:pt x="1247317" y="1297520"/>
                </a:lnTo>
                <a:lnTo>
                  <a:pt x="1247775" y="1296403"/>
                </a:lnTo>
                <a:lnTo>
                  <a:pt x="1247775" y="1293774"/>
                </a:lnTo>
                <a:close/>
              </a:path>
              <a:path w="4772025" h="1299845">
                <a:moveTo>
                  <a:pt x="1247775" y="648614"/>
                </a:moveTo>
                <a:lnTo>
                  <a:pt x="1247317" y="647496"/>
                </a:lnTo>
                <a:lnTo>
                  <a:pt x="1245450" y="645629"/>
                </a:lnTo>
                <a:lnTo>
                  <a:pt x="1244333" y="645160"/>
                </a:lnTo>
                <a:lnTo>
                  <a:pt x="1241704" y="645160"/>
                </a:lnTo>
                <a:lnTo>
                  <a:pt x="1240586" y="645629"/>
                </a:lnTo>
                <a:lnTo>
                  <a:pt x="1238719" y="647496"/>
                </a:lnTo>
                <a:lnTo>
                  <a:pt x="1238250" y="648614"/>
                </a:lnTo>
                <a:lnTo>
                  <a:pt x="1238250" y="651243"/>
                </a:lnTo>
                <a:lnTo>
                  <a:pt x="1238719" y="652360"/>
                </a:lnTo>
                <a:lnTo>
                  <a:pt x="1240586" y="654227"/>
                </a:lnTo>
                <a:lnTo>
                  <a:pt x="1241704" y="654685"/>
                </a:lnTo>
                <a:lnTo>
                  <a:pt x="1244333" y="654685"/>
                </a:lnTo>
                <a:lnTo>
                  <a:pt x="1245450" y="654227"/>
                </a:lnTo>
                <a:lnTo>
                  <a:pt x="1247317" y="652360"/>
                </a:lnTo>
                <a:lnTo>
                  <a:pt x="1247775" y="651243"/>
                </a:lnTo>
                <a:lnTo>
                  <a:pt x="1247775" y="648614"/>
                </a:lnTo>
                <a:close/>
              </a:path>
              <a:path w="4772025" h="129984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772025" h="1299845">
                <a:moveTo>
                  <a:pt x="1295400" y="1293774"/>
                </a:moveTo>
                <a:lnTo>
                  <a:pt x="1294942" y="1292644"/>
                </a:lnTo>
                <a:lnTo>
                  <a:pt x="1293075" y="1290789"/>
                </a:lnTo>
                <a:lnTo>
                  <a:pt x="1291958" y="1290320"/>
                </a:lnTo>
                <a:lnTo>
                  <a:pt x="1289329" y="1290320"/>
                </a:lnTo>
                <a:lnTo>
                  <a:pt x="1288211" y="1290789"/>
                </a:lnTo>
                <a:lnTo>
                  <a:pt x="1286344" y="1292644"/>
                </a:lnTo>
                <a:lnTo>
                  <a:pt x="1285875" y="1293774"/>
                </a:lnTo>
                <a:lnTo>
                  <a:pt x="1285875" y="1296403"/>
                </a:lnTo>
                <a:lnTo>
                  <a:pt x="1286344" y="1297520"/>
                </a:lnTo>
                <a:lnTo>
                  <a:pt x="1288211" y="1299387"/>
                </a:lnTo>
                <a:lnTo>
                  <a:pt x="1289329" y="1299845"/>
                </a:lnTo>
                <a:lnTo>
                  <a:pt x="1291958" y="1299845"/>
                </a:lnTo>
                <a:lnTo>
                  <a:pt x="1293075" y="1299387"/>
                </a:lnTo>
                <a:lnTo>
                  <a:pt x="1294942" y="1297520"/>
                </a:lnTo>
                <a:lnTo>
                  <a:pt x="1295400" y="1296403"/>
                </a:lnTo>
                <a:lnTo>
                  <a:pt x="1295400" y="1293774"/>
                </a:lnTo>
                <a:close/>
              </a:path>
              <a:path w="4772025" h="1299845">
                <a:moveTo>
                  <a:pt x="1295400" y="648614"/>
                </a:moveTo>
                <a:lnTo>
                  <a:pt x="1294942" y="647496"/>
                </a:lnTo>
                <a:lnTo>
                  <a:pt x="1293075" y="645629"/>
                </a:lnTo>
                <a:lnTo>
                  <a:pt x="1291958" y="645160"/>
                </a:lnTo>
                <a:lnTo>
                  <a:pt x="1289329" y="645160"/>
                </a:lnTo>
                <a:lnTo>
                  <a:pt x="1288211" y="645629"/>
                </a:lnTo>
                <a:lnTo>
                  <a:pt x="1286344" y="647496"/>
                </a:lnTo>
                <a:lnTo>
                  <a:pt x="1285875" y="648614"/>
                </a:lnTo>
                <a:lnTo>
                  <a:pt x="1285875" y="651243"/>
                </a:lnTo>
                <a:lnTo>
                  <a:pt x="1286344" y="652360"/>
                </a:lnTo>
                <a:lnTo>
                  <a:pt x="1288211" y="654227"/>
                </a:lnTo>
                <a:lnTo>
                  <a:pt x="1289329" y="654685"/>
                </a:lnTo>
                <a:lnTo>
                  <a:pt x="1291958" y="654685"/>
                </a:lnTo>
                <a:lnTo>
                  <a:pt x="1293075" y="654227"/>
                </a:lnTo>
                <a:lnTo>
                  <a:pt x="1294942" y="652360"/>
                </a:lnTo>
                <a:lnTo>
                  <a:pt x="1295400" y="651243"/>
                </a:lnTo>
                <a:lnTo>
                  <a:pt x="1295400" y="648614"/>
                </a:lnTo>
                <a:close/>
              </a:path>
              <a:path w="4772025" h="129984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772025" h="1299845">
                <a:moveTo>
                  <a:pt x="1343025" y="1293774"/>
                </a:moveTo>
                <a:lnTo>
                  <a:pt x="1342567" y="1292644"/>
                </a:lnTo>
                <a:lnTo>
                  <a:pt x="1340700" y="1290789"/>
                </a:lnTo>
                <a:lnTo>
                  <a:pt x="1339583" y="1290320"/>
                </a:lnTo>
                <a:lnTo>
                  <a:pt x="1336954" y="1290320"/>
                </a:lnTo>
                <a:lnTo>
                  <a:pt x="1335836" y="1290789"/>
                </a:lnTo>
                <a:lnTo>
                  <a:pt x="1333969" y="1292644"/>
                </a:lnTo>
                <a:lnTo>
                  <a:pt x="1333500" y="1293774"/>
                </a:lnTo>
                <a:lnTo>
                  <a:pt x="1333500" y="1296403"/>
                </a:lnTo>
                <a:lnTo>
                  <a:pt x="1333969" y="1297520"/>
                </a:lnTo>
                <a:lnTo>
                  <a:pt x="1335836" y="1299387"/>
                </a:lnTo>
                <a:lnTo>
                  <a:pt x="1336954" y="1299845"/>
                </a:lnTo>
                <a:lnTo>
                  <a:pt x="1339583" y="1299845"/>
                </a:lnTo>
                <a:lnTo>
                  <a:pt x="1340700" y="1299387"/>
                </a:lnTo>
                <a:lnTo>
                  <a:pt x="1342567" y="1297520"/>
                </a:lnTo>
                <a:lnTo>
                  <a:pt x="1343025" y="1296403"/>
                </a:lnTo>
                <a:lnTo>
                  <a:pt x="1343025" y="1293774"/>
                </a:lnTo>
                <a:close/>
              </a:path>
              <a:path w="4772025" h="1299845">
                <a:moveTo>
                  <a:pt x="1343025" y="648614"/>
                </a:moveTo>
                <a:lnTo>
                  <a:pt x="1342567" y="647496"/>
                </a:lnTo>
                <a:lnTo>
                  <a:pt x="1340700" y="645629"/>
                </a:lnTo>
                <a:lnTo>
                  <a:pt x="1339583" y="645160"/>
                </a:lnTo>
                <a:lnTo>
                  <a:pt x="1336954" y="645160"/>
                </a:lnTo>
                <a:lnTo>
                  <a:pt x="1335836" y="645629"/>
                </a:lnTo>
                <a:lnTo>
                  <a:pt x="1333969" y="647496"/>
                </a:lnTo>
                <a:lnTo>
                  <a:pt x="1333500" y="648614"/>
                </a:lnTo>
                <a:lnTo>
                  <a:pt x="1333500" y="651243"/>
                </a:lnTo>
                <a:lnTo>
                  <a:pt x="1333969" y="652360"/>
                </a:lnTo>
                <a:lnTo>
                  <a:pt x="1335836" y="654227"/>
                </a:lnTo>
                <a:lnTo>
                  <a:pt x="1336954" y="654685"/>
                </a:lnTo>
                <a:lnTo>
                  <a:pt x="1339583" y="654685"/>
                </a:lnTo>
                <a:lnTo>
                  <a:pt x="1340700" y="654227"/>
                </a:lnTo>
                <a:lnTo>
                  <a:pt x="1342567" y="652360"/>
                </a:lnTo>
                <a:lnTo>
                  <a:pt x="1343025" y="651243"/>
                </a:lnTo>
                <a:lnTo>
                  <a:pt x="1343025" y="648614"/>
                </a:lnTo>
                <a:close/>
              </a:path>
              <a:path w="4772025" h="129984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772025" h="1299845">
                <a:moveTo>
                  <a:pt x="1390650" y="1293774"/>
                </a:moveTo>
                <a:lnTo>
                  <a:pt x="1390192" y="1292644"/>
                </a:lnTo>
                <a:lnTo>
                  <a:pt x="1388325" y="1290789"/>
                </a:lnTo>
                <a:lnTo>
                  <a:pt x="1387208" y="1290320"/>
                </a:lnTo>
                <a:lnTo>
                  <a:pt x="1384579" y="1290320"/>
                </a:lnTo>
                <a:lnTo>
                  <a:pt x="1383461" y="1290789"/>
                </a:lnTo>
                <a:lnTo>
                  <a:pt x="1381594" y="1292644"/>
                </a:lnTo>
                <a:lnTo>
                  <a:pt x="1381125" y="1293774"/>
                </a:lnTo>
                <a:lnTo>
                  <a:pt x="1381125" y="1296403"/>
                </a:lnTo>
                <a:lnTo>
                  <a:pt x="1381594" y="1297520"/>
                </a:lnTo>
                <a:lnTo>
                  <a:pt x="1383461" y="1299387"/>
                </a:lnTo>
                <a:lnTo>
                  <a:pt x="1384579" y="1299845"/>
                </a:lnTo>
                <a:lnTo>
                  <a:pt x="1387208" y="1299845"/>
                </a:lnTo>
                <a:lnTo>
                  <a:pt x="1388325" y="1299387"/>
                </a:lnTo>
                <a:lnTo>
                  <a:pt x="1390192" y="1297520"/>
                </a:lnTo>
                <a:lnTo>
                  <a:pt x="1390650" y="1296403"/>
                </a:lnTo>
                <a:lnTo>
                  <a:pt x="1390650" y="1293774"/>
                </a:lnTo>
                <a:close/>
              </a:path>
              <a:path w="4772025" h="1299845">
                <a:moveTo>
                  <a:pt x="1390650" y="648614"/>
                </a:moveTo>
                <a:lnTo>
                  <a:pt x="1390192" y="647496"/>
                </a:lnTo>
                <a:lnTo>
                  <a:pt x="1388325" y="645629"/>
                </a:lnTo>
                <a:lnTo>
                  <a:pt x="1387208" y="645160"/>
                </a:lnTo>
                <a:lnTo>
                  <a:pt x="1384579" y="645160"/>
                </a:lnTo>
                <a:lnTo>
                  <a:pt x="1383461" y="645629"/>
                </a:lnTo>
                <a:lnTo>
                  <a:pt x="1381594" y="647496"/>
                </a:lnTo>
                <a:lnTo>
                  <a:pt x="1381125" y="648614"/>
                </a:lnTo>
                <a:lnTo>
                  <a:pt x="1381125" y="651243"/>
                </a:lnTo>
                <a:lnTo>
                  <a:pt x="1381594" y="652360"/>
                </a:lnTo>
                <a:lnTo>
                  <a:pt x="1383461" y="654227"/>
                </a:lnTo>
                <a:lnTo>
                  <a:pt x="1384579" y="654685"/>
                </a:lnTo>
                <a:lnTo>
                  <a:pt x="1387208" y="654685"/>
                </a:lnTo>
                <a:lnTo>
                  <a:pt x="1388325" y="654227"/>
                </a:lnTo>
                <a:lnTo>
                  <a:pt x="1390192" y="652360"/>
                </a:lnTo>
                <a:lnTo>
                  <a:pt x="1390650" y="651243"/>
                </a:lnTo>
                <a:lnTo>
                  <a:pt x="1390650" y="648614"/>
                </a:lnTo>
                <a:close/>
              </a:path>
              <a:path w="4772025" h="129984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772025" h="1299845">
                <a:moveTo>
                  <a:pt x="1438275" y="1293774"/>
                </a:moveTo>
                <a:lnTo>
                  <a:pt x="1437817" y="1292644"/>
                </a:lnTo>
                <a:lnTo>
                  <a:pt x="1435950" y="1290789"/>
                </a:lnTo>
                <a:lnTo>
                  <a:pt x="1434833" y="1290320"/>
                </a:lnTo>
                <a:lnTo>
                  <a:pt x="1432204" y="1290320"/>
                </a:lnTo>
                <a:lnTo>
                  <a:pt x="1431086" y="1290789"/>
                </a:lnTo>
                <a:lnTo>
                  <a:pt x="1429219" y="1292644"/>
                </a:lnTo>
                <a:lnTo>
                  <a:pt x="1428750" y="1293774"/>
                </a:lnTo>
                <a:lnTo>
                  <a:pt x="1428750" y="1296403"/>
                </a:lnTo>
                <a:lnTo>
                  <a:pt x="1429219" y="1297520"/>
                </a:lnTo>
                <a:lnTo>
                  <a:pt x="1431086" y="1299387"/>
                </a:lnTo>
                <a:lnTo>
                  <a:pt x="1432204" y="1299845"/>
                </a:lnTo>
                <a:lnTo>
                  <a:pt x="1434833" y="1299845"/>
                </a:lnTo>
                <a:lnTo>
                  <a:pt x="1435950" y="1299387"/>
                </a:lnTo>
                <a:lnTo>
                  <a:pt x="1437817" y="1297520"/>
                </a:lnTo>
                <a:lnTo>
                  <a:pt x="1438275" y="1296403"/>
                </a:lnTo>
                <a:lnTo>
                  <a:pt x="1438275" y="1293774"/>
                </a:lnTo>
                <a:close/>
              </a:path>
              <a:path w="4772025" h="1299845">
                <a:moveTo>
                  <a:pt x="1438275" y="648614"/>
                </a:moveTo>
                <a:lnTo>
                  <a:pt x="1437817" y="647496"/>
                </a:lnTo>
                <a:lnTo>
                  <a:pt x="1435950" y="645629"/>
                </a:lnTo>
                <a:lnTo>
                  <a:pt x="1434833" y="645160"/>
                </a:lnTo>
                <a:lnTo>
                  <a:pt x="1432204" y="645160"/>
                </a:lnTo>
                <a:lnTo>
                  <a:pt x="1431086" y="645629"/>
                </a:lnTo>
                <a:lnTo>
                  <a:pt x="1429219" y="647496"/>
                </a:lnTo>
                <a:lnTo>
                  <a:pt x="1428750" y="648614"/>
                </a:lnTo>
                <a:lnTo>
                  <a:pt x="1428750" y="651243"/>
                </a:lnTo>
                <a:lnTo>
                  <a:pt x="1429219" y="652360"/>
                </a:lnTo>
                <a:lnTo>
                  <a:pt x="1431086" y="654227"/>
                </a:lnTo>
                <a:lnTo>
                  <a:pt x="1432204" y="654685"/>
                </a:lnTo>
                <a:lnTo>
                  <a:pt x="1434833" y="654685"/>
                </a:lnTo>
                <a:lnTo>
                  <a:pt x="1435950" y="654227"/>
                </a:lnTo>
                <a:lnTo>
                  <a:pt x="1437817" y="652360"/>
                </a:lnTo>
                <a:lnTo>
                  <a:pt x="1438275" y="651243"/>
                </a:lnTo>
                <a:lnTo>
                  <a:pt x="1438275" y="648614"/>
                </a:lnTo>
                <a:close/>
              </a:path>
              <a:path w="4772025" h="129984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772025" h="1299845">
                <a:moveTo>
                  <a:pt x="1485900" y="1293774"/>
                </a:moveTo>
                <a:lnTo>
                  <a:pt x="1485442" y="1292644"/>
                </a:lnTo>
                <a:lnTo>
                  <a:pt x="1483575" y="1290789"/>
                </a:lnTo>
                <a:lnTo>
                  <a:pt x="1482458" y="1290320"/>
                </a:lnTo>
                <a:lnTo>
                  <a:pt x="1479829" y="1290320"/>
                </a:lnTo>
                <a:lnTo>
                  <a:pt x="1478711" y="1290789"/>
                </a:lnTo>
                <a:lnTo>
                  <a:pt x="1476844" y="1292644"/>
                </a:lnTo>
                <a:lnTo>
                  <a:pt x="1476375" y="1293774"/>
                </a:lnTo>
                <a:lnTo>
                  <a:pt x="1476375" y="1296403"/>
                </a:lnTo>
                <a:lnTo>
                  <a:pt x="1476844" y="1297520"/>
                </a:lnTo>
                <a:lnTo>
                  <a:pt x="1478711" y="1299387"/>
                </a:lnTo>
                <a:lnTo>
                  <a:pt x="1479829" y="1299845"/>
                </a:lnTo>
                <a:lnTo>
                  <a:pt x="1482458" y="1299845"/>
                </a:lnTo>
                <a:lnTo>
                  <a:pt x="1483575" y="1299387"/>
                </a:lnTo>
                <a:lnTo>
                  <a:pt x="1485442" y="1297520"/>
                </a:lnTo>
                <a:lnTo>
                  <a:pt x="1485900" y="1296403"/>
                </a:lnTo>
                <a:lnTo>
                  <a:pt x="1485900" y="1293774"/>
                </a:lnTo>
                <a:close/>
              </a:path>
              <a:path w="4772025" h="1299845">
                <a:moveTo>
                  <a:pt x="1485900" y="648614"/>
                </a:moveTo>
                <a:lnTo>
                  <a:pt x="1485442" y="647496"/>
                </a:lnTo>
                <a:lnTo>
                  <a:pt x="1483575" y="645629"/>
                </a:lnTo>
                <a:lnTo>
                  <a:pt x="1482458" y="645160"/>
                </a:lnTo>
                <a:lnTo>
                  <a:pt x="1479829" y="645160"/>
                </a:lnTo>
                <a:lnTo>
                  <a:pt x="1478711" y="645629"/>
                </a:lnTo>
                <a:lnTo>
                  <a:pt x="1476844" y="647496"/>
                </a:lnTo>
                <a:lnTo>
                  <a:pt x="1476375" y="648614"/>
                </a:lnTo>
                <a:lnTo>
                  <a:pt x="1476375" y="651243"/>
                </a:lnTo>
                <a:lnTo>
                  <a:pt x="1476844" y="652360"/>
                </a:lnTo>
                <a:lnTo>
                  <a:pt x="1478711" y="654227"/>
                </a:lnTo>
                <a:lnTo>
                  <a:pt x="1479829" y="654685"/>
                </a:lnTo>
                <a:lnTo>
                  <a:pt x="1482458" y="654685"/>
                </a:lnTo>
                <a:lnTo>
                  <a:pt x="1483575" y="654227"/>
                </a:lnTo>
                <a:lnTo>
                  <a:pt x="1485442" y="652360"/>
                </a:lnTo>
                <a:lnTo>
                  <a:pt x="1485900" y="651243"/>
                </a:lnTo>
                <a:lnTo>
                  <a:pt x="1485900" y="648614"/>
                </a:lnTo>
                <a:close/>
              </a:path>
              <a:path w="4772025" h="129984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772025" h="1299845">
                <a:moveTo>
                  <a:pt x="1533525" y="1293774"/>
                </a:moveTo>
                <a:lnTo>
                  <a:pt x="1533067" y="1292644"/>
                </a:lnTo>
                <a:lnTo>
                  <a:pt x="1531200" y="1290789"/>
                </a:lnTo>
                <a:lnTo>
                  <a:pt x="1530083" y="1290320"/>
                </a:lnTo>
                <a:lnTo>
                  <a:pt x="1527454" y="1290320"/>
                </a:lnTo>
                <a:lnTo>
                  <a:pt x="1526336" y="1290789"/>
                </a:lnTo>
                <a:lnTo>
                  <a:pt x="1524469" y="1292644"/>
                </a:lnTo>
                <a:lnTo>
                  <a:pt x="1524000" y="1293774"/>
                </a:lnTo>
                <a:lnTo>
                  <a:pt x="1524000" y="1296403"/>
                </a:lnTo>
                <a:lnTo>
                  <a:pt x="1524469" y="1297520"/>
                </a:lnTo>
                <a:lnTo>
                  <a:pt x="1526336" y="1299387"/>
                </a:lnTo>
                <a:lnTo>
                  <a:pt x="1527454" y="1299845"/>
                </a:lnTo>
                <a:lnTo>
                  <a:pt x="1530083" y="1299845"/>
                </a:lnTo>
                <a:lnTo>
                  <a:pt x="1531200" y="1299387"/>
                </a:lnTo>
                <a:lnTo>
                  <a:pt x="1533067" y="1297520"/>
                </a:lnTo>
                <a:lnTo>
                  <a:pt x="1533525" y="1296403"/>
                </a:lnTo>
                <a:lnTo>
                  <a:pt x="1533525" y="1293774"/>
                </a:lnTo>
                <a:close/>
              </a:path>
              <a:path w="4772025" h="1299845">
                <a:moveTo>
                  <a:pt x="1533525" y="648614"/>
                </a:moveTo>
                <a:lnTo>
                  <a:pt x="1533067" y="647496"/>
                </a:lnTo>
                <a:lnTo>
                  <a:pt x="1531200" y="645629"/>
                </a:lnTo>
                <a:lnTo>
                  <a:pt x="1530083" y="645160"/>
                </a:lnTo>
                <a:lnTo>
                  <a:pt x="1527454" y="645160"/>
                </a:lnTo>
                <a:lnTo>
                  <a:pt x="1526336" y="645629"/>
                </a:lnTo>
                <a:lnTo>
                  <a:pt x="1524469" y="647496"/>
                </a:lnTo>
                <a:lnTo>
                  <a:pt x="1524000" y="648614"/>
                </a:lnTo>
                <a:lnTo>
                  <a:pt x="1524000" y="651243"/>
                </a:lnTo>
                <a:lnTo>
                  <a:pt x="1524469" y="652360"/>
                </a:lnTo>
                <a:lnTo>
                  <a:pt x="1526336" y="654227"/>
                </a:lnTo>
                <a:lnTo>
                  <a:pt x="1527454" y="654685"/>
                </a:lnTo>
                <a:lnTo>
                  <a:pt x="1530083" y="654685"/>
                </a:lnTo>
                <a:lnTo>
                  <a:pt x="1531200" y="654227"/>
                </a:lnTo>
                <a:lnTo>
                  <a:pt x="1533067" y="652360"/>
                </a:lnTo>
                <a:lnTo>
                  <a:pt x="1533525" y="651243"/>
                </a:lnTo>
                <a:lnTo>
                  <a:pt x="1533525" y="648614"/>
                </a:lnTo>
                <a:close/>
              </a:path>
              <a:path w="4772025" h="129984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772025" h="1299845">
                <a:moveTo>
                  <a:pt x="1581150" y="1293774"/>
                </a:moveTo>
                <a:lnTo>
                  <a:pt x="1580692" y="1292644"/>
                </a:lnTo>
                <a:lnTo>
                  <a:pt x="1578825" y="1290789"/>
                </a:lnTo>
                <a:lnTo>
                  <a:pt x="1577708" y="1290320"/>
                </a:lnTo>
                <a:lnTo>
                  <a:pt x="1575079" y="1290320"/>
                </a:lnTo>
                <a:lnTo>
                  <a:pt x="1573961" y="1290789"/>
                </a:lnTo>
                <a:lnTo>
                  <a:pt x="1572094" y="1292644"/>
                </a:lnTo>
                <a:lnTo>
                  <a:pt x="1571625" y="1293774"/>
                </a:lnTo>
                <a:lnTo>
                  <a:pt x="1571625" y="1296403"/>
                </a:lnTo>
                <a:lnTo>
                  <a:pt x="1572094" y="1297520"/>
                </a:lnTo>
                <a:lnTo>
                  <a:pt x="1573961" y="1299387"/>
                </a:lnTo>
                <a:lnTo>
                  <a:pt x="1575079" y="1299845"/>
                </a:lnTo>
                <a:lnTo>
                  <a:pt x="1577708" y="1299845"/>
                </a:lnTo>
                <a:lnTo>
                  <a:pt x="1578825" y="1299387"/>
                </a:lnTo>
                <a:lnTo>
                  <a:pt x="1580692" y="1297520"/>
                </a:lnTo>
                <a:lnTo>
                  <a:pt x="1581150" y="1296403"/>
                </a:lnTo>
                <a:lnTo>
                  <a:pt x="1581150" y="1293774"/>
                </a:lnTo>
                <a:close/>
              </a:path>
              <a:path w="4772025" h="1299845">
                <a:moveTo>
                  <a:pt x="1581150" y="648614"/>
                </a:moveTo>
                <a:lnTo>
                  <a:pt x="1580692" y="647496"/>
                </a:lnTo>
                <a:lnTo>
                  <a:pt x="1578825" y="645629"/>
                </a:lnTo>
                <a:lnTo>
                  <a:pt x="1577708" y="645160"/>
                </a:lnTo>
                <a:lnTo>
                  <a:pt x="1575079" y="645160"/>
                </a:lnTo>
                <a:lnTo>
                  <a:pt x="1573961" y="645629"/>
                </a:lnTo>
                <a:lnTo>
                  <a:pt x="1572094" y="647496"/>
                </a:lnTo>
                <a:lnTo>
                  <a:pt x="1571625" y="648614"/>
                </a:lnTo>
                <a:lnTo>
                  <a:pt x="1571625" y="651243"/>
                </a:lnTo>
                <a:lnTo>
                  <a:pt x="1572094" y="652360"/>
                </a:lnTo>
                <a:lnTo>
                  <a:pt x="1573961" y="654227"/>
                </a:lnTo>
                <a:lnTo>
                  <a:pt x="1575079" y="654685"/>
                </a:lnTo>
                <a:lnTo>
                  <a:pt x="1577708" y="654685"/>
                </a:lnTo>
                <a:lnTo>
                  <a:pt x="1578825" y="654227"/>
                </a:lnTo>
                <a:lnTo>
                  <a:pt x="1580692" y="652360"/>
                </a:lnTo>
                <a:lnTo>
                  <a:pt x="1581150" y="651243"/>
                </a:lnTo>
                <a:lnTo>
                  <a:pt x="1581150" y="648614"/>
                </a:lnTo>
                <a:close/>
              </a:path>
              <a:path w="4772025" h="129984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772025" h="1299845">
                <a:moveTo>
                  <a:pt x="1628775" y="1293774"/>
                </a:moveTo>
                <a:lnTo>
                  <a:pt x="1628317" y="1292644"/>
                </a:lnTo>
                <a:lnTo>
                  <a:pt x="1626450" y="1290789"/>
                </a:lnTo>
                <a:lnTo>
                  <a:pt x="1625333" y="1290320"/>
                </a:lnTo>
                <a:lnTo>
                  <a:pt x="1622704" y="1290320"/>
                </a:lnTo>
                <a:lnTo>
                  <a:pt x="1621586" y="1290789"/>
                </a:lnTo>
                <a:lnTo>
                  <a:pt x="1619719" y="1292644"/>
                </a:lnTo>
                <a:lnTo>
                  <a:pt x="1619250" y="1293774"/>
                </a:lnTo>
                <a:lnTo>
                  <a:pt x="1619250" y="1296403"/>
                </a:lnTo>
                <a:lnTo>
                  <a:pt x="1619719" y="1297520"/>
                </a:lnTo>
                <a:lnTo>
                  <a:pt x="1621586" y="1299387"/>
                </a:lnTo>
                <a:lnTo>
                  <a:pt x="1622704" y="1299845"/>
                </a:lnTo>
                <a:lnTo>
                  <a:pt x="1625333" y="1299845"/>
                </a:lnTo>
                <a:lnTo>
                  <a:pt x="1626450" y="1299387"/>
                </a:lnTo>
                <a:lnTo>
                  <a:pt x="1628317" y="1297520"/>
                </a:lnTo>
                <a:lnTo>
                  <a:pt x="1628775" y="1296403"/>
                </a:lnTo>
                <a:lnTo>
                  <a:pt x="1628775" y="1293774"/>
                </a:lnTo>
                <a:close/>
              </a:path>
              <a:path w="4772025" h="1299845">
                <a:moveTo>
                  <a:pt x="1628775" y="648614"/>
                </a:moveTo>
                <a:lnTo>
                  <a:pt x="1628317" y="647496"/>
                </a:lnTo>
                <a:lnTo>
                  <a:pt x="1626450" y="645629"/>
                </a:lnTo>
                <a:lnTo>
                  <a:pt x="1625333" y="645160"/>
                </a:lnTo>
                <a:lnTo>
                  <a:pt x="1622704" y="645160"/>
                </a:lnTo>
                <a:lnTo>
                  <a:pt x="1621586" y="645629"/>
                </a:lnTo>
                <a:lnTo>
                  <a:pt x="1619719" y="647496"/>
                </a:lnTo>
                <a:lnTo>
                  <a:pt x="1619250" y="648614"/>
                </a:lnTo>
                <a:lnTo>
                  <a:pt x="1619250" y="651243"/>
                </a:lnTo>
                <a:lnTo>
                  <a:pt x="1619719" y="652360"/>
                </a:lnTo>
                <a:lnTo>
                  <a:pt x="1621586" y="654227"/>
                </a:lnTo>
                <a:lnTo>
                  <a:pt x="1622704" y="654685"/>
                </a:lnTo>
                <a:lnTo>
                  <a:pt x="1625333" y="654685"/>
                </a:lnTo>
                <a:lnTo>
                  <a:pt x="1626450" y="654227"/>
                </a:lnTo>
                <a:lnTo>
                  <a:pt x="1628317" y="652360"/>
                </a:lnTo>
                <a:lnTo>
                  <a:pt x="1628775" y="651243"/>
                </a:lnTo>
                <a:lnTo>
                  <a:pt x="1628775" y="648614"/>
                </a:lnTo>
                <a:close/>
              </a:path>
              <a:path w="4772025" h="129984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772025" h="1299845">
                <a:moveTo>
                  <a:pt x="1676400" y="1293774"/>
                </a:moveTo>
                <a:lnTo>
                  <a:pt x="1675942" y="1292644"/>
                </a:lnTo>
                <a:lnTo>
                  <a:pt x="1674075" y="1290789"/>
                </a:lnTo>
                <a:lnTo>
                  <a:pt x="1672958" y="1290320"/>
                </a:lnTo>
                <a:lnTo>
                  <a:pt x="1670329" y="1290320"/>
                </a:lnTo>
                <a:lnTo>
                  <a:pt x="1669211" y="1290789"/>
                </a:lnTo>
                <a:lnTo>
                  <a:pt x="1667344" y="1292644"/>
                </a:lnTo>
                <a:lnTo>
                  <a:pt x="1666875" y="1293774"/>
                </a:lnTo>
                <a:lnTo>
                  <a:pt x="1666875" y="1296403"/>
                </a:lnTo>
                <a:lnTo>
                  <a:pt x="1667344" y="1297520"/>
                </a:lnTo>
                <a:lnTo>
                  <a:pt x="1669211" y="1299387"/>
                </a:lnTo>
                <a:lnTo>
                  <a:pt x="1670329" y="1299845"/>
                </a:lnTo>
                <a:lnTo>
                  <a:pt x="1672958" y="1299845"/>
                </a:lnTo>
                <a:lnTo>
                  <a:pt x="1674075" y="1299387"/>
                </a:lnTo>
                <a:lnTo>
                  <a:pt x="1675942" y="1297520"/>
                </a:lnTo>
                <a:lnTo>
                  <a:pt x="1676400" y="1296403"/>
                </a:lnTo>
                <a:lnTo>
                  <a:pt x="1676400" y="1293774"/>
                </a:lnTo>
                <a:close/>
              </a:path>
              <a:path w="4772025" h="1299845">
                <a:moveTo>
                  <a:pt x="1676400" y="648614"/>
                </a:moveTo>
                <a:lnTo>
                  <a:pt x="1675942" y="647496"/>
                </a:lnTo>
                <a:lnTo>
                  <a:pt x="1674075" y="645629"/>
                </a:lnTo>
                <a:lnTo>
                  <a:pt x="1672958" y="645160"/>
                </a:lnTo>
                <a:lnTo>
                  <a:pt x="1670329" y="645160"/>
                </a:lnTo>
                <a:lnTo>
                  <a:pt x="1669211" y="645629"/>
                </a:lnTo>
                <a:lnTo>
                  <a:pt x="1667344" y="647496"/>
                </a:lnTo>
                <a:lnTo>
                  <a:pt x="1666875" y="648614"/>
                </a:lnTo>
                <a:lnTo>
                  <a:pt x="1666875" y="651243"/>
                </a:lnTo>
                <a:lnTo>
                  <a:pt x="1667344" y="652360"/>
                </a:lnTo>
                <a:lnTo>
                  <a:pt x="1669211" y="654227"/>
                </a:lnTo>
                <a:lnTo>
                  <a:pt x="1670329" y="654685"/>
                </a:lnTo>
                <a:lnTo>
                  <a:pt x="1672958" y="654685"/>
                </a:lnTo>
                <a:lnTo>
                  <a:pt x="1674075" y="654227"/>
                </a:lnTo>
                <a:lnTo>
                  <a:pt x="1675942" y="652360"/>
                </a:lnTo>
                <a:lnTo>
                  <a:pt x="1676400" y="651243"/>
                </a:lnTo>
                <a:lnTo>
                  <a:pt x="1676400" y="648614"/>
                </a:lnTo>
                <a:close/>
              </a:path>
              <a:path w="4772025" h="129984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772025" h="1299845">
                <a:moveTo>
                  <a:pt x="1724025" y="1293774"/>
                </a:moveTo>
                <a:lnTo>
                  <a:pt x="1723567" y="1292644"/>
                </a:lnTo>
                <a:lnTo>
                  <a:pt x="1721700" y="1290789"/>
                </a:lnTo>
                <a:lnTo>
                  <a:pt x="1720583" y="1290320"/>
                </a:lnTo>
                <a:lnTo>
                  <a:pt x="1717954" y="1290320"/>
                </a:lnTo>
                <a:lnTo>
                  <a:pt x="1716836" y="1290789"/>
                </a:lnTo>
                <a:lnTo>
                  <a:pt x="1714969" y="1292644"/>
                </a:lnTo>
                <a:lnTo>
                  <a:pt x="1714500" y="1293774"/>
                </a:lnTo>
                <a:lnTo>
                  <a:pt x="1714500" y="1296403"/>
                </a:lnTo>
                <a:lnTo>
                  <a:pt x="1714969" y="1297520"/>
                </a:lnTo>
                <a:lnTo>
                  <a:pt x="1716836" y="1299387"/>
                </a:lnTo>
                <a:lnTo>
                  <a:pt x="1717954" y="1299845"/>
                </a:lnTo>
                <a:lnTo>
                  <a:pt x="1720583" y="1299845"/>
                </a:lnTo>
                <a:lnTo>
                  <a:pt x="1721700" y="1299387"/>
                </a:lnTo>
                <a:lnTo>
                  <a:pt x="1723567" y="1297520"/>
                </a:lnTo>
                <a:lnTo>
                  <a:pt x="1724025" y="1296403"/>
                </a:lnTo>
                <a:lnTo>
                  <a:pt x="1724025" y="1293774"/>
                </a:lnTo>
                <a:close/>
              </a:path>
              <a:path w="4772025" h="1299845">
                <a:moveTo>
                  <a:pt x="1724025" y="648614"/>
                </a:moveTo>
                <a:lnTo>
                  <a:pt x="1723567" y="647496"/>
                </a:lnTo>
                <a:lnTo>
                  <a:pt x="1721700" y="645629"/>
                </a:lnTo>
                <a:lnTo>
                  <a:pt x="1720583" y="645160"/>
                </a:lnTo>
                <a:lnTo>
                  <a:pt x="1717954" y="645160"/>
                </a:lnTo>
                <a:lnTo>
                  <a:pt x="1716836" y="645629"/>
                </a:lnTo>
                <a:lnTo>
                  <a:pt x="1714969" y="647496"/>
                </a:lnTo>
                <a:lnTo>
                  <a:pt x="1714500" y="648614"/>
                </a:lnTo>
                <a:lnTo>
                  <a:pt x="1714500" y="651243"/>
                </a:lnTo>
                <a:lnTo>
                  <a:pt x="1714969" y="652360"/>
                </a:lnTo>
                <a:lnTo>
                  <a:pt x="1716836" y="654227"/>
                </a:lnTo>
                <a:lnTo>
                  <a:pt x="1717954" y="654685"/>
                </a:lnTo>
                <a:lnTo>
                  <a:pt x="1720583" y="654685"/>
                </a:lnTo>
                <a:lnTo>
                  <a:pt x="1721700" y="654227"/>
                </a:lnTo>
                <a:lnTo>
                  <a:pt x="1723567" y="652360"/>
                </a:lnTo>
                <a:lnTo>
                  <a:pt x="1724025" y="651243"/>
                </a:lnTo>
                <a:lnTo>
                  <a:pt x="1724025" y="648614"/>
                </a:lnTo>
                <a:close/>
              </a:path>
              <a:path w="4772025" h="129984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772025" h="1299845">
                <a:moveTo>
                  <a:pt x="1771650" y="1293774"/>
                </a:moveTo>
                <a:lnTo>
                  <a:pt x="1771192" y="1292644"/>
                </a:lnTo>
                <a:lnTo>
                  <a:pt x="1769325" y="1290789"/>
                </a:lnTo>
                <a:lnTo>
                  <a:pt x="1768208" y="1290320"/>
                </a:lnTo>
                <a:lnTo>
                  <a:pt x="1765579" y="1290320"/>
                </a:lnTo>
                <a:lnTo>
                  <a:pt x="1764461" y="1290789"/>
                </a:lnTo>
                <a:lnTo>
                  <a:pt x="1762594" y="1292644"/>
                </a:lnTo>
                <a:lnTo>
                  <a:pt x="1762125" y="1293774"/>
                </a:lnTo>
                <a:lnTo>
                  <a:pt x="1762125" y="1296403"/>
                </a:lnTo>
                <a:lnTo>
                  <a:pt x="1762594" y="1297520"/>
                </a:lnTo>
                <a:lnTo>
                  <a:pt x="1764461" y="1299387"/>
                </a:lnTo>
                <a:lnTo>
                  <a:pt x="1765579" y="1299845"/>
                </a:lnTo>
                <a:lnTo>
                  <a:pt x="1768208" y="1299845"/>
                </a:lnTo>
                <a:lnTo>
                  <a:pt x="1769325" y="1299387"/>
                </a:lnTo>
                <a:lnTo>
                  <a:pt x="1771192" y="1297520"/>
                </a:lnTo>
                <a:lnTo>
                  <a:pt x="1771650" y="1296403"/>
                </a:lnTo>
                <a:lnTo>
                  <a:pt x="1771650" y="1293774"/>
                </a:lnTo>
                <a:close/>
              </a:path>
              <a:path w="4772025" h="1299845">
                <a:moveTo>
                  <a:pt x="1771650" y="648614"/>
                </a:moveTo>
                <a:lnTo>
                  <a:pt x="1771192" y="647496"/>
                </a:lnTo>
                <a:lnTo>
                  <a:pt x="1769325" y="645629"/>
                </a:lnTo>
                <a:lnTo>
                  <a:pt x="1768208" y="645160"/>
                </a:lnTo>
                <a:lnTo>
                  <a:pt x="1765579" y="645160"/>
                </a:lnTo>
                <a:lnTo>
                  <a:pt x="1764461" y="645629"/>
                </a:lnTo>
                <a:lnTo>
                  <a:pt x="1762594" y="647496"/>
                </a:lnTo>
                <a:lnTo>
                  <a:pt x="1762125" y="648614"/>
                </a:lnTo>
                <a:lnTo>
                  <a:pt x="1762125" y="651243"/>
                </a:lnTo>
                <a:lnTo>
                  <a:pt x="1762594" y="652360"/>
                </a:lnTo>
                <a:lnTo>
                  <a:pt x="1764461" y="654227"/>
                </a:lnTo>
                <a:lnTo>
                  <a:pt x="1765579" y="654685"/>
                </a:lnTo>
                <a:lnTo>
                  <a:pt x="1768208" y="654685"/>
                </a:lnTo>
                <a:lnTo>
                  <a:pt x="1769325" y="654227"/>
                </a:lnTo>
                <a:lnTo>
                  <a:pt x="1771192" y="652360"/>
                </a:lnTo>
                <a:lnTo>
                  <a:pt x="1771650" y="651243"/>
                </a:lnTo>
                <a:lnTo>
                  <a:pt x="1771650" y="648614"/>
                </a:lnTo>
                <a:close/>
              </a:path>
              <a:path w="4772025" h="129984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772025" h="1299845">
                <a:moveTo>
                  <a:pt x="1819275" y="1293774"/>
                </a:moveTo>
                <a:lnTo>
                  <a:pt x="1818817" y="1292644"/>
                </a:lnTo>
                <a:lnTo>
                  <a:pt x="1816950" y="1290789"/>
                </a:lnTo>
                <a:lnTo>
                  <a:pt x="1815833" y="1290320"/>
                </a:lnTo>
                <a:lnTo>
                  <a:pt x="1813204" y="1290320"/>
                </a:lnTo>
                <a:lnTo>
                  <a:pt x="1812086" y="1290789"/>
                </a:lnTo>
                <a:lnTo>
                  <a:pt x="1810219" y="1292644"/>
                </a:lnTo>
                <a:lnTo>
                  <a:pt x="1809750" y="1293774"/>
                </a:lnTo>
                <a:lnTo>
                  <a:pt x="1809750" y="1296403"/>
                </a:lnTo>
                <a:lnTo>
                  <a:pt x="1810219" y="1297520"/>
                </a:lnTo>
                <a:lnTo>
                  <a:pt x="1812086" y="1299387"/>
                </a:lnTo>
                <a:lnTo>
                  <a:pt x="1813204" y="1299845"/>
                </a:lnTo>
                <a:lnTo>
                  <a:pt x="1815833" y="1299845"/>
                </a:lnTo>
                <a:lnTo>
                  <a:pt x="1816950" y="1299387"/>
                </a:lnTo>
                <a:lnTo>
                  <a:pt x="1818817" y="1297520"/>
                </a:lnTo>
                <a:lnTo>
                  <a:pt x="1819275" y="1296403"/>
                </a:lnTo>
                <a:lnTo>
                  <a:pt x="1819275" y="1293774"/>
                </a:lnTo>
                <a:close/>
              </a:path>
              <a:path w="4772025" h="1299845">
                <a:moveTo>
                  <a:pt x="1819275" y="648614"/>
                </a:moveTo>
                <a:lnTo>
                  <a:pt x="1818817" y="647496"/>
                </a:lnTo>
                <a:lnTo>
                  <a:pt x="1816950" y="645629"/>
                </a:lnTo>
                <a:lnTo>
                  <a:pt x="1815833" y="645160"/>
                </a:lnTo>
                <a:lnTo>
                  <a:pt x="1813204" y="645160"/>
                </a:lnTo>
                <a:lnTo>
                  <a:pt x="1812086" y="645629"/>
                </a:lnTo>
                <a:lnTo>
                  <a:pt x="1810219" y="647496"/>
                </a:lnTo>
                <a:lnTo>
                  <a:pt x="1809750" y="648614"/>
                </a:lnTo>
                <a:lnTo>
                  <a:pt x="1809750" y="651243"/>
                </a:lnTo>
                <a:lnTo>
                  <a:pt x="1810219" y="652360"/>
                </a:lnTo>
                <a:lnTo>
                  <a:pt x="1812086" y="654227"/>
                </a:lnTo>
                <a:lnTo>
                  <a:pt x="1813204" y="654685"/>
                </a:lnTo>
                <a:lnTo>
                  <a:pt x="1815833" y="654685"/>
                </a:lnTo>
                <a:lnTo>
                  <a:pt x="1816950" y="654227"/>
                </a:lnTo>
                <a:lnTo>
                  <a:pt x="1818817" y="652360"/>
                </a:lnTo>
                <a:lnTo>
                  <a:pt x="1819275" y="651243"/>
                </a:lnTo>
                <a:lnTo>
                  <a:pt x="1819275" y="648614"/>
                </a:lnTo>
                <a:close/>
              </a:path>
              <a:path w="4772025" h="129984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772025" h="1299845">
                <a:moveTo>
                  <a:pt x="1866900" y="1293774"/>
                </a:moveTo>
                <a:lnTo>
                  <a:pt x="1866442" y="1292644"/>
                </a:lnTo>
                <a:lnTo>
                  <a:pt x="1864575" y="1290789"/>
                </a:lnTo>
                <a:lnTo>
                  <a:pt x="1863458" y="1290320"/>
                </a:lnTo>
                <a:lnTo>
                  <a:pt x="1860829" y="1290320"/>
                </a:lnTo>
                <a:lnTo>
                  <a:pt x="1859711" y="1290789"/>
                </a:lnTo>
                <a:lnTo>
                  <a:pt x="1857844" y="1292644"/>
                </a:lnTo>
                <a:lnTo>
                  <a:pt x="1857375" y="1293774"/>
                </a:lnTo>
                <a:lnTo>
                  <a:pt x="1857375" y="1296403"/>
                </a:lnTo>
                <a:lnTo>
                  <a:pt x="1857844" y="1297520"/>
                </a:lnTo>
                <a:lnTo>
                  <a:pt x="1859711" y="1299387"/>
                </a:lnTo>
                <a:lnTo>
                  <a:pt x="1860829" y="1299845"/>
                </a:lnTo>
                <a:lnTo>
                  <a:pt x="1863458" y="1299845"/>
                </a:lnTo>
                <a:lnTo>
                  <a:pt x="1864575" y="1299387"/>
                </a:lnTo>
                <a:lnTo>
                  <a:pt x="1866442" y="1297520"/>
                </a:lnTo>
                <a:lnTo>
                  <a:pt x="1866900" y="1296403"/>
                </a:lnTo>
                <a:lnTo>
                  <a:pt x="1866900" y="1293774"/>
                </a:lnTo>
                <a:close/>
              </a:path>
              <a:path w="4772025" h="1299845">
                <a:moveTo>
                  <a:pt x="1866900" y="648614"/>
                </a:moveTo>
                <a:lnTo>
                  <a:pt x="1866442" y="647496"/>
                </a:lnTo>
                <a:lnTo>
                  <a:pt x="1864575" y="645629"/>
                </a:lnTo>
                <a:lnTo>
                  <a:pt x="1863458" y="645160"/>
                </a:lnTo>
                <a:lnTo>
                  <a:pt x="1860829" y="645160"/>
                </a:lnTo>
                <a:lnTo>
                  <a:pt x="1859711" y="645629"/>
                </a:lnTo>
                <a:lnTo>
                  <a:pt x="1857844" y="647496"/>
                </a:lnTo>
                <a:lnTo>
                  <a:pt x="1857375" y="648614"/>
                </a:lnTo>
                <a:lnTo>
                  <a:pt x="1857375" y="651243"/>
                </a:lnTo>
                <a:lnTo>
                  <a:pt x="1857844" y="652360"/>
                </a:lnTo>
                <a:lnTo>
                  <a:pt x="1859711" y="654227"/>
                </a:lnTo>
                <a:lnTo>
                  <a:pt x="1860829" y="654685"/>
                </a:lnTo>
                <a:lnTo>
                  <a:pt x="1863458" y="654685"/>
                </a:lnTo>
                <a:lnTo>
                  <a:pt x="1864575" y="654227"/>
                </a:lnTo>
                <a:lnTo>
                  <a:pt x="1866442" y="652360"/>
                </a:lnTo>
                <a:lnTo>
                  <a:pt x="1866900" y="651243"/>
                </a:lnTo>
                <a:lnTo>
                  <a:pt x="1866900" y="648614"/>
                </a:lnTo>
                <a:close/>
              </a:path>
              <a:path w="4772025" h="129984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772025" h="1299845">
                <a:moveTo>
                  <a:pt x="1914525" y="1293774"/>
                </a:moveTo>
                <a:lnTo>
                  <a:pt x="1914067" y="1292644"/>
                </a:lnTo>
                <a:lnTo>
                  <a:pt x="1912200" y="1290789"/>
                </a:lnTo>
                <a:lnTo>
                  <a:pt x="1911083" y="1290320"/>
                </a:lnTo>
                <a:lnTo>
                  <a:pt x="1908454" y="1290320"/>
                </a:lnTo>
                <a:lnTo>
                  <a:pt x="1907336" y="1290789"/>
                </a:lnTo>
                <a:lnTo>
                  <a:pt x="1905469" y="1292644"/>
                </a:lnTo>
                <a:lnTo>
                  <a:pt x="1905000" y="1293774"/>
                </a:lnTo>
                <a:lnTo>
                  <a:pt x="1905000" y="1296403"/>
                </a:lnTo>
                <a:lnTo>
                  <a:pt x="1905469" y="1297520"/>
                </a:lnTo>
                <a:lnTo>
                  <a:pt x="1907336" y="1299387"/>
                </a:lnTo>
                <a:lnTo>
                  <a:pt x="1908454" y="1299845"/>
                </a:lnTo>
                <a:lnTo>
                  <a:pt x="1911083" y="1299845"/>
                </a:lnTo>
                <a:lnTo>
                  <a:pt x="1912200" y="1299387"/>
                </a:lnTo>
                <a:lnTo>
                  <a:pt x="1914067" y="1297520"/>
                </a:lnTo>
                <a:lnTo>
                  <a:pt x="1914525" y="1296403"/>
                </a:lnTo>
                <a:lnTo>
                  <a:pt x="1914525" y="1293774"/>
                </a:lnTo>
                <a:close/>
              </a:path>
              <a:path w="4772025" h="1299845">
                <a:moveTo>
                  <a:pt x="1914525" y="648614"/>
                </a:moveTo>
                <a:lnTo>
                  <a:pt x="1914067" y="647496"/>
                </a:lnTo>
                <a:lnTo>
                  <a:pt x="1912200" y="645629"/>
                </a:lnTo>
                <a:lnTo>
                  <a:pt x="1911083" y="645160"/>
                </a:lnTo>
                <a:lnTo>
                  <a:pt x="1908454" y="645160"/>
                </a:lnTo>
                <a:lnTo>
                  <a:pt x="1907336" y="645629"/>
                </a:lnTo>
                <a:lnTo>
                  <a:pt x="1905469" y="647496"/>
                </a:lnTo>
                <a:lnTo>
                  <a:pt x="1905000" y="648614"/>
                </a:lnTo>
                <a:lnTo>
                  <a:pt x="1905000" y="651243"/>
                </a:lnTo>
                <a:lnTo>
                  <a:pt x="1905469" y="652360"/>
                </a:lnTo>
                <a:lnTo>
                  <a:pt x="1907336" y="654227"/>
                </a:lnTo>
                <a:lnTo>
                  <a:pt x="1908454" y="654685"/>
                </a:lnTo>
                <a:lnTo>
                  <a:pt x="1911083" y="654685"/>
                </a:lnTo>
                <a:lnTo>
                  <a:pt x="1912200" y="654227"/>
                </a:lnTo>
                <a:lnTo>
                  <a:pt x="1914067" y="652360"/>
                </a:lnTo>
                <a:lnTo>
                  <a:pt x="1914525" y="651243"/>
                </a:lnTo>
                <a:lnTo>
                  <a:pt x="1914525" y="648614"/>
                </a:lnTo>
                <a:close/>
              </a:path>
              <a:path w="4772025" h="129984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772025" h="1299845">
                <a:moveTo>
                  <a:pt x="1962150" y="1293774"/>
                </a:moveTo>
                <a:lnTo>
                  <a:pt x="1961692" y="1292644"/>
                </a:lnTo>
                <a:lnTo>
                  <a:pt x="1959825" y="1290789"/>
                </a:lnTo>
                <a:lnTo>
                  <a:pt x="1958708" y="1290320"/>
                </a:lnTo>
                <a:lnTo>
                  <a:pt x="1956079" y="1290320"/>
                </a:lnTo>
                <a:lnTo>
                  <a:pt x="1954961" y="1290789"/>
                </a:lnTo>
                <a:lnTo>
                  <a:pt x="1953094" y="1292644"/>
                </a:lnTo>
                <a:lnTo>
                  <a:pt x="1952625" y="1293774"/>
                </a:lnTo>
                <a:lnTo>
                  <a:pt x="1952625" y="1296403"/>
                </a:lnTo>
                <a:lnTo>
                  <a:pt x="1953094" y="1297520"/>
                </a:lnTo>
                <a:lnTo>
                  <a:pt x="1954961" y="1299387"/>
                </a:lnTo>
                <a:lnTo>
                  <a:pt x="1956079" y="1299845"/>
                </a:lnTo>
                <a:lnTo>
                  <a:pt x="1958708" y="1299845"/>
                </a:lnTo>
                <a:lnTo>
                  <a:pt x="1959825" y="1299387"/>
                </a:lnTo>
                <a:lnTo>
                  <a:pt x="1961692" y="1297520"/>
                </a:lnTo>
                <a:lnTo>
                  <a:pt x="1962150" y="1296403"/>
                </a:lnTo>
                <a:lnTo>
                  <a:pt x="1962150" y="1293774"/>
                </a:lnTo>
                <a:close/>
              </a:path>
              <a:path w="4772025" h="1299845">
                <a:moveTo>
                  <a:pt x="1962150" y="648614"/>
                </a:moveTo>
                <a:lnTo>
                  <a:pt x="1961692" y="647496"/>
                </a:lnTo>
                <a:lnTo>
                  <a:pt x="1959825" y="645629"/>
                </a:lnTo>
                <a:lnTo>
                  <a:pt x="1958708" y="645160"/>
                </a:lnTo>
                <a:lnTo>
                  <a:pt x="1956079" y="645160"/>
                </a:lnTo>
                <a:lnTo>
                  <a:pt x="1954961" y="645629"/>
                </a:lnTo>
                <a:lnTo>
                  <a:pt x="1953094" y="647496"/>
                </a:lnTo>
                <a:lnTo>
                  <a:pt x="1952625" y="648614"/>
                </a:lnTo>
                <a:lnTo>
                  <a:pt x="1952625" y="651243"/>
                </a:lnTo>
                <a:lnTo>
                  <a:pt x="1953094" y="652360"/>
                </a:lnTo>
                <a:lnTo>
                  <a:pt x="1954961" y="654227"/>
                </a:lnTo>
                <a:lnTo>
                  <a:pt x="1956079" y="654685"/>
                </a:lnTo>
                <a:lnTo>
                  <a:pt x="1958708" y="654685"/>
                </a:lnTo>
                <a:lnTo>
                  <a:pt x="1959825" y="654227"/>
                </a:lnTo>
                <a:lnTo>
                  <a:pt x="1961692" y="652360"/>
                </a:lnTo>
                <a:lnTo>
                  <a:pt x="1962150" y="651243"/>
                </a:lnTo>
                <a:lnTo>
                  <a:pt x="1962150" y="648614"/>
                </a:lnTo>
                <a:close/>
              </a:path>
              <a:path w="4772025" h="129984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772025" h="1299845">
                <a:moveTo>
                  <a:pt x="2009775" y="1293774"/>
                </a:moveTo>
                <a:lnTo>
                  <a:pt x="2009317" y="1292644"/>
                </a:lnTo>
                <a:lnTo>
                  <a:pt x="2007450" y="1290789"/>
                </a:lnTo>
                <a:lnTo>
                  <a:pt x="2006333" y="1290320"/>
                </a:lnTo>
                <a:lnTo>
                  <a:pt x="2003704" y="1290320"/>
                </a:lnTo>
                <a:lnTo>
                  <a:pt x="2002586" y="1290789"/>
                </a:lnTo>
                <a:lnTo>
                  <a:pt x="2000719" y="1292644"/>
                </a:lnTo>
                <a:lnTo>
                  <a:pt x="2000250" y="1293774"/>
                </a:lnTo>
                <a:lnTo>
                  <a:pt x="2000250" y="1296403"/>
                </a:lnTo>
                <a:lnTo>
                  <a:pt x="2000719" y="1297520"/>
                </a:lnTo>
                <a:lnTo>
                  <a:pt x="2002586" y="1299387"/>
                </a:lnTo>
                <a:lnTo>
                  <a:pt x="2003704" y="1299845"/>
                </a:lnTo>
                <a:lnTo>
                  <a:pt x="2006333" y="1299845"/>
                </a:lnTo>
                <a:lnTo>
                  <a:pt x="2007450" y="1299387"/>
                </a:lnTo>
                <a:lnTo>
                  <a:pt x="2009317" y="1297520"/>
                </a:lnTo>
                <a:lnTo>
                  <a:pt x="2009775" y="1296403"/>
                </a:lnTo>
                <a:lnTo>
                  <a:pt x="2009775" y="1293774"/>
                </a:lnTo>
                <a:close/>
              </a:path>
              <a:path w="4772025" h="1299845">
                <a:moveTo>
                  <a:pt x="2009775" y="648614"/>
                </a:moveTo>
                <a:lnTo>
                  <a:pt x="2009317" y="647496"/>
                </a:lnTo>
                <a:lnTo>
                  <a:pt x="2007450" y="645629"/>
                </a:lnTo>
                <a:lnTo>
                  <a:pt x="2006333" y="645160"/>
                </a:lnTo>
                <a:lnTo>
                  <a:pt x="2003704" y="645160"/>
                </a:lnTo>
                <a:lnTo>
                  <a:pt x="2002586" y="645629"/>
                </a:lnTo>
                <a:lnTo>
                  <a:pt x="2000719" y="647496"/>
                </a:lnTo>
                <a:lnTo>
                  <a:pt x="2000250" y="648614"/>
                </a:lnTo>
                <a:lnTo>
                  <a:pt x="2000250" y="651243"/>
                </a:lnTo>
                <a:lnTo>
                  <a:pt x="2000719" y="652360"/>
                </a:lnTo>
                <a:lnTo>
                  <a:pt x="2002586" y="654227"/>
                </a:lnTo>
                <a:lnTo>
                  <a:pt x="2003704" y="654685"/>
                </a:lnTo>
                <a:lnTo>
                  <a:pt x="2006333" y="654685"/>
                </a:lnTo>
                <a:lnTo>
                  <a:pt x="2007450" y="654227"/>
                </a:lnTo>
                <a:lnTo>
                  <a:pt x="2009317" y="652360"/>
                </a:lnTo>
                <a:lnTo>
                  <a:pt x="2009775" y="651243"/>
                </a:lnTo>
                <a:lnTo>
                  <a:pt x="2009775" y="648614"/>
                </a:lnTo>
                <a:close/>
              </a:path>
              <a:path w="4772025" h="129984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772025" h="1299845">
                <a:moveTo>
                  <a:pt x="2057400" y="1293774"/>
                </a:moveTo>
                <a:lnTo>
                  <a:pt x="2056942" y="1292644"/>
                </a:lnTo>
                <a:lnTo>
                  <a:pt x="2055075" y="1290789"/>
                </a:lnTo>
                <a:lnTo>
                  <a:pt x="2053958" y="1290320"/>
                </a:lnTo>
                <a:lnTo>
                  <a:pt x="2051329" y="1290320"/>
                </a:lnTo>
                <a:lnTo>
                  <a:pt x="2050211" y="1290789"/>
                </a:lnTo>
                <a:lnTo>
                  <a:pt x="2048344" y="1292644"/>
                </a:lnTo>
                <a:lnTo>
                  <a:pt x="2047875" y="1293774"/>
                </a:lnTo>
                <a:lnTo>
                  <a:pt x="2047875" y="1296403"/>
                </a:lnTo>
                <a:lnTo>
                  <a:pt x="2048344" y="1297520"/>
                </a:lnTo>
                <a:lnTo>
                  <a:pt x="2050211" y="1299387"/>
                </a:lnTo>
                <a:lnTo>
                  <a:pt x="2051329" y="1299845"/>
                </a:lnTo>
                <a:lnTo>
                  <a:pt x="2053958" y="1299845"/>
                </a:lnTo>
                <a:lnTo>
                  <a:pt x="2055075" y="1299387"/>
                </a:lnTo>
                <a:lnTo>
                  <a:pt x="2056942" y="1297520"/>
                </a:lnTo>
                <a:lnTo>
                  <a:pt x="2057400" y="1296403"/>
                </a:lnTo>
                <a:lnTo>
                  <a:pt x="2057400" y="1293774"/>
                </a:lnTo>
                <a:close/>
              </a:path>
              <a:path w="4772025" h="1299845">
                <a:moveTo>
                  <a:pt x="2057400" y="648614"/>
                </a:moveTo>
                <a:lnTo>
                  <a:pt x="2056942" y="647496"/>
                </a:lnTo>
                <a:lnTo>
                  <a:pt x="2055075" y="645629"/>
                </a:lnTo>
                <a:lnTo>
                  <a:pt x="2053958" y="645160"/>
                </a:lnTo>
                <a:lnTo>
                  <a:pt x="2051329" y="645160"/>
                </a:lnTo>
                <a:lnTo>
                  <a:pt x="2050211" y="645629"/>
                </a:lnTo>
                <a:lnTo>
                  <a:pt x="2048344" y="647496"/>
                </a:lnTo>
                <a:lnTo>
                  <a:pt x="2047875" y="648614"/>
                </a:lnTo>
                <a:lnTo>
                  <a:pt x="2047875" y="651243"/>
                </a:lnTo>
                <a:lnTo>
                  <a:pt x="2048344" y="652360"/>
                </a:lnTo>
                <a:lnTo>
                  <a:pt x="2050211" y="654227"/>
                </a:lnTo>
                <a:lnTo>
                  <a:pt x="2051329" y="654685"/>
                </a:lnTo>
                <a:lnTo>
                  <a:pt x="2053958" y="654685"/>
                </a:lnTo>
                <a:lnTo>
                  <a:pt x="2055075" y="654227"/>
                </a:lnTo>
                <a:lnTo>
                  <a:pt x="2056942" y="652360"/>
                </a:lnTo>
                <a:lnTo>
                  <a:pt x="2057400" y="651243"/>
                </a:lnTo>
                <a:lnTo>
                  <a:pt x="2057400" y="648614"/>
                </a:lnTo>
                <a:close/>
              </a:path>
              <a:path w="4772025" h="129984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772025" h="1299845">
                <a:moveTo>
                  <a:pt x="2105025" y="1293774"/>
                </a:moveTo>
                <a:lnTo>
                  <a:pt x="2104567" y="1292644"/>
                </a:lnTo>
                <a:lnTo>
                  <a:pt x="2102700" y="1290789"/>
                </a:lnTo>
                <a:lnTo>
                  <a:pt x="2101583" y="1290320"/>
                </a:lnTo>
                <a:lnTo>
                  <a:pt x="2098954" y="1290320"/>
                </a:lnTo>
                <a:lnTo>
                  <a:pt x="2097836" y="1290789"/>
                </a:lnTo>
                <a:lnTo>
                  <a:pt x="2095969" y="1292644"/>
                </a:lnTo>
                <a:lnTo>
                  <a:pt x="2095500" y="1293774"/>
                </a:lnTo>
                <a:lnTo>
                  <a:pt x="2095500" y="1296403"/>
                </a:lnTo>
                <a:lnTo>
                  <a:pt x="2095969" y="1297520"/>
                </a:lnTo>
                <a:lnTo>
                  <a:pt x="2097836" y="1299387"/>
                </a:lnTo>
                <a:lnTo>
                  <a:pt x="2098954" y="1299845"/>
                </a:lnTo>
                <a:lnTo>
                  <a:pt x="2101583" y="1299845"/>
                </a:lnTo>
                <a:lnTo>
                  <a:pt x="2102700" y="1299387"/>
                </a:lnTo>
                <a:lnTo>
                  <a:pt x="2104567" y="1297520"/>
                </a:lnTo>
                <a:lnTo>
                  <a:pt x="2105025" y="1296403"/>
                </a:lnTo>
                <a:lnTo>
                  <a:pt x="2105025" y="1293774"/>
                </a:lnTo>
                <a:close/>
              </a:path>
              <a:path w="4772025" h="1299845">
                <a:moveTo>
                  <a:pt x="2105025" y="648614"/>
                </a:moveTo>
                <a:lnTo>
                  <a:pt x="2104567" y="647496"/>
                </a:lnTo>
                <a:lnTo>
                  <a:pt x="2102700" y="645629"/>
                </a:lnTo>
                <a:lnTo>
                  <a:pt x="2101583" y="645160"/>
                </a:lnTo>
                <a:lnTo>
                  <a:pt x="2098954" y="645160"/>
                </a:lnTo>
                <a:lnTo>
                  <a:pt x="2097836" y="645629"/>
                </a:lnTo>
                <a:lnTo>
                  <a:pt x="2095969" y="647496"/>
                </a:lnTo>
                <a:lnTo>
                  <a:pt x="2095500" y="648614"/>
                </a:lnTo>
                <a:lnTo>
                  <a:pt x="2095500" y="651243"/>
                </a:lnTo>
                <a:lnTo>
                  <a:pt x="2095969" y="652360"/>
                </a:lnTo>
                <a:lnTo>
                  <a:pt x="2097836" y="654227"/>
                </a:lnTo>
                <a:lnTo>
                  <a:pt x="2098954" y="654685"/>
                </a:lnTo>
                <a:lnTo>
                  <a:pt x="2101583" y="654685"/>
                </a:lnTo>
                <a:lnTo>
                  <a:pt x="2102700" y="654227"/>
                </a:lnTo>
                <a:lnTo>
                  <a:pt x="2104567" y="652360"/>
                </a:lnTo>
                <a:lnTo>
                  <a:pt x="2105025" y="651243"/>
                </a:lnTo>
                <a:lnTo>
                  <a:pt x="2105025" y="648614"/>
                </a:lnTo>
                <a:close/>
              </a:path>
              <a:path w="4772025" h="129984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772025" h="1299845">
                <a:moveTo>
                  <a:pt x="2152650" y="1293774"/>
                </a:moveTo>
                <a:lnTo>
                  <a:pt x="2152192" y="1292644"/>
                </a:lnTo>
                <a:lnTo>
                  <a:pt x="2150326" y="1290789"/>
                </a:lnTo>
                <a:lnTo>
                  <a:pt x="2149208" y="1290320"/>
                </a:lnTo>
                <a:lnTo>
                  <a:pt x="2146579" y="1290320"/>
                </a:lnTo>
                <a:lnTo>
                  <a:pt x="2145461" y="1290789"/>
                </a:lnTo>
                <a:lnTo>
                  <a:pt x="2143595" y="1292644"/>
                </a:lnTo>
                <a:lnTo>
                  <a:pt x="2143125" y="1293774"/>
                </a:lnTo>
                <a:lnTo>
                  <a:pt x="2143125" y="1296403"/>
                </a:lnTo>
                <a:lnTo>
                  <a:pt x="2143595" y="1297520"/>
                </a:lnTo>
                <a:lnTo>
                  <a:pt x="2145461" y="1299387"/>
                </a:lnTo>
                <a:lnTo>
                  <a:pt x="2146579" y="1299845"/>
                </a:lnTo>
                <a:lnTo>
                  <a:pt x="2149208" y="1299845"/>
                </a:lnTo>
                <a:lnTo>
                  <a:pt x="2150326" y="1299387"/>
                </a:lnTo>
                <a:lnTo>
                  <a:pt x="2152192" y="1297520"/>
                </a:lnTo>
                <a:lnTo>
                  <a:pt x="2152650" y="1296403"/>
                </a:lnTo>
                <a:lnTo>
                  <a:pt x="2152650" y="1293774"/>
                </a:lnTo>
                <a:close/>
              </a:path>
              <a:path w="4772025" h="1299845">
                <a:moveTo>
                  <a:pt x="2152650" y="648614"/>
                </a:moveTo>
                <a:lnTo>
                  <a:pt x="2152192" y="647496"/>
                </a:lnTo>
                <a:lnTo>
                  <a:pt x="2150326" y="645629"/>
                </a:lnTo>
                <a:lnTo>
                  <a:pt x="2149208" y="645160"/>
                </a:lnTo>
                <a:lnTo>
                  <a:pt x="2146579" y="645160"/>
                </a:lnTo>
                <a:lnTo>
                  <a:pt x="2145461" y="645629"/>
                </a:lnTo>
                <a:lnTo>
                  <a:pt x="2143595" y="647496"/>
                </a:lnTo>
                <a:lnTo>
                  <a:pt x="2143125" y="648614"/>
                </a:lnTo>
                <a:lnTo>
                  <a:pt x="2143125" y="651243"/>
                </a:lnTo>
                <a:lnTo>
                  <a:pt x="2143595" y="652360"/>
                </a:lnTo>
                <a:lnTo>
                  <a:pt x="2145461" y="654227"/>
                </a:lnTo>
                <a:lnTo>
                  <a:pt x="2146579" y="654685"/>
                </a:lnTo>
                <a:lnTo>
                  <a:pt x="2149208" y="654685"/>
                </a:lnTo>
                <a:lnTo>
                  <a:pt x="2150326" y="654227"/>
                </a:lnTo>
                <a:lnTo>
                  <a:pt x="2152192" y="652360"/>
                </a:lnTo>
                <a:lnTo>
                  <a:pt x="2152650" y="651243"/>
                </a:lnTo>
                <a:lnTo>
                  <a:pt x="2152650" y="648614"/>
                </a:lnTo>
                <a:close/>
              </a:path>
              <a:path w="4772025" h="129984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772025" h="1299845">
                <a:moveTo>
                  <a:pt x="2200275" y="1293774"/>
                </a:moveTo>
                <a:lnTo>
                  <a:pt x="2199817" y="1292644"/>
                </a:lnTo>
                <a:lnTo>
                  <a:pt x="2197951" y="1290789"/>
                </a:lnTo>
                <a:lnTo>
                  <a:pt x="2196833" y="1290320"/>
                </a:lnTo>
                <a:lnTo>
                  <a:pt x="2194204" y="1290320"/>
                </a:lnTo>
                <a:lnTo>
                  <a:pt x="2193086" y="1290789"/>
                </a:lnTo>
                <a:lnTo>
                  <a:pt x="2191220" y="1292644"/>
                </a:lnTo>
                <a:lnTo>
                  <a:pt x="2190750" y="1293774"/>
                </a:lnTo>
                <a:lnTo>
                  <a:pt x="2190750" y="1296403"/>
                </a:lnTo>
                <a:lnTo>
                  <a:pt x="2191220" y="1297520"/>
                </a:lnTo>
                <a:lnTo>
                  <a:pt x="2193086" y="1299387"/>
                </a:lnTo>
                <a:lnTo>
                  <a:pt x="2194204" y="1299845"/>
                </a:lnTo>
                <a:lnTo>
                  <a:pt x="2196833" y="1299845"/>
                </a:lnTo>
                <a:lnTo>
                  <a:pt x="2197951" y="1299387"/>
                </a:lnTo>
                <a:lnTo>
                  <a:pt x="2199817" y="1297520"/>
                </a:lnTo>
                <a:lnTo>
                  <a:pt x="2200275" y="1296403"/>
                </a:lnTo>
                <a:lnTo>
                  <a:pt x="2200275" y="1293774"/>
                </a:lnTo>
                <a:close/>
              </a:path>
              <a:path w="4772025" h="1299845">
                <a:moveTo>
                  <a:pt x="2200275" y="648614"/>
                </a:moveTo>
                <a:lnTo>
                  <a:pt x="2199817" y="647496"/>
                </a:lnTo>
                <a:lnTo>
                  <a:pt x="2197951" y="645629"/>
                </a:lnTo>
                <a:lnTo>
                  <a:pt x="2196833" y="645160"/>
                </a:lnTo>
                <a:lnTo>
                  <a:pt x="2194204" y="645160"/>
                </a:lnTo>
                <a:lnTo>
                  <a:pt x="2193086" y="645629"/>
                </a:lnTo>
                <a:lnTo>
                  <a:pt x="2191220" y="647496"/>
                </a:lnTo>
                <a:lnTo>
                  <a:pt x="2190750" y="648614"/>
                </a:lnTo>
                <a:lnTo>
                  <a:pt x="2190750" y="651243"/>
                </a:lnTo>
                <a:lnTo>
                  <a:pt x="2191220" y="652360"/>
                </a:lnTo>
                <a:lnTo>
                  <a:pt x="2193086" y="654227"/>
                </a:lnTo>
                <a:lnTo>
                  <a:pt x="2194204" y="654685"/>
                </a:lnTo>
                <a:lnTo>
                  <a:pt x="2196833" y="654685"/>
                </a:lnTo>
                <a:lnTo>
                  <a:pt x="2197951" y="654227"/>
                </a:lnTo>
                <a:lnTo>
                  <a:pt x="2199817" y="652360"/>
                </a:lnTo>
                <a:lnTo>
                  <a:pt x="2200275" y="651243"/>
                </a:lnTo>
                <a:lnTo>
                  <a:pt x="2200275" y="648614"/>
                </a:lnTo>
                <a:close/>
              </a:path>
              <a:path w="4772025" h="129984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772025" h="1299845">
                <a:moveTo>
                  <a:pt x="2247900" y="1293774"/>
                </a:moveTo>
                <a:lnTo>
                  <a:pt x="2247442" y="1292644"/>
                </a:lnTo>
                <a:lnTo>
                  <a:pt x="2245576" y="1290789"/>
                </a:lnTo>
                <a:lnTo>
                  <a:pt x="2244458" y="1290320"/>
                </a:lnTo>
                <a:lnTo>
                  <a:pt x="2241829" y="1290320"/>
                </a:lnTo>
                <a:lnTo>
                  <a:pt x="2240711" y="1290789"/>
                </a:lnTo>
                <a:lnTo>
                  <a:pt x="2238845" y="1292644"/>
                </a:lnTo>
                <a:lnTo>
                  <a:pt x="2238375" y="1293774"/>
                </a:lnTo>
                <a:lnTo>
                  <a:pt x="2238375" y="1296403"/>
                </a:lnTo>
                <a:lnTo>
                  <a:pt x="2238845" y="1297520"/>
                </a:lnTo>
                <a:lnTo>
                  <a:pt x="2240711" y="1299387"/>
                </a:lnTo>
                <a:lnTo>
                  <a:pt x="2241829" y="1299845"/>
                </a:lnTo>
                <a:lnTo>
                  <a:pt x="2244458" y="1299845"/>
                </a:lnTo>
                <a:lnTo>
                  <a:pt x="2245576" y="1299387"/>
                </a:lnTo>
                <a:lnTo>
                  <a:pt x="2247442" y="1297520"/>
                </a:lnTo>
                <a:lnTo>
                  <a:pt x="2247900" y="1296403"/>
                </a:lnTo>
                <a:lnTo>
                  <a:pt x="2247900" y="1293774"/>
                </a:lnTo>
                <a:close/>
              </a:path>
              <a:path w="4772025" h="1299845">
                <a:moveTo>
                  <a:pt x="2247900" y="648614"/>
                </a:moveTo>
                <a:lnTo>
                  <a:pt x="2247442" y="647496"/>
                </a:lnTo>
                <a:lnTo>
                  <a:pt x="2245576" y="645629"/>
                </a:lnTo>
                <a:lnTo>
                  <a:pt x="2244458" y="645160"/>
                </a:lnTo>
                <a:lnTo>
                  <a:pt x="2241829" y="645160"/>
                </a:lnTo>
                <a:lnTo>
                  <a:pt x="2240711" y="645629"/>
                </a:lnTo>
                <a:lnTo>
                  <a:pt x="2238845" y="647496"/>
                </a:lnTo>
                <a:lnTo>
                  <a:pt x="2238375" y="648614"/>
                </a:lnTo>
                <a:lnTo>
                  <a:pt x="2238375" y="651243"/>
                </a:lnTo>
                <a:lnTo>
                  <a:pt x="2238845" y="652360"/>
                </a:lnTo>
                <a:lnTo>
                  <a:pt x="2240711" y="654227"/>
                </a:lnTo>
                <a:lnTo>
                  <a:pt x="2241829" y="654685"/>
                </a:lnTo>
                <a:lnTo>
                  <a:pt x="2244458" y="654685"/>
                </a:lnTo>
                <a:lnTo>
                  <a:pt x="2245576" y="654227"/>
                </a:lnTo>
                <a:lnTo>
                  <a:pt x="2247442" y="652360"/>
                </a:lnTo>
                <a:lnTo>
                  <a:pt x="2247900" y="651243"/>
                </a:lnTo>
                <a:lnTo>
                  <a:pt x="2247900" y="648614"/>
                </a:lnTo>
                <a:close/>
              </a:path>
              <a:path w="4772025" h="129984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772025" h="1299845">
                <a:moveTo>
                  <a:pt x="2295525" y="1293774"/>
                </a:moveTo>
                <a:lnTo>
                  <a:pt x="2295067" y="1292644"/>
                </a:lnTo>
                <a:lnTo>
                  <a:pt x="2293201" y="1290789"/>
                </a:lnTo>
                <a:lnTo>
                  <a:pt x="2292083" y="1290320"/>
                </a:lnTo>
                <a:lnTo>
                  <a:pt x="2289454" y="1290320"/>
                </a:lnTo>
                <a:lnTo>
                  <a:pt x="2288336" y="1290789"/>
                </a:lnTo>
                <a:lnTo>
                  <a:pt x="2286470" y="1292644"/>
                </a:lnTo>
                <a:lnTo>
                  <a:pt x="2286000" y="1293774"/>
                </a:lnTo>
                <a:lnTo>
                  <a:pt x="2286000" y="1296403"/>
                </a:lnTo>
                <a:lnTo>
                  <a:pt x="2286470" y="1297520"/>
                </a:lnTo>
                <a:lnTo>
                  <a:pt x="2288336" y="1299387"/>
                </a:lnTo>
                <a:lnTo>
                  <a:pt x="2289454" y="1299845"/>
                </a:lnTo>
                <a:lnTo>
                  <a:pt x="2292083" y="1299845"/>
                </a:lnTo>
                <a:lnTo>
                  <a:pt x="2293201" y="1299387"/>
                </a:lnTo>
                <a:lnTo>
                  <a:pt x="2295067" y="1297520"/>
                </a:lnTo>
                <a:lnTo>
                  <a:pt x="2295525" y="1296403"/>
                </a:lnTo>
                <a:lnTo>
                  <a:pt x="2295525" y="1293774"/>
                </a:lnTo>
                <a:close/>
              </a:path>
              <a:path w="4772025" h="1299845">
                <a:moveTo>
                  <a:pt x="2295525" y="648614"/>
                </a:moveTo>
                <a:lnTo>
                  <a:pt x="2295067" y="647496"/>
                </a:lnTo>
                <a:lnTo>
                  <a:pt x="2293201" y="645629"/>
                </a:lnTo>
                <a:lnTo>
                  <a:pt x="2292083" y="645160"/>
                </a:lnTo>
                <a:lnTo>
                  <a:pt x="2289454" y="645160"/>
                </a:lnTo>
                <a:lnTo>
                  <a:pt x="2288336" y="645629"/>
                </a:lnTo>
                <a:lnTo>
                  <a:pt x="2286470" y="647496"/>
                </a:lnTo>
                <a:lnTo>
                  <a:pt x="2286000" y="648614"/>
                </a:lnTo>
                <a:lnTo>
                  <a:pt x="2286000" y="651243"/>
                </a:lnTo>
                <a:lnTo>
                  <a:pt x="2286470" y="652360"/>
                </a:lnTo>
                <a:lnTo>
                  <a:pt x="2288336" y="654227"/>
                </a:lnTo>
                <a:lnTo>
                  <a:pt x="2289454" y="654685"/>
                </a:lnTo>
                <a:lnTo>
                  <a:pt x="2292083" y="654685"/>
                </a:lnTo>
                <a:lnTo>
                  <a:pt x="2293201" y="654227"/>
                </a:lnTo>
                <a:lnTo>
                  <a:pt x="2295067" y="652360"/>
                </a:lnTo>
                <a:lnTo>
                  <a:pt x="2295525" y="651243"/>
                </a:lnTo>
                <a:lnTo>
                  <a:pt x="2295525" y="648614"/>
                </a:lnTo>
                <a:close/>
              </a:path>
              <a:path w="4772025" h="129984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772025" h="1299845">
                <a:moveTo>
                  <a:pt x="2343150" y="1293774"/>
                </a:moveTo>
                <a:lnTo>
                  <a:pt x="2342692" y="1292644"/>
                </a:lnTo>
                <a:lnTo>
                  <a:pt x="2340826" y="1290789"/>
                </a:lnTo>
                <a:lnTo>
                  <a:pt x="2339708" y="1290320"/>
                </a:lnTo>
                <a:lnTo>
                  <a:pt x="2337079" y="1290320"/>
                </a:lnTo>
                <a:lnTo>
                  <a:pt x="2335961" y="1290789"/>
                </a:lnTo>
                <a:lnTo>
                  <a:pt x="2334095" y="1292644"/>
                </a:lnTo>
                <a:lnTo>
                  <a:pt x="2333625" y="1293774"/>
                </a:lnTo>
                <a:lnTo>
                  <a:pt x="2333625" y="1296403"/>
                </a:lnTo>
                <a:lnTo>
                  <a:pt x="2334095" y="1297520"/>
                </a:lnTo>
                <a:lnTo>
                  <a:pt x="2335961" y="1299387"/>
                </a:lnTo>
                <a:lnTo>
                  <a:pt x="2337079" y="1299845"/>
                </a:lnTo>
                <a:lnTo>
                  <a:pt x="2339708" y="1299845"/>
                </a:lnTo>
                <a:lnTo>
                  <a:pt x="2340826" y="1299387"/>
                </a:lnTo>
                <a:lnTo>
                  <a:pt x="2342692" y="1297520"/>
                </a:lnTo>
                <a:lnTo>
                  <a:pt x="2343150" y="1296403"/>
                </a:lnTo>
                <a:lnTo>
                  <a:pt x="2343150" y="1293774"/>
                </a:lnTo>
                <a:close/>
              </a:path>
              <a:path w="4772025" h="1299845">
                <a:moveTo>
                  <a:pt x="2343150" y="648614"/>
                </a:moveTo>
                <a:lnTo>
                  <a:pt x="2342692" y="647496"/>
                </a:lnTo>
                <a:lnTo>
                  <a:pt x="2340826" y="645629"/>
                </a:lnTo>
                <a:lnTo>
                  <a:pt x="2339708" y="645160"/>
                </a:lnTo>
                <a:lnTo>
                  <a:pt x="2337079" y="645160"/>
                </a:lnTo>
                <a:lnTo>
                  <a:pt x="2335961" y="645629"/>
                </a:lnTo>
                <a:lnTo>
                  <a:pt x="2334095" y="647496"/>
                </a:lnTo>
                <a:lnTo>
                  <a:pt x="2333625" y="648614"/>
                </a:lnTo>
                <a:lnTo>
                  <a:pt x="2333625" y="651243"/>
                </a:lnTo>
                <a:lnTo>
                  <a:pt x="2334095" y="652360"/>
                </a:lnTo>
                <a:lnTo>
                  <a:pt x="2335961" y="654227"/>
                </a:lnTo>
                <a:lnTo>
                  <a:pt x="2337079" y="654685"/>
                </a:lnTo>
                <a:lnTo>
                  <a:pt x="2339708" y="654685"/>
                </a:lnTo>
                <a:lnTo>
                  <a:pt x="2340826" y="654227"/>
                </a:lnTo>
                <a:lnTo>
                  <a:pt x="2342692" y="652360"/>
                </a:lnTo>
                <a:lnTo>
                  <a:pt x="2343150" y="651243"/>
                </a:lnTo>
                <a:lnTo>
                  <a:pt x="2343150" y="648614"/>
                </a:lnTo>
                <a:close/>
              </a:path>
              <a:path w="4772025" h="129984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772025" h="1299845">
                <a:moveTo>
                  <a:pt x="2390775" y="1293774"/>
                </a:moveTo>
                <a:lnTo>
                  <a:pt x="2390317" y="1292644"/>
                </a:lnTo>
                <a:lnTo>
                  <a:pt x="2388451" y="1290789"/>
                </a:lnTo>
                <a:lnTo>
                  <a:pt x="2387333" y="1290320"/>
                </a:lnTo>
                <a:lnTo>
                  <a:pt x="2384704" y="1290320"/>
                </a:lnTo>
                <a:lnTo>
                  <a:pt x="2383586" y="1290789"/>
                </a:lnTo>
                <a:lnTo>
                  <a:pt x="2381720" y="1292644"/>
                </a:lnTo>
                <a:lnTo>
                  <a:pt x="2381250" y="1293774"/>
                </a:lnTo>
                <a:lnTo>
                  <a:pt x="2381250" y="1296403"/>
                </a:lnTo>
                <a:lnTo>
                  <a:pt x="2381720" y="1297520"/>
                </a:lnTo>
                <a:lnTo>
                  <a:pt x="2383586" y="1299387"/>
                </a:lnTo>
                <a:lnTo>
                  <a:pt x="2384704" y="1299845"/>
                </a:lnTo>
                <a:lnTo>
                  <a:pt x="2387333" y="1299845"/>
                </a:lnTo>
                <a:lnTo>
                  <a:pt x="2388451" y="1299387"/>
                </a:lnTo>
                <a:lnTo>
                  <a:pt x="2390317" y="1297520"/>
                </a:lnTo>
                <a:lnTo>
                  <a:pt x="2390775" y="1296403"/>
                </a:lnTo>
                <a:lnTo>
                  <a:pt x="2390775" y="1293774"/>
                </a:lnTo>
                <a:close/>
              </a:path>
              <a:path w="4772025" h="1299845">
                <a:moveTo>
                  <a:pt x="2390775" y="648614"/>
                </a:moveTo>
                <a:lnTo>
                  <a:pt x="2390317" y="647496"/>
                </a:lnTo>
                <a:lnTo>
                  <a:pt x="2388451" y="645629"/>
                </a:lnTo>
                <a:lnTo>
                  <a:pt x="2387333" y="645160"/>
                </a:lnTo>
                <a:lnTo>
                  <a:pt x="2384704" y="645160"/>
                </a:lnTo>
                <a:lnTo>
                  <a:pt x="2383586" y="645629"/>
                </a:lnTo>
                <a:lnTo>
                  <a:pt x="2381720" y="647496"/>
                </a:lnTo>
                <a:lnTo>
                  <a:pt x="2381250" y="648614"/>
                </a:lnTo>
                <a:lnTo>
                  <a:pt x="2381250" y="651243"/>
                </a:lnTo>
                <a:lnTo>
                  <a:pt x="2381720" y="652360"/>
                </a:lnTo>
                <a:lnTo>
                  <a:pt x="2383586" y="654227"/>
                </a:lnTo>
                <a:lnTo>
                  <a:pt x="2384704" y="654685"/>
                </a:lnTo>
                <a:lnTo>
                  <a:pt x="2387333" y="654685"/>
                </a:lnTo>
                <a:lnTo>
                  <a:pt x="2388451" y="654227"/>
                </a:lnTo>
                <a:lnTo>
                  <a:pt x="2390317" y="652360"/>
                </a:lnTo>
                <a:lnTo>
                  <a:pt x="2390775" y="651243"/>
                </a:lnTo>
                <a:lnTo>
                  <a:pt x="2390775" y="648614"/>
                </a:lnTo>
                <a:close/>
              </a:path>
              <a:path w="4772025" h="129984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772025" h="1299845">
                <a:moveTo>
                  <a:pt x="2438400" y="1293774"/>
                </a:moveTo>
                <a:lnTo>
                  <a:pt x="2437942" y="1292644"/>
                </a:lnTo>
                <a:lnTo>
                  <a:pt x="2436076" y="1290789"/>
                </a:lnTo>
                <a:lnTo>
                  <a:pt x="2434958" y="1290320"/>
                </a:lnTo>
                <a:lnTo>
                  <a:pt x="2432329" y="1290320"/>
                </a:lnTo>
                <a:lnTo>
                  <a:pt x="2431211" y="1290789"/>
                </a:lnTo>
                <a:lnTo>
                  <a:pt x="2429345" y="1292644"/>
                </a:lnTo>
                <a:lnTo>
                  <a:pt x="2428875" y="1293774"/>
                </a:lnTo>
                <a:lnTo>
                  <a:pt x="2428875" y="1296403"/>
                </a:lnTo>
                <a:lnTo>
                  <a:pt x="2429345" y="1297520"/>
                </a:lnTo>
                <a:lnTo>
                  <a:pt x="2431211" y="1299387"/>
                </a:lnTo>
                <a:lnTo>
                  <a:pt x="2432329" y="1299845"/>
                </a:lnTo>
                <a:lnTo>
                  <a:pt x="2434958" y="1299845"/>
                </a:lnTo>
                <a:lnTo>
                  <a:pt x="2436076" y="1299387"/>
                </a:lnTo>
                <a:lnTo>
                  <a:pt x="2437942" y="1297520"/>
                </a:lnTo>
                <a:lnTo>
                  <a:pt x="2438400" y="1296403"/>
                </a:lnTo>
                <a:lnTo>
                  <a:pt x="2438400" y="1293774"/>
                </a:lnTo>
                <a:close/>
              </a:path>
              <a:path w="4772025" h="1299845">
                <a:moveTo>
                  <a:pt x="2438400" y="648614"/>
                </a:moveTo>
                <a:lnTo>
                  <a:pt x="2437942" y="647496"/>
                </a:lnTo>
                <a:lnTo>
                  <a:pt x="2436076" y="645629"/>
                </a:lnTo>
                <a:lnTo>
                  <a:pt x="2434958" y="645160"/>
                </a:lnTo>
                <a:lnTo>
                  <a:pt x="2432329" y="645160"/>
                </a:lnTo>
                <a:lnTo>
                  <a:pt x="2431211" y="645629"/>
                </a:lnTo>
                <a:lnTo>
                  <a:pt x="2429345" y="647496"/>
                </a:lnTo>
                <a:lnTo>
                  <a:pt x="2428875" y="648614"/>
                </a:lnTo>
                <a:lnTo>
                  <a:pt x="2428875" y="651243"/>
                </a:lnTo>
                <a:lnTo>
                  <a:pt x="2429345" y="652360"/>
                </a:lnTo>
                <a:lnTo>
                  <a:pt x="2431211" y="654227"/>
                </a:lnTo>
                <a:lnTo>
                  <a:pt x="2432329" y="654685"/>
                </a:lnTo>
                <a:lnTo>
                  <a:pt x="2434958" y="654685"/>
                </a:lnTo>
                <a:lnTo>
                  <a:pt x="2436076" y="654227"/>
                </a:lnTo>
                <a:lnTo>
                  <a:pt x="2437942" y="652360"/>
                </a:lnTo>
                <a:lnTo>
                  <a:pt x="2438400" y="651243"/>
                </a:lnTo>
                <a:lnTo>
                  <a:pt x="2438400" y="648614"/>
                </a:lnTo>
                <a:close/>
              </a:path>
              <a:path w="4772025" h="129984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772025" h="1299845">
                <a:moveTo>
                  <a:pt x="2486025" y="1293774"/>
                </a:moveTo>
                <a:lnTo>
                  <a:pt x="2485567" y="1292644"/>
                </a:lnTo>
                <a:lnTo>
                  <a:pt x="2483701" y="1290789"/>
                </a:lnTo>
                <a:lnTo>
                  <a:pt x="2482583" y="1290320"/>
                </a:lnTo>
                <a:lnTo>
                  <a:pt x="2479954" y="1290320"/>
                </a:lnTo>
                <a:lnTo>
                  <a:pt x="2478836" y="1290789"/>
                </a:lnTo>
                <a:lnTo>
                  <a:pt x="2476970" y="1292644"/>
                </a:lnTo>
                <a:lnTo>
                  <a:pt x="2476500" y="1293774"/>
                </a:lnTo>
                <a:lnTo>
                  <a:pt x="2476500" y="1296403"/>
                </a:lnTo>
                <a:lnTo>
                  <a:pt x="2476970" y="1297520"/>
                </a:lnTo>
                <a:lnTo>
                  <a:pt x="2478836" y="1299387"/>
                </a:lnTo>
                <a:lnTo>
                  <a:pt x="2479954" y="1299845"/>
                </a:lnTo>
                <a:lnTo>
                  <a:pt x="2482583" y="1299845"/>
                </a:lnTo>
                <a:lnTo>
                  <a:pt x="2483701" y="1299387"/>
                </a:lnTo>
                <a:lnTo>
                  <a:pt x="2485567" y="1297520"/>
                </a:lnTo>
                <a:lnTo>
                  <a:pt x="2486025" y="1296403"/>
                </a:lnTo>
                <a:lnTo>
                  <a:pt x="2486025" y="1293774"/>
                </a:lnTo>
                <a:close/>
              </a:path>
              <a:path w="4772025" h="1299845">
                <a:moveTo>
                  <a:pt x="2486025" y="648614"/>
                </a:moveTo>
                <a:lnTo>
                  <a:pt x="2485567" y="647496"/>
                </a:lnTo>
                <a:lnTo>
                  <a:pt x="2483701" y="645629"/>
                </a:lnTo>
                <a:lnTo>
                  <a:pt x="2482583" y="645160"/>
                </a:lnTo>
                <a:lnTo>
                  <a:pt x="2479954" y="645160"/>
                </a:lnTo>
                <a:lnTo>
                  <a:pt x="2478836" y="645629"/>
                </a:lnTo>
                <a:lnTo>
                  <a:pt x="2476970" y="647496"/>
                </a:lnTo>
                <a:lnTo>
                  <a:pt x="2476500" y="648614"/>
                </a:lnTo>
                <a:lnTo>
                  <a:pt x="2476500" y="651243"/>
                </a:lnTo>
                <a:lnTo>
                  <a:pt x="2476970" y="652360"/>
                </a:lnTo>
                <a:lnTo>
                  <a:pt x="2478836" y="654227"/>
                </a:lnTo>
                <a:lnTo>
                  <a:pt x="2479954" y="654685"/>
                </a:lnTo>
                <a:lnTo>
                  <a:pt x="2482583" y="654685"/>
                </a:lnTo>
                <a:lnTo>
                  <a:pt x="2483701" y="654227"/>
                </a:lnTo>
                <a:lnTo>
                  <a:pt x="2485567" y="652360"/>
                </a:lnTo>
                <a:lnTo>
                  <a:pt x="2486025" y="651243"/>
                </a:lnTo>
                <a:lnTo>
                  <a:pt x="2486025" y="648614"/>
                </a:lnTo>
                <a:close/>
              </a:path>
              <a:path w="4772025" h="129984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772025" h="1299845">
                <a:moveTo>
                  <a:pt x="2533650" y="1293774"/>
                </a:moveTo>
                <a:lnTo>
                  <a:pt x="2533192" y="1292644"/>
                </a:lnTo>
                <a:lnTo>
                  <a:pt x="2531326" y="1290789"/>
                </a:lnTo>
                <a:lnTo>
                  <a:pt x="2530208" y="1290320"/>
                </a:lnTo>
                <a:lnTo>
                  <a:pt x="2527579" y="1290320"/>
                </a:lnTo>
                <a:lnTo>
                  <a:pt x="2526461" y="1290789"/>
                </a:lnTo>
                <a:lnTo>
                  <a:pt x="2524595" y="1292644"/>
                </a:lnTo>
                <a:lnTo>
                  <a:pt x="2524125" y="1293774"/>
                </a:lnTo>
                <a:lnTo>
                  <a:pt x="2524125" y="1296403"/>
                </a:lnTo>
                <a:lnTo>
                  <a:pt x="2524595" y="1297520"/>
                </a:lnTo>
                <a:lnTo>
                  <a:pt x="2526461" y="1299387"/>
                </a:lnTo>
                <a:lnTo>
                  <a:pt x="2527579" y="1299845"/>
                </a:lnTo>
                <a:lnTo>
                  <a:pt x="2530208" y="1299845"/>
                </a:lnTo>
                <a:lnTo>
                  <a:pt x="2531326" y="1299387"/>
                </a:lnTo>
                <a:lnTo>
                  <a:pt x="2533192" y="1297520"/>
                </a:lnTo>
                <a:lnTo>
                  <a:pt x="2533650" y="1296403"/>
                </a:lnTo>
                <a:lnTo>
                  <a:pt x="2533650" y="1293774"/>
                </a:lnTo>
                <a:close/>
              </a:path>
              <a:path w="4772025" h="1299845">
                <a:moveTo>
                  <a:pt x="2533650" y="648614"/>
                </a:moveTo>
                <a:lnTo>
                  <a:pt x="2533192" y="647496"/>
                </a:lnTo>
                <a:lnTo>
                  <a:pt x="2531326" y="645629"/>
                </a:lnTo>
                <a:lnTo>
                  <a:pt x="2530208" y="645160"/>
                </a:lnTo>
                <a:lnTo>
                  <a:pt x="2527579" y="645160"/>
                </a:lnTo>
                <a:lnTo>
                  <a:pt x="2526461" y="645629"/>
                </a:lnTo>
                <a:lnTo>
                  <a:pt x="2524595" y="647496"/>
                </a:lnTo>
                <a:lnTo>
                  <a:pt x="2524125" y="648614"/>
                </a:lnTo>
                <a:lnTo>
                  <a:pt x="2524125" y="651243"/>
                </a:lnTo>
                <a:lnTo>
                  <a:pt x="2524595" y="652360"/>
                </a:lnTo>
                <a:lnTo>
                  <a:pt x="2526461" y="654227"/>
                </a:lnTo>
                <a:lnTo>
                  <a:pt x="2527579" y="654685"/>
                </a:lnTo>
                <a:lnTo>
                  <a:pt x="2530208" y="654685"/>
                </a:lnTo>
                <a:lnTo>
                  <a:pt x="2531326" y="654227"/>
                </a:lnTo>
                <a:lnTo>
                  <a:pt x="2533192" y="652360"/>
                </a:lnTo>
                <a:lnTo>
                  <a:pt x="2533650" y="651243"/>
                </a:lnTo>
                <a:lnTo>
                  <a:pt x="2533650" y="648614"/>
                </a:lnTo>
                <a:close/>
              </a:path>
              <a:path w="4772025" h="129984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772025" h="1299845">
                <a:moveTo>
                  <a:pt x="2581275" y="1293774"/>
                </a:moveTo>
                <a:lnTo>
                  <a:pt x="2580817" y="1292644"/>
                </a:lnTo>
                <a:lnTo>
                  <a:pt x="2578951" y="1290789"/>
                </a:lnTo>
                <a:lnTo>
                  <a:pt x="2577833" y="1290320"/>
                </a:lnTo>
                <a:lnTo>
                  <a:pt x="2575204" y="1290320"/>
                </a:lnTo>
                <a:lnTo>
                  <a:pt x="2574086" y="1290789"/>
                </a:lnTo>
                <a:lnTo>
                  <a:pt x="2572220" y="1292644"/>
                </a:lnTo>
                <a:lnTo>
                  <a:pt x="2571750" y="1293774"/>
                </a:lnTo>
                <a:lnTo>
                  <a:pt x="2571750" y="1296403"/>
                </a:lnTo>
                <a:lnTo>
                  <a:pt x="2572220" y="1297520"/>
                </a:lnTo>
                <a:lnTo>
                  <a:pt x="2574086" y="1299387"/>
                </a:lnTo>
                <a:lnTo>
                  <a:pt x="2575204" y="1299845"/>
                </a:lnTo>
                <a:lnTo>
                  <a:pt x="2577833" y="1299845"/>
                </a:lnTo>
                <a:lnTo>
                  <a:pt x="2578951" y="1299387"/>
                </a:lnTo>
                <a:lnTo>
                  <a:pt x="2580817" y="1297520"/>
                </a:lnTo>
                <a:lnTo>
                  <a:pt x="2581275" y="1296403"/>
                </a:lnTo>
                <a:lnTo>
                  <a:pt x="2581275" y="1293774"/>
                </a:lnTo>
                <a:close/>
              </a:path>
              <a:path w="4772025" h="1299845">
                <a:moveTo>
                  <a:pt x="2581275" y="648614"/>
                </a:moveTo>
                <a:lnTo>
                  <a:pt x="2580817" y="647496"/>
                </a:lnTo>
                <a:lnTo>
                  <a:pt x="2578951" y="645629"/>
                </a:lnTo>
                <a:lnTo>
                  <a:pt x="2577833" y="645160"/>
                </a:lnTo>
                <a:lnTo>
                  <a:pt x="2575204" y="645160"/>
                </a:lnTo>
                <a:lnTo>
                  <a:pt x="2574086" y="645629"/>
                </a:lnTo>
                <a:lnTo>
                  <a:pt x="2572220" y="647496"/>
                </a:lnTo>
                <a:lnTo>
                  <a:pt x="2571750" y="648614"/>
                </a:lnTo>
                <a:lnTo>
                  <a:pt x="2571750" y="651243"/>
                </a:lnTo>
                <a:lnTo>
                  <a:pt x="2572220" y="652360"/>
                </a:lnTo>
                <a:lnTo>
                  <a:pt x="2574086" y="654227"/>
                </a:lnTo>
                <a:lnTo>
                  <a:pt x="2575204" y="654685"/>
                </a:lnTo>
                <a:lnTo>
                  <a:pt x="2577833" y="654685"/>
                </a:lnTo>
                <a:lnTo>
                  <a:pt x="2578951" y="654227"/>
                </a:lnTo>
                <a:lnTo>
                  <a:pt x="2580817" y="652360"/>
                </a:lnTo>
                <a:lnTo>
                  <a:pt x="2581275" y="651243"/>
                </a:lnTo>
                <a:lnTo>
                  <a:pt x="2581275" y="648614"/>
                </a:lnTo>
                <a:close/>
              </a:path>
              <a:path w="4772025" h="129984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772025" h="1299845">
                <a:moveTo>
                  <a:pt x="2628900" y="1293774"/>
                </a:moveTo>
                <a:lnTo>
                  <a:pt x="2628442" y="1292644"/>
                </a:lnTo>
                <a:lnTo>
                  <a:pt x="2626576" y="1290789"/>
                </a:lnTo>
                <a:lnTo>
                  <a:pt x="2625458" y="1290320"/>
                </a:lnTo>
                <a:lnTo>
                  <a:pt x="2622829" y="1290320"/>
                </a:lnTo>
                <a:lnTo>
                  <a:pt x="2621711" y="1290789"/>
                </a:lnTo>
                <a:lnTo>
                  <a:pt x="2619845" y="1292644"/>
                </a:lnTo>
                <a:lnTo>
                  <a:pt x="2619375" y="1293774"/>
                </a:lnTo>
                <a:lnTo>
                  <a:pt x="2619375" y="1296403"/>
                </a:lnTo>
                <a:lnTo>
                  <a:pt x="2619845" y="1297520"/>
                </a:lnTo>
                <a:lnTo>
                  <a:pt x="2621711" y="1299387"/>
                </a:lnTo>
                <a:lnTo>
                  <a:pt x="2622829" y="1299845"/>
                </a:lnTo>
                <a:lnTo>
                  <a:pt x="2625458" y="1299845"/>
                </a:lnTo>
                <a:lnTo>
                  <a:pt x="2626576" y="1299387"/>
                </a:lnTo>
                <a:lnTo>
                  <a:pt x="2628442" y="1297520"/>
                </a:lnTo>
                <a:lnTo>
                  <a:pt x="2628900" y="1296403"/>
                </a:lnTo>
                <a:lnTo>
                  <a:pt x="2628900" y="1293774"/>
                </a:lnTo>
                <a:close/>
              </a:path>
              <a:path w="4772025" h="1299845">
                <a:moveTo>
                  <a:pt x="2628900" y="648614"/>
                </a:moveTo>
                <a:lnTo>
                  <a:pt x="2628442" y="647496"/>
                </a:lnTo>
                <a:lnTo>
                  <a:pt x="2626576" y="645629"/>
                </a:lnTo>
                <a:lnTo>
                  <a:pt x="2625458" y="645160"/>
                </a:lnTo>
                <a:lnTo>
                  <a:pt x="2622829" y="645160"/>
                </a:lnTo>
                <a:lnTo>
                  <a:pt x="2621711" y="645629"/>
                </a:lnTo>
                <a:lnTo>
                  <a:pt x="2619845" y="647496"/>
                </a:lnTo>
                <a:lnTo>
                  <a:pt x="2619375" y="648614"/>
                </a:lnTo>
                <a:lnTo>
                  <a:pt x="2619375" y="651243"/>
                </a:lnTo>
                <a:lnTo>
                  <a:pt x="2619845" y="652360"/>
                </a:lnTo>
                <a:lnTo>
                  <a:pt x="2621711" y="654227"/>
                </a:lnTo>
                <a:lnTo>
                  <a:pt x="2622829" y="654685"/>
                </a:lnTo>
                <a:lnTo>
                  <a:pt x="2625458" y="654685"/>
                </a:lnTo>
                <a:lnTo>
                  <a:pt x="2626576" y="654227"/>
                </a:lnTo>
                <a:lnTo>
                  <a:pt x="2628442" y="652360"/>
                </a:lnTo>
                <a:lnTo>
                  <a:pt x="2628900" y="651243"/>
                </a:lnTo>
                <a:lnTo>
                  <a:pt x="2628900" y="648614"/>
                </a:lnTo>
                <a:close/>
              </a:path>
              <a:path w="4772025" h="129984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772025" h="1299845">
                <a:moveTo>
                  <a:pt x="2676525" y="1293774"/>
                </a:moveTo>
                <a:lnTo>
                  <a:pt x="2676067" y="1292644"/>
                </a:lnTo>
                <a:lnTo>
                  <a:pt x="2674201" y="1290789"/>
                </a:lnTo>
                <a:lnTo>
                  <a:pt x="2673083" y="1290320"/>
                </a:lnTo>
                <a:lnTo>
                  <a:pt x="2670454" y="1290320"/>
                </a:lnTo>
                <a:lnTo>
                  <a:pt x="2669336" y="1290789"/>
                </a:lnTo>
                <a:lnTo>
                  <a:pt x="2667470" y="1292644"/>
                </a:lnTo>
                <a:lnTo>
                  <a:pt x="2667000" y="1293774"/>
                </a:lnTo>
                <a:lnTo>
                  <a:pt x="2667000" y="1296403"/>
                </a:lnTo>
                <a:lnTo>
                  <a:pt x="2667470" y="1297520"/>
                </a:lnTo>
                <a:lnTo>
                  <a:pt x="2669336" y="1299387"/>
                </a:lnTo>
                <a:lnTo>
                  <a:pt x="2670454" y="1299845"/>
                </a:lnTo>
                <a:lnTo>
                  <a:pt x="2673083" y="1299845"/>
                </a:lnTo>
                <a:lnTo>
                  <a:pt x="2674201" y="1299387"/>
                </a:lnTo>
                <a:lnTo>
                  <a:pt x="2676067" y="1297520"/>
                </a:lnTo>
                <a:lnTo>
                  <a:pt x="2676525" y="1296403"/>
                </a:lnTo>
                <a:lnTo>
                  <a:pt x="2676525" y="1293774"/>
                </a:lnTo>
                <a:close/>
              </a:path>
              <a:path w="4772025" h="1299845">
                <a:moveTo>
                  <a:pt x="2676525" y="648614"/>
                </a:moveTo>
                <a:lnTo>
                  <a:pt x="2676067" y="647496"/>
                </a:lnTo>
                <a:lnTo>
                  <a:pt x="2674201" y="645629"/>
                </a:lnTo>
                <a:lnTo>
                  <a:pt x="2673083" y="645160"/>
                </a:lnTo>
                <a:lnTo>
                  <a:pt x="2670454" y="645160"/>
                </a:lnTo>
                <a:lnTo>
                  <a:pt x="2669336" y="645629"/>
                </a:lnTo>
                <a:lnTo>
                  <a:pt x="2667470" y="647496"/>
                </a:lnTo>
                <a:lnTo>
                  <a:pt x="2667000" y="648614"/>
                </a:lnTo>
                <a:lnTo>
                  <a:pt x="2667000" y="651243"/>
                </a:lnTo>
                <a:lnTo>
                  <a:pt x="2667470" y="652360"/>
                </a:lnTo>
                <a:lnTo>
                  <a:pt x="2669336" y="654227"/>
                </a:lnTo>
                <a:lnTo>
                  <a:pt x="2670454" y="654685"/>
                </a:lnTo>
                <a:lnTo>
                  <a:pt x="2673083" y="654685"/>
                </a:lnTo>
                <a:lnTo>
                  <a:pt x="2674201" y="654227"/>
                </a:lnTo>
                <a:lnTo>
                  <a:pt x="2676067" y="652360"/>
                </a:lnTo>
                <a:lnTo>
                  <a:pt x="2676525" y="651243"/>
                </a:lnTo>
                <a:lnTo>
                  <a:pt x="2676525" y="648614"/>
                </a:lnTo>
                <a:close/>
              </a:path>
              <a:path w="4772025" h="129984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772025" h="1299845">
                <a:moveTo>
                  <a:pt x="2724150" y="1293774"/>
                </a:moveTo>
                <a:lnTo>
                  <a:pt x="2723692" y="1292644"/>
                </a:lnTo>
                <a:lnTo>
                  <a:pt x="2721826" y="1290789"/>
                </a:lnTo>
                <a:lnTo>
                  <a:pt x="2720708" y="1290320"/>
                </a:lnTo>
                <a:lnTo>
                  <a:pt x="2718079" y="1290320"/>
                </a:lnTo>
                <a:lnTo>
                  <a:pt x="2716961" y="1290789"/>
                </a:lnTo>
                <a:lnTo>
                  <a:pt x="2715095" y="1292644"/>
                </a:lnTo>
                <a:lnTo>
                  <a:pt x="2714625" y="1293774"/>
                </a:lnTo>
                <a:lnTo>
                  <a:pt x="2714625" y="1296403"/>
                </a:lnTo>
                <a:lnTo>
                  <a:pt x="2715095" y="1297520"/>
                </a:lnTo>
                <a:lnTo>
                  <a:pt x="2716961" y="1299387"/>
                </a:lnTo>
                <a:lnTo>
                  <a:pt x="2718079" y="1299845"/>
                </a:lnTo>
                <a:lnTo>
                  <a:pt x="2720708" y="1299845"/>
                </a:lnTo>
                <a:lnTo>
                  <a:pt x="2721826" y="1299387"/>
                </a:lnTo>
                <a:lnTo>
                  <a:pt x="2723692" y="1297520"/>
                </a:lnTo>
                <a:lnTo>
                  <a:pt x="2724150" y="1296403"/>
                </a:lnTo>
                <a:lnTo>
                  <a:pt x="2724150" y="1293774"/>
                </a:lnTo>
                <a:close/>
              </a:path>
              <a:path w="4772025" h="1299845">
                <a:moveTo>
                  <a:pt x="2724150" y="648614"/>
                </a:moveTo>
                <a:lnTo>
                  <a:pt x="2723692" y="647496"/>
                </a:lnTo>
                <a:lnTo>
                  <a:pt x="2721826" y="645629"/>
                </a:lnTo>
                <a:lnTo>
                  <a:pt x="2720708" y="645160"/>
                </a:lnTo>
                <a:lnTo>
                  <a:pt x="2718079" y="645160"/>
                </a:lnTo>
                <a:lnTo>
                  <a:pt x="2716961" y="645629"/>
                </a:lnTo>
                <a:lnTo>
                  <a:pt x="2715095" y="647496"/>
                </a:lnTo>
                <a:lnTo>
                  <a:pt x="2714625" y="648614"/>
                </a:lnTo>
                <a:lnTo>
                  <a:pt x="2714625" y="651243"/>
                </a:lnTo>
                <a:lnTo>
                  <a:pt x="2715095" y="652360"/>
                </a:lnTo>
                <a:lnTo>
                  <a:pt x="2716961" y="654227"/>
                </a:lnTo>
                <a:lnTo>
                  <a:pt x="2718079" y="654685"/>
                </a:lnTo>
                <a:lnTo>
                  <a:pt x="2720708" y="654685"/>
                </a:lnTo>
                <a:lnTo>
                  <a:pt x="2721826" y="654227"/>
                </a:lnTo>
                <a:lnTo>
                  <a:pt x="2723692" y="652360"/>
                </a:lnTo>
                <a:lnTo>
                  <a:pt x="2724150" y="651243"/>
                </a:lnTo>
                <a:lnTo>
                  <a:pt x="2724150" y="648614"/>
                </a:lnTo>
                <a:close/>
              </a:path>
              <a:path w="4772025" h="129984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772025" h="1299845">
                <a:moveTo>
                  <a:pt x="2771775" y="1293774"/>
                </a:moveTo>
                <a:lnTo>
                  <a:pt x="2771317" y="1292644"/>
                </a:lnTo>
                <a:lnTo>
                  <a:pt x="2769451" y="1290789"/>
                </a:lnTo>
                <a:lnTo>
                  <a:pt x="2768333" y="1290320"/>
                </a:lnTo>
                <a:lnTo>
                  <a:pt x="2765704" y="1290320"/>
                </a:lnTo>
                <a:lnTo>
                  <a:pt x="2764586" y="1290789"/>
                </a:lnTo>
                <a:lnTo>
                  <a:pt x="2762720" y="1292644"/>
                </a:lnTo>
                <a:lnTo>
                  <a:pt x="2762250" y="1293774"/>
                </a:lnTo>
                <a:lnTo>
                  <a:pt x="2762250" y="1296403"/>
                </a:lnTo>
                <a:lnTo>
                  <a:pt x="2762720" y="1297520"/>
                </a:lnTo>
                <a:lnTo>
                  <a:pt x="2764586" y="1299387"/>
                </a:lnTo>
                <a:lnTo>
                  <a:pt x="2765704" y="1299845"/>
                </a:lnTo>
                <a:lnTo>
                  <a:pt x="2768333" y="1299845"/>
                </a:lnTo>
                <a:lnTo>
                  <a:pt x="2769451" y="1299387"/>
                </a:lnTo>
                <a:lnTo>
                  <a:pt x="2771317" y="1297520"/>
                </a:lnTo>
                <a:lnTo>
                  <a:pt x="2771775" y="1296403"/>
                </a:lnTo>
                <a:lnTo>
                  <a:pt x="2771775" y="1293774"/>
                </a:lnTo>
                <a:close/>
              </a:path>
              <a:path w="4772025" h="1299845">
                <a:moveTo>
                  <a:pt x="2771775" y="648614"/>
                </a:moveTo>
                <a:lnTo>
                  <a:pt x="2771317" y="647496"/>
                </a:lnTo>
                <a:lnTo>
                  <a:pt x="2769451" y="645629"/>
                </a:lnTo>
                <a:lnTo>
                  <a:pt x="2768333" y="645160"/>
                </a:lnTo>
                <a:lnTo>
                  <a:pt x="2765704" y="645160"/>
                </a:lnTo>
                <a:lnTo>
                  <a:pt x="2764586" y="645629"/>
                </a:lnTo>
                <a:lnTo>
                  <a:pt x="2762720" y="647496"/>
                </a:lnTo>
                <a:lnTo>
                  <a:pt x="2762250" y="648614"/>
                </a:lnTo>
                <a:lnTo>
                  <a:pt x="2762250" y="651243"/>
                </a:lnTo>
                <a:lnTo>
                  <a:pt x="2762720" y="652360"/>
                </a:lnTo>
                <a:lnTo>
                  <a:pt x="2764586" y="654227"/>
                </a:lnTo>
                <a:lnTo>
                  <a:pt x="2765704" y="654685"/>
                </a:lnTo>
                <a:lnTo>
                  <a:pt x="2768333" y="654685"/>
                </a:lnTo>
                <a:lnTo>
                  <a:pt x="2769451" y="654227"/>
                </a:lnTo>
                <a:lnTo>
                  <a:pt x="2771317" y="652360"/>
                </a:lnTo>
                <a:lnTo>
                  <a:pt x="2771775" y="651243"/>
                </a:lnTo>
                <a:lnTo>
                  <a:pt x="2771775" y="648614"/>
                </a:lnTo>
                <a:close/>
              </a:path>
              <a:path w="4772025" h="129984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772025" h="1299845">
                <a:moveTo>
                  <a:pt x="2819400" y="1293774"/>
                </a:moveTo>
                <a:lnTo>
                  <a:pt x="2818942" y="1292644"/>
                </a:lnTo>
                <a:lnTo>
                  <a:pt x="2817076" y="1290789"/>
                </a:lnTo>
                <a:lnTo>
                  <a:pt x="2815958" y="1290320"/>
                </a:lnTo>
                <a:lnTo>
                  <a:pt x="2813329" y="1290320"/>
                </a:lnTo>
                <a:lnTo>
                  <a:pt x="2812211" y="1290789"/>
                </a:lnTo>
                <a:lnTo>
                  <a:pt x="2810345" y="1292644"/>
                </a:lnTo>
                <a:lnTo>
                  <a:pt x="2809875" y="1293774"/>
                </a:lnTo>
                <a:lnTo>
                  <a:pt x="2809875" y="1296403"/>
                </a:lnTo>
                <a:lnTo>
                  <a:pt x="2810345" y="1297520"/>
                </a:lnTo>
                <a:lnTo>
                  <a:pt x="2812211" y="1299387"/>
                </a:lnTo>
                <a:lnTo>
                  <a:pt x="2813329" y="1299845"/>
                </a:lnTo>
                <a:lnTo>
                  <a:pt x="2815958" y="1299845"/>
                </a:lnTo>
                <a:lnTo>
                  <a:pt x="2817076" y="1299387"/>
                </a:lnTo>
                <a:lnTo>
                  <a:pt x="2818942" y="1297520"/>
                </a:lnTo>
                <a:lnTo>
                  <a:pt x="2819400" y="1296403"/>
                </a:lnTo>
                <a:lnTo>
                  <a:pt x="2819400" y="1293774"/>
                </a:lnTo>
                <a:close/>
              </a:path>
              <a:path w="4772025" h="1299845">
                <a:moveTo>
                  <a:pt x="2819400" y="648614"/>
                </a:moveTo>
                <a:lnTo>
                  <a:pt x="2818942" y="647496"/>
                </a:lnTo>
                <a:lnTo>
                  <a:pt x="2817076" y="645629"/>
                </a:lnTo>
                <a:lnTo>
                  <a:pt x="2815958" y="645160"/>
                </a:lnTo>
                <a:lnTo>
                  <a:pt x="2813329" y="645160"/>
                </a:lnTo>
                <a:lnTo>
                  <a:pt x="2812211" y="645629"/>
                </a:lnTo>
                <a:lnTo>
                  <a:pt x="2810345" y="647496"/>
                </a:lnTo>
                <a:lnTo>
                  <a:pt x="2809875" y="648614"/>
                </a:lnTo>
                <a:lnTo>
                  <a:pt x="2809875" y="651243"/>
                </a:lnTo>
                <a:lnTo>
                  <a:pt x="2810345" y="652360"/>
                </a:lnTo>
                <a:lnTo>
                  <a:pt x="2812211" y="654227"/>
                </a:lnTo>
                <a:lnTo>
                  <a:pt x="2813329" y="654685"/>
                </a:lnTo>
                <a:lnTo>
                  <a:pt x="2815958" y="654685"/>
                </a:lnTo>
                <a:lnTo>
                  <a:pt x="2817076" y="654227"/>
                </a:lnTo>
                <a:lnTo>
                  <a:pt x="2818942" y="652360"/>
                </a:lnTo>
                <a:lnTo>
                  <a:pt x="2819400" y="651243"/>
                </a:lnTo>
                <a:lnTo>
                  <a:pt x="2819400" y="648614"/>
                </a:lnTo>
                <a:close/>
              </a:path>
              <a:path w="4772025" h="129984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772025" h="1299845">
                <a:moveTo>
                  <a:pt x="2867025" y="1293774"/>
                </a:moveTo>
                <a:lnTo>
                  <a:pt x="2866567" y="1292644"/>
                </a:lnTo>
                <a:lnTo>
                  <a:pt x="2864701" y="1290789"/>
                </a:lnTo>
                <a:lnTo>
                  <a:pt x="2863583" y="1290320"/>
                </a:lnTo>
                <a:lnTo>
                  <a:pt x="2860954" y="1290320"/>
                </a:lnTo>
                <a:lnTo>
                  <a:pt x="2859836" y="1290789"/>
                </a:lnTo>
                <a:lnTo>
                  <a:pt x="2857970" y="1292644"/>
                </a:lnTo>
                <a:lnTo>
                  <a:pt x="2857500" y="1293774"/>
                </a:lnTo>
                <a:lnTo>
                  <a:pt x="2857500" y="1296403"/>
                </a:lnTo>
                <a:lnTo>
                  <a:pt x="2857970" y="1297520"/>
                </a:lnTo>
                <a:lnTo>
                  <a:pt x="2859836" y="1299387"/>
                </a:lnTo>
                <a:lnTo>
                  <a:pt x="2860954" y="1299845"/>
                </a:lnTo>
                <a:lnTo>
                  <a:pt x="2863583" y="1299845"/>
                </a:lnTo>
                <a:lnTo>
                  <a:pt x="2864701" y="1299387"/>
                </a:lnTo>
                <a:lnTo>
                  <a:pt x="2866567" y="1297520"/>
                </a:lnTo>
                <a:lnTo>
                  <a:pt x="2867025" y="1296403"/>
                </a:lnTo>
                <a:lnTo>
                  <a:pt x="2867025" y="1293774"/>
                </a:lnTo>
                <a:close/>
              </a:path>
              <a:path w="4772025" h="1299845">
                <a:moveTo>
                  <a:pt x="2867025" y="648614"/>
                </a:moveTo>
                <a:lnTo>
                  <a:pt x="2866567" y="647496"/>
                </a:lnTo>
                <a:lnTo>
                  <a:pt x="2864701" y="645629"/>
                </a:lnTo>
                <a:lnTo>
                  <a:pt x="2863583" y="645160"/>
                </a:lnTo>
                <a:lnTo>
                  <a:pt x="2860954" y="645160"/>
                </a:lnTo>
                <a:lnTo>
                  <a:pt x="2859836" y="645629"/>
                </a:lnTo>
                <a:lnTo>
                  <a:pt x="2857970" y="647496"/>
                </a:lnTo>
                <a:lnTo>
                  <a:pt x="2857500" y="648614"/>
                </a:lnTo>
                <a:lnTo>
                  <a:pt x="2857500" y="651243"/>
                </a:lnTo>
                <a:lnTo>
                  <a:pt x="2857970" y="652360"/>
                </a:lnTo>
                <a:lnTo>
                  <a:pt x="2859836" y="654227"/>
                </a:lnTo>
                <a:lnTo>
                  <a:pt x="2860954" y="654685"/>
                </a:lnTo>
                <a:lnTo>
                  <a:pt x="2863583" y="654685"/>
                </a:lnTo>
                <a:lnTo>
                  <a:pt x="2864701" y="654227"/>
                </a:lnTo>
                <a:lnTo>
                  <a:pt x="2866567" y="652360"/>
                </a:lnTo>
                <a:lnTo>
                  <a:pt x="2867025" y="651243"/>
                </a:lnTo>
                <a:lnTo>
                  <a:pt x="2867025" y="648614"/>
                </a:lnTo>
                <a:close/>
              </a:path>
              <a:path w="4772025" h="129984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772025" h="1299845">
                <a:moveTo>
                  <a:pt x="2914650" y="1293774"/>
                </a:moveTo>
                <a:lnTo>
                  <a:pt x="2914192" y="1292644"/>
                </a:lnTo>
                <a:lnTo>
                  <a:pt x="2912326" y="1290789"/>
                </a:lnTo>
                <a:lnTo>
                  <a:pt x="2911208" y="1290320"/>
                </a:lnTo>
                <a:lnTo>
                  <a:pt x="2908579" y="1290320"/>
                </a:lnTo>
                <a:lnTo>
                  <a:pt x="2907461" y="1290789"/>
                </a:lnTo>
                <a:lnTo>
                  <a:pt x="2905595" y="1292644"/>
                </a:lnTo>
                <a:lnTo>
                  <a:pt x="2905125" y="1293774"/>
                </a:lnTo>
                <a:lnTo>
                  <a:pt x="2905125" y="1296403"/>
                </a:lnTo>
                <a:lnTo>
                  <a:pt x="2905595" y="1297520"/>
                </a:lnTo>
                <a:lnTo>
                  <a:pt x="2907461" y="1299387"/>
                </a:lnTo>
                <a:lnTo>
                  <a:pt x="2908579" y="1299845"/>
                </a:lnTo>
                <a:lnTo>
                  <a:pt x="2911208" y="1299845"/>
                </a:lnTo>
                <a:lnTo>
                  <a:pt x="2912326" y="1299387"/>
                </a:lnTo>
                <a:lnTo>
                  <a:pt x="2914192" y="1297520"/>
                </a:lnTo>
                <a:lnTo>
                  <a:pt x="2914650" y="1296403"/>
                </a:lnTo>
                <a:lnTo>
                  <a:pt x="2914650" y="1293774"/>
                </a:lnTo>
                <a:close/>
              </a:path>
              <a:path w="4772025" h="1299845">
                <a:moveTo>
                  <a:pt x="2914650" y="648614"/>
                </a:moveTo>
                <a:lnTo>
                  <a:pt x="2914192" y="647496"/>
                </a:lnTo>
                <a:lnTo>
                  <a:pt x="2912326" y="645629"/>
                </a:lnTo>
                <a:lnTo>
                  <a:pt x="2911208" y="645160"/>
                </a:lnTo>
                <a:lnTo>
                  <a:pt x="2908579" y="645160"/>
                </a:lnTo>
                <a:lnTo>
                  <a:pt x="2907461" y="645629"/>
                </a:lnTo>
                <a:lnTo>
                  <a:pt x="2905595" y="647496"/>
                </a:lnTo>
                <a:lnTo>
                  <a:pt x="2905125" y="648614"/>
                </a:lnTo>
                <a:lnTo>
                  <a:pt x="2905125" y="651243"/>
                </a:lnTo>
                <a:lnTo>
                  <a:pt x="2905595" y="652360"/>
                </a:lnTo>
                <a:lnTo>
                  <a:pt x="2907461" y="654227"/>
                </a:lnTo>
                <a:lnTo>
                  <a:pt x="2908579" y="654685"/>
                </a:lnTo>
                <a:lnTo>
                  <a:pt x="2911208" y="654685"/>
                </a:lnTo>
                <a:lnTo>
                  <a:pt x="2912326" y="654227"/>
                </a:lnTo>
                <a:lnTo>
                  <a:pt x="2914192" y="652360"/>
                </a:lnTo>
                <a:lnTo>
                  <a:pt x="2914650" y="651243"/>
                </a:lnTo>
                <a:lnTo>
                  <a:pt x="2914650" y="648614"/>
                </a:lnTo>
                <a:close/>
              </a:path>
              <a:path w="4772025" h="129984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772025" h="1299845">
                <a:moveTo>
                  <a:pt x="2962275" y="1293774"/>
                </a:moveTo>
                <a:lnTo>
                  <a:pt x="2961817" y="1292644"/>
                </a:lnTo>
                <a:lnTo>
                  <a:pt x="2959951" y="1290789"/>
                </a:lnTo>
                <a:lnTo>
                  <a:pt x="2958833" y="1290320"/>
                </a:lnTo>
                <a:lnTo>
                  <a:pt x="2956204" y="1290320"/>
                </a:lnTo>
                <a:lnTo>
                  <a:pt x="2955086" y="1290789"/>
                </a:lnTo>
                <a:lnTo>
                  <a:pt x="2953220" y="1292644"/>
                </a:lnTo>
                <a:lnTo>
                  <a:pt x="2952750" y="1293774"/>
                </a:lnTo>
                <a:lnTo>
                  <a:pt x="2952750" y="1296403"/>
                </a:lnTo>
                <a:lnTo>
                  <a:pt x="2953220" y="1297520"/>
                </a:lnTo>
                <a:lnTo>
                  <a:pt x="2955086" y="1299387"/>
                </a:lnTo>
                <a:lnTo>
                  <a:pt x="2956204" y="1299845"/>
                </a:lnTo>
                <a:lnTo>
                  <a:pt x="2958833" y="1299845"/>
                </a:lnTo>
                <a:lnTo>
                  <a:pt x="2959951" y="1299387"/>
                </a:lnTo>
                <a:lnTo>
                  <a:pt x="2961817" y="1297520"/>
                </a:lnTo>
                <a:lnTo>
                  <a:pt x="2962275" y="1296403"/>
                </a:lnTo>
                <a:lnTo>
                  <a:pt x="2962275" y="1293774"/>
                </a:lnTo>
                <a:close/>
              </a:path>
              <a:path w="4772025" h="1299845">
                <a:moveTo>
                  <a:pt x="2962275" y="648614"/>
                </a:moveTo>
                <a:lnTo>
                  <a:pt x="2961817" y="647496"/>
                </a:lnTo>
                <a:lnTo>
                  <a:pt x="2959951" y="645629"/>
                </a:lnTo>
                <a:lnTo>
                  <a:pt x="2958833" y="645160"/>
                </a:lnTo>
                <a:lnTo>
                  <a:pt x="2956204" y="645160"/>
                </a:lnTo>
                <a:lnTo>
                  <a:pt x="2955086" y="645629"/>
                </a:lnTo>
                <a:lnTo>
                  <a:pt x="2953220" y="647496"/>
                </a:lnTo>
                <a:lnTo>
                  <a:pt x="2952750" y="648614"/>
                </a:lnTo>
                <a:lnTo>
                  <a:pt x="2952750" y="651243"/>
                </a:lnTo>
                <a:lnTo>
                  <a:pt x="2953220" y="652360"/>
                </a:lnTo>
                <a:lnTo>
                  <a:pt x="2955086" y="654227"/>
                </a:lnTo>
                <a:lnTo>
                  <a:pt x="2956204" y="654685"/>
                </a:lnTo>
                <a:lnTo>
                  <a:pt x="2958833" y="654685"/>
                </a:lnTo>
                <a:lnTo>
                  <a:pt x="2959951" y="654227"/>
                </a:lnTo>
                <a:lnTo>
                  <a:pt x="2961817" y="652360"/>
                </a:lnTo>
                <a:lnTo>
                  <a:pt x="2962275" y="651243"/>
                </a:lnTo>
                <a:lnTo>
                  <a:pt x="2962275" y="648614"/>
                </a:lnTo>
                <a:close/>
              </a:path>
              <a:path w="4772025" h="129984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772025" h="1299845">
                <a:moveTo>
                  <a:pt x="3009900" y="1293774"/>
                </a:moveTo>
                <a:lnTo>
                  <a:pt x="3009442" y="1292644"/>
                </a:lnTo>
                <a:lnTo>
                  <a:pt x="3007576" y="1290789"/>
                </a:lnTo>
                <a:lnTo>
                  <a:pt x="3006458" y="1290320"/>
                </a:lnTo>
                <a:lnTo>
                  <a:pt x="3003829" y="1290320"/>
                </a:lnTo>
                <a:lnTo>
                  <a:pt x="3002711" y="1290789"/>
                </a:lnTo>
                <a:lnTo>
                  <a:pt x="3000845" y="1292644"/>
                </a:lnTo>
                <a:lnTo>
                  <a:pt x="3000375" y="1293774"/>
                </a:lnTo>
                <a:lnTo>
                  <a:pt x="3000375" y="1296403"/>
                </a:lnTo>
                <a:lnTo>
                  <a:pt x="3000845" y="1297520"/>
                </a:lnTo>
                <a:lnTo>
                  <a:pt x="3002711" y="1299387"/>
                </a:lnTo>
                <a:lnTo>
                  <a:pt x="3003829" y="1299845"/>
                </a:lnTo>
                <a:lnTo>
                  <a:pt x="3006458" y="1299845"/>
                </a:lnTo>
                <a:lnTo>
                  <a:pt x="3007576" y="1299387"/>
                </a:lnTo>
                <a:lnTo>
                  <a:pt x="3009442" y="1297520"/>
                </a:lnTo>
                <a:lnTo>
                  <a:pt x="3009900" y="1296403"/>
                </a:lnTo>
                <a:lnTo>
                  <a:pt x="3009900" y="1293774"/>
                </a:lnTo>
                <a:close/>
              </a:path>
              <a:path w="4772025" h="1299845">
                <a:moveTo>
                  <a:pt x="3009900" y="648614"/>
                </a:moveTo>
                <a:lnTo>
                  <a:pt x="3009442" y="647496"/>
                </a:lnTo>
                <a:lnTo>
                  <a:pt x="3007576" y="645629"/>
                </a:lnTo>
                <a:lnTo>
                  <a:pt x="3006458" y="645160"/>
                </a:lnTo>
                <a:lnTo>
                  <a:pt x="3003829" y="645160"/>
                </a:lnTo>
                <a:lnTo>
                  <a:pt x="3002711" y="645629"/>
                </a:lnTo>
                <a:lnTo>
                  <a:pt x="3000845" y="647496"/>
                </a:lnTo>
                <a:lnTo>
                  <a:pt x="3000375" y="648614"/>
                </a:lnTo>
                <a:lnTo>
                  <a:pt x="3000375" y="651243"/>
                </a:lnTo>
                <a:lnTo>
                  <a:pt x="3000845" y="652360"/>
                </a:lnTo>
                <a:lnTo>
                  <a:pt x="3002711" y="654227"/>
                </a:lnTo>
                <a:lnTo>
                  <a:pt x="3003829" y="654685"/>
                </a:lnTo>
                <a:lnTo>
                  <a:pt x="3006458" y="654685"/>
                </a:lnTo>
                <a:lnTo>
                  <a:pt x="3007576" y="654227"/>
                </a:lnTo>
                <a:lnTo>
                  <a:pt x="3009442" y="652360"/>
                </a:lnTo>
                <a:lnTo>
                  <a:pt x="3009900" y="651243"/>
                </a:lnTo>
                <a:lnTo>
                  <a:pt x="3009900" y="648614"/>
                </a:lnTo>
                <a:close/>
              </a:path>
              <a:path w="4772025" h="129984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772025" h="1299845">
                <a:moveTo>
                  <a:pt x="3057525" y="1293774"/>
                </a:moveTo>
                <a:lnTo>
                  <a:pt x="3057067" y="1292644"/>
                </a:lnTo>
                <a:lnTo>
                  <a:pt x="3055201" y="1290789"/>
                </a:lnTo>
                <a:lnTo>
                  <a:pt x="3054083" y="1290320"/>
                </a:lnTo>
                <a:lnTo>
                  <a:pt x="3051454" y="1290320"/>
                </a:lnTo>
                <a:lnTo>
                  <a:pt x="3050336" y="1290789"/>
                </a:lnTo>
                <a:lnTo>
                  <a:pt x="3048470" y="1292644"/>
                </a:lnTo>
                <a:lnTo>
                  <a:pt x="3048000" y="1293774"/>
                </a:lnTo>
                <a:lnTo>
                  <a:pt x="3048000" y="1296403"/>
                </a:lnTo>
                <a:lnTo>
                  <a:pt x="3048470" y="1297520"/>
                </a:lnTo>
                <a:lnTo>
                  <a:pt x="3050336" y="1299387"/>
                </a:lnTo>
                <a:lnTo>
                  <a:pt x="3051454" y="1299845"/>
                </a:lnTo>
                <a:lnTo>
                  <a:pt x="3054083" y="1299845"/>
                </a:lnTo>
                <a:lnTo>
                  <a:pt x="3055201" y="1299387"/>
                </a:lnTo>
                <a:lnTo>
                  <a:pt x="3057067" y="1297520"/>
                </a:lnTo>
                <a:lnTo>
                  <a:pt x="3057525" y="1296403"/>
                </a:lnTo>
                <a:lnTo>
                  <a:pt x="3057525" y="1293774"/>
                </a:lnTo>
                <a:close/>
              </a:path>
              <a:path w="4772025" h="1299845">
                <a:moveTo>
                  <a:pt x="3057525" y="648614"/>
                </a:moveTo>
                <a:lnTo>
                  <a:pt x="3057067" y="647496"/>
                </a:lnTo>
                <a:lnTo>
                  <a:pt x="3055201" y="645629"/>
                </a:lnTo>
                <a:lnTo>
                  <a:pt x="3054083" y="645160"/>
                </a:lnTo>
                <a:lnTo>
                  <a:pt x="3051454" y="645160"/>
                </a:lnTo>
                <a:lnTo>
                  <a:pt x="3050336" y="645629"/>
                </a:lnTo>
                <a:lnTo>
                  <a:pt x="3048470" y="647496"/>
                </a:lnTo>
                <a:lnTo>
                  <a:pt x="3048000" y="648614"/>
                </a:lnTo>
                <a:lnTo>
                  <a:pt x="3048000" y="651243"/>
                </a:lnTo>
                <a:lnTo>
                  <a:pt x="3048470" y="652360"/>
                </a:lnTo>
                <a:lnTo>
                  <a:pt x="3050336" y="654227"/>
                </a:lnTo>
                <a:lnTo>
                  <a:pt x="3051454" y="654685"/>
                </a:lnTo>
                <a:lnTo>
                  <a:pt x="3054083" y="654685"/>
                </a:lnTo>
                <a:lnTo>
                  <a:pt x="3055201" y="654227"/>
                </a:lnTo>
                <a:lnTo>
                  <a:pt x="3057067" y="652360"/>
                </a:lnTo>
                <a:lnTo>
                  <a:pt x="3057525" y="651243"/>
                </a:lnTo>
                <a:lnTo>
                  <a:pt x="3057525" y="648614"/>
                </a:lnTo>
                <a:close/>
              </a:path>
              <a:path w="4772025" h="129984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772025" h="1299845">
                <a:moveTo>
                  <a:pt x="3105150" y="1293774"/>
                </a:moveTo>
                <a:lnTo>
                  <a:pt x="3104692" y="1292644"/>
                </a:lnTo>
                <a:lnTo>
                  <a:pt x="3102826" y="1290789"/>
                </a:lnTo>
                <a:lnTo>
                  <a:pt x="3101708" y="1290320"/>
                </a:lnTo>
                <a:lnTo>
                  <a:pt x="3099079" y="1290320"/>
                </a:lnTo>
                <a:lnTo>
                  <a:pt x="3097961" y="1290789"/>
                </a:lnTo>
                <a:lnTo>
                  <a:pt x="3096095" y="1292644"/>
                </a:lnTo>
                <a:lnTo>
                  <a:pt x="3095625" y="1293774"/>
                </a:lnTo>
                <a:lnTo>
                  <a:pt x="3095625" y="1296403"/>
                </a:lnTo>
                <a:lnTo>
                  <a:pt x="3096095" y="1297520"/>
                </a:lnTo>
                <a:lnTo>
                  <a:pt x="3097961" y="1299387"/>
                </a:lnTo>
                <a:lnTo>
                  <a:pt x="3099079" y="1299845"/>
                </a:lnTo>
                <a:lnTo>
                  <a:pt x="3101708" y="1299845"/>
                </a:lnTo>
                <a:lnTo>
                  <a:pt x="3102826" y="1299387"/>
                </a:lnTo>
                <a:lnTo>
                  <a:pt x="3104692" y="1297520"/>
                </a:lnTo>
                <a:lnTo>
                  <a:pt x="3105150" y="1296403"/>
                </a:lnTo>
                <a:lnTo>
                  <a:pt x="3105150" y="1293774"/>
                </a:lnTo>
                <a:close/>
              </a:path>
              <a:path w="4772025" h="1299845">
                <a:moveTo>
                  <a:pt x="3105150" y="648614"/>
                </a:moveTo>
                <a:lnTo>
                  <a:pt x="3104692" y="647496"/>
                </a:lnTo>
                <a:lnTo>
                  <a:pt x="3102826" y="645629"/>
                </a:lnTo>
                <a:lnTo>
                  <a:pt x="3101708" y="645160"/>
                </a:lnTo>
                <a:lnTo>
                  <a:pt x="3099079" y="645160"/>
                </a:lnTo>
                <a:lnTo>
                  <a:pt x="3097961" y="645629"/>
                </a:lnTo>
                <a:lnTo>
                  <a:pt x="3096095" y="647496"/>
                </a:lnTo>
                <a:lnTo>
                  <a:pt x="3095625" y="648614"/>
                </a:lnTo>
                <a:lnTo>
                  <a:pt x="3095625" y="651243"/>
                </a:lnTo>
                <a:lnTo>
                  <a:pt x="3096095" y="652360"/>
                </a:lnTo>
                <a:lnTo>
                  <a:pt x="3097961" y="654227"/>
                </a:lnTo>
                <a:lnTo>
                  <a:pt x="3099079" y="654685"/>
                </a:lnTo>
                <a:lnTo>
                  <a:pt x="3101708" y="654685"/>
                </a:lnTo>
                <a:lnTo>
                  <a:pt x="3102826" y="654227"/>
                </a:lnTo>
                <a:lnTo>
                  <a:pt x="3104692" y="652360"/>
                </a:lnTo>
                <a:lnTo>
                  <a:pt x="3105150" y="651243"/>
                </a:lnTo>
                <a:lnTo>
                  <a:pt x="3105150" y="648614"/>
                </a:lnTo>
                <a:close/>
              </a:path>
              <a:path w="4772025" h="129984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772025" h="1299845">
                <a:moveTo>
                  <a:pt x="3152775" y="1293774"/>
                </a:moveTo>
                <a:lnTo>
                  <a:pt x="3152317" y="1292644"/>
                </a:lnTo>
                <a:lnTo>
                  <a:pt x="3150451" y="1290789"/>
                </a:lnTo>
                <a:lnTo>
                  <a:pt x="3149333" y="1290320"/>
                </a:lnTo>
                <a:lnTo>
                  <a:pt x="3146704" y="1290320"/>
                </a:lnTo>
                <a:lnTo>
                  <a:pt x="3145586" y="1290789"/>
                </a:lnTo>
                <a:lnTo>
                  <a:pt x="3143720" y="1292644"/>
                </a:lnTo>
                <a:lnTo>
                  <a:pt x="3143250" y="1293774"/>
                </a:lnTo>
                <a:lnTo>
                  <a:pt x="3143250" y="1296403"/>
                </a:lnTo>
                <a:lnTo>
                  <a:pt x="3143720" y="1297520"/>
                </a:lnTo>
                <a:lnTo>
                  <a:pt x="3145586" y="1299387"/>
                </a:lnTo>
                <a:lnTo>
                  <a:pt x="3146704" y="1299845"/>
                </a:lnTo>
                <a:lnTo>
                  <a:pt x="3149333" y="1299845"/>
                </a:lnTo>
                <a:lnTo>
                  <a:pt x="3150451" y="1299387"/>
                </a:lnTo>
                <a:lnTo>
                  <a:pt x="3152317" y="1297520"/>
                </a:lnTo>
                <a:lnTo>
                  <a:pt x="3152775" y="1296403"/>
                </a:lnTo>
                <a:lnTo>
                  <a:pt x="3152775" y="1293774"/>
                </a:lnTo>
                <a:close/>
              </a:path>
              <a:path w="4772025" h="1299845">
                <a:moveTo>
                  <a:pt x="3152775" y="648614"/>
                </a:moveTo>
                <a:lnTo>
                  <a:pt x="3152317" y="647496"/>
                </a:lnTo>
                <a:lnTo>
                  <a:pt x="3150451" y="645629"/>
                </a:lnTo>
                <a:lnTo>
                  <a:pt x="3149333" y="645160"/>
                </a:lnTo>
                <a:lnTo>
                  <a:pt x="3146704" y="645160"/>
                </a:lnTo>
                <a:lnTo>
                  <a:pt x="3145586" y="645629"/>
                </a:lnTo>
                <a:lnTo>
                  <a:pt x="3143720" y="647496"/>
                </a:lnTo>
                <a:lnTo>
                  <a:pt x="3143250" y="648614"/>
                </a:lnTo>
                <a:lnTo>
                  <a:pt x="3143250" y="651243"/>
                </a:lnTo>
                <a:lnTo>
                  <a:pt x="3143720" y="652360"/>
                </a:lnTo>
                <a:lnTo>
                  <a:pt x="3145586" y="654227"/>
                </a:lnTo>
                <a:lnTo>
                  <a:pt x="3146704" y="654685"/>
                </a:lnTo>
                <a:lnTo>
                  <a:pt x="3149333" y="654685"/>
                </a:lnTo>
                <a:lnTo>
                  <a:pt x="3150451" y="654227"/>
                </a:lnTo>
                <a:lnTo>
                  <a:pt x="3152317" y="652360"/>
                </a:lnTo>
                <a:lnTo>
                  <a:pt x="3152775" y="651243"/>
                </a:lnTo>
                <a:lnTo>
                  <a:pt x="3152775" y="648614"/>
                </a:lnTo>
                <a:close/>
              </a:path>
              <a:path w="4772025" h="129984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772025" h="1299845">
                <a:moveTo>
                  <a:pt x="3200400" y="1293774"/>
                </a:moveTo>
                <a:lnTo>
                  <a:pt x="3199942" y="1292644"/>
                </a:lnTo>
                <a:lnTo>
                  <a:pt x="3198076" y="1290789"/>
                </a:lnTo>
                <a:lnTo>
                  <a:pt x="3196958" y="1290320"/>
                </a:lnTo>
                <a:lnTo>
                  <a:pt x="3194329" y="1290320"/>
                </a:lnTo>
                <a:lnTo>
                  <a:pt x="3193211" y="1290789"/>
                </a:lnTo>
                <a:lnTo>
                  <a:pt x="3191345" y="1292644"/>
                </a:lnTo>
                <a:lnTo>
                  <a:pt x="3190875" y="1293774"/>
                </a:lnTo>
                <a:lnTo>
                  <a:pt x="3190875" y="1296403"/>
                </a:lnTo>
                <a:lnTo>
                  <a:pt x="3191345" y="1297520"/>
                </a:lnTo>
                <a:lnTo>
                  <a:pt x="3193211" y="1299387"/>
                </a:lnTo>
                <a:lnTo>
                  <a:pt x="3194329" y="1299845"/>
                </a:lnTo>
                <a:lnTo>
                  <a:pt x="3196958" y="1299845"/>
                </a:lnTo>
                <a:lnTo>
                  <a:pt x="3198076" y="1299387"/>
                </a:lnTo>
                <a:lnTo>
                  <a:pt x="3199942" y="1297520"/>
                </a:lnTo>
                <a:lnTo>
                  <a:pt x="3200400" y="1296403"/>
                </a:lnTo>
                <a:lnTo>
                  <a:pt x="3200400" y="1293774"/>
                </a:lnTo>
                <a:close/>
              </a:path>
              <a:path w="4772025" h="1299845">
                <a:moveTo>
                  <a:pt x="3200400" y="648614"/>
                </a:moveTo>
                <a:lnTo>
                  <a:pt x="3199942" y="647496"/>
                </a:lnTo>
                <a:lnTo>
                  <a:pt x="3198076" y="645629"/>
                </a:lnTo>
                <a:lnTo>
                  <a:pt x="3196958" y="645160"/>
                </a:lnTo>
                <a:lnTo>
                  <a:pt x="3194329" y="645160"/>
                </a:lnTo>
                <a:lnTo>
                  <a:pt x="3193211" y="645629"/>
                </a:lnTo>
                <a:lnTo>
                  <a:pt x="3191345" y="647496"/>
                </a:lnTo>
                <a:lnTo>
                  <a:pt x="3190875" y="648614"/>
                </a:lnTo>
                <a:lnTo>
                  <a:pt x="3190875" y="651243"/>
                </a:lnTo>
                <a:lnTo>
                  <a:pt x="3191345" y="652360"/>
                </a:lnTo>
                <a:lnTo>
                  <a:pt x="3193211" y="654227"/>
                </a:lnTo>
                <a:lnTo>
                  <a:pt x="3194329" y="654685"/>
                </a:lnTo>
                <a:lnTo>
                  <a:pt x="3196958" y="654685"/>
                </a:lnTo>
                <a:lnTo>
                  <a:pt x="3198076" y="654227"/>
                </a:lnTo>
                <a:lnTo>
                  <a:pt x="3199942" y="652360"/>
                </a:lnTo>
                <a:lnTo>
                  <a:pt x="3200400" y="651243"/>
                </a:lnTo>
                <a:lnTo>
                  <a:pt x="3200400" y="648614"/>
                </a:lnTo>
                <a:close/>
              </a:path>
              <a:path w="4772025" h="129984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772025" h="1299845">
                <a:moveTo>
                  <a:pt x="3248025" y="1293774"/>
                </a:moveTo>
                <a:lnTo>
                  <a:pt x="3247567" y="1292644"/>
                </a:lnTo>
                <a:lnTo>
                  <a:pt x="3245701" y="1290789"/>
                </a:lnTo>
                <a:lnTo>
                  <a:pt x="3244583" y="1290320"/>
                </a:lnTo>
                <a:lnTo>
                  <a:pt x="3241954" y="1290320"/>
                </a:lnTo>
                <a:lnTo>
                  <a:pt x="3240836" y="1290789"/>
                </a:lnTo>
                <a:lnTo>
                  <a:pt x="3238970" y="1292644"/>
                </a:lnTo>
                <a:lnTo>
                  <a:pt x="3238500" y="1293774"/>
                </a:lnTo>
                <a:lnTo>
                  <a:pt x="3238500" y="1296403"/>
                </a:lnTo>
                <a:lnTo>
                  <a:pt x="3238970" y="1297520"/>
                </a:lnTo>
                <a:lnTo>
                  <a:pt x="3240836" y="1299387"/>
                </a:lnTo>
                <a:lnTo>
                  <a:pt x="3241954" y="1299845"/>
                </a:lnTo>
                <a:lnTo>
                  <a:pt x="3244583" y="1299845"/>
                </a:lnTo>
                <a:lnTo>
                  <a:pt x="3245701" y="1299387"/>
                </a:lnTo>
                <a:lnTo>
                  <a:pt x="3247567" y="1297520"/>
                </a:lnTo>
                <a:lnTo>
                  <a:pt x="3248025" y="1296403"/>
                </a:lnTo>
                <a:lnTo>
                  <a:pt x="3248025" y="1293774"/>
                </a:lnTo>
                <a:close/>
              </a:path>
              <a:path w="4772025" h="1299845">
                <a:moveTo>
                  <a:pt x="3248025" y="648614"/>
                </a:moveTo>
                <a:lnTo>
                  <a:pt x="3247567" y="647496"/>
                </a:lnTo>
                <a:lnTo>
                  <a:pt x="3245701" y="645629"/>
                </a:lnTo>
                <a:lnTo>
                  <a:pt x="3244583" y="645160"/>
                </a:lnTo>
                <a:lnTo>
                  <a:pt x="3241954" y="645160"/>
                </a:lnTo>
                <a:lnTo>
                  <a:pt x="3240836" y="645629"/>
                </a:lnTo>
                <a:lnTo>
                  <a:pt x="3238970" y="647496"/>
                </a:lnTo>
                <a:lnTo>
                  <a:pt x="3238500" y="648614"/>
                </a:lnTo>
                <a:lnTo>
                  <a:pt x="3238500" y="651243"/>
                </a:lnTo>
                <a:lnTo>
                  <a:pt x="3238970" y="652360"/>
                </a:lnTo>
                <a:lnTo>
                  <a:pt x="3240836" y="654227"/>
                </a:lnTo>
                <a:lnTo>
                  <a:pt x="3241954" y="654685"/>
                </a:lnTo>
                <a:lnTo>
                  <a:pt x="3244583" y="654685"/>
                </a:lnTo>
                <a:lnTo>
                  <a:pt x="3245701" y="654227"/>
                </a:lnTo>
                <a:lnTo>
                  <a:pt x="3247567" y="652360"/>
                </a:lnTo>
                <a:lnTo>
                  <a:pt x="3248025" y="651243"/>
                </a:lnTo>
                <a:lnTo>
                  <a:pt x="3248025" y="648614"/>
                </a:lnTo>
                <a:close/>
              </a:path>
              <a:path w="4772025" h="129984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772025" h="1299845">
                <a:moveTo>
                  <a:pt x="3295650" y="1293774"/>
                </a:moveTo>
                <a:lnTo>
                  <a:pt x="3295192" y="1292644"/>
                </a:lnTo>
                <a:lnTo>
                  <a:pt x="3293326" y="1290789"/>
                </a:lnTo>
                <a:lnTo>
                  <a:pt x="3292208" y="1290320"/>
                </a:lnTo>
                <a:lnTo>
                  <a:pt x="3289579" y="1290320"/>
                </a:lnTo>
                <a:lnTo>
                  <a:pt x="3288461" y="1290789"/>
                </a:lnTo>
                <a:lnTo>
                  <a:pt x="3286595" y="1292644"/>
                </a:lnTo>
                <a:lnTo>
                  <a:pt x="3286125" y="1293774"/>
                </a:lnTo>
                <a:lnTo>
                  <a:pt x="3286125" y="1296403"/>
                </a:lnTo>
                <a:lnTo>
                  <a:pt x="3286595" y="1297520"/>
                </a:lnTo>
                <a:lnTo>
                  <a:pt x="3288461" y="1299387"/>
                </a:lnTo>
                <a:lnTo>
                  <a:pt x="3289579" y="1299845"/>
                </a:lnTo>
                <a:lnTo>
                  <a:pt x="3292208" y="1299845"/>
                </a:lnTo>
                <a:lnTo>
                  <a:pt x="3293326" y="1299387"/>
                </a:lnTo>
                <a:lnTo>
                  <a:pt x="3295192" y="1297520"/>
                </a:lnTo>
                <a:lnTo>
                  <a:pt x="3295650" y="1296403"/>
                </a:lnTo>
                <a:lnTo>
                  <a:pt x="3295650" y="1293774"/>
                </a:lnTo>
                <a:close/>
              </a:path>
              <a:path w="4772025" h="1299845">
                <a:moveTo>
                  <a:pt x="3295650" y="648614"/>
                </a:moveTo>
                <a:lnTo>
                  <a:pt x="3295192" y="647496"/>
                </a:lnTo>
                <a:lnTo>
                  <a:pt x="3293326" y="645629"/>
                </a:lnTo>
                <a:lnTo>
                  <a:pt x="3292208" y="645160"/>
                </a:lnTo>
                <a:lnTo>
                  <a:pt x="3289579" y="645160"/>
                </a:lnTo>
                <a:lnTo>
                  <a:pt x="3288461" y="645629"/>
                </a:lnTo>
                <a:lnTo>
                  <a:pt x="3286595" y="647496"/>
                </a:lnTo>
                <a:lnTo>
                  <a:pt x="3286125" y="648614"/>
                </a:lnTo>
                <a:lnTo>
                  <a:pt x="3286125" y="651243"/>
                </a:lnTo>
                <a:lnTo>
                  <a:pt x="3286595" y="652360"/>
                </a:lnTo>
                <a:lnTo>
                  <a:pt x="3288461" y="654227"/>
                </a:lnTo>
                <a:lnTo>
                  <a:pt x="3289579" y="654685"/>
                </a:lnTo>
                <a:lnTo>
                  <a:pt x="3292208" y="654685"/>
                </a:lnTo>
                <a:lnTo>
                  <a:pt x="3293326" y="654227"/>
                </a:lnTo>
                <a:lnTo>
                  <a:pt x="3295192" y="652360"/>
                </a:lnTo>
                <a:lnTo>
                  <a:pt x="3295650" y="651243"/>
                </a:lnTo>
                <a:lnTo>
                  <a:pt x="3295650" y="648614"/>
                </a:lnTo>
                <a:close/>
              </a:path>
              <a:path w="4772025" h="129984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772025" h="1299845">
                <a:moveTo>
                  <a:pt x="3343275" y="1293774"/>
                </a:moveTo>
                <a:lnTo>
                  <a:pt x="3342817" y="1292644"/>
                </a:lnTo>
                <a:lnTo>
                  <a:pt x="3340951" y="1290789"/>
                </a:lnTo>
                <a:lnTo>
                  <a:pt x="3339833" y="1290320"/>
                </a:lnTo>
                <a:lnTo>
                  <a:pt x="3337204" y="1290320"/>
                </a:lnTo>
                <a:lnTo>
                  <a:pt x="3336074" y="1290789"/>
                </a:lnTo>
                <a:lnTo>
                  <a:pt x="3334220" y="1292644"/>
                </a:lnTo>
                <a:lnTo>
                  <a:pt x="3333750" y="1293774"/>
                </a:lnTo>
                <a:lnTo>
                  <a:pt x="3333750" y="1296403"/>
                </a:lnTo>
                <a:lnTo>
                  <a:pt x="3334220" y="1297520"/>
                </a:lnTo>
                <a:lnTo>
                  <a:pt x="3336074" y="1299387"/>
                </a:lnTo>
                <a:lnTo>
                  <a:pt x="3337204" y="1299845"/>
                </a:lnTo>
                <a:lnTo>
                  <a:pt x="3339833" y="1299845"/>
                </a:lnTo>
                <a:lnTo>
                  <a:pt x="3340951" y="1299387"/>
                </a:lnTo>
                <a:lnTo>
                  <a:pt x="3342817" y="1297520"/>
                </a:lnTo>
                <a:lnTo>
                  <a:pt x="3343275" y="1296403"/>
                </a:lnTo>
                <a:lnTo>
                  <a:pt x="3343275" y="1293774"/>
                </a:lnTo>
                <a:close/>
              </a:path>
              <a:path w="4772025" h="1299845">
                <a:moveTo>
                  <a:pt x="3343275" y="648614"/>
                </a:moveTo>
                <a:lnTo>
                  <a:pt x="3342817" y="647496"/>
                </a:lnTo>
                <a:lnTo>
                  <a:pt x="3340951" y="645629"/>
                </a:lnTo>
                <a:lnTo>
                  <a:pt x="3339833" y="645160"/>
                </a:lnTo>
                <a:lnTo>
                  <a:pt x="3337204" y="645160"/>
                </a:lnTo>
                <a:lnTo>
                  <a:pt x="3336074" y="645629"/>
                </a:lnTo>
                <a:lnTo>
                  <a:pt x="3334220" y="647496"/>
                </a:lnTo>
                <a:lnTo>
                  <a:pt x="3333750" y="648614"/>
                </a:lnTo>
                <a:lnTo>
                  <a:pt x="3333750" y="651243"/>
                </a:lnTo>
                <a:lnTo>
                  <a:pt x="3334220" y="652360"/>
                </a:lnTo>
                <a:lnTo>
                  <a:pt x="3336074" y="654227"/>
                </a:lnTo>
                <a:lnTo>
                  <a:pt x="3337204" y="654685"/>
                </a:lnTo>
                <a:lnTo>
                  <a:pt x="3339833" y="654685"/>
                </a:lnTo>
                <a:lnTo>
                  <a:pt x="3340951" y="654227"/>
                </a:lnTo>
                <a:lnTo>
                  <a:pt x="3342817" y="652360"/>
                </a:lnTo>
                <a:lnTo>
                  <a:pt x="3343275" y="651243"/>
                </a:lnTo>
                <a:lnTo>
                  <a:pt x="3343275" y="648614"/>
                </a:lnTo>
                <a:close/>
              </a:path>
              <a:path w="4772025" h="129984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74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74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772025" h="1299845">
                <a:moveTo>
                  <a:pt x="3390900" y="1293774"/>
                </a:moveTo>
                <a:lnTo>
                  <a:pt x="3390442" y="1292644"/>
                </a:lnTo>
                <a:lnTo>
                  <a:pt x="3388576" y="1290789"/>
                </a:lnTo>
                <a:lnTo>
                  <a:pt x="3387458" y="1290320"/>
                </a:lnTo>
                <a:lnTo>
                  <a:pt x="3384829" y="1290320"/>
                </a:lnTo>
                <a:lnTo>
                  <a:pt x="3383699" y="1290789"/>
                </a:lnTo>
                <a:lnTo>
                  <a:pt x="3381845" y="1292644"/>
                </a:lnTo>
                <a:lnTo>
                  <a:pt x="3381375" y="1293774"/>
                </a:lnTo>
                <a:lnTo>
                  <a:pt x="3381375" y="1296403"/>
                </a:lnTo>
                <a:lnTo>
                  <a:pt x="3381845" y="1297520"/>
                </a:lnTo>
                <a:lnTo>
                  <a:pt x="3383699" y="1299387"/>
                </a:lnTo>
                <a:lnTo>
                  <a:pt x="3384829" y="1299845"/>
                </a:lnTo>
                <a:lnTo>
                  <a:pt x="3387458" y="1299845"/>
                </a:lnTo>
                <a:lnTo>
                  <a:pt x="3388576" y="1299387"/>
                </a:lnTo>
                <a:lnTo>
                  <a:pt x="3390442" y="1297520"/>
                </a:lnTo>
                <a:lnTo>
                  <a:pt x="3390900" y="1296403"/>
                </a:lnTo>
                <a:lnTo>
                  <a:pt x="3390900" y="1293774"/>
                </a:lnTo>
                <a:close/>
              </a:path>
              <a:path w="4772025" h="1299845">
                <a:moveTo>
                  <a:pt x="3390900" y="648614"/>
                </a:moveTo>
                <a:lnTo>
                  <a:pt x="3390442" y="647496"/>
                </a:lnTo>
                <a:lnTo>
                  <a:pt x="3388576" y="645629"/>
                </a:lnTo>
                <a:lnTo>
                  <a:pt x="3387458" y="645160"/>
                </a:lnTo>
                <a:lnTo>
                  <a:pt x="3384829" y="645160"/>
                </a:lnTo>
                <a:lnTo>
                  <a:pt x="3383699" y="645629"/>
                </a:lnTo>
                <a:lnTo>
                  <a:pt x="3381845" y="647496"/>
                </a:lnTo>
                <a:lnTo>
                  <a:pt x="3381375" y="648614"/>
                </a:lnTo>
                <a:lnTo>
                  <a:pt x="3381375" y="651243"/>
                </a:lnTo>
                <a:lnTo>
                  <a:pt x="3381845" y="652360"/>
                </a:lnTo>
                <a:lnTo>
                  <a:pt x="3383699" y="654227"/>
                </a:lnTo>
                <a:lnTo>
                  <a:pt x="3384829" y="654685"/>
                </a:lnTo>
                <a:lnTo>
                  <a:pt x="3387458" y="654685"/>
                </a:lnTo>
                <a:lnTo>
                  <a:pt x="3388576" y="654227"/>
                </a:lnTo>
                <a:lnTo>
                  <a:pt x="3390442" y="652360"/>
                </a:lnTo>
                <a:lnTo>
                  <a:pt x="3390900" y="651243"/>
                </a:lnTo>
                <a:lnTo>
                  <a:pt x="3390900" y="648614"/>
                </a:lnTo>
                <a:close/>
              </a:path>
              <a:path w="4772025" h="129984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772025" h="1299845">
                <a:moveTo>
                  <a:pt x="3438525" y="1293774"/>
                </a:moveTo>
                <a:lnTo>
                  <a:pt x="3438067" y="1292644"/>
                </a:lnTo>
                <a:lnTo>
                  <a:pt x="3436201" y="1290789"/>
                </a:lnTo>
                <a:lnTo>
                  <a:pt x="3435083" y="1290320"/>
                </a:lnTo>
                <a:lnTo>
                  <a:pt x="3432454" y="1290320"/>
                </a:lnTo>
                <a:lnTo>
                  <a:pt x="3431336" y="1290789"/>
                </a:lnTo>
                <a:lnTo>
                  <a:pt x="3429470" y="1292644"/>
                </a:lnTo>
                <a:lnTo>
                  <a:pt x="3429000" y="1293774"/>
                </a:lnTo>
                <a:lnTo>
                  <a:pt x="3429000" y="1296403"/>
                </a:lnTo>
                <a:lnTo>
                  <a:pt x="3429470" y="1297520"/>
                </a:lnTo>
                <a:lnTo>
                  <a:pt x="3431336" y="1299387"/>
                </a:lnTo>
                <a:lnTo>
                  <a:pt x="3432454" y="1299845"/>
                </a:lnTo>
                <a:lnTo>
                  <a:pt x="3435083" y="1299845"/>
                </a:lnTo>
                <a:lnTo>
                  <a:pt x="3436201" y="1299387"/>
                </a:lnTo>
                <a:lnTo>
                  <a:pt x="3438067" y="1297520"/>
                </a:lnTo>
                <a:lnTo>
                  <a:pt x="3438525" y="1296403"/>
                </a:lnTo>
                <a:lnTo>
                  <a:pt x="3438525" y="1293774"/>
                </a:lnTo>
                <a:close/>
              </a:path>
              <a:path w="4772025" h="1299845">
                <a:moveTo>
                  <a:pt x="3438525" y="648614"/>
                </a:moveTo>
                <a:lnTo>
                  <a:pt x="3438067" y="647496"/>
                </a:lnTo>
                <a:lnTo>
                  <a:pt x="3436201" y="645629"/>
                </a:lnTo>
                <a:lnTo>
                  <a:pt x="3435083" y="645160"/>
                </a:lnTo>
                <a:lnTo>
                  <a:pt x="3432454" y="645160"/>
                </a:lnTo>
                <a:lnTo>
                  <a:pt x="3431336" y="645629"/>
                </a:lnTo>
                <a:lnTo>
                  <a:pt x="3429470" y="647496"/>
                </a:lnTo>
                <a:lnTo>
                  <a:pt x="3429000" y="648614"/>
                </a:lnTo>
                <a:lnTo>
                  <a:pt x="3429000" y="651243"/>
                </a:lnTo>
                <a:lnTo>
                  <a:pt x="3429470" y="652360"/>
                </a:lnTo>
                <a:lnTo>
                  <a:pt x="3431336" y="654227"/>
                </a:lnTo>
                <a:lnTo>
                  <a:pt x="3432454" y="654685"/>
                </a:lnTo>
                <a:lnTo>
                  <a:pt x="3435083" y="654685"/>
                </a:lnTo>
                <a:lnTo>
                  <a:pt x="3436201" y="654227"/>
                </a:lnTo>
                <a:lnTo>
                  <a:pt x="3438067" y="652360"/>
                </a:lnTo>
                <a:lnTo>
                  <a:pt x="3438525" y="651243"/>
                </a:lnTo>
                <a:lnTo>
                  <a:pt x="3438525" y="648614"/>
                </a:lnTo>
                <a:close/>
              </a:path>
              <a:path w="4772025" h="129984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772025" h="1299845">
                <a:moveTo>
                  <a:pt x="3486150" y="1293774"/>
                </a:moveTo>
                <a:lnTo>
                  <a:pt x="3485692" y="1292644"/>
                </a:lnTo>
                <a:lnTo>
                  <a:pt x="3483826" y="1290789"/>
                </a:lnTo>
                <a:lnTo>
                  <a:pt x="3482708" y="1290320"/>
                </a:lnTo>
                <a:lnTo>
                  <a:pt x="3480079" y="1290320"/>
                </a:lnTo>
                <a:lnTo>
                  <a:pt x="3478961" y="1290789"/>
                </a:lnTo>
                <a:lnTo>
                  <a:pt x="3477095" y="1292644"/>
                </a:lnTo>
                <a:lnTo>
                  <a:pt x="3476625" y="1293774"/>
                </a:lnTo>
                <a:lnTo>
                  <a:pt x="3476625" y="1296403"/>
                </a:lnTo>
                <a:lnTo>
                  <a:pt x="3477095" y="1297520"/>
                </a:lnTo>
                <a:lnTo>
                  <a:pt x="3478961" y="1299387"/>
                </a:lnTo>
                <a:lnTo>
                  <a:pt x="3480079" y="1299845"/>
                </a:lnTo>
                <a:lnTo>
                  <a:pt x="3482708" y="1299845"/>
                </a:lnTo>
                <a:lnTo>
                  <a:pt x="3483826" y="1299387"/>
                </a:lnTo>
                <a:lnTo>
                  <a:pt x="3485692" y="1297520"/>
                </a:lnTo>
                <a:lnTo>
                  <a:pt x="3486150" y="1296403"/>
                </a:lnTo>
                <a:lnTo>
                  <a:pt x="3486150" y="1293774"/>
                </a:lnTo>
                <a:close/>
              </a:path>
              <a:path w="4772025" h="1299845">
                <a:moveTo>
                  <a:pt x="3486150" y="648614"/>
                </a:moveTo>
                <a:lnTo>
                  <a:pt x="3485692" y="647496"/>
                </a:lnTo>
                <a:lnTo>
                  <a:pt x="3483826" y="645629"/>
                </a:lnTo>
                <a:lnTo>
                  <a:pt x="3482708" y="645160"/>
                </a:lnTo>
                <a:lnTo>
                  <a:pt x="3480079" y="645160"/>
                </a:lnTo>
                <a:lnTo>
                  <a:pt x="3478961" y="645629"/>
                </a:lnTo>
                <a:lnTo>
                  <a:pt x="3477095" y="647496"/>
                </a:lnTo>
                <a:lnTo>
                  <a:pt x="3476625" y="648614"/>
                </a:lnTo>
                <a:lnTo>
                  <a:pt x="3476625" y="651243"/>
                </a:lnTo>
                <a:lnTo>
                  <a:pt x="3477095" y="652360"/>
                </a:lnTo>
                <a:lnTo>
                  <a:pt x="3478961" y="654227"/>
                </a:lnTo>
                <a:lnTo>
                  <a:pt x="3480079" y="654685"/>
                </a:lnTo>
                <a:lnTo>
                  <a:pt x="3482708" y="654685"/>
                </a:lnTo>
                <a:lnTo>
                  <a:pt x="3483826" y="654227"/>
                </a:lnTo>
                <a:lnTo>
                  <a:pt x="3485692" y="652360"/>
                </a:lnTo>
                <a:lnTo>
                  <a:pt x="3486150" y="651243"/>
                </a:lnTo>
                <a:lnTo>
                  <a:pt x="3486150" y="648614"/>
                </a:lnTo>
                <a:close/>
              </a:path>
              <a:path w="4772025" h="129984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772025" h="1299845">
                <a:moveTo>
                  <a:pt x="3533775" y="1293774"/>
                </a:moveTo>
                <a:lnTo>
                  <a:pt x="3533317" y="1292644"/>
                </a:lnTo>
                <a:lnTo>
                  <a:pt x="3531451" y="1290789"/>
                </a:lnTo>
                <a:lnTo>
                  <a:pt x="3530333" y="1290320"/>
                </a:lnTo>
                <a:lnTo>
                  <a:pt x="3527704" y="1290320"/>
                </a:lnTo>
                <a:lnTo>
                  <a:pt x="3526586" y="1290789"/>
                </a:lnTo>
                <a:lnTo>
                  <a:pt x="3524720" y="1292644"/>
                </a:lnTo>
                <a:lnTo>
                  <a:pt x="3524250" y="1293774"/>
                </a:lnTo>
                <a:lnTo>
                  <a:pt x="3524250" y="1296403"/>
                </a:lnTo>
                <a:lnTo>
                  <a:pt x="3524720" y="1297520"/>
                </a:lnTo>
                <a:lnTo>
                  <a:pt x="3526586" y="1299387"/>
                </a:lnTo>
                <a:lnTo>
                  <a:pt x="3527704" y="1299845"/>
                </a:lnTo>
                <a:lnTo>
                  <a:pt x="3530333" y="1299845"/>
                </a:lnTo>
                <a:lnTo>
                  <a:pt x="3531451" y="1299387"/>
                </a:lnTo>
                <a:lnTo>
                  <a:pt x="3533317" y="1297520"/>
                </a:lnTo>
                <a:lnTo>
                  <a:pt x="3533775" y="1296403"/>
                </a:lnTo>
                <a:lnTo>
                  <a:pt x="3533775" y="1293774"/>
                </a:lnTo>
                <a:close/>
              </a:path>
              <a:path w="4772025" h="1299845">
                <a:moveTo>
                  <a:pt x="3533775" y="648614"/>
                </a:moveTo>
                <a:lnTo>
                  <a:pt x="3533317" y="647496"/>
                </a:lnTo>
                <a:lnTo>
                  <a:pt x="3531451" y="645629"/>
                </a:lnTo>
                <a:lnTo>
                  <a:pt x="3530333" y="645160"/>
                </a:lnTo>
                <a:lnTo>
                  <a:pt x="3527704" y="645160"/>
                </a:lnTo>
                <a:lnTo>
                  <a:pt x="3526586" y="645629"/>
                </a:lnTo>
                <a:lnTo>
                  <a:pt x="3524720" y="647496"/>
                </a:lnTo>
                <a:lnTo>
                  <a:pt x="3524250" y="648614"/>
                </a:lnTo>
                <a:lnTo>
                  <a:pt x="3524250" y="651243"/>
                </a:lnTo>
                <a:lnTo>
                  <a:pt x="3524720" y="652360"/>
                </a:lnTo>
                <a:lnTo>
                  <a:pt x="3526586" y="654227"/>
                </a:lnTo>
                <a:lnTo>
                  <a:pt x="3527704" y="654685"/>
                </a:lnTo>
                <a:lnTo>
                  <a:pt x="3530333" y="654685"/>
                </a:lnTo>
                <a:lnTo>
                  <a:pt x="3531451" y="654227"/>
                </a:lnTo>
                <a:lnTo>
                  <a:pt x="3533317" y="652360"/>
                </a:lnTo>
                <a:lnTo>
                  <a:pt x="3533775" y="651243"/>
                </a:lnTo>
                <a:lnTo>
                  <a:pt x="3533775" y="648614"/>
                </a:lnTo>
                <a:close/>
              </a:path>
              <a:path w="4772025" h="129984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772025" h="1299845">
                <a:moveTo>
                  <a:pt x="3581400" y="1293774"/>
                </a:moveTo>
                <a:lnTo>
                  <a:pt x="3580942" y="1292644"/>
                </a:lnTo>
                <a:lnTo>
                  <a:pt x="3579076" y="1290789"/>
                </a:lnTo>
                <a:lnTo>
                  <a:pt x="3577958" y="1290320"/>
                </a:lnTo>
                <a:lnTo>
                  <a:pt x="3575329" y="1290320"/>
                </a:lnTo>
                <a:lnTo>
                  <a:pt x="3574211" y="1290789"/>
                </a:lnTo>
                <a:lnTo>
                  <a:pt x="3572345" y="1292644"/>
                </a:lnTo>
                <a:lnTo>
                  <a:pt x="3571875" y="1293774"/>
                </a:lnTo>
                <a:lnTo>
                  <a:pt x="3571875" y="1296403"/>
                </a:lnTo>
                <a:lnTo>
                  <a:pt x="3572345" y="1297520"/>
                </a:lnTo>
                <a:lnTo>
                  <a:pt x="3574211" y="1299387"/>
                </a:lnTo>
                <a:lnTo>
                  <a:pt x="3575329" y="1299845"/>
                </a:lnTo>
                <a:lnTo>
                  <a:pt x="3577958" y="1299845"/>
                </a:lnTo>
                <a:lnTo>
                  <a:pt x="3579076" y="1299387"/>
                </a:lnTo>
                <a:lnTo>
                  <a:pt x="3580942" y="1297520"/>
                </a:lnTo>
                <a:lnTo>
                  <a:pt x="3581400" y="1296403"/>
                </a:lnTo>
                <a:lnTo>
                  <a:pt x="3581400" y="1293774"/>
                </a:lnTo>
                <a:close/>
              </a:path>
              <a:path w="4772025" h="1299845">
                <a:moveTo>
                  <a:pt x="3581400" y="648614"/>
                </a:moveTo>
                <a:lnTo>
                  <a:pt x="3580942" y="647496"/>
                </a:lnTo>
                <a:lnTo>
                  <a:pt x="3579076" y="645629"/>
                </a:lnTo>
                <a:lnTo>
                  <a:pt x="3577958" y="645160"/>
                </a:lnTo>
                <a:lnTo>
                  <a:pt x="3575329" y="645160"/>
                </a:lnTo>
                <a:lnTo>
                  <a:pt x="3574211" y="645629"/>
                </a:lnTo>
                <a:lnTo>
                  <a:pt x="3572345" y="647496"/>
                </a:lnTo>
                <a:lnTo>
                  <a:pt x="3571875" y="648614"/>
                </a:lnTo>
                <a:lnTo>
                  <a:pt x="3571875" y="651243"/>
                </a:lnTo>
                <a:lnTo>
                  <a:pt x="3572345" y="652360"/>
                </a:lnTo>
                <a:lnTo>
                  <a:pt x="3574211" y="654227"/>
                </a:lnTo>
                <a:lnTo>
                  <a:pt x="3575329" y="654685"/>
                </a:lnTo>
                <a:lnTo>
                  <a:pt x="3577958" y="654685"/>
                </a:lnTo>
                <a:lnTo>
                  <a:pt x="3579076" y="654227"/>
                </a:lnTo>
                <a:lnTo>
                  <a:pt x="3580942" y="652360"/>
                </a:lnTo>
                <a:lnTo>
                  <a:pt x="3581400" y="651243"/>
                </a:lnTo>
                <a:lnTo>
                  <a:pt x="3581400" y="648614"/>
                </a:lnTo>
                <a:close/>
              </a:path>
              <a:path w="4772025" h="129984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772025" h="1299845">
                <a:moveTo>
                  <a:pt x="3629025" y="1293774"/>
                </a:moveTo>
                <a:lnTo>
                  <a:pt x="3628567" y="1292644"/>
                </a:lnTo>
                <a:lnTo>
                  <a:pt x="3626701" y="1290789"/>
                </a:lnTo>
                <a:lnTo>
                  <a:pt x="3625583" y="1290320"/>
                </a:lnTo>
                <a:lnTo>
                  <a:pt x="3622954" y="1290320"/>
                </a:lnTo>
                <a:lnTo>
                  <a:pt x="3621836" y="1290789"/>
                </a:lnTo>
                <a:lnTo>
                  <a:pt x="3619970" y="1292644"/>
                </a:lnTo>
                <a:lnTo>
                  <a:pt x="3619500" y="1293774"/>
                </a:lnTo>
                <a:lnTo>
                  <a:pt x="3619500" y="1296403"/>
                </a:lnTo>
                <a:lnTo>
                  <a:pt x="3619970" y="1297520"/>
                </a:lnTo>
                <a:lnTo>
                  <a:pt x="3621836" y="1299387"/>
                </a:lnTo>
                <a:lnTo>
                  <a:pt x="3622954" y="1299845"/>
                </a:lnTo>
                <a:lnTo>
                  <a:pt x="3625583" y="1299845"/>
                </a:lnTo>
                <a:lnTo>
                  <a:pt x="3626701" y="1299387"/>
                </a:lnTo>
                <a:lnTo>
                  <a:pt x="3628567" y="1297520"/>
                </a:lnTo>
                <a:lnTo>
                  <a:pt x="3629025" y="1296403"/>
                </a:lnTo>
                <a:lnTo>
                  <a:pt x="3629025" y="1293774"/>
                </a:lnTo>
                <a:close/>
              </a:path>
              <a:path w="4772025" h="1299845">
                <a:moveTo>
                  <a:pt x="3629025" y="648614"/>
                </a:moveTo>
                <a:lnTo>
                  <a:pt x="3628567" y="647496"/>
                </a:lnTo>
                <a:lnTo>
                  <a:pt x="3626701" y="645629"/>
                </a:lnTo>
                <a:lnTo>
                  <a:pt x="3625583" y="645160"/>
                </a:lnTo>
                <a:lnTo>
                  <a:pt x="3622954" y="645160"/>
                </a:lnTo>
                <a:lnTo>
                  <a:pt x="3621836" y="645629"/>
                </a:lnTo>
                <a:lnTo>
                  <a:pt x="3619970" y="647496"/>
                </a:lnTo>
                <a:lnTo>
                  <a:pt x="3619500" y="648614"/>
                </a:lnTo>
                <a:lnTo>
                  <a:pt x="3619500" y="651243"/>
                </a:lnTo>
                <a:lnTo>
                  <a:pt x="3619970" y="652360"/>
                </a:lnTo>
                <a:lnTo>
                  <a:pt x="3621836" y="654227"/>
                </a:lnTo>
                <a:lnTo>
                  <a:pt x="3622954" y="654685"/>
                </a:lnTo>
                <a:lnTo>
                  <a:pt x="3625583" y="654685"/>
                </a:lnTo>
                <a:lnTo>
                  <a:pt x="3626701" y="654227"/>
                </a:lnTo>
                <a:lnTo>
                  <a:pt x="3628567" y="652360"/>
                </a:lnTo>
                <a:lnTo>
                  <a:pt x="3629025" y="651243"/>
                </a:lnTo>
                <a:lnTo>
                  <a:pt x="3629025" y="648614"/>
                </a:lnTo>
                <a:close/>
              </a:path>
              <a:path w="4772025" h="129984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772025" h="1299845">
                <a:moveTo>
                  <a:pt x="3676650" y="1293774"/>
                </a:moveTo>
                <a:lnTo>
                  <a:pt x="3676192" y="1292644"/>
                </a:lnTo>
                <a:lnTo>
                  <a:pt x="3674326" y="1290789"/>
                </a:lnTo>
                <a:lnTo>
                  <a:pt x="3673208" y="1290320"/>
                </a:lnTo>
                <a:lnTo>
                  <a:pt x="3670579" y="1290320"/>
                </a:lnTo>
                <a:lnTo>
                  <a:pt x="3669461" y="1290789"/>
                </a:lnTo>
                <a:lnTo>
                  <a:pt x="3667595" y="1292644"/>
                </a:lnTo>
                <a:lnTo>
                  <a:pt x="3667125" y="1293774"/>
                </a:lnTo>
                <a:lnTo>
                  <a:pt x="3667125" y="1296403"/>
                </a:lnTo>
                <a:lnTo>
                  <a:pt x="3667595" y="1297520"/>
                </a:lnTo>
                <a:lnTo>
                  <a:pt x="3669461" y="1299387"/>
                </a:lnTo>
                <a:lnTo>
                  <a:pt x="3670579" y="1299845"/>
                </a:lnTo>
                <a:lnTo>
                  <a:pt x="3673208" y="1299845"/>
                </a:lnTo>
                <a:lnTo>
                  <a:pt x="3674326" y="1299387"/>
                </a:lnTo>
                <a:lnTo>
                  <a:pt x="3676192" y="1297520"/>
                </a:lnTo>
                <a:lnTo>
                  <a:pt x="3676650" y="1296403"/>
                </a:lnTo>
                <a:lnTo>
                  <a:pt x="3676650" y="1293774"/>
                </a:lnTo>
                <a:close/>
              </a:path>
              <a:path w="4772025" h="1299845">
                <a:moveTo>
                  <a:pt x="3676650" y="648614"/>
                </a:moveTo>
                <a:lnTo>
                  <a:pt x="3676192" y="647496"/>
                </a:lnTo>
                <a:lnTo>
                  <a:pt x="3674326" y="645629"/>
                </a:lnTo>
                <a:lnTo>
                  <a:pt x="3673208" y="645160"/>
                </a:lnTo>
                <a:lnTo>
                  <a:pt x="3670579" y="645160"/>
                </a:lnTo>
                <a:lnTo>
                  <a:pt x="3669461" y="645629"/>
                </a:lnTo>
                <a:lnTo>
                  <a:pt x="3667595" y="647496"/>
                </a:lnTo>
                <a:lnTo>
                  <a:pt x="3667125" y="648614"/>
                </a:lnTo>
                <a:lnTo>
                  <a:pt x="3667125" y="651243"/>
                </a:lnTo>
                <a:lnTo>
                  <a:pt x="3667595" y="652360"/>
                </a:lnTo>
                <a:lnTo>
                  <a:pt x="3669461" y="654227"/>
                </a:lnTo>
                <a:lnTo>
                  <a:pt x="3670579" y="654685"/>
                </a:lnTo>
                <a:lnTo>
                  <a:pt x="3673208" y="654685"/>
                </a:lnTo>
                <a:lnTo>
                  <a:pt x="3674326" y="654227"/>
                </a:lnTo>
                <a:lnTo>
                  <a:pt x="3676192" y="652360"/>
                </a:lnTo>
                <a:lnTo>
                  <a:pt x="3676650" y="651243"/>
                </a:lnTo>
                <a:lnTo>
                  <a:pt x="3676650" y="648614"/>
                </a:lnTo>
                <a:close/>
              </a:path>
              <a:path w="4772025" h="129984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772025" h="1299845">
                <a:moveTo>
                  <a:pt x="3724275" y="1293774"/>
                </a:moveTo>
                <a:lnTo>
                  <a:pt x="3723817" y="1292644"/>
                </a:lnTo>
                <a:lnTo>
                  <a:pt x="3721951" y="1290789"/>
                </a:lnTo>
                <a:lnTo>
                  <a:pt x="3720833" y="1290320"/>
                </a:lnTo>
                <a:lnTo>
                  <a:pt x="3718204" y="1290320"/>
                </a:lnTo>
                <a:lnTo>
                  <a:pt x="3717086" y="1290789"/>
                </a:lnTo>
                <a:lnTo>
                  <a:pt x="3715220" y="1292644"/>
                </a:lnTo>
                <a:lnTo>
                  <a:pt x="3714750" y="1293774"/>
                </a:lnTo>
                <a:lnTo>
                  <a:pt x="3714750" y="1296403"/>
                </a:lnTo>
                <a:lnTo>
                  <a:pt x="3715220" y="1297520"/>
                </a:lnTo>
                <a:lnTo>
                  <a:pt x="3717086" y="1299387"/>
                </a:lnTo>
                <a:lnTo>
                  <a:pt x="3718204" y="1299845"/>
                </a:lnTo>
                <a:lnTo>
                  <a:pt x="3720833" y="1299845"/>
                </a:lnTo>
                <a:lnTo>
                  <a:pt x="3721951" y="1299387"/>
                </a:lnTo>
                <a:lnTo>
                  <a:pt x="3723817" y="1297520"/>
                </a:lnTo>
                <a:lnTo>
                  <a:pt x="3724275" y="1296403"/>
                </a:lnTo>
                <a:lnTo>
                  <a:pt x="3724275" y="1293774"/>
                </a:lnTo>
                <a:close/>
              </a:path>
              <a:path w="4772025" h="1299845">
                <a:moveTo>
                  <a:pt x="3724275" y="648614"/>
                </a:moveTo>
                <a:lnTo>
                  <a:pt x="3723817" y="647496"/>
                </a:lnTo>
                <a:lnTo>
                  <a:pt x="3721951" y="645629"/>
                </a:lnTo>
                <a:lnTo>
                  <a:pt x="3720833" y="645160"/>
                </a:lnTo>
                <a:lnTo>
                  <a:pt x="3718204" y="645160"/>
                </a:lnTo>
                <a:lnTo>
                  <a:pt x="3717086" y="645629"/>
                </a:lnTo>
                <a:lnTo>
                  <a:pt x="3715220" y="647496"/>
                </a:lnTo>
                <a:lnTo>
                  <a:pt x="3714750" y="648614"/>
                </a:lnTo>
                <a:lnTo>
                  <a:pt x="3714750" y="651243"/>
                </a:lnTo>
                <a:lnTo>
                  <a:pt x="3715220" y="652360"/>
                </a:lnTo>
                <a:lnTo>
                  <a:pt x="3717086" y="654227"/>
                </a:lnTo>
                <a:lnTo>
                  <a:pt x="3718204" y="654685"/>
                </a:lnTo>
                <a:lnTo>
                  <a:pt x="3720833" y="654685"/>
                </a:lnTo>
                <a:lnTo>
                  <a:pt x="3721951" y="654227"/>
                </a:lnTo>
                <a:lnTo>
                  <a:pt x="3723817" y="652360"/>
                </a:lnTo>
                <a:lnTo>
                  <a:pt x="3724275" y="651243"/>
                </a:lnTo>
                <a:lnTo>
                  <a:pt x="3724275" y="648614"/>
                </a:lnTo>
                <a:close/>
              </a:path>
              <a:path w="4772025" h="129984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772025" h="1299845">
                <a:moveTo>
                  <a:pt x="3771900" y="1293774"/>
                </a:moveTo>
                <a:lnTo>
                  <a:pt x="3771442" y="1292644"/>
                </a:lnTo>
                <a:lnTo>
                  <a:pt x="3769576" y="1290789"/>
                </a:lnTo>
                <a:lnTo>
                  <a:pt x="3768458" y="1290320"/>
                </a:lnTo>
                <a:lnTo>
                  <a:pt x="3765829" y="1290320"/>
                </a:lnTo>
                <a:lnTo>
                  <a:pt x="3764711" y="1290789"/>
                </a:lnTo>
                <a:lnTo>
                  <a:pt x="3762845" y="1292644"/>
                </a:lnTo>
                <a:lnTo>
                  <a:pt x="3762375" y="1293774"/>
                </a:lnTo>
                <a:lnTo>
                  <a:pt x="3762375" y="1296403"/>
                </a:lnTo>
                <a:lnTo>
                  <a:pt x="3762845" y="1297520"/>
                </a:lnTo>
                <a:lnTo>
                  <a:pt x="3764711" y="1299387"/>
                </a:lnTo>
                <a:lnTo>
                  <a:pt x="3765829" y="1299845"/>
                </a:lnTo>
                <a:lnTo>
                  <a:pt x="3768458" y="1299845"/>
                </a:lnTo>
                <a:lnTo>
                  <a:pt x="3769576" y="1299387"/>
                </a:lnTo>
                <a:lnTo>
                  <a:pt x="3771442" y="1297520"/>
                </a:lnTo>
                <a:lnTo>
                  <a:pt x="3771900" y="1296403"/>
                </a:lnTo>
                <a:lnTo>
                  <a:pt x="3771900" y="1293774"/>
                </a:lnTo>
                <a:close/>
              </a:path>
              <a:path w="4772025" h="1299845">
                <a:moveTo>
                  <a:pt x="3771900" y="648614"/>
                </a:moveTo>
                <a:lnTo>
                  <a:pt x="3771442" y="647496"/>
                </a:lnTo>
                <a:lnTo>
                  <a:pt x="3769576" y="645629"/>
                </a:lnTo>
                <a:lnTo>
                  <a:pt x="3768458" y="645160"/>
                </a:lnTo>
                <a:lnTo>
                  <a:pt x="3765829" y="645160"/>
                </a:lnTo>
                <a:lnTo>
                  <a:pt x="3764711" y="645629"/>
                </a:lnTo>
                <a:lnTo>
                  <a:pt x="3762845" y="647496"/>
                </a:lnTo>
                <a:lnTo>
                  <a:pt x="3762375" y="648614"/>
                </a:lnTo>
                <a:lnTo>
                  <a:pt x="3762375" y="651243"/>
                </a:lnTo>
                <a:lnTo>
                  <a:pt x="3762845" y="652360"/>
                </a:lnTo>
                <a:lnTo>
                  <a:pt x="3764711" y="654227"/>
                </a:lnTo>
                <a:lnTo>
                  <a:pt x="3765829" y="654685"/>
                </a:lnTo>
                <a:lnTo>
                  <a:pt x="3768458" y="654685"/>
                </a:lnTo>
                <a:lnTo>
                  <a:pt x="3769576" y="654227"/>
                </a:lnTo>
                <a:lnTo>
                  <a:pt x="3771442" y="652360"/>
                </a:lnTo>
                <a:lnTo>
                  <a:pt x="3771900" y="651243"/>
                </a:lnTo>
                <a:lnTo>
                  <a:pt x="3771900" y="648614"/>
                </a:lnTo>
                <a:close/>
              </a:path>
              <a:path w="4772025" h="129984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772025" h="1299845">
                <a:moveTo>
                  <a:pt x="3819525" y="1293774"/>
                </a:moveTo>
                <a:lnTo>
                  <a:pt x="3819067" y="1292644"/>
                </a:lnTo>
                <a:lnTo>
                  <a:pt x="3817201" y="1290789"/>
                </a:lnTo>
                <a:lnTo>
                  <a:pt x="3816083" y="1290320"/>
                </a:lnTo>
                <a:lnTo>
                  <a:pt x="3813454" y="1290320"/>
                </a:lnTo>
                <a:lnTo>
                  <a:pt x="3812336" y="1290789"/>
                </a:lnTo>
                <a:lnTo>
                  <a:pt x="3810470" y="1292644"/>
                </a:lnTo>
                <a:lnTo>
                  <a:pt x="3810000" y="1293774"/>
                </a:lnTo>
                <a:lnTo>
                  <a:pt x="3810000" y="1296403"/>
                </a:lnTo>
                <a:lnTo>
                  <a:pt x="3810470" y="1297520"/>
                </a:lnTo>
                <a:lnTo>
                  <a:pt x="3812336" y="1299387"/>
                </a:lnTo>
                <a:lnTo>
                  <a:pt x="3813454" y="1299845"/>
                </a:lnTo>
                <a:lnTo>
                  <a:pt x="3816083" y="1299845"/>
                </a:lnTo>
                <a:lnTo>
                  <a:pt x="3817201" y="1299387"/>
                </a:lnTo>
                <a:lnTo>
                  <a:pt x="3819067" y="1297520"/>
                </a:lnTo>
                <a:lnTo>
                  <a:pt x="3819525" y="1296403"/>
                </a:lnTo>
                <a:lnTo>
                  <a:pt x="3819525" y="1293774"/>
                </a:lnTo>
                <a:close/>
              </a:path>
              <a:path w="4772025" h="1299845">
                <a:moveTo>
                  <a:pt x="3819525" y="648614"/>
                </a:moveTo>
                <a:lnTo>
                  <a:pt x="3819067" y="647496"/>
                </a:lnTo>
                <a:lnTo>
                  <a:pt x="3817201" y="645629"/>
                </a:lnTo>
                <a:lnTo>
                  <a:pt x="3816083" y="645160"/>
                </a:lnTo>
                <a:lnTo>
                  <a:pt x="3813454" y="645160"/>
                </a:lnTo>
                <a:lnTo>
                  <a:pt x="3812336" y="645629"/>
                </a:lnTo>
                <a:lnTo>
                  <a:pt x="3810470" y="647496"/>
                </a:lnTo>
                <a:lnTo>
                  <a:pt x="3810000" y="648614"/>
                </a:lnTo>
                <a:lnTo>
                  <a:pt x="3810000" y="651243"/>
                </a:lnTo>
                <a:lnTo>
                  <a:pt x="3810470" y="652360"/>
                </a:lnTo>
                <a:lnTo>
                  <a:pt x="3812336" y="654227"/>
                </a:lnTo>
                <a:lnTo>
                  <a:pt x="3813454" y="654685"/>
                </a:lnTo>
                <a:lnTo>
                  <a:pt x="3816083" y="654685"/>
                </a:lnTo>
                <a:lnTo>
                  <a:pt x="3817201" y="654227"/>
                </a:lnTo>
                <a:lnTo>
                  <a:pt x="3819067" y="652360"/>
                </a:lnTo>
                <a:lnTo>
                  <a:pt x="3819525" y="651243"/>
                </a:lnTo>
                <a:lnTo>
                  <a:pt x="3819525" y="648614"/>
                </a:lnTo>
                <a:close/>
              </a:path>
              <a:path w="4772025" h="129984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772025" h="1299845">
                <a:moveTo>
                  <a:pt x="3867150" y="1293774"/>
                </a:moveTo>
                <a:lnTo>
                  <a:pt x="3866692" y="1292644"/>
                </a:lnTo>
                <a:lnTo>
                  <a:pt x="3864826" y="1290789"/>
                </a:lnTo>
                <a:lnTo>
                  <a:pt x="3863708" y="1290320"/>
                </a:lnTo>
                <a:lnTo>
                  <a:pt x="3861079" y="1290320"/>
                </a:lnTo>
                <a:lnTo>
                  <a:pt x="3859949" y="1290789"/>
                </a:lnTo>
                <a:lnTo>
                  <a:pt x="3858095" y="1292644"/>
                </a:lnTo>
                <a:lnTo>
                  <a:pt x="3857625" y="1293774"/>
                </a:lnTo>
                <a:lnTo>
                  <a:pt x="3857625" y="1296403"/>
                </a:lnTo>
                <a:lnTo>
                  <a:pt x="3858095" y="1297520"/>
                </a:lnTo>
                <a:lnTo>
                  <a:pt x="3859949" y="1299387"/>
                </a:lnTo>
                <a:lnTo>
                  <a:pt x="3861079" y="1299845"/>
                </a:lnTo>
                <a:lnTo>
                  <a:pt x="3863708" y="1299845"/>
                </a:lnTo>
                <a:lnTo>
                  <a:pt x="3864826" y="1299387"/>
                </a:lnTo>
                <a:lnTo>
                  <a:pt x="3866692" y="1297520"/>
                </a:lnTo>
                <a:lnTo>
                  <a:pt x="3867150" y="1296403"/>
                </a:lnTo>
                <a:lnTo>
                  <a:pt x="3867150" y="1293774"/>
                </a:lnTo>
                <a:close/>
              </a:path>
              <a:path w="4772025" h="1299845">
                <a:moveTo>
                  <a:pt x="3867150" y="648614"/>
                </a:moveTo>
                <a:lnTo>
                  <a:pt x="3866692" y="647496"/>
                </a:lnTo>
                <a:lnTo>
                  <a:pt x="3864826" y="645629"/>
                </a:lnTo>
                <a:lnTo>
                  <a:pt x="3863708" y="645160"/>
                </a:lnTo>
                <a:lnTo>
                  <a:pt x="3861079" y="645160"/>
                </a:lnTo>
                <a:lnTo>
                  <a:pt x="3859949" y="645629"/>
                </a:lnTo>
                <a:lnTo>
                  <a:pt x="3858095" y="647496"/>
                </a:lnTo>
                <a:lnTo>
                  <a:pt x="3857625" y="648614"/>
                </a:lnTo>
                <a:lnTo>
                  <a:pt x="3857625" y="651243"/>
                </a:lnTo>
                <a:lnTo>
                  <a:pt x="3858095" y="652360"/>
                </a:lnTo>
                <a:lnTo>
                  <a:pt x="3859949" y="654227"/>
                </a:lnTo>
                <a:lnTo>
                  <a:pt x="3861079" y="654685"/>
                </a:lnTo>
                <a:lnTo>
                  <a:pt x="3863708" y="654685"/>
                </a:lnTo>
                <a:lnTo>
                  <a:pt x="3864826" y="654227"/>
                </a:lnTo>
                <a:lnTo>
                  <a:pt x="3866692" y="652360"/>
                </a:lnTo>
                <a:lnTo>
                  <a:pt x="3867150" y="651243"/>
                </a:lnTo>
                <a:lnTo>
                  <a:pt x="3867150" y="648614"/>
                </a:lnTo>
                <a:close/>
              </a:path>
              <a:path w="4772025" h="129984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772025" h="1299845">
                <a:moveTo>
                  <a:pt x="3914775" y="1293774"/>
                </a:moveTo>
                <a:lnTo>
                  <a:pt x="3914317" y="1292644"/>
                </a:lnTo>
                <a:lnTo>
                  <a:pt x="3912451" y="1290789"/>
                </a:lnTo>
                <a:lnTo>
                  <a:pt x="3911333" y="1290320"/>
                </a:lnTo>
                <a:lnTo>
                  <a:pt x="3908704" y="1290320"/>
                </a:lnTo>
                <a:lnTo>
                  <a:pt x="3907574" y="1290789"/>
                </a:lnTo>
                <a:lnTo>
                  <a:pt x="3905720" y="1292644"/>
                </a:lnTo>
                <a:lnTo>
                  <a:pt x="3905250" y="1293774"/>
                </a:lnTo>
                <a:lnTo>
                  <a:pt x="3905250" y="1296403"/>
                </a:lnTo>
                <a:lnTo>
                  <a:pt x="3905720" y="1297520"/>
                </a:lnTo>
                <a:lnTo>
                  <a:pt x="3907574" y="1299387"/>
                </a:lnTo>
                <a:lnTo>
                  <a:pt x="3908704" y="1299845"/>
                </a:lnTo>
                <a:lnTo>
                  <a:pt x="3911333" y="1299845"/>
                </a:lnTo>
                <a:lnTo>
                  <a:pt x="3912451" y="1299387"/>
                </a:lnTo>
                <a:lnTo>
                  <a:pt x="3914317" y="1297520"/>
                </a:lnTo>
                <a:lnTo>
                  <a:pt x="3914775" y="1296403"/>
                </a:lnTo>
                <a:lnTo>
                  <a:pt x="3914775" y="1293774"/>
                </a:lnTo>
                <a:close/>
              </a:path>
              <a:path w="4772025" h="1299845">
                <a:moveTo>
                  <a:pt x="3914775" y="648614"/>
                </a:moveTo>
                <a:lnTo>
                  <a:pt x="3914317" y="647496"/>
                </a:lnTo>
                <a:lnTo>
                  <a:pt x="3912451" y="645629"/>
                </a:lnTo>
                <a:lnTo>
                  <a:pt x="3911333" y="645160"/>
                </a:lnTo>
                <a:lnTo>
                  <a:pt x="3908704" y="645160"/>
                </a:lnTo>
                <a:lnTo>
                  <a:pt x="3907574" y="645629"/>
                </a:lnTo>
                <a:lnTo>
                  <a:pt x="3905720" y="647496"/>
                </a:lnTo>
                <a:lnTo>
                  <a:pt x="3905250" y="648614"/>
                </a:lnTo>
                <a:lnTo>
                  <a:pt x="3905250" y="651243"/>
                </a:lnTo>
                <a:lnTo>
                  <a:pt x="3905720" y="652360"/>
                </a:lnTo>
                <a:lnTo>
                  <a:pt x="3907574" y="654227"/>
                </a:lnTo>
                <a:lnTo>
                  <a:pt x="3908704" y="654685"/>
                </a:lnTo>
                <a:lnTo>
                  <a:pt x="3911333" y="654685"/>
                </a:lnTo>
                <a:lnTo>
                  <a:pt x="3912451" y="654227"/>
                </a:lnTo>
                <a:lnTo>
                  <a:pt x="3914317" y="652360"/>
                </a:lnTo>
                <a:lnTo>
                  <a:pt x="3914775" y="651243"/>
                </a:lnTo>
                <a:lnTo>
                  <a:pt x="3914775" y="648614"/>
                </a:lnTo>
                <a:close/>
              </a:path>
              <a:path w="4772025" h="129984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772025" h="1299845">
                <a:moveTo>
                  <a:pt x="3962400" y="1293774"/>
                </a:moveTo>
                <a:lnTo>
                  <a:pt x="3961942" y="1292644"/>
                </a:lnTo>
                <a:lnTo>
                  <a:pt x="3960076" y="1290789"/>
                </a:lnTo>
                <a:lnTo>
                  <a:pt x="3958958" y="1290320"/>
                </a:lnTo>
                <a:lnTo>
                  <a:pt x="3956329" y="1290320"/>
                </a:lnTo>
                <a:lnTo>
                  <a:pt x="3955211" y="1290789"/>
                </a:lnTo>
                <a:lnTo>
                  <a:pt x="3953345" y="1292644"/>
                </a:lnTo>
                <a:lnTo>
                  <a:pt x="3952875" y="1293774"/>
                </a:lnTo>
                <a:lnTo>
                  <a:pt x="3952875" y="1296403"/>
                </a:lnTo>
                <a:lnTo>
                  <a:pt x="3953345" y="1297520"/>
                </a:lnTo>
                <a:lnTo>
                  <a:pt x="3955211" y="1299387"/>
                </a:lnTo>
                <a:lnTo>
                  <a:pt x="3956329" y="1299845"/>
                </a:lnTo>
                <a:lnTo>
                  <a:pt x="3958958" y="1299845"/>
                </a:lnTo>
                <a:lnTo>
                  <a:pt x="3960076" y="1299387"/>
                </a:lnTo>
                <a:lnTo>
                  <a:pt x="3961942" y="1297520"/>
                </a:lnTo>
                <a:lnTo>
                  <a:pt x="3962400" y="1296403"/>
                </a:lnTo>
                <a:lnTo>
                  <a:pt x="3962400" y="1293774"/>
                </a:lnTo>
                <a:close/>
              </a:path>
              <a:path w="4772025" h="1299845">
                <a:moveTo>
                  <a:pt x="3962400" y="648614"/>
                </a:moveTo>
                <a:lnTo>
                  <a:pt x="3961942" y="647496"/>
                </a:lnTo>
                <a:lnTo>
                  <a:pt x="3960076" y="645629"/>
                </a:lnTo>
                <a:lnTo>
                  <a:pt x="3958958" y="645160"/>
                </a:lnTo>
                <a:lnTo>
                  <a:pt x="3956329" y="645160"/>
                </a:lnTo>
                <a:lnTo>
                  <a:pt x="3955211" y="645629"/>
                </a:lnTo>
                <a:lnTo>
                  <a:pt x="3953345" y="647496"/>
                </a:lnTo>
                <a:lnTo>
                  <a:pt x="3952875" y="648614"/>
                </a:lnTo>
                <a:lnTo>
                  <a:pt x="3952875" y="651243"/>
                </a:lnTo>
                <a:lnTo>
                  <a:pt x="3953345" y="652360"/>
                </a:lnTo>
                <a:lnTo>
                  <a:pt x="3955211" y="654227"/>
                </a:lnTo>
                <a:lnTo>
                  <a:pt x="3956329" y="654685"/>
                </a:lnTo>
                <a:lnTo>
                  <a:pt x="3958958" y="654685"/>
                </a:lnTo>
                <a:lnTo>
                  <a:pt x="3960076" y="654227"/>
                </a:lnTo>
                <a:lnTo>
                  <a:pt x="3961942" y="652360"/>
                </a:lnTo>
                <a:lnTo>
                  <a:pt x="3962400" y="651243"/>
                </a:lnTo>
                <a:lnTo>
                  <a:pt x="3962400" y="648614"/>
                </a:lnTo>
                <a:close/>
              </a:path>
              <a:path w="4772025" h="129984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772025" h="1299845">
                <a:moveTo>
                  <a:pt x="4010025" y="1293774"/>
                </a:moveTo>
                <a:lnTo>
                  <a:pt x="4009567" y="1292644"/>
                </a:lnTo>
                <a:lnTo>
                  <a:pt x="4007701" y="1290789"/>
                </a:lnTo>
                <a:lnTo>
                  <a:pt x="4006583" y="1290320"/>
                </a:lnTo>
                <a:lnTo>
                  <a:pt x="4003954" y="1290320"/>
                </a:lnTo>
                <a:lnTo>
                  <a:pt x="4002836" y="1290789"/>
                </a:lnTo>
                <a:lnTo>
                  <a:pt x="4000970" y="1292644"/>
                </a:lnTo>
                <a:lnTo>
                  <a:pt x="4000500" y="1293774"/>
                </a:lnTo>
                <a:lnTo>
                  <a:pt x="4000500" y="1296403"/>
                </a:lnTo>
                <a:lnTo>
                  <a:pt x="4000970" y="1297520"/>
                </a:lnTo>
                <a:lnTo>
                  <a:pt x="4002836" y="1299387"/>
                </a:lnTo>
                <a:lnTo>
                  <a:pt x="4003954" y="1299845"/>
                </a:lnTo>
                <a:lnTo>
                  <a:pt x="4006583" y="1299845"/>
                </a:lnTo>
                <a:lnTo>
                  <a:pt x="4007701" y="1299387"/>
                </a:lnTo>
                <a:lnTo>
                  <a:pt x="4009567" y="1297520"/>
                </a:lnTo>
                <a:lnTo>
                  <a:pt x="4010025" y="1296403"/>
                </a:lnTo>
                <a:lnTo>
                  <a:pt x="4010025" y="1293774"/>
                </a:lnTo>
                <a:close/>
              </a:path>
              <a:path w="4772025" h="1299845">
                <a:moveTo>
                  <a:pt x="4010025" y="648614"/>
                </a:moveTo>
                <a:lnTo>
                  <a:pt x="4009567" y="647496"/>
                </a:lnTo>
                <a:lnTo>
                  <a:pt x="4007701" y="645629"/>
                </a:lnTo>
                <a:lnTo>
                  <a:pt x="4006583" y="645160"/>
                </a:lnTo>
                <a:lnTo>
                  <a:pt x="4003954" y="645160"/>
                </a:lnTo>
                <a:lnTo>
                  <a:pt x="4002836" y="645629"/>
                </a:lnTo>
                <a:lnTo>
                  <a:pt x="4000970" y="647496"/>
                </a:lnTo>
                <a:lnTo>
                  <a:pt x="4000500" y="648614"/>
                </a:lnTo>
                <a:lnTo>
                  <a:pt x="4000500" y="651243"/>
                </a:lnTo>
                <a:lnTo>
                  <a:pt x="4000970" y="652360"/>
                </a:lnTo>
                <a:lnTo>
                  <a:pt x="4002836" y="654227"/>
                </a:lnTo>
                <a:lnTo>
                  <a:pt x="4003954" y="654685"/>
                </a:lnTo>
                <a:lnTo>
                  <a:pt x="4006583" y="654685"/>
                </a:lnTo>
                <a:lnTo>
                  <a:pt x="4007701" y="654227"/>
                </a:lnTo>
                <a:lnTo>
                  <a:pt x="4009567" y="652360"/>
                </a:lnTo>
                <a:lnTo>
                  <a:pt x="4010025" y="651243"/>
                </a:lnTo>
                <a:lnTo>
                  <a:pt x="4010025" y="648614"/>
                </a:lnTo>
                <a:close/>
              </a:path>
              <a:path w="4772025" h="129984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772025" h="1299845">
                <a:moveTo>
                  <a:pt x="4057650" y="1293774"/>
                </a:moveTo>
                <a:lnTo>
                  <a:pt x="4057192" y="1292644"/>
                </a:lnTo>
                <a:lnTo>
                  <a:pt x="4055326" y="1290789"/>
                </a:lnTo>
                <a:lnTo>
                  <a:pt x="4054208" y="1290320"/>
                </a:lnTo>
                <a:lnTo>
                  <a:pt x="4051579" y="1290320"/>
                </a:lnTo>
                <a:lnTo>
                  <a:pt x="4050461" y="1290789"/>
                </a:lnTo>
                <a:lnTo>
                  <a:pt x="4048595" y="1292644"/>
                </a:lnTo>
                <a:lnTo>
                  <a:pt x="4048125" y="1293774"/>
                </a:lnTo>
                <a:lnTo>
                  <a:pt x="4048125" y="1296403"/>
                </a:lnTo>
                <a:lnTo>
                  <a:pt x="4048595" y="1297520"/>
                </a:lnTo>
                <a:lnTo>
                  <a:pt x="4050461" y="1299387"/>
                </a:lnTo>
                <a:lnTo>
                  <a:pt x="4051579" y="1299845"/>
                </a:lnTo>
                <a:lnTo>
                  <a:pt x="4054208" y="1299845"/>
                </a:lnTo>
                <a:lnTo>
                  <a:pt x="4055326" y="1299387"/>
                </a:lnTo>
                <a:lnTo>
                  <a:pt x="4057192" y="1297520"/>
                </a:lnTo>
                <a:lnTo>
                  <a:pt x="4057650" y="1296403"/>
                </a:lnTo>
                <a:lnTo>
                  <a:pt x="4057650" y="1293774"/>
                </a:lnTo>
                <a:close/>
              </a:path>
              <a:path w="4772025" h="1299845">
                <a:moveTo>
                  <a:pt x="4057650" y="648614"/>
                </a:moveTo>
                <a:lnTo>
                  <a:pt x="4057192" y="647496"/>
                </a:lnTo>
                <a:lnTo>
                  <a:pt x="4055326" y="645629"/>
                </a:lnTo>
                <a:lnTo>
                  <a:pt x="4054208" y="645160"/>
                </a:lnTo>
                <a:lnTo>
                  <a:pt x="4051579" y="645160"/>
                </a:lnTo>
                <a:lnTo>
                  <a:pt x="4050461" y="645629"/>
                </a:lnTo>
                <a:lnTo>
                  <a:pt x="4048595" y="647496"/>
                </a:lnTo>
                <a:lnTo>
                  <a:pt x="4048125" y="648614"/>
                </a:lnTo>
                <a:lnTo>
                  <a:pt x="4048125" y="651243"/>
                </a:lnTo>
                <a:lnTo>
                  <a:pt x="4048595" y="652360"/>
                </a:lnTo>
                <a:lnTo>
                  <a:pt x="4050461" y="654227"/>
                </a:lnTo>
                <a:lnTo>
                  <a:pt x="4051579" y="654685"/>
                </a:lnTo>
                <a:lnTo>
                  <a:pt x="4054208" y="654685"/>
                </a:lnTo>
                <a:lnTo>
                  <a:pt x="4055326" y="654227"/>
                </a:lnTo>
                <a:lnTo>
                  <a:pt x="4057192" y="652360"/>
                </a:lnTo>
                <a:lnTo>
                  <a:pt x="4057650" y="651243"/>
                </a:lnTo>
                <a:lnTo>
                  <a:pt x="4057650" y="648614"/>
                </a:lnTo>
                <a:close/>
              </a:path>
              <a:path w="4772025" h="129984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772025" h="1299845">
                <a:moveTo>
                  <a:pt x="4105275" y="1293774"/>
                </a:moveTo>
                <a:lnTo>
                  <a:pt x="4104817" y="1292644"/>
                </a:lnTo>
                <a:lnTo>
                  <a:pt x="4102951" y="1290789"/>
                </a:lnTo>
                <a:lnTo>
                  <a:pt x="4101833" y="1290320"/>
                </a:lnTo>
                <a:lnTo>
                  <a:pt x="4099204" y="1290320"/>
                </a:lnTo>
                <a:lnTo>
                  <a:pt x="4098086" y="1290789"/>
                </a:lnTo>
                <a:lnTo>
                  <a:pt x="4096220" y="1292644"/>
                </a:lnTo>
                <a:lnTo>
                  <a:pt x="4095750" y="1293774"/>
                </a:lnTo>
                <a:lnTo>
                  <a:pt x="4095750" y="1296403"/>
                </a:lnTo>
                <a:lnTo>
                  <a:pt x="4096220" y="1297520"/>
                </a:lnTo>
                <a:lnTo>
                  <a:pt x="4098086" y="1299387"/>
                </a:lnTo>
                <a:lnTo>
                  <a:pt x="4099204" y="1299845"/>
                </a:lnTo>
                <a:lnTo>
                  <a:pt x="4101833" y="1299845"/>
                </a:lnTo>
                <a:lnTo>
                  <a:pt x="4102951" y="1299387"/>
                </a:lnTo>
                <a:lnTo>
                  <a:pt x="4104817" y="1297520"/>
                </a:lnTo>
                <a:lnTo>
                  <a:pt x="4105275" y="1296403"/>
                </a:lnTo>
                <a:lnTo>
                  <a:pt x="4105275" y="1293774"/>
                </a:lnTo>
                <a:close/>
              </a:path>
              <a:path w="4772025" h="1299845">
                <a:moveTo>
                  <a:pt x="4105275" y="648614"/>
                </a:moveTo>
                <a:lnTo>
                  <a:pt x="4104817" y="647496"/>
                </a:lnTo>
                <a:lnTo>
                  <a:pt x="4102951" y="645629"/>
                </a:lnTo>
                <a:lnTo>
                  <a:pt x="4101833" y="645160"/>
                </a:lnTo>
                <a:lnTo>
                  <a:pt x="4099204" y="645160"/>
                </a:lnTo>
                <a:lnTo>
                  <a:pt x="4098086" y="645629"/>
                </a:lnTo>
                <a:lnTo>
                  <a:pt x="4096220" y="647496"/>
                </a:lnTo>
                <a:lnTo>
                  <a:pt x="4095750" y="648614"/>
                </a:lnTo>
                <a:lnTo>
                  <a:pt x="4095750" y="651243"/>
                </a:lnTo>
                <a:lnTo>
                  <a:pt x="4096220" y="652360"/>
                </a:lnTo>
                <a:lnTo>
                  <a:pt x="4098086" y="654227"/>
                </a:lnTo>
                <a:lnTo>
                  <a:pt x="4099204" y="654685"/>
                </a:lnTo>
                <a:lnTo>
                  <a:pt x="4101833" y="654685"/>
                </a:lnTo>
                <a:lnTo>
                  <a:pt x="4102951" y="654227"/>
                </a:lnTo>
                <a:lnTo>
                  <a:pt x="4104817" y="652360"/>
                </a:lnTo>
                <a:lnTo>
                  <a:pt x="4105275" y="651243"/>
                </a:lnTo>
                <a:lnTo>
                  <a:pt x="4105275" y="648614"/>
                </a:lnTo>
                <a:close/>
              </a:path>
              <a:path w="4772025" h="129984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772025" h="1299845">
                <a:moveTo>
                  <a:pt x="4152900" y="1293774"/>
                </a:moveTo>
                <a:lnTo>
                  <a:pt x="4152442" y="1292644"/>
                </a:lnTo>
                <a:lnTo>
                  <a:pt x="4150576" y="1290789"/>
                </a:lnTo>
                <a:lnTo>
                  <a:pt x="4149458" y="1290320"/>
                </a:lnTo>
                <a:lnTo>
                  <a:pt x="4146829" y="1290320"/>
                </a:lnTo>
                <a:lnTo>
                  <a:pt x="4145711" y="1290789"/>
                </a:lnTo>
                <a:lnTo>
                  <a:pt x="4143845" y="1292644"/>
                </a:lnTo>
                <a:lnTo>
                  <a:pt x="4143375" y="1293774"/>
                </a:lnTo>
                <a:lnTo>
                  <a:pt x="4143375" y="1296403"/>
                </a:lnTo>
                <a:lnTo>
                  <a:pt x="4143845" y="1297520"/>
                </a:lnTo>
                <a:lnTo>
                  <a:pt x="4145711" y="1299387"/>
                </a:lnTo>
                <a:lnTo>
                  <a:pt x="4146829" y="1299845"/>
                </a:lnTo>
                <a:lnTo>
                  <a:pt x="4149458" y="1299845"/>
                </a:lnTo>
                <a:lnTo>
                  <a:pt x="4150576" y="1299387"/>
                </a:lnTo>
                <a:lnTo>
                  <a:pt x="4152442" y="1297520"/>
                </a:lnTo>
                <a:lnTo>
                  <a:pt x="4152900" y="1296403"/>
                </a:lnTo>
                <a:lnTo>
                  <a:pt x="4152900" y="1293774"/>
                </a:lnTo>
                <a:close/>
              </a:path>
              <a:path w="4772025" h="1299845">
                <a:moveTo>
                  <a:pt x="4152900" y="648614"/>
                </a:moveTo>
                <a:lnTo>
                  <a:pt x="4152442" y="647496"/>
                </a:lnTo>
                <a:lnTo>
                  <a:pt x="4150576" y="645629"/>
                </a:lnTo>
                <a:lnTo>
                  <a:pt x="4149458" y="645160"/>
                </a:lnTo>
                <a:lnTo>
                  <a:pt x="4146829" y="645160"/>
                </a:lnTo>
                <a:lnTo>
                  <a:pt x="4145711" y="645629"/>
                </a:lnTo>
                <a:lnTo>
                  <a:pt x="4143845" y="647496"/>
                </a:lnTo>
                <a:lnTo>
                  <a:pt x="4143375" y="648614"/>
                </a:lnTo>
                <a:lnTo>
                  <a:pt x="4143375" y="651243"/>
                </a:lnTo>
                <a:lnTo>
                  <a:pt x="4143845" y="652360"/>
                </a:lnTo>
                <a:lnTo>
                  <a:pt x="4145711" y="654227"/>
                </a:lnTo>
                <a:lnTo>
                  <a:pt x="4146829" y="654685"/>
                </a:lnTo>
                <a:lnTo>
                  <a:pt x="4149458" y="654685"/>
                </a:lnTo>
                <a:lnTo>
                  <a:pt x="4150576" y="654227"/>
                </a:lnTo>
                <a:lnTo>
                  <a:pt x="4152442" y="652360"/>
                </a:lnTo>
                <a:lnTo>
                  <a:pt x="4152900" y="651243"/>
                </a:lnTo>
                <a:lnTo>
                  <a:pt x="4152900" y="648614"/>
                </a:lnTo>
                <a:close/>
              </a:path>
              <a:path w="4772025" h="129984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772025" h="1299845">
                <a:moveTo>
                  <a:pt x="4200525" y="1293774"/>
                </a:moveTo>
                <a:lnTo>
                  <a:pt x="4200067" y="1292644"/>
                </a:lnTo>
                <a:lnTo>
                  <a:pt x="4198201" y="1290789"/>
                </a:lnTo>
                <a:lnTo>
                  <a:pt x="4197083" y="1290320"/>
                </a:lnTo>
                <a:lnTo>
                  <a:pt x="4194454" y="1290320"/>
                </a:lnTo>
                <a:lnTo>
                  <a:pt x="4193336" y="1290789"/>
                </a:lnTo>
                <a:lnTo>
                  <a:pt x="4191470" y="1292644"/>
                </a:lnTo>
                <a:lnTo>
                  <a:pt x="4191000" y="1293774"/>
                </a:lnTo>
                <a:lnTo>
                  <a:pt x="4191000" y="1296403"/>
                </a:lnTo>
                <a:lnTo>
                  <a:pt x="4191470" y="1297520"/>
                </a:lnTo>
                <a:lnTo>
                  <a:pt x="4193336" y="1299387"/>
                </a:lnTo>
                <a:lnTo>
                  <a:pt x="4194454" y="1299845"/>
                </a:lnTo>
                <a:lnTo>
                  <a:pt x="4197083" y="1299845"/>
                </a:lnTo>
                <a:lnTo>
                  <a:pt x="4198201" y="1299387"/>
                </a:lnTo>
                <a:lnTo>
                  <a:pt x="4200067" y="1297520"/>
                </a:lnTo>
                <a:lnTo>
                  <a:pt x="4200525" y="1296403"/>
                </a:lnTo>
                <a:lnTo>
                  <a:pt x="4200525" y="1293774"/>
                </a:lnTo>
                <a:close/>
              </a:path>
              <a:path w="4772025" h="1299845">
                <a:moveTo>
                  <a:pt x="4200525" y="648614"/>
                </a:moveTo>
                <a:lnTo>
                  <a:pt x="4200067" y="647496"/>
                </a:lnTo>
                <a:lnTo>
                  <a:pt x="4198201" y="645629"/>
                </a:lnTo>
                <a:lnTo>
                  <a:pt x="4197083" y="645160"/>
                </a:lnTo>
                <a:lnTo>
                  <a:pt x="4194454" y="645160"/>
                </a:lnTo>
                <a:lnTo>
                  <a:pt x="4193336" y="645629"/>
                </a:lnTo>
                <a:lnTo>
                  <a:pt x="4191470" y="647496"/>
                </a:lnTo>
                <a:lnTo>
                  <a:pt x="4191000" y="648614"/>
                </a:lnTo>
                <a:lnTo>
                  <a:pt x="4191000" y="651243"/>
                </a:lnTo>
                <a:lnTo>
                  <a:pt x="4191470" y="652360"/>
                </a:lnTo>
                <a:lnTo>
                  <a:pt x="4193336" y="654227"/>
                </a:lnTo>
                <a:lnTo>
                  <a:pt x="4194454" y="654685"/>
                </a:lnTo>
                <a:lnTo>
                  <a:pt x="4197083" y="654685"/>
                </a:lnTo>
                <a:lnTo>
                  <a:pt x="4198201" y="654227"/>
                </a:lnTo>
                <a:lnTo>
                  <a:pt x="4200067" y="652360"/>
                </a:lnTo>
                <a:lnTo>
                  <a:pt x="4200525" y="651243"/>
                </a:lnTo>
                <a:lnTo>
                  <a:pt x="4200525" y="648614"/>
                </a:lnTo>
                <a:close/>
              </a:path>
              <a:path w="4772025" h="129984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772025" h="1299845">
                <a:moveTo>
                  <a:pt x="4248150" y="1293774"/>
                </a:moveTo>
                <a:lnTo>
                  <a:pt x="4247693" y="1292644"/>
                </a:lnTo>
                <a:lnTo>
                  <a:pt x="4245826" y="1290789"/>
                </a:lnTo>
                <a:lnTo>
                  <a:pt x="4244708" y="1290320"/>
                </a:lnTo>
                <a:lnTo>
                  <a:pt x="4242079" y="1290320"/>
                </a:lnTo>
                <a:lnTo>
                  <a:pt x="4240949" y="1290789"/>
                </a:lnTo>
                <a:lnTo>
                  <a:pt x="4239095" y="1292644"/>
                </a:lnTo>
                <a:lnTo>
                  <a:pt x="4238625" y="1293774"/>
                </a:lnTo>
                <a:lnTo>
                  <a:pt x="4238625" y="1296403"/>
                </a:lnTo>
                <a:lnTo>
                  <a:pt x="4239095" y="1297520"/>
                </a:lnTo>
                <a:lnTo>
                  <a:pt x="4240949" y="1299387"/>
                </a:lnTo>
                <a:lnTo>
                  <a:pt x="4242079" y="1299845"/>
                </a:lnTo>
                <a:lnTo>
                  <a:pt x="4244708" y="1299845"/>
                </a:lnTo>
                <a:lnTo>
                  <a:pt x="4245826" y="1299387"/>
                </a:lnTo>
                <a:lnTo>
                  <a:pt x="4247693" y="1297520"/>
                </a:lnTo>
                <a:lnTo>
                  <a:pt x="4248150" y="1296403"/>
                </a:lnTo>
                <a:lnTo>
                  <a:pt x="4248150" y="1293774"/>
                </a:lnTo>
                <a:close/>
              </a:path>
              <a:path w="4772025" h="1299845">
                <a:moveTo>
                  <a:pt x="4248150" y="648614"/>
                </a:moveTo>
                <a:lnTo>
                  <a:pt x="4247693" y="647496"/>
                </a:lnTo>
                <a:lnTo>
                  <a:pt x="4245826" y="645629"/>
                </a:lnTo>
                <a:lnTo>
                  <a:pt x="4244708" y="645160"/>
                </a:lnTo>
                <a:lnTo>
                  <a:pt x="4242079" y="645160"/>
                </a:lnTo>
                <a:lnTo>
                  <a:pt x="4240949" y="645629"/>
                </a:lnTo>
                <a:lnTo>
                  <a:pt x="4239095" y="647496"/>
                </a:lnTo>
                <a:lnTo>
                  <a:pt x="4238625" y="648614"/>
                </a:lnTo>
                <a:lnTo>
                  <a:pt x="4238625" y="651243"/>
                </a:lnTo>
                <a:lnTo>
                  <a:pt x="4239095" y="652360"/>
                </a:lnTo>
                <a:lnTo>
                  <a:pt x="4240949" y="654227"/>
                </a:lnTo>
                <a:lnTo>
                  <a:pt x="4242079" y="654685"/>
                </a:lnTo>
                <a:lnTo>
                  <a:pt x="4244708" y="654685"/>
                </a:lnTo>
                <a:lnTo>
                  <a:pt x="4245826" y="654227"/>
                </a:lnTo>
                <a:lnTo>
                  <a:pt x="4247693" y="652360"/>
                </a:lnTo>
                <a:lnTo>
                  <a:pt x="4248150" y="651243"/>
                </a:lnTo>
                <a:lnTo>
                  <a:pt x="4248150" y="648614"/>
                </a:lnTo>
                <a:close/>
              </a:path>
              <a:path w="4772025" h="129984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49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49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772025" h="1299845">
                <a:moveTo>
                  <a:pt x="4295775" y="1293774"/>
                </a:moveTo>
                <a:lnTo>
                  <a:pt x="4295318" y="1292644"/>
                </a:lnTo>
                <a:lnTo>
                  <a:pt x="4293451" y="1290789"/>
                </a:lnTo>
                <a:lnTo>
                  <a:pt x="4292333" y="1290320"/>
                </a:lnTo>
                <a:lnTo>
                  <a:pt x="4289704" y="1290320"/>
                </a:lnTo>
                <a:lnTo>
                  <a:pt x="4288574" y="1290789"/>
                </a:lnTo>
                <a:lnTo>
                  <a:pt x="4286720" y="1292644"/>
                </a:lnTo>
                <a:lnTo>
                  <a:pt x="4286250" y="1293774"/>
                </a:lnTo>
                <a:lnTo>
                  <a:pt x="4286250" y="1296403"/>
                </a:lnTo>
                <a:lnTo>
                  <a:pt x="4286720" y="1297520"/>
                </a:lnTo>
                <a:lnTo>
                  <a:pt x="4288574" y="1299387"/>
                </a:lnTo>
                <a:lnTo>
                  <a:pt x="4289704" y="1299845"/>
                </a:lnTo>
                <a:lnTo>
                  <a:pt x="4292333" y="1299845"/>
                </a:lnTo>
                <a:lnTo>
                  <a:pt x="4293451" y="1299387"/>
                </a:lnTo>
                <a:lnTo>
                  <a:pt x="4295318" y="1297520"/>
                </a:lnTo>
                <a:lnTo>
                  <a:pt x="4295775" y="1296403"/>
                </a:lnTo>
                <a:lnTo>
                  <a:pt x="4295775" y="1293774"/>
                </a:lnTo>
                <a:close/>
              </a:path>
              <a:path w="4772025" h="1299845">
                <a:moveTo>
                  <a:pt x="4295775" y="648614"/>
                </a:moveTo>
                <a:lnTo>
                  <a:pt x="4295318" y="647496"/>
                </a:lnTo>
                <a:lnTo>
                  <a:pt x="4293451" y="645629"/>
                </a:lnTo>
                <a:lnTo>
                  <a:pt x="4292333" y="645160"/>
                </a:lnTo>
                <a:lnTo>
                  <a:pt x="4289704" y="645160"/>
                </a:lnTo>
                <a:lnTo>
                  <a:pt x="4288574" y="645629"/>
                </a:lnTo>
                <a:lnTo>
                  <a:pt x="4286720" y="647496"/>
                </a:lnTo>
                <a:lnTo>
                  <a:pt x="4286250" y="648614"/>
                </a:lnTo>
                <a:lnTo>
                  <a:pt x="4286250" y="651243"/>
                </a:lnTo>
                <a:lnTo>
                  <a:pt x="4286720" y="652360"/>
                </a:lnTo>
                <a:lnTo>
                  <a:pt x="4288574" y="654227"/>
                </a:lnTo>
                <a:lnTo>
                  <a:pt x="4289704" y="654685"/>
                </a:lnTo>
                <a:lnTo>
                  <a:pt x="4292333" y="654685"/>
                </a:lnTo>
                <a:lnTo>
                  <a:pt x="4293451" y="654227"/>
                </a:lnTo>
                <a:lnTo>
                  <a:pt x="4295318" y="652360"/>
                </a:lnTo>
                <a:lnTo>
                  <a:pt x="4295775" y="651243"/>
                </a:lnTo>
                <a:lnTo>
                  <a:pt x="4295775" y="648614"/>
                </a:lnTo>
                <a:close/>
              </a:path>
              <a:path w="4772025" h="129984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74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74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772025" h="1299845">
                <a:moveTo>
                  <a:pt x="4343400" y="1293774"/>
                </a:moveTo>
                <a:lnTo>
                  <a:pt x="4342943" y="1292644"/>
                </a:lnTo>
                <a:lnTo>
                  <a:pt x="4341076" y="1290789"/>
                </a:lnTo>
                <a:lnTo>
                  <a:pt x="4339958" y="1290320"/>
                </a:lnTo>
                <a:lnTo>
                  <a:pt x="4337329" y="1290320"/>
                </a:lnTo>
                <a:lnTo>
                  <a:pt x="4336199" y="1290789"/>
                </a:lnTo>
                <a:lnTo>
                  <a:pt x="4334345" y="1292644"/>
                </a:lnTo>
                <a:lnTo>
                  <a:pt x="4333875" y="1293774"/>
                </a:lnTo>
                <a:lnTo>
                  <a:pt x="4333875" y="1296403"/>
                </a:lnTo>
                <a:lnTo>
                  <a:pt x="4334345" y="1297520"/>
                </a:lnTo>
                <a:lnTo>
                  <a:pt x="4336199" y="1299387"/>
                </a:lnTo>
                <a:lnTo>
                  <a:pt x="4337329" y="1299845"/>
                </a:lnTo>
                <a:lnTo>
                  <a:pt x="4339958" y="1299845"/>
                </a:lnTo>
                <a:lnTo>
                  <a:pt x="4341076" y="1299387"/>
                </a:lnTo>
                <a:lnTo>
                  <a:pt x="4342943" y="1297520"/>
                </a:lnTo>
                <a:lnTo>
                  <a:pt x="4343400" y="1296403"/>
                </a:lnTo>
                <a:lnTo>
                  <a:pt x="4343400" y="1293774"/>
                </a:lnTo>
                <a:close/>
              </a:path>
              <a:path w="4772025" h="1299845">
                <a:moveTo>
                  <a:pt x="4343400" y="648614"/>
                </a:moveTo>
                <a:lnTo>
                  <a:pt x="4342943" y="647496"/>
                </a:lnTo>
                <a:lnTo>
                  <a:pt x="4341076" y="645629"/>
                </a:lnTo>
                <a:lnTo>
                  <a:pt x="4339958" y="645160"/>
                </a:lnTo>
                <a:lnTo>
                  <a:pt x="4337329" y="645160"/>
                </a:lnTo>
                <a:lnTo>
                  <a:pt x="4336199" y="645629"/>
                </a:lnTo>
                <a:lnTo>
                  <a:pt x="4334345" y="647496"/>
                </a:lnTo>
                <a:lnTo>
                  <a:pt x="4333875" y="648614"/>
                </a:lnTo>
                <a:lnTo>
                  <a:pt x="4333875" y="651243"/>
                </a:lnTo>
                <a:lnTo>
                  <a:pt x="4334345" y="652360"/>
                </a:lnTo>
                <a:lnTo>
                  <a:pt x="4336199" y="654227"/>
                </a:lnTo>
                <a:lnTo>
                  <a:pt x="4337329" y="654685"/>
                </a:lnTo>
                <a:lnTo>
                  <a:pt x="4339958" y="654685"/>
                </a:lnTo>
                <a:lnTo>
                  <a:pt x="4341076" y="654227"/>
                </a:lnTo>
                <a:lnTo>
                  <a:pt x="4342943" y="652360"/>
                </a:lnTo>
                <a:lnTo>
                  <a:pt x="4343400" y="651243"/>
                </a:lnTo>
                <a:lnTo>
                  <a:pt x="4343400" y="648614"/>
                </a:lnTo>
                <a:close/>
              </a:path>
              <a:path w="4772025" h="129984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772025" h="1299845">
                <a:moveTo>
                  <a:pt x="4391025" y="1293774"/>
                </a:moveTo>
                <a:lnTo>
                  <a:pt x="4390568" y="1292644"/>
                </a:lnTo>
                <a:lnTo>
                  <a:pt x="4388701" y="1290789"/>
                </a:lnTo>
                <a:lnTo>
                  <a:pt x="4387583" y="1290320"/>
                </a:lnTo>
                <a:lnTo>
                  <a:pt x="4384954" y="1290320"/>
                </a:lnTo>
                <a:lnTo>
                  <a:pt x="4383824" y="1290789"/>
                </a:lnTo>
                <a:lnTo>
                  <a:pt x="4381970" y="1292644"/>
                </a:lnTo>
                <a:lnTo>
                  <a:pt x="4381500" y="1293774"/>
                </a:lnTo>
                <a:lnTo>
                  <a:pt x="4381500" y="1296403"/>
                </a:lnTo>
                <a:lnTo>
                  <a:pt x="4381970" y="1297520"/>
                </a:lnTo>
                <a:lnTo>
                  <a:pt x="4383824" y="1299387"/>
                </a:lnTo>
                <a:lnTo>
                  <a:pt x="4384954" y="1299845"/>
                </a:lnTo>
                <a:lnTo>
                  <a:pt x="4387583" y="1299845"/>
                </a:lnTo>
                <a:lnTo>
                  <a:pt x="4388701" y="1299387"/>
                </a:lnTo>
                <a:lnTo>
                  <a:pt x="4390568" y="1297520"/>
                </a:lnTo>
                <a:lnTo>
                  <a:pt x="4391025" y="1296403"/>
                </a:lnTo>
                <a:lnTo>
                  <a:pt x="4391025" y="1293774"/>
                </a:lnTo>
                <a:close/>
              </a:path>
              <a:path w="4772025" h="1299845">
                <a:moveTo>
                  <a:pt x="4391025" y="648614"/>
                </a:moveTo>
                <a:lnTo>
                  <a:pt x="4390568" y="647496"/>
                </a:lnTo>
                <a:lnTo>
                  <a:pt x="4388701" y="645629"/>
                </a:lnTo>
                <a:lnTo>
                  <a:pt x="4387583" y="645160"/>
                </a:lnTo>
                <a:lnTo>
                  <a:pt x="4384954" y="645160"/>
                </a:lnTo>
                <a:lnTo>
                  <a:pt x="4383824" y="645629"/>
                </a:lnTo>
                <a:lnTo>
                  <a:pt x="4381970" y="647496"/>
                </a:lnTo>
                <a:lnTo>
                  <a:pt x="4381500" y="648614"/>
                </a:lnTo>
                <a:lnTo>
                  <a:pt x="4381500" y="651243"/>
                </a:lnTo>
                <a:lnTo>
                  <a:pt x="4381970" y="652360"/>
                </a:lnTo>
                <a:lnTo>
                  <a:pt x="4383824" y="654227"/>
                </a:lnTo>
                <a:lnTo>
                  <a:pt x="4384954" y="654685"/>
                </a:lnTo>
                <a:lnTo>
                  <a:pt x="4387583" y="654685"/>
                </a:lnTo>
                <a:lnTo>
                  <a:pt x="4388701" y="654227"/>
                </a:lnTo>
                <a:lnTo>
                  <a:pt x="4390568" y="652360"/>
                </a:lnTo>
                <a:lnTo>
                  <a:pt x="4391025" y="651243"/>
                </a:lnTo>
                <a:lnTo>
                  <a:pt x="4391025" y="648614"/>
                </a:lnTo>
                <a:close/>
              </a:path>
              <a:path w="4772025" h="129984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772025" h="1299845">
                <a:moveTo>
                  <a:pt x="4438650" y="1293774"/>
                </a:moveTo>
                <a:lnTo>
                  <a:pt x="4438193" y="1292644"/>
                </a:lnTo>
                <a:lnTo>
                  <a:pt x="4436326" y="1290789"/>
                </a:lnTo>
                <a:lnTo>
                  <a:pt x="4435208" y="1290320"/>
                </a:lnTo>
                <a:lnTo>
                  <a:pt x="4432579" y="1290320"/>
                </a:lnTo>
                <a:lnTo>
                  <a:pt x="4431449" y="1290789"/>
                </a:lnTo>
                <a:lnTo>
                  <a:pt x="4429595" y="1292644"/>
                </a:lnTo>
                <a:lnTo>
                  <a:pt x="4429125" y="1293774"/>
                </a:lnTo>
                <a:lnTo>
                  <a:pt x="4429125" y="1296403"/>
                </a:lnTo>
                <a:lnTo>
                  <a:pt x="4429595" y="1297520"/>
                </a:lnTo>
                <a:lnTo>
                  <a:pt x="4431449" y="1299387"/>
                </a:lnTo>
                <a:lnTo>
                  <a:pt x="4432579" y="1299845"/>
                </a:lnTo>
                <a:lnTo>
                  <a:pt x="4435208" y="1299845"/>
                </a:lnTo>
                <a:lnTo>
                  <a:pt x="4436326" y="1299387"/>
                </a:lnTo>
                <a:lnTo>
                  <a:pt x="4438193" y="1297520"/>
                </a:lnTo>
                <a:lnTo>
                  <a:pt x="4438650" y="1296403"/>
                </a:lnTo>
                <a:lnTo>
                  <a:pt x="4438650" y="1293774"/>
                </a:lnTo>
                <a:close/>
              </a:path>
              <a:path w="4772025" h="1299845">
                <a:moveTo>
                  <a:pt x="4438650" y="648614"/>
                </a:moveTo>
                <a:lnTo>
                  <a:pt x="4438193" y="647496"/>
                </a:lnTo>
                <a:lnTo>
                  <a:pt x="4436326" y="645629"/>
                </a:lnTo>
                <a:lnTo>
                  <a:pt x="4435208" y="645160"/>
                </a:lnTo>
                <a:lnTo>
                  <a:pt x="4432579" y="645160"/>
                </a:lnTo>
                <a:lnTo>
                  <a:pt x="4431449" y="645629"/>
                </a:lnTo>
                <a:lnTo>
                  <a:pt x="4429595" y="647496"/>
                </a:lnTo>
                <a:lnTo>
                  <a:pt x="4429125" y="648614"/>
                </a:lnTo>
                <a:lnTo>
                  <a:pt x="4429125" y="651243"/>
                </a:lnTo>
                <a:lnTo>
                  <a:pt x="4429595" y="652360"/>
                </a:lnTo>
                <a:lnTo>
                  <a:pt x="4431449" y="654227"/>
                </a:lnTo>
                <a:lnTo>
                  <a:pt x="4432579" y="654685"/>
                </a:lnTo>
                <a:lnTo>
                  <a:pt x="4435208" y="654685"/>
                </a:lnTo>
                <a:lnTo>
                  <a:pt x="4436326" y="654227"/>
                </a:lnTo>
                <a:lnTo>
                  <a:pt x="4438193" y="652360"/>
                </a:lnTo>
                <a:lnTo>
                  <a:pt x="4438650" y="651243"/>
                </a:lnTo>
                <a:lnTo>
                  <a:pt x="4438650" y="648614"/>
                </a:lnTo>
                <a:close/>
              </a:path>
              <a:path w="4772025" h="129984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  <a:path w="4772025" h="1299845">
                <a:moveTo>
                  <a:pt x="4486275" y="1293774"/>
                </a:moveTo>
                <a:lnTo>
                  <a:pt x="4485818" y="1292644"/>
                </a:lnTo>
                <a:lnTo>
                  <a:pt x="4483951" y="1290789"/>
                </a:lnTo>
                <a:lnTo>
                  <a:pt x="4482833" y="1290320"/>
                </a:lnTo>
                <a:lnTo>
                  <a:pt x="4480204" y="1290320"/>
                </a:lnTo>
                <a:lnTo>
                  <a:pt x="4479074" y="1290789"/>
                </a:lnTo>
                <a:lnTo>
                  <a:pt x="4477220" y="1292644"/>
                </a:lnTo>
                <a:lnTo>
                  <a:pt x="4476750" y="1293774"/>
                </a:lnTo>
                <a:lnTo>
                  <a:pt x="4476750" y="1296403"/>
                </a:lnTo>
                <a:lnTo>
                  <a:pt x="4477220" y="1297520"/>
                </a:lnTo>
                <a:lnTo>
                  <a:pt x="4479074" y="1299387"/>
                </a:lnTo>
                <a:lnTo>
                  <a:pt x="4480204" y="1299845"/>
                </a:lnTo>
                <a:lnTo>
                  <a:pt x="4482833" y="1299845"/>
                </a:lnTo>
                <a:lnTo>
                  <a:pt x="4483951" y="1299387"/>
                </a:lnTo>
                <a:lnTo>
                  <a:pt x="4485818" y="1297520"/>
                </a:lnTo>
                <a:lnTo>
                  <a:pt x="4486275" y="1296403"/>
                </a:lnTo>
                <a:lnTo>
                  <a:pt x="4486275" y="1293774"/>
                </a:lnTo>
                <a:close/>
              </a:path>
              <a:path w="4772025" h="1299845">
                <a:moveTo>
                  <a:pt x="4486275" y="648614"/>
                </a:moveTo>
                <a:lnTo>
                  <a:pt x="4485818" y="647496"/>
                </a:lnTo>
                <a:lnTo>
                  <a:pt x="4483951" y="645629"/>
                </a:lnTo>
                <a:lnTo>
                  <a:pt x="4482833" y="645160"/>
                </a:lnTo>
                <a:lnTo>
                  <a:pt x="4480204" y="645160"/>
                </a:lnTo>
                <a:lnTo>
                  <a:pt x="4479074" y="645629"/>
                </a:lnTo>
                <a:lnTo>
                  <a:pt x="4477220" y="647496"/>
                </a:lnTo>
                <a:lnTo>
                  <a:pt x="4476750" y="648614"/>
                </a:lnTo>
                <a:lnTo>
                  <a:pt x="4476750" y="651243"/>
                </a:lnTo>
                <a:lnTo>
                  <a:pt x="4477220" y="652360"/>
                </a:lnTo>
                <a:lnTo>
                  <a:pt x="4479074" y="654227"/>
                </a:lnTo>
                <a:lnTo>
                  <a:pt x="4480204" y="654685"/>
                </a:lnTo>
                <a:lnTo>
                  <a:pt x="4482833" y="654685"/>
                </a:lnTo>
                <a:lnTo>
                  <a:pt x="4483951" y="654227"/>
                </a:lnTo>
                <a:lnTo>
                  <a:pt x="4485818" y="652360"/>
                </a:lnTo>
                <a:lnTo>
                  <a:pt x="4486275" y="651243"/>
                </a:lnTo>
                <a:lnTo>
                  <a:pt x="4486275" y="648614"/>
                </a:lnTo>
                <a:close/>
              </a:path>
              <a:path w="4772025" h="1299845">
                <a:moveTo>
                  <a:pt x="4486275" y="3454"/>
                </a:moveTo>
                <a:lnTo>
                  <a:pt x="4485818" y="2336"/>
                </a:lnTo>
                <a:lnTo>
                  <a:pt x="4483951" y="469"/>
                </a:lnTo>
                <a:lnTo>
                  <a:pt x="4482833" y="0"/>
                </a:lnTo>
                <a:lnTo>
                  <a:pt x="4480204" y="0"/>
                </a:lnTo>
                <a:lnTo>
                  <a:pt x="4479074" y="469"/>
                </a:lnTo>
                <a:lnTo>
                  <a:pt x="4477220" y="2336"/>
                </a:lnTo>
                <a:lnTo>
                  <a:pt x="4476750" y="3454"/>
                </a:lnTo>
                <a:lnTo>
                  <a:pt x="4476750" y="6083"/>
                </a:lnTo>
                <a:lnTo>
                  <a:pt x="4477220" y="7200"/>
                </a:lnTo>
                <a:lnTo>
                  <a:pt x="4479074" y="9067"/>
                </a:lnTo>
                <a:lnTo>
                  <a:pt x="4480204" y="9525"/>
                </a:lnTo>
                <a:lnTo>
                  <a:pt x="4482833" y="9525"/>
                </a:lnTo>
                <a:lnTo>
                  <a:pt x="4483951" y="9067"/>
                </a:lnTo>
                <a:lnTo>
                  <a:pt x="4485818" y="7200"/>
                </a:lnTo>
                <a:lnTo>
                  <a:pt x="4486275" y="6083"/>
                </a:lnTo>
                <a:lnTo>
                  <a:pt x="4486275" y="3454"/>
                </a:lnTo>
                <a:close/>
              </a:path>
              <a:path w="4772025" h="1299845">
                <a:moveTo>
                  <a:pt x="4533900" y="1293774"/>
                </a:moveTo>
                <a:lnTo>
                  <a:pt x="4533443" y="1292644"/>
                </a:lnTo>
                <a:lnTo>
                  <a:pt x="4531576" y="1290789"/>
                </a:lnTo>
                <a:lnTo>
                  <a:pt x="4530458" y="1290320"/>
                </a:lnTo>
                <a:lnTo>
                  <a:pt x="4527829" y="1290320"/>
                </a:lnTo>
                <a:lnTo>
                  <a:pt x="4526699" y="1290789"/>
                </a:lnTo>
                <a:lnTo>
                  <a:pt x="4524845" y="1292644"/>
                </a:lnTo>
                <a:lnTo>
                  <a:pt x="4524375" y="1293774"/>
                </a:lnTo>
                <a:lnTo>
                  <a:pt x="4524375" y="1296403"/>
                </a:lnTo>
                <a:lnTo>
                  <a:pt x="4524845" y="1297520"/>
                </a:lnTo>
                <a:lnTo>
                  <a:pt x="4526699" y="1299387"/>
                </a:lnTo>
                <a:lnTo>
                  <a:pt x="4527829" y="1299845"/>
                </a:lnTo>
                <a:lnTo>
                  <a:pt x="4530458" y="1299845"/>
                </a:lnTo>
                <a:lnTo>
                  <a:pt x="4531576" y="1299387"/>
                </a:lnTo>
                <a:lnTo>
                  <a:pt x="4533443" y="1297520"/>
                </a:lnTo>
                <a:lnTo>
                  <a:pt x="4533900" y="1296403"/>
                </a:lnTo>
                <a:lnTo>
                  <a:pt x="4533900" y="1293774"/>
                </a:lnTo>
                <a:close/>
              </a:path>
              <a:path w="4772025" h="1299845">
                <a:moveTo>
                  <a:pt x="4533900" y="648614"/>
                </a:moveTo>
                <a:lnTo>
                  <a:pt x="4533443" y="647496"/>
                </a:lnTo>
                <a:lnTo>
                  <a:pt x="4531576" y="645629"/>
                </a:lnTo>
                <a:lnTo>
                  <a:pt x="4530458" y="645160"/>
                </a:lnTo>
                <a:lnTo>
                  <a:pt x="4527829" y="645160"/>
                </a:lnTo>
                <a:lnTo>
                  <a:pt x="4526699" y="645629"/>
                </a:lnTo>
                <a:lnTo>
                  <a:pt x="4524845" y="647496"/>
                </a:lnTo>
                <a:lnTo>
                  <a:pt x="4524375" y="648614"/>
                </a:lnTo>
                <a:lnTo>
                  <a:pt x="4524375" y="651243"/>
                </a:lnTo>
                <a:lnTo>
                  <a:pt x="4524845" y="652360"/>
                </a:lnTo>
                <a:lnTo>
                  <a:pt x="4526699" y="654227"/>
                </a:lnTo>
                <a:lnTo>
                  <a:pt x="4527829" y="654685"/>
                </a:lnTo>
                <a:lnTo>
                  <a:pt x="4530458" y="654685"/>
                </a:lnTo>
                <a:lnTo>
                  <a:pt x="4531576" y="654227"/>
                </a:lnTo>
                <a:lnTo>
                  <a:pt x="4533443" y="652360"/>
                </a:lnTo>
                <a:lnTo>
                  <a:pt x="4533900" y="651243"/>
                </a:lnTo>
                <a:lnTo>
                  <a:pt x="4533900" y="648614"/>
                </a:lnTo>
                <a:close/>
              </a:path>
              <a:path w="4772025" h="1299845">
                <a:moveTo>
                  <a:pt x="4533900" y="3454"/>
                </a:moveTo>
                <a:lnTo>
                  <a:pt x="4533443" y="2336"/>
                </a:lnTo>
                <a:lnTo>
                  <a:pt x="4531576" y="469"/>
                </a:lnTo>
                <a:lnTo>
                  <a:pt x="4530458" y="0"/>
                </a:lnTo>
                <a:lnTo>
                  <a:pt x="4527829" y="0"/>
                </a:lnTo>
                <a:lnTo>
                  <a:pt x="4526699" y="469"/>
                </a:lnTo>
                <a:lnTo>
                  <a:pt x="4524845" y="2336"/>
                </a:lnTo>
                <a:lnTo>
                  <a:pt x="4524375" y="3454"/>
                </a:lnTo>
                <a:lnTo>
                  <a:pt x="4524375" y="6083"/>
                </a:lnTo>
                <a:lnTo>
                  <a:pt x="4524845" y="7200"/>
                </a:lnTo>
                <a:lnTo>
                  <a:pt x="4526699" y="9067"/>
                </a:lnTo>
                <a:lnTo>
                  <a:pt x="4527829" y="9525"/>
                </a:lnTo>
                <a:lnTo>
                  <a:pt x="4530458" y="9525"/>
                </a:lnTo>
                <a:lnTo>
                  <a:pt x="4531576" y="9067"/>
                </a:lnTo>
                <a:lnTo>
                  <a:pt x="4533443" y="7200"/>
                </a:lnTo>
                <a:lnTo>
                  <a:pt x="4533900" y="6083"/>
                </a:lnTo>
                <a:lnTo>
                  <a:pt x="4533900" y="3454"/>
                </a:lnTo>
                <a:close/>
              </a:path>
              <a:path w="4772025" h="1299845">
                <a:moveTo>
                  <a:pt x="4581525" y="1293774"/>
                </a:moveTo>
                <a:lnTo>
                  <a:pt x="4581068" y="1292644"/>
                </a:lnTo>
                <a:lnTo>
                  <a:pt x="4579201" y="1290789"/>
                </a:lnTo>
                <a:lnTo>
                  <a:pt x="4578083" y="1290320"/>
                </a:lnTo>
                <a:lnTo>
                  <a:pt x="4575454" y="1290320"/>
                </a:lnTo>
                <a:lnTo>
                  <a:pt x="4574337" y="1290789"/>
                </a:lnTo>
                <a:lnTo>
                  <a:pt x="4572470" y="1292644"/>
                </a:lnTo>
                <a:lnTo>
                  <a:pt x="4572000" y="1293774"/>
                </a:lnTo>
                <a:lnTo>
                  <a:pt x="4572000" y="1296403"/>
                </a:lnTo>
                <a:lnTo>
                  <a:pt x="4572470" y="1297520"/>
                </a:lnTo>
                <a:lnTo>
                  <a:pt x="4574337" y="1299387"/>
                </a:lnTo>
                <a:lnTo>
                  <a:pt x="4575454" y="1299845"/>
                </a:lnTo>
                <a:lnTo>
                  <a:pt x="4578083" y="1299845"/>
                </a:lnTo>
                <a:lnTo>
                  <a:pt x="4579201" y="1299387"/>
                </a:lnTo>
                <a:lnTo>
                  <a:pt x="4581068" y="1297520"/>
                </a:lnTo>
                <a:lnTo>
                  <a:pt x="4581525" y="1296403"/>
                </a:lnTo>
                <a:lnTo>
                  <a:pt x="4581525" y="1293774"/>
                </a:lnTo>
                <a:close/>
              </a:path>
              <a:path w="4772025" h="1299845">
                <a:moveTo>
                  <a:pt x="4581525" y="648614"/>
                </a:moveTo>
                <a:lnTo>
                  <a:pt x="4581068" y="647496"/>
                </a:lnTo>
                <a:lnTo>
                  <a:pt x="4579201" y="645629"/>
                </a:lnTo>
                <a:lnTo>
                  <a:pt x="4578083" y="645160"/>
                </a:lnTo>
                <a:lnTo>
                  <a:pt x="4575454" y="645160"/>
                </a:lnTo>
                <a:lnTo>
                  <a:pt x="4574337" y="645629"/>
                </a:lnTo>
                <a:lnTo>
                  <a:pt x="4572470" y="647496"/>
                </a:lnTo>
                <a:lnTo>
                  <a:pt x="4572000" y="648614"/>
                </a:lnTo>
                <a:lnTo>
                  <a:pt x="4572000" y="651243"/>
                </a:lnTo>
                <a:lnTo>
                  <a:pt x="4572470" y="652360"/>
                </a:lnTo>
                <a:lnTo>
                  <a:pt x="4574337" y="654227"/>
                </a:lnTo>
                <a:lnTo>
                  <a:pt x="4575454" y="654685"/>
                </a:lnTo>
                <a:lnTo>
                  <a:pt x="4578083" y="654685"/>
                </a:lnTo>
                <a:lnTo>
                  <a:pt x="4579201" y="654227"/>
                </a:lnTo>
                <a:lnTo>
                  <a:pt x="4581068" y="652360"/>
                </a:lnTo>
                <a:lnTo>
                  <a:pt x="4581525" y="651243"/>
                </a:lnTo>
                <a:lnTo>
                  <a:pt x="4581525" y="648614"/>
                </a:lnTo>
                <a:close/>
              </a:path>
              <a:path w="4772025" h="1299845">
                <a:moveTo>
                  <a:pt x="4581525" y="3454"/>
                </a:moveTo>
                <a:lnTo>
                  <a:pt x="4581068" y="2336"/>
                </a:lnTo>
                <a:lnTo>
                  <a:pt x="4579201" y="469"/>
                </a:lnTo>
                <a:lnTo>
                  <a:pt x="4578083" y="0"/>
                </a:lnTo>
                <a:lnTo>
                  <a:pt x="4575454" y="0"/>
                </a:lnTo>
                <a:lnTo>
                  <a:pt x="4574337" y="469"/>
                </a:lnTo>
                <a:lnTo>
                  <a:pt x="4572470" y="2336"/>
                </a:lnTo>
                <a:lnTo>
                  <a:pt x="4572000" y="3454"/>
                </a:lnTo>
                <a:lnTo>
                  <a:pt x="4572000" y="6083"/>
                </a:lnTo>
                <a:lnTo>
                  <a:pt x="4572470" y="7200"/>
                </a:lnTo>
                <a:lnTo>
                  <a:pt x="4574337" y="9067"/>
                </a:lnTo>
                <a:lnTo>
                  <a:pt x="4575454" y="9525"/>
                </a:lnTo>
                <a:lnTo>
                  <a:pt x="4578083" y="9525"/>
                </a:lnTo>
                <a:lnTo>
                  <a:pt x="4579201" y="9067"/>
                </a:lnTo>
                <a:lnTo>
                  <a:pt x="4581068" y="7200"/>
                </a:lnTo>
                <a:lnTo>
                  <a:pt x="4581525" y="6083"/>
                </a:lnTo>
                <a:lnTo>
                  <a:pt x="4581525" y="3454"/>
                </a:lnTo>
                <a:close/>
              </a:path>
              <a:path w="4772025" h="1299845">
                <a:moveTo>
                  <a:pt x="4629150" y="1293774"/>
                </a:moveTo>
                <a:lnTo>
                  <a:pt x="4628693" y="1292644"/>
                </a:lnTo>
                <a:lnTo>
                  <a:pt x="4626826" y="1290789"/>
                </a:lnTo>
                <a:lnTo>
                  <a:pt x="4625708" y="1290320"/>
                </a:lnTo>
                <a:lnTo>
                  <a:pt x="4623079" y="1290320"/>
                </a:lnTo>
                <a:lnTo>
                  <a:pt x="4621949" y="1290789"/>
                </a:lnTo>
                <a:lnTo>
                  <a:pt x="4620095" y="1292644"/>
                </a:lnTo>
                <a:lnTo>
                  <a:pt x="4619625" y="1293774"/>
                </a:lnTo>
                <a:lnTo>
                  <a:pt x="4619625" y="1296403"/>
                </a:lnTo>
                <a:lnTo>
                  <a:pt x="4620095" y="1297520"/>
                </a:lnTo>
                <a:lnTo>
                  <a:pt x="4621949" y="1299387"/>
                </a:lnTo>
                <a:lnTo>
                  <a:pt x="4623079" y="1299845"/>
                </a:lnTo>
                <a:lnTo>
                  <a:pt x="4625708" y="1299845"/>
                </a:lnTo>
                <a:lnTo>
                  <a:pt x="4626826" y="1299387"/>
                </a:lnTo>
                <a:lnTo>
                  <a:pt x="4628693" y="1297520"/>
                </a:lnTo>
                <a:lnTo>
                  <a:pt x="4629150" y="1296403"/>
                </a:lnTo>
                <a:lnTo>
                  <a:pt x="4629150" y="1293774"/>
                </a:lnTo>
                <a:close/>
              </a:path>
              <a:path w="4772025" h="1299845">
                <a:moveTo>
                  <a:pt x="4629150" y="648614"/>
                </a:moveTo>
                <a:lnTo>
                  <a:pt x="4628693" y="647496"/>
                </a:lnTo>
                <a:lnTo>
                  <a:pt x="4626826" y="645629"/>
                </a:lnTo>
                <a:lnTo>
                  <a:pt x="4625708" y="645160"/>
                </a:lnTo>
                <a:lnTo>
                  <a:pt x="4623079" y="645160"/>
                </a:lnTo>
                <a:lnTo>
                  <a:pt x="4621949" y="645629"/>
                </a:lnTo>
                <a:lnTo>
                  <a:pt x="4620095" y="647496"/>
                </a:lnTo>
                <a:lnTo>
                  <a:pt x="4619625" y="648614"/>
                </a:lnTo>
                <a:lnTo>
                  <a:pt x="4619625" y="651243"/>
                </a:lnTo>
                <a:lnTo>
                  <a:pt x="4620095" y="652360"/>
                </a:lnTo>
                <a:lnTo>
                  <a:pt x="4621949" y="654227"/>
                </a:lnTo>
                <a:lnTo>
                  <a:pt x="4623079" y="654685"/>
                </a:lnTo>
                <a:lnTo>
                  <a:pt x="4625708" y="654685"/>
                </a:lnTo>
                <a:lnTo>
                  <a:pt x="4626826" y="654227"/>
                </a:lnTo>
                <a:lnTo>
                  <a:pt x="4628693" y="652360"/>
                </a:lnTo>
                <a:lnTo>
                  <a:pt x="4629150" y="651243"/>
                </a:lnTo>
                <a:lnTo>
                  <a:pt x="4629150" y="648614"/>
                </a:lnTo>
                <a:close/>
              </a:path>
              <a:path w="4772025" h="1299845">
                <a:moveTo>
                  <a:pt x="4629150" y="3454"/>
                </a:moveTo>
                <a:lnTo>
                  <a:pt x="4628693" y="2336"/>
                </a:lnTo>
                <a:lnTo>
                  <a:pt x="4626826" y="469"/>
                </a:lnTo>
                <a:lnTo>
                  <a:pt x="4625708" y="0"/>
                </a:lnTo>
                <a:lnTo>
                  <a:pt x="4623079" y="0"/>
                </a:lnTo>
                <a:lnTo>
                  <a:pt x="4621949" y="469"/>
                </a:lnTo>
                <a:lnTo>
                  <a:pt x="4620095" y="2336"/>
                </a:lnTo>
                <a:lnTo>
                  <a:pt x="4619625" y="3454"/>
                </a:lnTo>
                <a:lnTo>
                  <a:pt x="4619625" y="6083"/>
                </a:lnTo>
                <a:lnTo>
                  <a:pt x="4620095" y="7200"/>
                </a:lnTo>
                <a:lnTo>
                  <a:pt x="4621949" y="9067"/>
                </a:lnTo>
                <a:lnTo>
                  <a:pt x="4623079" y="9525"/>
                </a:lnTo>
                <a:lnTo>
                  <a:pt x="4625708" y="9525"/>
                </a:lnTo>
                <a:lnTo>
                  <a:pt x="4626826" y="9067"/>
                </a:lnTo>
                <a:lnTo>
                  <a:pt x="4628693" y="7200"/>
                </a:lnTo>
                <a:lnTo>
                  <a:pt x="4629150" y="6083"/>
                </a:lnTo>
                <a:lnTo>
                  <a:pt x="4629150" y="3454"/>
                </a:lnTo>
                <a:close/>
              </a:path>
              <a:path w="4772025" h="1299845">
                <a:moveTo>
                  <a:pt x="4676775" y="1293774"/>
                </a:moveTo>
                <a:lnTo>
                  <a:pt x="4676318" y="1292644"/>
                </a:lnTo>
                <a:lnTo>
                  <a:pt x="4674451" y="1290789"/>
                </a:lnTo>
                <a:lnTo>
                  <a:pt x="4673333" y="1290320"/>
                </a:lnTo>
                <a:lnTo>
                  <a:pt x="4670704" y="1290320"/>
                </a:lnTo>
                <a:lnTo>
                  <a:pt x="4669574" y="1290789"/>
                </a:lnTo>
                <a:lnTo>
                  <a:pt x="4667720" y="1292644"/>
                </a:lnTo>
                <a:lnTo>
                  <a:pt x="4667250" y="1293774"/>
                </a:lnTo>
                <a:lnTo>
                  <a:pt x="4667250" y="1296403"/>
                </a:lnTo>
                <a:lnTo>
                  <a:pt x="4667720" y="1297520"/>
                </a:lnTo>
                <a:lnTo>
                  <a:pt x="4669574" y="1299387"/>
                </a:lnTo>
                <a:lnTo>
                  <a:pt x="4670704" y="1299845"/>
                </a:lnTo>
                <a:lnTo>
                  <a:pt x="4673333" y="1299845"/>
                </a:lnTo>
                <a:lnTo>
                  <a:pt x="4674451" y="1299387"/>
                </a:lnTo>
                <a:lnTo>
                  <a:pt x="4676318" y="1297520"/>
                </a:lnTo>
                <a:lnTo>
                  <a:pt x="4676775" y="1296403"/>
                </a:lnTo>
                <a:lnTo>
                  <a:pt x="4676775" y="1293774"/>
                </a:lnTo>
                <a:close/>
              </a:path>
              <a:path w="4772025" h="1299845">
                <a:moveTo>
                  <a:pt x="4676775" y="648614"/>
                </a:moveTo>
                <a:lnTo>
                  <a:pt x="4676318" y="647496"/>
                </a:lnTo>
                <a:lnTo>
                  <a:pt x="4674451" y="645629"/>
                </a:lnTo>
                <a:lnTo>
                  <a:pt x="4673333" y="645160"/>
                </a:lnTo>
                <a:lnTo>
                  <a:pt x="4670704" y="645160"/>
                </a:lnTo>
                <a:lnTo>
                  <a:pt x="4669574" y="645629"/>
                </a:lnTo>
                <a:lnTo>
                  <a:pt x="4667720" y="647496"/>
                </a:lnTo>
                <a:lnTo>
                  <a:pt x="4667250" y="648614"/>
                </a:lnTo>
                <a:lnTo>
                  <a:pt x="4667250" y="651243"/>
                </a:lnTo>
                <a:lnTo>
                  <a:pt x="4667720" y="652360"/>
                </a:lnTo>
                <a:lnTo>
                  <a:pt x="4669574" y="654227"/>
                </a:lnTo>
                <a:lnTo>
                  <a:pt x="4670704" y="654685"/>
                </a:lnTo>
                <a:lnTo>
                  <a:pt x="4673333" y="654685"/>
                </a:lnTo>
                <a:lnTo>
                  <a:pt x="4674451" y="654227"/>
                </a:lnTo>
                <a:lnTo>
                  <a:pt x="4676318" y="652360"/>
                </a:lnTo>
                <a:lnTo>
                  <a:pt x="4676775" y="651243"/>
                </a:lnTo>
                <a:lnTo>
                  <a:pt x="4676775" y="648614"/>
                </a:lnTo>
                <a:close/>
              </a:path>
              <a:path w="4772025" h="1299845">
                <a:moveTo>
                  <a:pt x="4676775" y="3454"/>
                </a:moveTo>
                <a:lnTo>
                  <a:pt x="4676318" y="2336"/>
                </a:lnTo>
                <a:lnTo>
                  <a:pt x="4674451" y="469"/>
                </a:lnTo>
                <a:lnTo>
                  <a:pt x="4673333" y="0"/>
                </a:lnTo>
                <a:lnTo>
                  <a:pt x="4670704" y="0"/>
                </a:lnTo>
                <a:lnTo>
                  <a:pt x="4669574" y="469"/>
                </a:lnTo>
                <a:lnTo>
                  <a:pt x="4667720" y="2336"/>
                </a:lnTo>
                <a:lnTo>
                  <a:pt x="4667250" y="3454"/>
                </a:lnTo>
                <a:lnTo>
                  <a:pt x="4667250" y="6083"/>
                </a:lnTo>
                <a:lnTo>
                  <a:pt x="4667720" y="7200"/>
                </a:lnTo>
                <a:lnTo>
                  <a:pt x="4669574" y="9067"/>
                </a:lnTo>
                <a:lnTo>
                  <a:pt x="4670704" y="9525"/>
                </a:lnTo>
                <a:lnTo>
                  <a:pt x="4673333" y="9525"/>
                </a:lnTo>
                <a:lnTo>
                  <a:pt x="4674451" y="9067"/>
                </a:lnTo>
                <a:lnTo>
                  <a:pt x="4676318" y="7200"/>
                </a:lnTo>
                <a:lnTo>
                  <a:pt x="4676775" y="6083"/>
                </a:lnTo>
                <a:lnTo>
                  <a:pt x="4676775" y="3454"/>
                </a:lnTo>
                <a:close/>
              </a:path>
              <a:path w="4772025" h="1299845">
                <a:moveTo>
                  <a:pt x="4724400" y="1293774"/>
                </a:moveTo>
                <a:lnTo>
                  <a:pt x="4723943" y="1292644"/>
                </a:lnTo>
                <a:lnTo>
                  <a:pt x="4722076" y="1290789"/>
                </a:lnTo>
                <a:lnTo>
                  <a:pt x="4720958" y="1290320"/>
                </a:lnTo>
                <a:lnTo>
                  <a:pt x="4718329" y="1290320"/>
                </a:lnTo>
                <a:lnTo>
                  <a:pt x="4717199" y="1290789"/>
                </a:lnTo>
                <a:lnTo>
                  <a:pt x="4715345" y="1292644"/>
                </a:lnTo>
                <a:lnTo>
                  <a:pt x="4714875" y="1293774"/>
                </a:lnTo>
                <a:lnTo>
                  <a:pt x="4714875" y="1296403"/>
                </a:lnTo>
                <a:lnTo>
                  <a:pt x="4715345" y="1297520"/>
                </a:lnTo>
                <a:lnTo>
                  <a:pt x="4717199" y="1299387"/>
                </a:lnTo>
                <a:lnTo>
                  <a:pt x="4718329" y="1299845"/>
                </a:lnTo>
                <a:lnTo>
                  <a:pt x="4720958" y="1299845"/>
                </a:lnTo>
                <a:lnTo>
                  <a:pt x="4722076" y="1299387"/>
                </a:lnTo>
                <a:lnTo>
                  <a:pt x="4723943" y="1297520"/>
                </a:lnTo>
                <a:lnTo>
                  <a:pt x="4724400" y="1296403"/>
                </a:lnTo>
                <a:lnTo>
                  <a:pt x="4724400" y="1293774"/>
                </a:lnTo>
                <a:close/>
              </a:path>
              <a:path w="4772025" h="1299845">
                <a:moveTo>
                  <a:pt x="4724400" y="648614"/>
                </a:moveTo>
                <a:lnTo>
                  <a:pt x="4723943" y="647496"/>
                </a:lnTo>
                <a:lnTo>
                  <a:pt x="4722076" y="645629"/>
                </a:lnTo>
                <a:lnTo>
                  <a:pt x="4720958" y="645160"/>
                </a:lnTo>
                <a:lnTo>
                  <a:pt x="4718329" y="645160"/>
                </a:lnTo>
                <a:lnTo>
                  <a:pt x="4717199" y="645629"/>
                </a:lnTo>
                <a:lnTo>
                  <a:pt x="4715345" y="647496"/>
                </a:lnTo>
                <a:lnTo>
                  <a:pt x="4714875" y="648614"/>
                </a:lnTo>
                <a:lnTo>
                  <a:pt x="4714875" y="651243"/>
                </a:lnTo>
                <a:lnTo>
                  <a:pt x="4715345" y="652360"/>
                </a:lnTo>
                <a:lnTo>
                  <a:pt x="4717199" y="654227"/>
                </a:lnTo>
                <a:lnTo>
                  <a:pt x="4718329" y="654685"/>
                </a:lnTo>
                <a:lnTo>
                  <a:pt x="4720958" y="654685"/>
                </a:lnTo>
                <a:lnTo>
                  <a:pt x="4722076" y="654227"/>
                </a:lnTo>
                <a:lnTo>
                  <a:pt x="4723943" y="652360"/>
                </a:lnTo>
                <a:lnTo>
                  <a:pt x="4724400" y="651243"/>
                </a:lnTo>
                <a:lnTo>
                  <a:pt x="4724400" y="648614"/>
                </a:lnTo>
                <a:close/>
              </a:path>
              <a:path w="4772025" h="1299845">
                <a:moveTo>
                  <a:pt x="4724400" y="3454"/>
                </a:moveTo>
                <a:lnTo>
                  <a:pt x="4723943" y="2336"/>
                </a:lnTo>
                <a:lnTo>
                  <a:pt x="4722076" y="469"/>
                </a:lnTo>
                <a:lnTo>
                  <a:pt x="4720958" y="0"/>
                </a:lnTo>
                <a:lnTo>
                  <a:pt x="4718329" y="0"/>
                </a:lnTo>
                <a:lnTo>
                  <a:pt x="4717199" y="469"/>
                </a:lnTo>
                <a:lnTo>
                  <a:pt x="4715345" y="2336"/>
                </a:lnTo>
                <a:lnTo>
                  <a:pt x="4714875" y="3454"/>
                </a:lnTo>
                <a:lnTo>
                  <a:pt x="4714875" y="6083"/>
                </a:lnTo>
                <a:lnTo>
                  <a:pt x="4715345" y="7200"/>
                </a:lnTo>
                <a:lnTo>
                  <a:pt x="4717199" y="9067"/>
                </a:lnTo>
                <a:lnTo>
                  <a:pt x="4718329" y="9525"/>
                </a:lnTo>
                <a:lnTo>
                  <a:pt x="4720958" y="9525"/>
                </a:lnTo>
                <a:lnTo>
                  <a:pt x="4722076" y="9067"/>
                </a:lnTo>
                <a:lnTo>
                  <a:pt x="4723943" y="7200"/>
                </a:lnTo>
                <a:lnTo>
                  <a:pt x="4724400" y="6083"/>
                </a:lnTo>
                <a:lnTo>
                  <a:pt x="4724400" y="3454"/>
                </a:lnTo>
                <a:close/>
              </a:path>
              <a:path w="4772025" h="1299845">
                <a:moveTo>
                  <a:pt x="4772025" y="1293774"/>
                </a:moveTo>
                <a:lnTo>
                  <a:pt x="4771568" y="1292644"/>
                </a:lnTo>
                <a:lnTo>
                  <a:pt x="4769701" y="1290789"/>
                </a:lnTo>
                <a:lnTo>
                  <a:pt x="4768583" y="1290320"/>
                </a:lnTo>
                <a:lnTo>
                  <a:pt x="4765954" y="1290320"/>
                </a:lnTo>
                <a:lnTo>
                  <a:pt x="4764824" y="1290789"/>
                </a:lnTo>
                <a:lnTo>
                  <a:pt x="4762970" y="1292644"/>
                </a:lnTo>
                <a:lnTo>
                  <a:pt x="4762500" y="1293774"/>
                </a:lnTo>
                <a:lnTo>
                  <a:pt x="4762500" y="1296403"/>
                </a:lnTo>
                <a:lnTo>
                  <a:pt x="4762970" y="1297520"/>
                </a:lnTo>
                <a:lnTo>
                  <a:pt x="4764824" y="1299387"/>
                </a:lnTo>
                <a:lnTo>
                  <a:pt x="4765954" y="1299845"/>
                </a:lnTo>
                <a:lnTo>
                  <a:pt x="4768583" y="1299845"/>
                </a:lnTo>
                <a:lnTo>
                  <a:pt x="4769701" y="1299387"/>
                </a:lnTo>
                <a:lnTo>
                  <a:pt x="4771568" y="1297520"/>
                </a:lnTo>
                <a:lnTo>
                  <a:pt x="4772025" y="1296403"/>
                </a:lnTo>
                <a:lnTo>
                  <a:pt x="4772025" y="1293774"/>
                </a:lnTo>
                <a:close/>
              </a:path>
              <a:path w="4772025" h="1299845">
                <a:moveTo>
                  <a:pt x="4772025" y="648614"/>
                </a:moveTo>
                <a:lnTo>
                  <a:pt x="4771568" y="647496"/>
                </a:lnTo>
                <a:lnTo>
                  <a:pt x="4769701" y="645629"/>
                </a:lnTo>
                <a:lnTo>
                  <a:pt x="4768583" y="645160"/>
                </a:lnTo>
                <a:lnTo>
                  <a:pt x="4765954" y="645160"/>
                </a:lnTo>
                <a:lnTo>
                  <a:pt x="4764824" y="645629"/>
                </a:lnTo>
                <a:lnTo>
                  <a:pt x="4762970" y="647496"/>
                </a:lnTo>
                <a:lnTo>
                  <a:pt x="4762500" y="648614"/>
                </a:lnTo>
                <a:lnTo>
                  <a:pt x="4762500" y="651243"/>
                </a:lnTo>
                <a:lnTo>
                  <a:pt x="4762970" y="652360"/>
                </a:lnTo>
                <a:lnTo>
                  <a:pt x="4764824" y="654227"/>
                </a:lnTo>
                <a:lnTo>
                  <a:pt x="4765954" y="654685"/>
                </a:lnTo>
                <a:lnTo>
                  <a:pt x="4768583" y="654685"/>
                </a:lnTo>
                <a:lnTo>
                  <a:pt x="4769701" y="654227"/>
                </a:lnTo>
                <a:lnTo>
                  <a:pt x="4771568" y="652360"/>
                </a:lnTo>
                <a:lnTo>
                  <a:pt x="4772025" y="651243"/>
                </a:lnTo>
                <a:lnTo>
                  <a:pt x="4772025" y="648614"/>
                </a:lnTo>
                <a:close/>
              </a:path>
              <a:path w="4772025" h="1299845">
                <a:moveTo>
                  <a:pt x="4772025" y="3454"/>
                </a:moveTo>
                <a:lnTo>
                  <a:pt x="4771568" y="2336"/>
                </a:lnTo>
                <a:lnTo>
                  <a:pt x="4769701" y="469"/>
                </a:lnTo>
                <a:lnTo>
                  <a:pt x="4768583" y="0"/>
                </a:lnTo>
                <a:lnTo>
                  <a:pt x="4765954" y="0"/>
                </a:lnTo>
                <a:lnTo>
                  <a:pt x="4764824" y="469"/>
                </a:lnTo>
                <a:lnTo>
                  <a:pt x="4762970" y="2336"/>
                </a:lnTo>
                <a:lnTo>
                  <a:pt x="4762500" y="3454"/>
                </a:lnTo>
                <a:lnTo>
                  <a:pt x="4762500" y="6083"/>
                </a:lnTo>
                <a:lnTo>
                  <a:pt x="4762970" y="7200"/>
                </a:lnTo>
                <a:lnTo>
                  <a:pt x="4764824" y="9067"/>
                </a:lnTo>
                <a:lnTo>
                  <a:pt x="4765954" y="9525"/>
                </a:lnTo>
                <a:lnTo>
                  <a:pt x="4768583" y="9525"/>
                </a:lnTo>
                <a:lnTo>
                  <a:pt x="4769701" y="9067"/>
                </a:lnTo>
                <a:lnTo>
                  <a:pt x="4771568" y="7200"/>
                </a:lnTo>
                <a:lnTo>
                  <a:pt x="4772025" y="6083"/>
                </a:lnTo>
                <a:lnTo>
                  <a:pt x="4772025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7040860" y="6585048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6979245" y="5939888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6979245" y="5294729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9379544" y="6842025"/>
            <a:ext cx="47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ahoma"/>
                <a:cs typeface="Tahoma"/>
              </a:rPr>
              <a:t>Cluster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6783695" y="5372571"/>
            <a:ext cx="177800" cy="9836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Average</a:t>
            </a:r>
            <a:r>
              <a:rPr sz="1200" spc="-5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52423"/>
                </a:solidFill>
                <a:latin typeface="Tahoma"/>
                <a:cs typeface="Tahoma"/>
              </a:rPr>
              <a:t>Scores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7608268" y="6696074"/>
            <a:ext cx="996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A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8171752" y="6696074"/>
            <a:ext cx="914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B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8728390" y="6696074"/>
            <a:ext cx="96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C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9283093" y="6696074"/>
            <a:ext cx="106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D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9853572" y="6696074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E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0413931" y="6696074"/>
            <a:ext cx="812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10961937" y="6696074"/>
            <a:ext cx="10413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1519765" y="6696074"/>
            <a:ext cx="1066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H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7434151" y="5228641"/>
            <a:ext cx="4352925" cy="1442085"/>
            <a:chOff x="7434151" y="5228641"/>
            <a:chExt cx="4352925" cy="1442085"/>
          </a:xfrm>
        </p:grpSpPr>
        <p:sp>
          <p:nvSpPr>
            <p:cNvPr id="185" name="object 185"/>
            <p:cNvSpPr/>
            <p:nvPr/>
          </p:nvSpPr>
          <p:spPr>
            <a:xfrm>
              <a:off x="7434148" y="5228653"/>
              <a:ext cx="4024629" cy="1442085"/>
            </a:xfrm>
            <a:custGeom>
              <a:avLst/>
              <a:gdLst/>
              <a:ahLst/>
              <a:cxnLst/>
              <a:rect l="l" t="t" r="r" b="b"/>
              <a:pathLst>
                <a:path w="4024629" h="1442084">
                  <a:moveTo>
                    <a:pt x="109321" y="1432496"/>
                  </a:moveTo>
                  <a:lnTo>
                    <a:pt x="0" y="1432496"/>
                  </a:lnTo>
                  <a:lnTo>
                    <a:pt x="0" y="1442021"/>
                  </a:lnTo>
                  <a:lnTo>
                    <a:pt x="109321" y="1442021"/>
                  </a:lnTo>
                  <a:lnTo>
                    <a:pt x="109321" y="1432496"/>
                  </a:lnTo>
                  <a:close/>
                </a:path>
                <a:path w="4024629" h="1442084">
                  <a:moveTo>
                    <a:pt x="668629" y="1200023"/>
                  </a:moveTo>
                  <a:lnTo>
                    <a:pt x="559308" y="1200023"/>
                  </a:lnTo>
                  <a:lnTo>
                    <a:pt x="559308" y="1442021"/>
                  </a:lnTo>
                  <a:lnTo>
                    <a:pt x="668629" y="1442021"/>
                  </a:lnTo>
                  <a:lnTo>
                    <a:pt x="668629" y="1200023"/>
                  </a:lnTo>
                  <a:close/>
                </a:path>
                <a:path w="4024629" h="1442084">
                  <a:moveTo>
                    <a:pt x="1227950" y="607898"/>
                  </a:moveTo>
                  <a:lnTo>
                    <a:pt x="1118628" y="607898"/>
                  </a:lnTo>
                  <a:lnTo>
                    <a:pt x="1118628" y="1442021"/>
                  </a:lnTo>
                  <a:lnTo>
                    <a:pt x="1227950" y="1442021"/>
                  </a:lnTo>
                  <a:lnTo>
                    <a:pt x="1227950" y="607898"/>
                  </a:lnTo>
                  <a:close/>
                </a:path>
                <a:path w="4024629" h="1442084">
                  <a:moveTo>
                    <a:pt x="1787271" y="233057"/>
                  </a:moveTo>
                  <a:lnTo>
                    <a:pt x="1677949" y="233057"/>
                  </a:lnTo>
                  <a:lnTo>
                    <a:pt x="1677949" y="1442021"/>
                  </a:lnTo>
                  <a:lnTo>
                    <a:pt x="1787271" y="1442021"/>
                  </a:lnTo>
                  <a:lnTo>
                    <a:pt x="1787271" y="233057"/>
                  </a:lnTo>
                  <a:close/>
                </a:path>
                <a:path w="4024629" h="1442084">
                  <a:moveTo>
                    <a:pt x="2346579" y="506539"/>
                  </a:moveTo>
                  <a:lnTo>
                    <a:pt x="2237270" y="506539"/>
                  </a:lnTo>
                  <a:lnTo>
                    <a:pt x="2237270" y="1442021"/>
                  </a:lnTo>
                  <a:lnTo>
                    <a:pt x="2346579" y="1442021"/>
                  </a:lnTo>
                  <a:lnTo>
                    <a:pt x="2346579" y="506539"/>
                  </a:lnTo>
                  <a:close/>
                </a:path>
                <a:path w="4024629" h="1442084">
                  <a:moveTo>
                    <a:pt x="2905899" y="0"/>
                  </a:moveTo>
                  <a:lnTo>
                    <a:pt x="2796578" y="0"/>
                  </a:lnTo>
                  <a:lnTo>
                    <a:pt x="2796578" y="1442021"/>
                  </a:lnTo>
                  <a:lnTo>
                    <a:pt x="2905899" y="1442021"/>
                  </a:lnTo>
                  <a:lnTo>
                    <a:pt x="2905899" y="0"/>
                  </a:lnTo>
                  <a:close/>
                </a:path>
                <a:path w="4024629" h="1442084">
                  <a:moveTo>
                    <a:pt x="3465220" y="1092073"/>
                  </a:moveTo>
                  <a:lnTo>
                    <a:pt x="3355898" y="1092073"/>
                  </a:lnTo>
                  <a:lnTo>
                    <a:pt x="3355898" y="1442021"/>
                  </a:lnTo>
                  <a:lnTo>
                    <a:pt x="3465220" y="1442021"/>
                  </a:lnTo>
                  <a:lnTo>
                    <a:pt x="3465220" y="1092073"/>
                  </a:lnTo>
                  <a:close/>
                </a:path>
                <a:path w="4024629" h="1442084">
                  <a:moveTo>
                    <a:pt x="4024541" y="743839"/>
                  </a:moveTo>
                  <a:lnTo>
                    <a:pt x="3915219" y="743839"/>
                  </a:lnTo>
                  <a:lnTo>
                    <a:pt x="3915219" y="1442021"/>
                  </a:lnTo>
                  <a:lnTo>
                    <a:pt x="4024541" y="1442021"/>
                  </a:lnTo>
                  <a:lnTo>
                    <a:pt x="4024541" y="743839"/>
                  </a:lnTo>
                  <a:close/>
                </a:path>
              </a:pathLst>
            </a:custGeom>
            <a:solidFill>
              <a:srgbClr val="4990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543470" y="5555767"/>
              <a:ext cx="4024629" cy="1115060"/>
            </a:xfrm>
            <a:custGeom>
              <a:avLst/>
              <a:gdLst/>
              <a:ahLst/>
              <a:cxnLst/>
              <a:rect l="l" t="t" r="r" b="b"/>
              <a:pathLst>
                <a:path w="4024629" h="1115059">
                  <a:moveTo>
                    <a:pt x="109321" y="1105382"/>
                  </a:moveTo>
                  <a:lnTo>
                    <a:pt x="0" y="1105382"/>
                  </a:lnTo>
                  <a:lnTo>
                    <a:pt x="0" y="1114907"/>
                  </a:lnTo>
                  <a:lnTo>
                    <a:pt x="109321" y="1114907"/>
                  </a:lnTo>
                  <a:lnTo>
                    <a:pt x="109321" y="1105382"/>
                  </a:lnTo>
                  <a:close/>
                </a:path>
                <a:path w="4024629" h="1115059">
                  <a:moveTo>
                    <a:pt x="668629" y="886904"/>
                  </a:moveTo>
                  <a:lnTo>
                    <a:pt x="559308" y="886904"/>
                  </a:lnTo>
                  <a:lnTo>
                    <a:pt x="559308" y="1114907"/>
                  </a:lnTo>
                  <a:lnTo>
                    <a:pt x="668629" y="1114907"/>
                  </a:lnTo>
                  <a:lnTo>
                    <a:pt x="668629" y="886904"/>
                  </a:lnTo>
                  <a:close/>
                </a:path>
                <a:path w="4024629" h="1115059">
                  <a:moveTo>
                    <a:pt x="1227950" y="524040"/>
                  </a:moveTo>
                  <a:lnTo>
                    <a:pt x="1118628" y="524040"/>
                  </a:lnTo>
                  <a:lnTo>
                    <a:pt x="1118628" y="1114907"/>
                  </a:lnTo>
                  <a:lnTo>
                    <a:pt x="1227950" y="1114907"/>
                  </a:lnTo>
                  <a:lnTo>
                    <a:pt x="1227950" y="524040"/>
                  </a:lnTo>
                  <a:close/>
                </a:path>
                <a:path w="4024629" h="1115059">
                  <a:moveTo>
                    <a:pt x="1787271" y="85928"/>
                  </a:moveTo>
                  <a:lnTo>
                    <a:pt x="1677949" y="85928"/>
                  </a:lnTo>
                  <a:lnTo>
                    <a:pt x="1677949" y="1114907"/>
                  </a:lnTo>
                  <a:lnTo>
                    <a:pt x="1787271" y="1114907"/>
                  </a:lnTo>
                  <a:lnTo>
                    <a:pt x="1787271" y="85928"/>
                  </a:lnTo>
                  <a:close/>
                </a:path>
                <a:path w="4024629" h="1115059">
                  <a:moveTo>
                    <a:pt x="2346579" y="469747"/>
                  </a:moveTo>
                  <a:lnTo>
                    <a:pt x="2237257" y="469747"/>
                  </a:lnTo>
                  <a:lnTo>
                    <a:pt x="2237257" y="1114907"/>
                  </a:lnTo>
                  <a:lnTo>
                    <a:pt x="2346579" y="1114907"/>
                  </a:lnTo>
                  <a:lnTo>
                    <a:pt x="2346579" y="469747"/>
                  </a:lnTo>
                  <a:close/>
                </a:path>
                <a:path w="4024629" h="1115059">
                  <a:moveTo>
                    <a:pt x="2905899" y="0"/>
                  </a:moveTo>
                  <a:lnTo>
                    <a:pt x="2796578" y="0"/>
                  </a:lnTo>
                  <a:lnTo>
                    <a:pt x="2796578" y="1114907"/>
                  </a:lnTo>
                  <a:lnTo>
                    <a:pt x="2905899" y="1114907"/>
                  </a:lnTo>
                  <a:lnTo>
                    <a:pt x="2905899" y="0"/>
                  </a:lnTo>
                  <a:close/>
                </a:path>
                <a:path w="4024629" h="1115059">
                  <a:moveTo>
                    <a:pt x="3465220" y="778649"/>
                  </a:moveTo>
                  <a:lnTo>
                    <a:pt x="3355898" y="778649"/>
                  </a:lnTo>
                  <a:lnTo>
                    <a:pt x="3355898" y="1114907"/>
                  </a:lnTo>
                  <a:lnTo>
                    <a:pt x="3465220" y="1114907"/>
                  </a:lnTo>
                  <a:lnTo>
                    <a:pt x="3465220" y="778649"/>
                  </a:lnTo>
                  <a:close/>
                </a:path>
                <a:path w="4024629" h="1115059">
                  <a:moveTo>
                    <a:pt x="4024541" y="607618"/>
                  </a:moveTo>
                  <a:lnTo>
                    <a:pt x="3915219" y="607618"/>
                  </a:lnTo>
                  <a:lnTo>
                    <a:pt x="3915219" y="1114907"/>
                  </a:lnTo>
                  <a:lnTo>
                    <a:pt x="4024541" y="1114907"/>
                  </a:lnTo>
                  <a:lnTo>
                    <a:pt x="4024541" y="607618"/>
                  </a:lnTo>
                  <a:close/>
                </a:path>
              </a:pathLst>
            </a:custGeom>
            <a:solidFill>
              <a:srgbClr val="00A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652791" y="6385839"/>
              <a:ext cx="4024629" cy="285115"/>
            </a:xfrm>
            <a:custGeom>
              <a:avLst/>
              <a:gdLst/>
              <a:ahLst/>
              <a:cxnLst/>
              <a:rect l="l" t="t" r="r" b="b"/>
              <a:pathLst>
                <a:path w="4024629" h="285115">
                  <a:moveTo>
                    <a:pt x="109321" y="275310"/>
                  </a:moveTo>
                  <a:lnTo>
                    <a:pt x="0" y="275310"/>
                  </a:lnTo>
                  <a:lnTo>
                    <a:pt x="0" y="284835"/>
                  </a:lnTo>
                  <a:lnTo>
                    <a:pt x="109321" y="284835"/>
                  </a:lnTo>
                  <a:lnTo>
                    <a:pt x="109321" y="275310"/>
                  </a:lnTo>
                  <a:close/>
                </a:path>
                <a:path w="4024629" h="285115">
                  <a:moveTo>
                    <a:pt x="668629" y="68097"/>
                  </a:moveTo>
                  <a:lnTo>
                    <a:pt x="559308" y="68097"/>
                  </a:lnTo>
                  <a:lnTo>
                    <a:pt x="559308" y="284835"/>
                  </a:lnTo>
                  <a:lnTo>
                    <a:pt x="668629" y="284835"/>
                  </a:lnTo>
                  <a:lnTo>
                    <a:pt x="668629" y="68097"/>
                  </a:lnTo>
                  <a:close/>
                </a:path>
                <a:path w="4024629" h="285115">
                  <a:moveTo>
                    <a:pt x="1227950" y="73291"/>
                  </a:moveTo>
                  <a:lnTo>
                    <a:pt x="1118628" y="73291"/>
                  </a:lnTo>
                  <a:lnTo>
                    <a:pt x="1118628" y="284835"/>
                  </a:lnTo>
                  <a:lnTo>
                    <a:pt x="1227950" y="284835"/>
                  </a:lnTo>
                  <a:lnTo>
                    <a:pt x="1227950" y="73291"/>
                  </a:lnTo>
                  <a:close/>
                </a:path>
                <a:path w="4024629" h="285115">
                  <a:moveTo>
                    <a:pt x="1787271" y="82931"/>
                  </a:moveTo>
                  <a:lnTo>
                    <a:pt x="1677949" y="82931"/>
                  </a:lnTo>
                  <a:lnTo>
                    <a:pt x="1677949" y="284835"/>
                  </a:lnTo>
                  <a:lnTo>
                    <a:pt x="1787271" y="284835"/>
                  </a:lnTo>
                  <a:lnTo>
                    <a:pt x="1787271" y="82931"/>
                  </a:lnTo>
                  <a:close/>
                </a:path>
                <a:path w="4024629" h="285115">
                  <a:moveTo>
                    <a:pt x="2346579" y="0"/>
                  </a:moveTo>
                  <a:lnTo>
                    <a:pt x="2237257" y="0"/>
                  </a:lnTo>
                  <a:lnTo>
                    <a:pt x="2237257" y="284835"/>
                  </a:lnTo>
                  <a:lnTo>
                    <a:pt x="2346579" y="284835"/>
                  </a:lnTo>
                  <a:lnTo>
                    <a:pt x="2346579" y="0"/>
                  </a:lnTo>
                  <a:close/>
                </a:path>
                <a:path w="4024629" h="285115">
                  <a:moveTo>
                    <a:pt x="2905899" y="124028"/>
                  </a:moveTo>
                  <a:lnTo>
                    <a:pt x="2796578" y="124028"/>
                  </a:lnTo>
                  <a:lnTo>
                    <a:pt x="2796578" y="284835"/>
                  </a:lnTo>
                  <a:lnTo>
                    <a:pt x="2905899" y="284835"/>
                  </a:lnTo>
                  <a:lnTo>
                    <a:pt x="2905899" y="124028"/>
                  </a:lnTo>
                  <a:close/>
                </a:path>
                <a:path w="4024629" h="285115">
                  <a:moveTo>
                    <a:pt x="3465220" y="118859"/>
                  </a:moveTo>
                  <a:lnTo>
                    <a:pt x="3355898" y="118859"/>
                  </a:lnTo>
                  <a:lnTo>
                    <a:pt x="3355898" y="284835"/>
                  </a:lnTo>
                  <a:lnTo>
                    <a:pt x="3465220" y="284835"/>
                  </a:lnTo>
                  <a:lnTo>
                    <a:pt x="3465220" y="118859"/>
                  </a:lnTo>
                  <a:close/>
                </a:path>
                <a:path w="4024629" h="285115">
                  <a:moveTo>
                    <a:pt x="4024528" y="121246"/>
                  </a:moveTo>
                  <a:lnTo>
                    <a:pt x="3915219" y="121246"/>
                  </a:lnTo>
                  <a:lnTo>
                    <a:pt x="3915219" y="284835"/>
                  </a:lnTo>
                  <a:lnTo>
                    <a:pt x="4024528" y="284835"/>
                  </a:lnTo>
                  <a:lnTo>
                    <a:pt x="4024528" y="121246"/>
                  </a:lnTo>
                  <a:close/>
                </a:path>
              </a:pathLst>
            </a:custGeom>
            <a:solidFill>
              <a:srgbClr val="C3B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762113" y="5348096"/>
              <a:ext cx="4024629" cy="1322705"/>
            </a:xfrm>
            <a:custGeom>
              <a:avLst/>
              <a:gdLst/>
              <a:ahLst/>
              <a:cxnLst/>
              <a:rect l="l" t="t" r="r" b="b"/>
              <a:pathLst>
                <a:path w="4024629" h="1322704">
                  <a:moveTo>
                    <a:pt x="109321" y="1313053"/>
                  </a:moveTo>
                  <a:lnTo>
                    <a:pt x="0" y="1313053"/>
                  </a:lnTo>
                  <a:lnTo>
                    <a:pt x="0" y="1322578"/>
                  </a:lnTo>
                  <a:lnTo>
                    <a:pt x="109321" y="1322578"/>
                  </a:lnTo>
                  <a:lnTo>
                    <a:pt x="109321" y="1313053"/>
                  </a:lnTo>
                  <a:close/>
                </a:path>
                <a:path w="4024629" h="1322704">
                  <a:moveTo>
                    <a:pt x="668629" y="987310"/>
                  </a:moveTo>
                  <a:lnTo>
                    <a:pt x="559308" y="987310"/>
                  </a:lnTo>
                  <a:lnTo>
                    <a:pt x="559308" y="1322578"/>
                  </a:lnTo>
                  <a:lnTo>
                    <a:pt x="668629" y="1322578"/>
                  </a:lnTo>
                  <a:lnTo>
                    <a:pt x="668629" y="987310"/>
                  </a:lnTo>
                  <a:close/>
                </a:path>
                <a:path w="4024629" h="1322704">
                  <a:moveTo>
                    <a:pt x="1227950" y="692226"/>
                  </a:moveTo>
                  <a:lnTo>
                    <a:pt x="1118628" y="692226"/>
                  </a:lnTo>
                  <a:lnTo>
                    <a:pt x="1118628" y="1322578"/>
                  </a:lnTo>
                  <a:lnTo>
                    <a:pt x="1227950" y="1322578"/>
                  </a:lnTo>
                  <a:lnTo>
                    <a:pt x="1227950" y="692226"/>
                  </a:lnTo>
                  <a:close/>
                </a:path>
                <a:path w="4024629" h="1322704">
                  <a:moveTo>
                    <a:pt x="1787271" y="96316"/>
                  </a:moveTo>
                  <a:lnTo>
                    <a:pt x="1677949" y="96316"/>
                  </a:lnTo>
                  <a:lnTo>
                    <a:pt x="1677949" y="1322578"/>
                  </a:lnTo>
                  <a:lnTo>
                    <a:pt x="1787271" y="1322578"/>
                  </a:lnTo>
                  <a:lnTo>
                    <a:pt x="1787271" y="96316"/>
                  </a:lnTo>
                  <a:close/>
                </a:path>
                <a:path w="4024629" h="1322704">
                  <a:moveTo>
                    <a:pt x="2346579" y="0"/>
                  </a:moveTo>
                  <a:lnTo>
                    <a:pt x="2237257" y="0"/>
                  </a:lnTo>
                  <a:lnTo>
                    <a:pt x="2237257" y="1322578"/>
                  </a:lnTo>
                  <a:lnTo>
                    <a:pt x="2346579" y="1322578"/>
                  </a:lnTo>
                  <a:lnTo>
                    <a:pt x="2346579" y="0"/>
                  </a:lnTo>
                  <a:close/>
                </a:path>
                <a:path w="4024629" h="1322704">
                  <a:moveTo>
                    <a:pt x="2905899" y="160286"/>
                  </a:moveTo>
                  <a:lnTo>
                    <a:pt x="2796578" y="160286"/>
                  </a:lnTo>
                  <a:lnTo>
                    <a:pt x="2796578" y="1322578"/>
                  </a:lnTo>
                  <a:lnTo>
                    <a:pt x="2905899" y="1322578"/>
                  </a:lnTo>
                  <a:lnTo>
                    <a:pt x="2905899" y="160286"/>
                  </a:lnTo>
                  <a:close/>
                </a:path>
                <a:path w="4024629" h="1322704">
                  <a:moveTo>
                    <a:pt x="3465220" y="913980"/>
                  </a:moveTo>
                  <a:lnTo>
                    <a:pt x="3355898" y="913980"/>
                  </a:lnTo>
                  <a:lnTo>
                    <a:pt x="3355898" y="1322578"/>
                  </a:lnTo>
                  <a:lnTo>
                    <a:pt x="3465220" y="1322578"/>
                  </a:lnTo>
                  <a:lnTo>
                    <a:pt x="3465220" y="913980"/>
                  </a:lnTo>
                  <a:close/>
                </a:path>
                <a:path w="4024629" h="1322704">
                  <a:moveTo>
                    <a:pt x="4024528" y="691565"/>
                  </a:moveTo>
                  <a:lnTo>
                    <a:pt x="3915206" y="691565"/>
                  </a:lnTo>
                  <a:lnTo>
                    <a:pt x="3915206" y="1322578"/>
                  </a:lnTo>
                  <a:lnTo>
                    <a:pt x="4024528" y="1322578"/>
                  </a:lnTo>
                  <a:lnTo>
                    <a:pt x="4024528" y="691565"/>
                  </a:lnTo>
                  <a:close/>
                </a:path>
              </a:pathLst>
            </a:custGeom>
            <a:solidFill>
              <a:srgbClr val="F18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9" name="object 189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6801484" y="4783962"/>
            <a:ext cx="95249" cy="95249"/>
          </a:xfrm>
          <a:prstGeom prst="rect">
            <a:avLst/>
          </a:prstGeom>
        </p:spPr>
      </p:pic>
      <p:pic>
        <p:nvPicPr>
          <p:cNvPr id="190" name="object 190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7877809" y="4783962"/>
            <a:ext cx="95249" cy="95249"/>
          </a:xfrm>
          <a:prstGeom prst="rect">
            <a:avLst/>
          </a:prstGeom>
        </p:spPr>
      </p:pic>
      <p:sp>
        <p:nvSpPr>
          <p:cNvPr id="191" name="object 191"/>
          <p:cNvSpPr txBox="1"/>
          <p:nvPr/>
        </p:nvSpPr>
        <p:spPr>
          <a:xfrm>
            <a:off x="6778625" y="3959324"/>
            <a:ext cx="204470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">
              <a:lnSpc>
                <a:spcPts val="975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  <a:p>
            <a:pPr marL="309880">
              <a:lnSpc>
                <a:spcPts val="975"/>
              </a:lnSpc>
              <a:tabLst>
                <a:tab pos="1371600" algn="l"/>
              </a:tabLst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spc="-75" dirty="0">
                <a:solidFill>
                  <a:srgbClr val="252423"/>
                </a:solidFill>
                <a:latin typeface="Tahoma"/>
                <a:cs typeface="Tahoma"/>
              </a:rPr>
              <a:t>Average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ahoma"/>
                <a:cs typeface="Tahoma"/>
              </a:rPr>
              <a:t>Scores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52423"/>
                </a:solidFill>
                <a:latin typeface="Tahoma"/>
                <a:cs typeface="Tahoma"/>
              </a:rPr>
              <a:t>Cluster</a:t>
            </a:r>
            <a:endParaRPr sz="1400">
              <a:latin typeface="Tahoma"/>
              <a:cs typeface="Tahoma"/>
            </a:endParaRPr>
          </a:p>
          <a:p>
            <a:pPr marL="137160">
              <a:lnSpc>
                <a:spcPct val="100000"/>
              </a:lnSpc>
              <a:spcBef>
                <a:spcPts val="819"/>
              </a:spcBef>
              <a:tabLst>
                <a:tab pos="1215390" algn="l"/>
              </a:tabLst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0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Anxiety</a:t>
            </a: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	Average</a:t>
            </a:r>
            <a:r>
              <a:rPr sz="10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Stress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192" name="object 192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8868409" y="4783962"/>
            <a:ext cx="95249" cy="95249"/>
          </a:xfrm>
          <a:prstGeom prst="rect">
            <a:avLst/>
          </a:prstGeom>
        </p:spPr>
      </p:pic>
      <p:sp>
        <p:nvSpPr>
          <p:cNvPr id="193" name="object 193"/>
          <p:cNvSpPr txBox="1"/>
          <p:nvPr/>
        </p:nvSpPr>
        <p:spPr>
          <a:xfrm>
            <a:off x="8971160" y="4737131"/>
            <a:ext cx="7334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0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BRS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194" name="object 194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9754234" y="4783962"/>
            <a:ext cx="95249" cy="95249"/>
          </a:xfrm>
          <a:prstGeom prst="rect">
            <a:avLst/>
          </a:prstGeom>
        </p:spPr>
      </p:pic>
      <p:sp>
        <p:nvSpPr>
          <p:cNvPr id="195" name="object 195"/>
          <p:cNvSpPr txBox="1"/>
          <p:nvPr/>
        </p:nvSpPr>
        <p:spPr>
          <a:xfrm>
            <a:off x="9851925" y="4737131"/>
            <a:ext cx="1142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05D5C"/>
                </a:solidFill>
                <a:latin typeface="Segoe UI"/>
                <a:cs typeface="Segoe UI"/>
              </a:rPr>
              <a:t>Average</a:t>
            </a:r>
            <a:r>
              <a:rPr sz="10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Depression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96" name="object 196"/>
          <p:cNvSpPr/>
          <p:nvPr/>
        </p:nvSpPr>
        <p:spPr>
          <a:xfrm>
            <a:off x="6353174" y="1104900"/>
            <a:ext cx="2133600" cy="619125"/>
          </a:xfrm>
          <a:custGeom>
            <a:avLst/>
            <a:gdLst/>
            <a:ahLst/>
            <a:cxnLst/>
            <a:rect l="l" t="t" r="r" b="b"/>
            <a:pathLst>
              <a:path w="2133600" h="619125">
                <a:moveTo>
                  <a:pt x="2133599" y="619124"/>
                </a:moveTo>
                <a:lnTo>
                  <a:pt x="0" y="619124"/>
                </a:lnTo>
                <a:lnTo>
                  <a:pt x="0" y="0"/>
                </a:lnTo>
                <a:lnTo>
                  <a:pt x="2133599" y="0"/>
                </a:lnTo>
                <a:lnTo>
                  <a:pt x="2133599" y="619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 txBox="1"/>
          <p:nvPr/>
        </p:nvSpPr>
        <p:spPr>
          <a:xfrm>
            <a:off x="6464299" y="1111250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6453187" y="1376362"/>
            <a:ext cx="193357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75387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8597900" y="1111250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ahoma"/>
                <a:cs typeface="Tahoma"/>
              </a:rPr>
              <a:t>Gender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8586787" y="1376362"/>
            <a:ext cx="166687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48717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10464799" y="1111250"/>
            <a:ext cx="47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52423"/>
                </a:solidFill>
                <a:latin typeface="Tahoma"/>
                <a:cs typeface="Tahoma"/>
              </a:rPr>
              <a:t>Cluster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10453686" y="1376362"/>
            <a:ext cx="1600200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420495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81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683874" y="977900"/>
            <a:ext cx="260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1336" y="1243012"/>
            <a:ext cx="619125" cy="2095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360"/>
              </a:spcBef>
            </a:pPr>
            <a:r>
              <a:rPr sz="800" spc="-25" dirty="0">
                <a:solidFill>
                  <a:srgbClr val="252423"/>
                </a:solidFill>
                <a:latin typeface="Segoe UI"/>
                <a:cs typeface="Segoe UI"/>
              </a:rPr>
              <a:t>17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87136" y="1243012"/>
            <a:ext cx="609600" cy="2095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60"/>
              </a:spcBef>
            </a:pPr>
            <a:r>
              <a:rPr sz="800" spc="-25" dirty="0">
                <a:solidFill>
                  <a:srgbClr val="252423"/>
                </a:solidFill>
                <a:latin typeface="Segoe UI"/>
                <a:cs typeface="Segoe UI"/>
              </a:rPr>
              <a:t>20</a:t>
            </a:r>
            <a:endParaRPr sz="800">
              <a:latin typeface="Segoe UI"/>
              <a:cs typeface="Segoe U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720982" y="1523999"/>
            <a:ext cx="1490345" cy="247650"/>
            <a:chOff x="10720982" y="1523999"/>
            <a:chExt cx="1490345" cy="247650"/>
          </a:xfrm>
        </p:grpSpPr>
        <p:sp>
          <p:nvSpPr>
            <p:cNvPr id="8" name="object 8"/>
            <p:cNvSpPr/>
            <p:nvPr/>
          </p:nvSpPr>
          <p:spPr>
            <a:xfrm>
              <a:off x="10820399" y="1638299"/>
              <a:ext cx="1390650" cy="28575"/>
            </a:xfrm>
            <a:custGeom>
              <a:avLst/>
              <a:gdLst/>
              <a:ahLst/>
              <a:cxnLst/>
              <a:rect l="l" t="t" r="r" b="b"/>
              <a:pathLst>
                <a:path w="1390650" h="28575">
                  <a:moveTo>
                    <a:pt x="1378256" y="28574"/>
                  </a:moveTo>
                  <a:lnTo>
                    <a:pt x="12392" y="28574"/>
                  </a:lnTo>
                  <a:lnTo>
                    <a:pt x="10570" y="28212"/>
                  </a:lnTo>
                  <a:lnTo>
                    <a:pt x="0" y="16182"/>
                  </a:lnTo>
                  <a:lnTo>
                    <a:pt x="0" y="14287"/>
                  </a:lnTo>
                  <a:lnTo>
                    <a:pt x="0" y="12392"/>
                  </a:lnTo>
                  <a:lnTo>
                    <a:pt x="12392" y="0"/>
                  </a:lnTo>
                  <a:lnTo>
                    <a:pt x="1378256" y="0"/>
                  </a:lnTo>
                  <a:lnTo>
                    <a:pt x="1390649" y="12392"/>
                  </a:lnTo>
                  <a:lnTo>
                    <a:pt x="1390649" y="16182"/>
                  </a:lnTo>
                  <a:lnTo>
                    <a:pt x="1380079" y="28212"/>
                  </a:lnTo>
                  <a:lnTo>
                    <a:pt x="1378256" y="285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20399" y="1638299"/>
              <a:ext cx="1371600" cy="28575"/>
            </a:xfrm>
            <a:custGeom>
              <a:avLst/>
              <a:gdLst/>
              <a:ahLst/>
              <a:cxnLst/>
              <a:rect l="l" t="t" r="r" b="b"/>
              <a:pathLst>
                <a:path w="1371600" h="28575">
                  <a:moveTo>
                    <a:pt x="13715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371599" y="0"/>
                  </a:lnTo>
                  <a:lnTo>
                    <a:pt x="1371599" y="28574"/>
                  </a:lnTo>
                  <a:close/>
                </a:path>
              </a:pathLst>
            </a:custGeom>
            <a:solidFill>
              <a:srgbClr val="F2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20399" y="1638299"/>
              <a:ext cx="1028700" cy="28575"/>
            </a:xfrm>
            <a:custGeom>
              <a:avLst/>
              <a:gdLst/>
              <a:ahLst/>
              <a:cxnLst/>
              <a:rect l="l" t="t" r="r" b="b"/>
              <a:pathLst>
                <a:path w="1028700" h="28575">
                  <a:moveTo>
                    <a:pt x="1028700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28700" y="0"/>
                  </a:lnTo>
                  <a:lnTo>
                    <a:pt x="1028700" y="28574"/>
                  </a:lnTo>
                  <a:close/>
                </a:path>
              </a:pathLst>
            </a:custGeom>
            <a:solidFill>
              <a:srgbClr val="60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5663" y="1523999"/>
              <a:ext cx="247649" cy="2476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20982" y="1523999"/>
              <a:ext cx="247649" cy="24764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886325" y="942974"/>
            <a:ext cx="2333625" cy="676275"/>
            <a:chOff x="4886325" y="942974"/>
            <a:chExt cx="2333625" cy="676275"/>
          </a:xfrm>
        </p:grpSpPr>
        <p:sp>
          <p:nvSpPr>
            <p:cNvPr id="14" name="object 14"/>
            <p:cNvSpPr/>
            <p:nvPr/>
          </p:nvSpPr>
          <p:spPr>
            <a:xfrm>
              <a:off x="4895850" y="952499"/>
              <a:ext cx="2314575" cy="657225"/>
            </a:xfrm>
            <a:custGeom>
              <a:avLst/>
              <a:gdLst/>
              <a:ahLst/>
              <a:cxnLst/>
              <a:rect l="l" t="t" r="r" b="b"/>
              <a:pathLst>
                <a:path w="2314575" h="657225">
                  <a:moveTo>
                    <a:pt x="2276474" y="657225"/>
                  </a:moveTo>
                  <a:lnTo>
                    <a:pt x="38099" y="657224"/>
                  </a:lnTo>
                  <a:lnTo>
                    <a:pt x="3274" y="633114"/>
                  </a:lnTo>
                  <a:lnTo>
                    <a:pt x="0" y="619124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2276474" y="0"/>
                  </a:lnTo>
                  <a:lnTo>
                    <a:pt x="2290464" y="3274"/>
                  </a:lnTo>
                  <a:lnTo>
                    <a:pt x="2302668" y="11906"/>
                  </a:lnTo>
                  <a:lnTo>
                    <a:pt x="2311300" y="24110"/>
                  </a:lnTo>
                  <a:lnTo>
                    <a:pt x="2314574" y="38099"/>
                  </a:lnTo>
                  <a:lnTo>
                    <a:pt x="2314574" y="619124"/>
                  </a:lnTo>
                  <a:lnTo>
                    <a:pt x="2311300" y="633114"/>
                  </a:lnTo>
                  <a:lnTo>
                    <a:pt x="2302668" y="645318"/>
                  </a:lnTo>
                  <a:lnTo>
                    <a:pt x="2290464" y="653950"/>
                  </a:lnTo>
                  <a:lnTo>
                    <a:pt x="2276474" y="657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95850" y="952499"/>
              <a:ext cx="2314575" cy="657225"/>
            </a:xfrm>
            <a:custGeom>
              <a:avLst/>
              <a:gdLst/>
              <a:ahLst/>
              <a:cxnLst/>
              <a:rect l="l" t="t" r="r" b="b"/>
              <a:pathLst>
                <a:path w="2314575" h="6572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2276474" y="0"/>
                  </a:lnTo>
                  <a:lnTo>
                    <a:pt x="2311300" y="24110"/>
                  </a:lnTo>
                  <a:lnTo>
                    <a:pt x="2314574" y="619124"/>
                  </a:lnTo>
                  <a:lnTo>
                    <a:pt x="2311300" y="633114"/>
                  </a:lnTo>
                  <a:lnTo>
                    <a:pt x="2302668" y="645318"/>
                  </a:lnTo>
                  <a:lnTo>
                    <a:pt x="2290464" y="653950"/>
                  </a:lnTo>
                  <a:lnTo>
                    <a:pt x="2276474" y="657224"/>
                  </a:lnTo>
                  <a:lnTo>
                    <a:pt x="38099" y="657224"/>
                  </a:lnTo>
                  <a:lnTo>
                    <a:pt x="3274" y="63311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05375" y="962024"/>
              <a:ext cx="2295525" cy="638175"/>
            </a:xfrm>
            <a:custGeom>
              <a:avLst/>
              <a:gdLst/>
              <a:ahLst/>
              <a:cxnLst/>
              <a:rect l="l" t="t" r="r" b="b"/>
              <a:pathLst>
                <a:path w="2295525" h="638175">
                  <a:moveTo>
                    <a:pt x="2266949" y="638174"/>
                  </a:moveTo>
                  <a:lnTo>
                    <a:pt x="28574" y="638174"/>
                  </a:lnTo>
                  <a:lnTo>
                    <a:pt x="18082" y="635719"/>
                  </a:lnTo>
                  <a:lnTo>
                    <a:pt x="8929" y="629245"/>
                  </a:lnTo>
                  <a:lnTo>
                    <a:pt x="2455" y="620092"/>
                  </a:lnTo>
                  <a:lnTo>
                    <a:pt x="0" y="6095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2266949" y="0"/>
                  </a:lnTo>
                  <a:lnTo>
                    <a:pt x="2277442" y="2455"/>
                  </a:lnTo>
                  <a:lnTo>
                    <a:pt x="2286595" y="8929"/>
                  </a:lnTo>
                  <a:lnTo>
                    <a:pt x="2293069" y="18082"/>
                  </a:lnTo>
                  <a:lnTo>
                    <a:pt x="2295524" y="28574"/>
                  </a:lnTo>
                  <a:lnTo>
                    <a:pt x="2295524" y="609599"/>
                  </a:lnTo>
                  <a:lnTo>
                    <a:pt x="2293069" y="620092"/>
                  </a:lnTo>
                  <a:lnTo>
                    <a:pt x="2286595" y="629245"/>
                  </a:lnTo>
                  <a:lnTo>
                    <a:pt x="2277442" y="635719"/>
                  </a:lnTo>
                  <a:lnTo>
                    <a:pt x="2266949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95850" y="932491"/>
            <a:ext cx="2314575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485</a:t>
            </a:r>
            <a:endParaRPr sz="2000">
              <a:latin typeface="Segoe UI Semibold"/>
              <a:cs typeface="Segoe UI Semibold"/>
            </a:endParaRPr>
          </a:p>
          <a:p>
            <a:pPr marL="123189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Severe</a:t>
            </a:r>
            <a:r>
              <a:rPr sz="11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Depression,Anxiety,Stress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98079" y="952499"/>
            <a:ext cx="2310130" cy="28575"/>
          </a:xfrm>
          <a:custGeom>
            <a:avLst/>
            <a:gdLst/>
            <a:ahLst/>
            <a:cxnLst/>
            <a:rect l="l" t="t" r="r" b="b"/>
            <a:pathLst>
              <a:path w="2310129" h="28575">
                <a:moveTo>
                  <a:pt x="2310116" y="28574"/>
                </a:moveTo>
                <a:lnTo>
                  <a:pt x="0" y="28574"/>
                </a:lnTo>
                <a:lnTo>
                  <a:pt x="1044" y="24110"/>
                </a:lnTo>
                <a:lnTo>
                  <a:pt x="9676" y="11906"/>
                </a:lnTo>
                <a:lnTo>
                  <a:pt x="21880" y="3274"/>
                </a:lnTo>
                <a:lnTo>
                  <a:pt x="35870" y="0"/>
                </a:lnTo>
                <a:lnTo>
                  <a:pt x="2274245" y="0"/>
                </a:lnTo>
                <a:lnTo>
                  <a:pt x="2288235" y="3274"/>
                </a:lnTo>
                <a:lnTo>
                  <a:pt x="2300439" y="11906"/>
                </a:lnTo>
                <a:lnTo>
                  <a:pt x="2309071" y="24110"/>
                </a:lnTo>
                <a:lnTo>
                  <a:pt x="2310116" y="28574"/>
                </a:lnTo>
                <a:close/>
              </a:path>
            </a:pathLst>
          </a:custGeom>
          <a:solidFill>
            <a:srgbClr val="81D4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3997027" y="288956"/>
            <a:ext cx="5131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70" dirty="0"/>
              <a:t> </a:t>
            </a:r>
            <a:r>
              <a:rPr dirty="0"/>
              <a:t>Risk</a:t>
            </a:r>
            <a:r>
              <a:rPr spc="-70" dirty="0"/>
              <a:t> </a:t>
            </a:r>
            <a:r>
              <a:rPr dirty="0"/>
              <a:t>Analysis</a:t>
            </a:r>
            <a:r>
              <a:rPr spc="-70" dirty="0"/>
              <a:t> </a:t>
            </a:r>
            <a:r>
              <a:rPr spc="-10" dirty="0"/>
              <a:t>Dashboard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81000" y="923924"/>
            <a:ext cx="1581150" cy="714375"/>
            <a:chOff x="381000" y="923924"/>
            <a:chExt cx="1581150" cy="714375"/>
          </a:xfrm>
        </p:grpSpPr>
        <p:sp>
          <p:nvSpPr>
            <p:cNvPr id="21" name="object 21"/>
            <p:cNvSpPr/>
            <p:nvPr/>
          </p:nvSpPr>
          <p:spPr>
            <a:xfrm>
              <a:off x="390524" y="933449"/>
              <a:ext cx="1562100" cy="695325"/>
            </a:xfrm>
            <a:custGeom>
              <a:avLst/>
              <a:gdLst/>
              <a:ahLst/>
              <a:cxnLst/>
              <a:rect l="l" t="t" r="r" b="b"/>
              <a:pathLst>
                <a:path w="1562100" h="695325">
                  <a:moveTo>
                    <a:pt x="1523999" y="695324"/>
                  </a:moveTo>
                  <a:lnTo>
                    <a:pt x="38100" y="695324"/>
                  </a:lnTo>
                  <a:lnTo>
                    <a:pt x="3274" y="671214"/>
                  </a:lnTo>
                  <a:lnTo>
                    <a:pt x="0" y="657224"/>
                  </a:lnTo>
                  <a:lnTo>
                    <a:pt x="0" y="38099"/>
                  </a:lnTo>
                  <a:lnTo>
                    <a:pt x="24110" y="3274"/>
                  </a:lnTo>
                  <a:lnTo>
                    <a:pt x="1523999" y="0"/>
                  </a:lnTo>
                  <a:lnTo>
                    <a:pt x="1537989" y="3274"/>
                  </a:lnTo>
                  <a:lnTo>
                    <a:pt x="1550193" y="11906"/>
                  </a:lnTo>
                  <a:lnTo>
                    <a:pt x="1558825" y="24110"/>
                  </a:lnTo>
                  <a:lnTo>
                    <a:pt x="1562099" y="38099"/>
                  </a:lnTo>
                  <a:lnTo>
                    <a:pt x="1562099" y="657224"/>
                  </a:lnTo>
                  <a:lnTo>
                    <a:pt x="1558825" y="671214"/>
                  </a:lnTo>
                  <a:lnTo>
                    <a:pt x="1550193" y="683418"/>
                  </a:lnTo>
                  <a:lnTo>
                    <a:pt x="1537989" y="692050"/>
                  </a:lnTo>
                  <a:lnTo>
                    <a:pt x="1523999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0525" y="933449"/>
              <a:ext cx="1562100" cy="695325"/>
            </a:xfrm>
            <a:custGeom>
              <a:avLst/>
              <a:gdLst/>
              <a:ahLst/>
              <a:cxnLst/>
              <a:rect l="l" t="t" r="r" b="b"/>
              <a:pathLst>
                <a:path w="1562100" h="695325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523999" y="0"/>
                  </a:lnTo>
                  <a:lnTo>
                    <a:pt x="1558825" y="24110"/>
                  </a:lnTo>
                  <a:lnTo>
                    <a:pt x="1562099" y="657224"/>
                  </a:lnTo>
                  <a:lnTo>
                    <a:pt x="1558825" y="671214"/>
                  </a:lnTo>
                  <a:lnTo>
                    <a:pt x="1550193" y="683418"/>
                  </a:lnTo>
                  <a:lnTo>
                    <a:pt x="1537989" y="692050"/>
                  </a:lnTo>
                  <a:lnTo>
                    <a:pt x="1523999" y="695324"/>
                  </a:lnTo>
                  <a:lnTo>
                    <a:pt x="38099" y="695324"/>
                  </a:lnTo>
                  <a:lnTo>
                    <a:pt x="24110" y="692050"/>
                  </a:lnTo>
                  <a:lnTo>
                    <a:pt x="11906" y="683418"/>
                  </a:lnTo>
                  <a:lnTo>
                    <a:pt x="3274" y="671214"/>
                  </a:lnTo>
                  <a:lnTo>
                    <a:pt x="0" y="657224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0049" y="942974"/>
              <a:ext cx="1543050" cy="676275"/>
            </a:xfrm>
            <a:custGeom>
              <a:avLst/>
              <a:gdLst/>
              <a:ahLst/>
              <a:cxnLst/>
              <a:rect l="l" t="t" r="r" b="b"/>
              <a:pathLst>
                <a:path w="1543050" h="676275">
                  <a:moveTo>
                    <a:pt x="1514474" y="676274"/>
                  </a:moveTo>
                  <a:lnTo>
                    <a:pt x="28574" y="676274"/>
                  </a:lnTo>
                  <a:lnTo>
                    <a:pt x="18082" y="673819"/>
                  </a:lnTo>
                  <a:lnTo>
                    <a:pt x="8929" y="667345"/>
                  </a:lnTo>
                  <a:lnTo>
                    <a:pt x="2455" y="658192"/>
                  </a:lnTo>
                  <a:lnTo>
                    <a:pt x="0" y="647699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514474" y="0"/>
                  </a:lnTo>
                  <a:lnTo>
                    <a:pt x="1524967" y="2455"/>
                  </a:lnTo>
                  <a:lnTo>
                    <a:pt x="1534120" y="8929"/>
                  </a:lnTo>
                  <a:lnTo>
                    <a:pt x="1540594" y="18082"/>
                  </a:lnTo>
                  <a:lnTo>
                    <a:pt x="1543049" y="28574"/>
                  </a:lnTo>
                  <a:lnTo>
                    <a:pt x="1543049" y="647699"/>
                  </a:lnTo>
                  <a:lnTo>
                    <a:pt x="1540594" y="658192"/>
                  </a:lnTo>
                  <a:lnTo>
                    <a:pt x="1534120" y="667345"/>
                  </a:lnTo>
                  <a:lnTo>
                    <a:pt x="1524967" y="673819"/>
                  </a:lnTo>
                  <a:lnTo>
                    <a:pt x="1514474" y="676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99529" y="932491"/>
            <a:ext cx="1362710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606</a:t>
            </a:r>
            <a:endParaRPr sz="2000">
              <a:latin typeface="Segoe UI Semibold"/>
              <a:cs typeface="Segoe UI Semibold"/>
            </a:endParaRPr>
          </a:p>
          <a:p>
            <a:pPr marL="1143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High</a:t>
            </a:r>
            <a:r>
              <a:rPr sz="11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Risk</a:t>
            </a:r>
            <a:r>
              <a:rPr sz="11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2754" y="771524"/>
            <a:ext cx="3265170" cy="981075"/>
            <a:chOff x="392754" y="771524"/>
            <a:chExt cx="3265170" cy="981075"/>
          </a:xfrm>
        </p:grpSpPr>
        <p:sp>
          <p:nvSpPr>
            <p:cNvPr id="26" name="object 26"/>
            <p:cNvSpPr/>
            <p:nvPr/>
          </p:nvSpPr>
          <p:spPr>
            <a:xfrm>
              <a:off x="392754" y="933449"/>
              <a:ext cx="1369695" cy="28575"/>
            </a:xfrm>
            <a:custGeom>
              <a:avLst/>
              <a:gdLst/>
              <a:ahLst/>
              <a:cxnLst/>
              <a:rect l="l" t="t" r="r" b="b"/>
              <a:pathLst>
                <a:path w="1369695" h="28575">
                  <a:moveTo>
                    <a:pt x="0" y="28574"/>
                  </a:moveTo>
                  <a:lnTo>
                    <a:pt x="1369370" y="28574"/>
                  </a:lnTo>
                  <a:lnTo>
                    <a:pt x="1369370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D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62112" y="771524"/>
              <a:ext cx="1895475" cy="981075"/>
            </a:xfrm>
            <a:custGeom>
              <a:avLst/>
              <a:gdLst/>
              <a:ahLst/>
              <a:cxnLst/>
              <a:rect l="l" t="t" r="r" b="b"/>
              <a:pathLst>
                <a:path w="1895475" h="981075">
                  <a:moveTo>
                    <a:pt x="1895475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1895475" y="981075"/>
                  </a:lnTo>
                  <a:lnTo>
                    <a:pt x="1895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24049" y="933449"/>
              <a:ext cx="1562100" cy="647700"/>
            </a:xfrm>
            <a:custGeom>
              <a:avLst/>
              <a:gdLst/>
              <a:ahLst/>
              <a:cxnLst/>
              <a:rect l="l" t="t" r="r" b="b"/>
              <a:pathLst>
                <a:path w="1562100" h="64770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523999" y="0"/>
                  </a:lnTo>
                  <a:lnTo>
                    <a:pt x="1558825" y="24110"/>
                  </a:lnTo>
                  <a:lnTo>
                    <a:pt x="1562099" y="609599"/>
                  </a:lnTo>
                  <a:lnTo>
                    <a:pt x="1558825" y="623589"/>
                  </a:lnTo>
                  <a:lnTo>
                    <a:pt x="1550193" y="635793"/>
                  </a:lnTo>
                  <a:lnTo>
                    <a:pt x="1537989" y="644425"/>
                  </a:lnTo>
                  <a:lnTo>
                    <a:pt x="1523999" y="647699"/>
                  </a:lnTo>
                  <a:lnTo>
                    <a:pt x="38099" y="647699"/>
                  </a:lnTo>
                  <a:lnTo>
                    <a:pt x="24110" y="644425"/>
                  </a:lnTo>
                  <a:lnTo>
                    <a:pt x="11906" y="635793"/>
                  </a:lnTo>
                  <a:lnTo>
                    <a:pt x="3274" y="623589"/>
                  </a:lnTo>
                  <a:lnTo>
                    <a:pt x="0" y="60959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3574" y="942974"/>
              <a:ext cx="1543050" cy="628650"/>
            </a:xfrm>
            <a:custGeom>
              <a:avLst/>
              <a:gdLst/>
              <a:ahLst/>
              <a:cxnLst/>
              <a:rect l="l" t="t" r="r" b="b"/>
              <a:pathLst>
                <a:path w="1543050" h="628650">
                  <a:moveTo>
                    <a:pt x="1514474" y="628649"/>
                  </a:moveTo>
                  <a:lnTo>
                    <a:pt x="28574" y="628649"/>
                  </a:lnTo>
                  <a:lnTo>
                    <a:pt x="18082" y="626194"/>
                  </a:lnTo>
                  <a:lnTo>
                    <a:pt x="8929" y="619720"/>
                  </a:lnTo>
                  <a:lnTo>
                    <a:pt x="2455" y="610567"/>
                  </a:lnTo>
                  <a:lnTo>
                    <a:pt x="0" y="600074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514474" y="0"/>
                  </a:lnTo>
                  <a:lnTo>
                    <a:pt x="1524967" y="2455"/>
                  </a:lnTo>
                  <a:lnTo>
                    <a:pt x="1534120" y="8929"/>
                  </a:lnTo>
                  <a:lnTo>
                    <a:pt x="1540594" y="18082"/>
                  </a:lnTo>
                  <a:lnTo>
                    <a:pt x="1543049" y="28574"/>
                  </a:lnTo>
                  <a:lnTo>
                    <a:pt x="1543049" y="600074"/>
                  </a:lnTo>
                  <a:lnTo>
                    <a:pt x="1540594" y="610567"/>
                  </a:lnTo>
                  <a:lnTo>
                    <a:pt x="1534120" y="619720"/>
                  </a:lnTo>
                  <a:lnTo>
                    <a:pt x="1524967" y="626194"/>
                  </a:lnTo>
                  <a:lnTo>
                    <a:pt x="1514474" y="62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035175" y="913441"/>
            <a:ext cx="1134745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255</a:t>
            </a:r>
            <a:endParaRPr sz="20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Cluster</a:t>
            </a:r>
            <a:r>
              <a:rPr sz="1100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F</a:t>
            </a:r>
            <a:r>
              <a:rPr sz="11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Students</a:t>
            </a:r>
            <a:endParaRPr sz="1100">
              <a:latin typeface="Segoe UI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926279" y="771524"/>
            <a:ext cx="2969895" cy="981075"/>
            <a:chOff x="1926279" y="771524"/>
            <a:chExt cx="2969895" cy="981075"/>
          </a:xfrm>
        </p:grpSpPr>
        <p:sp>
          <p:nvSpPr>
            <p:cNvPr id="32" name="object 32"/>
            <p:cNvSpPr/>
            <p:nvPr/>
          </p:nvSpPr>
          <p:spPr>
            <a:xfrm>
              <a:off x="1926279" y="933449"/>
              <a:ext cx="1445895" cy="28575"/>
            </a:xfrm>
            <a:custGeom>
              <a:avLst/>
              <a:gdLst/>
              <a:ahLst/>
              <a:cxnLst/>
              <a:rect l="l" t="t" r="r" b="b"/>
              <a:pathLst>
                <a:path w="1445895" h="28575">
                  <a:moveTo>
                    <a:pt x="0" y="28574"/>
                  </a:moveTo>
                  <a:lnTo>
                    <a:pt x="1445570" y="28574"/>
                  </a:lnTo>
                  <a:lnTo>
                    <a:pt x="1445570" y="0"/>
                  </a:lnTo>
                  <a:lnTo>
                    <a:pt x="0" y="0"/>
                  </a:lnTo>
                  <a:lnTo>
                    <a:pt x="0" y="28574"/>
                  </a:lnTo>
                  <a:close/>
                </a:path>
              </a:pathLst>
            </a:custGeom>
            <a:solidFill>
              <a:srgbClr val="F18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71837" y="771524"/>
              <a:ext cx="1524000" cy="981075"/>
            </a:xfrm>
            <a:custGeom>
              <a:avLst/>
              <a:gdLst/>
              <a:ahLst/>
              <a:cxnLst/>
              <a:rect l="l" t="t" r="r" b="b"/>
              <a:pathLst>
                <a:path w="1524000" h="981075">
                  <a:moveTo>
                    <a:pt x="1524000" y="0"/>
                  </a:moveTo>
                  <a:lnTo>
                    <a:pt x="0" y="0"/>
                  </a:lnTo>
                  <a:lnTo>
                    <a:pt x="0" y="981075"/>
                  </a:lnTo>
                  <a:lnTo>
                    <a:pt x="1524000" y="981075"/>
                  </a:lnTo>
                  <a:lnTo>
                    <a:pt x="152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33774" y="933449"/>
              <a:ext cx="1190625" cy="647700"/>
            </a:xfrm>
            <a:custGeom>
              <a:avLst/>
              <a:gdLst/>
              <a:ahLst/>
              <a:cxnLst/>
              <a:rect l="l" t="t" r="r" b="b"/>
              <a:pathLst>
                <a:path w="1190625" h="647700">
                  <a:moveTo>
                    <a:pt x="0" y="38099"/>
                  </a:moveTo>
                  <a:lnTo>
                    <a:pt x="3274" y="24110"/>
                  </a:lnTo>
                  <a:lnTo>
                    <a:pt x="11906" y="11906"/>
                  </a:lnTo>
                  <a:lnTo>
                    <a:pt x="24110" y="3274"/>
                  </a:lnTo>
                  <a:lnTo>
                    <a:pt x="38099" y="0"/>
                  </a:lnTo>
                  <a:lnTo>
                    <a:pt x="1152524" y="0"/>
                  </a:lnTo>
                  <a:lnTo>
                    <a:pt x="1187350" y="24110"/>
                  </a:lnTo>
                  <a:lnTo>
                    <a:pt x="1190624" y="609599"/>
                  </a:lnTo>
                  <a:lnTo>
                    <a:pt x="1187350" y="623589"/>
                  </a:lnTo>
                  <a:lnTo>
                    <a:pt x="1178718" y="635793"/>
                  </a:lnTo>
                  <a:lnTo>
                    <a:pt x="1166514" y="644425"/>
                  </a:lnTo>
                  <a:lnTo>
                    <a:pt x="1152524" y="647699"/>
                  </a:lnTo>
                  <a:lnTo>
                    <a:pt x="38099" y="647699"/>
                  </a:lnTo>
                  <a:lnTo>
                    <a:pt x="24110" y="644425"/>
                  </a:lnTo>
                  <a:lnTo>
                    <a:pt x="11906" y="635793"/>
                  </a:lnTo>
                  <a:lnTo>
                    <a:pt x="3274" y="623589"/>
                  </a:lnTo>
                  <a:lnTo>
                    <a:pt x="0" y="609599"/>
                  </a:lnTo>
                  <a:lnTo>
                    <a:pt x="0" y="38099"/>
                  </a:lnTo>
                </a:path>
              </a:pathLst>
            </a:custGeom>
            <a:ln w="19049">
              <a:solidFill>
                <a:srgbClr val="F2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43299" y="942974"/>
              <a:ext cx="1171575" cy="628650"/>
            </a:xfrm>
            <a:custGeom>
              <a:avLst/>
              <a:gdLst/>
              <a:ahLst/>
              <a:cxnLst/>
              <a:rect l="l" t="t" r="r" b="b"/>
              <a:pathLst>
                <a:path w="1171575" h="628650">
                  <a:moveTo>
                    <a:pt x="1142999" y="628649"/>
                  </a:moveTo>
                  <a:lnTo>
                    <a:pt x="28574" y="628649"/>
                  </a:lnTo>
                  <a:lnTo>
                    <a:pt x="18082" y="626194"/>
                  </a:lnTo>
                  <a:lnTo>
                    <a:pt x="8929" y="619720"/>
                  </a:lnTo>
                  <a:lnTo>
                    <a:pt x="2455" y="610567"/>
                  </a:lnTo>
                  <a:lnTo>
                    <a:pt x="0" y="600074"/>
                  </a:lnTo>
                  <a:lnTo>
                    <a:pt x="0" y="28574"/>
                  </a:lnTo>
                  <a:lnTo>
                    <a:pt x="2455" y="18082"/>
                  </a:lnTo>
                  <a:lnTo>
                    <a:pt x="8929" y="8929"/>
                  </a:lnTo>
                  <a:lnTo>
                    <a:pt x="18082" y="2455"/>
                  </a:lnTo>
                  <a:lnTo>
                    <a:pt x="28574" y="0"/>
                  </a:lnTo>
                  <a:lnTo>
                    <a:pt x="1142999" y="0"/>
                  </a:lnTo>
                  <a:lnTo>
                    <a:pt x="1153492" y="2455"/>
                  </a:lnTo>
                  <a:lnTo>
                    <a:pt x="1162645" y="8929"/>
                  </a:lnTo>
                  <a:lnTo>
                    <a:pt x="1169119" y="18082"/>
                  </a:lnTo>
                  <a:lnTo>
                    <a:pt x="1171574" y="28574"/>
                  </a:lnTo>
                  <a:lnTo>
                    <a:pt x="1171574" y="600074"/>
                  </a:lnTo>
                  <a:lnTo>
                    <a:pt x="1169119" y="610567"/>
                  </a:lnTo>
                  <a:lnTo>
                    <a:pt x="1162645" y="619720"/>
                  </a:lnTo>
                  <a:lnTo>
                    <a:pt x="1153492" y="626194"/>
                  </a:lnTo>
                  <a:lnTo>
                    <a:pt x="1142999" y="6286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549253" y="913441"/>
            <a:ext cx="1160145" cy="6324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80"/>
              </a:spcBef>
            </a:pPr>
            <a:r>
              <a:rPr sz="2000" spc="-25" dirty="0">
                <a:solidFill>
                  <a:srgbClr val="252423"/>
                </a:solidFill>
                <a:latin typeface="Segoe UI Semibold"/>
                <a:cs typeface="Segoe UI Semibold"/>
              </a:rPr>
              <a:t>431</a:t>
            </a:r>
            <a:endParaRPr sz="2000">
              <a:latin typeface="Segoe UI Semibold"/>
              <a:cs typeface="Segoe UI Semibold"/>
            </a:endParaRPr>
          </a:p>
          <a:p>
            <a:pPr marL="10795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solidFill>
                  <a:srgbClr val="605D5C"/>
                </a:solidFill>
                <a:latin typeface="Segoe UI"/>
                <a:cs typeface="Segoe UI"/>
              </a:rPr>
              <a:t>Low</a:t>
            </a:r>
            <a:r>
              <a:rPr sz="11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605D5C"/>
                </a:solidFill>
                <a:latin typeface="Segoe UI"/>
                <a:cs typeface="Segoe UI"/>
              </a:rPr>
              <a:t>Resilience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36003" y="933449"/>
            <a:ext cx="1186180" cy="28575"/>
          </a:xfrm>
          <a:custGeom>
            <a:avLst/>
            <a:gdLst/>
            <a:ahLst/>
            <a:cxnLst/>
            <a:rect l="l" t="t" r="r" b="b"/>
            <a:pathLst>
              <a:path w="1186179" h="28575">
                <a:moveTo>
                  <a:pt x="1186166" y="28574"/>
                </a:moveTo>
                <a:lnTo>
                  <a:pt x="0" y="28574"/>
                </a:lnTo>
                <a:lnTo>
                  <a:pt x="1044" y="24110"/>
                </a:lnTo>
                <a:lnTo>
                  <a:pt x="9676" y="11906"/>
                </a:lnTo>
                <a:lnTo>
                  <a:pt x="21880" y="3274"/>
                </a:lnTo>
                <a:lnTo>
                  <a:pt x="35870" y="0"/>
                </a:lnTo>
                <a:lnTo>
                  <a:pt x="1150295" y="0"/>
                </a:lnTo>
                <a:lnTo>
                  <a:pt x="1164285" y="3274"/>
                </a:lnTo>
                <a:lnTo>
                  <a:pt x="1176489" y="11906"/>
                </a:lnTo>
                <a:lnTo>
                  <a:pt x="1185121" y="24110"/>
                </a:lnTo>
                <a:lnTo>
                  <a:pt x="1186166" y="28574"/>
                </a:lnTo>
                <a:close/>
              </a:path>
            </a:pathLst>
          </a:custGeom>
          <a:solidFill>
            <a:srgbClr val="C631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06399" y="1724088"/>
            <a:ext cx="21323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High </a:t>
            </a:r>
            <a:r>
              <a:rPr sz="14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47924" y="2097087"/>
            <a:ext cx="9525" cy="2581275"/>
          </a:xfrm>
          <a:custGeom>
            <a:avLst/>
            <a:gdLst/>
            <a:ahLst/>
            <a:cxnLst/>
            <a:rect l="l" t="t" r="r" b="b"/>
            <a:pathLst>
              <a:path w="9525" h="25812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50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50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5812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5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5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5812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700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700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5812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5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5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5812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50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50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5812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5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5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5812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200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200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5812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5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5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581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50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50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581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5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5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581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581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5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5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581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50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50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581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581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200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5000"/>
                </a:lnTo>
                <a:lnTo>
                  <a:pt x="6077" y="1905000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200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581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5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5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581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50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50"/>
                </a:lnTo>
                <a:lnTo>
                  <a:pt x="6077" y="1809750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50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581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5"/>
                </a:lnTo>
                <a:lnTo>
                  <a:pt x="6077" y="1762125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581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500"/>
                </a:lnTo>
                <a:lnTo>
                  <a:pt x="6077" y="1714500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581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40"/>
                </a:lnTo>
                <a:lnTo>
                  <a:pt x="3447" y="1666875"/>
                </a:lnTo>
                <a:lnTo>
                  <a:pt x="6077" y="1666875"/>
                </a:lnTo>
                <a:lnTo>
                  <a:pt x="7200" y="1667340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581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50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50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581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5"/>
                </a:lnTo>
                <a:lnTo>
                  <a:pt x="6077" y="1571625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581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4000"/>
                </a:lnTo>
                <a:lnTo>
                  <a:pt x="6077" y="1524000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581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5"/>
                </a:lnTo>
                <a:lnTo>
                  <a:pt x="6077" y="1476375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581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50"/>
                </a:lnTo>
                <a:lnTo>
                  <a:pt x="6077" y="1428750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581275">
                <a:moveTo>
                  <a:pt x="6077" y="1390649"/>
                </a:moveTo>
                <a:lnTo>
                  <a:pt x="3447" y="1390649"/>
                </a:lnTo>
                <a:lnTo>
                  <a:pt x="2324" y="1390185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5"/>
                </a:lnTo>
                <a:lnTo>
                  <a:pt x="6077" y="1381125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5"/>
                </a:lnTo>
                <a:lnTo>
                  <a:pt x="6077" y="1390649"/>
                </a:lnTo>
                <a:close/>
              </a:path>
              <a:path w="9525" h="2581275">
                <a:moveTo>
                  <a:pt x="6077" y="1343024"/>
                </a:moveTo>
                <a:lnTo>
                  <a:pt x="3447" y="1343024"/>
                </a:lnTo>
                <a:lnTo>
                  <a:pt x="2324" y="1342560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5"/>
                </a:lnTo>
                <a:lnTo>
                  <a:pt x="3447" y="1333500"/>
                </a:lnTo>
                <a:lnTo>
                  <a:pt x="6077" y="1333500"/>
                </a:lnTo>
                <a:lnTo>
                  <a:pt x="7200" y="1333965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60"/>
                </a:lnTo>
                <a:lnTo>
                  <a:pt x="6077" y="1343024"/>
                </a:lnTo>
                <a:close/>
              </a:path>
              <a:path w="9525" h="2581275">
                <a:moveTo>
                  <a:pt x="6077" y="1295399"/>
                </a:moveTo>
                <a:lnTo>
                  <a:pt x="3447" y="1295399"/>
                </a:lnTo>
                <a:lnTo>
                  <a:pt x="2324" y="1294935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5"/>
                </a:lnTo>
                <a:lnTo>
                  <a:pt x="6077" y="1285875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5"/>
                </a:lnTo>
                <a:lnTo>
                  <a:pt x="6077" y="1295399"/>
                </a:lnTo>
                <a:close/>
              </a:path>
              <a:path w="9525" h="2581275">
                <a:moveTo>
                  <a:pt x="6077" y="1247774"/>
                </a:moveTo>
                <a:lnTo>
                  <a:pt x="3447" y="1247774"/>
                </a:lnTo>
                <a:lnTo>
                  <a:pt x="2324" y="1247310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10"/>
                </a:lnTo>
                <a:lnTo>
                  <a:pt x="6077" y="1247774"/>
                </a:lnTo>
                <a:close/>
              </a:path>
              <a:path w="9525" h="2581275">
                <a:moveTo>
                  <a:pt x="6077" y="1200149"/>
                </a:moveTo>
                <a:lnTo>
                  <a:pt x="3447" y="1200149"/>
                </a:lnTo>
                <a:lnTo>
                  <a:pt x="2324" y="1199685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5"/>
                </a:lnTo>
                <a:lnTo>
                  <a:pt x="6077" y="1190625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5"/>
                </a:lnTo>
                <a:lnTo>
                  <a:pt x="6077" y="1200149"/>
                </a:lnTo>
                <a:close/>
              </a:path>
              <a:path w="9525" h="2581275">
                <a:moveTo>
                  <a:pt x="6077" y="1152524"/>
                </a:moveTo>
                <a:lnTo>
                  <a:pt x="3447" y="1152524"/>
                </a:lnTo>
                <a:lnTo>
                  <a:pt x="2324" y="1152060"/>
                </a:lnTo>
                <a:lnTo>
                  <a:pt x="464" y="1150200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5"/>
                </a:lnTo>
                <a:lnTo>
                  <a:pt x="3447" y="1143000"/>
                </a:lnTo>
                <a:lnTo>
                  <a:pt x="6077" y="1143000"/>
                </a:lnTo>
                <a:lnTo>
                  <a:pt x="7200" y="1143465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200"/>
                </a:lnTo>
                <a:lnTo>
                  <a:pt x="7200" y="1152060"/>
                </a:lnTo>
                <a:lnTo>
                  <a:pt x="6077" y="1152524"/>
                </a:lnTo>
                <a:close/>
              </a:path>
              <a:path w="9525" h="2581275">
                <a:moveTo>
                  <a:pt x="6077" y="1104899"/>
                </a:moveTo>
                <a:lnTo>
                  <a:pt x="3447" y="1104899"/>
                </a:lnTo>
                <a:lnTo>
                  <a:pt x="2324" y="1104435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5"/>
                </a:lnTo>
                <a:lnTo>
                  <a:pt x="6077" y="1104899"/>
                </a:lnTo>
                <a:close/>
              </a:path>
              <a:path w="9525" h="2581275">
                <a:moveTo>
                  <a:pt x="6077" y="1057274"/>
                </a:moveTo>
                <a:lnTo>
                  <a:pt x="3447" y="1057274"/>
                </a:lnTo>
                <a:lnTo>
                  <a:pt x="2324" y="1056810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50"/>
                </a:lnTo>
                <a:lnTo>
                  <a:pt x="6077" y="1047750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10"/>
                </a:lnTo>
                <a:lnTo>
                  <a:pt x="6077" y="1057274"/>
                </a:lnTo>
                <a:close/>
              </a:path>
              <a:path w="9525" h="2581275">
                <a:moveTo>
                  <a:pt x="6077" y="1009649"/>
                </a:moveTo>
                <a:lnTo>
                  <a:pt x="3447" y="1009649"/>
                </a:lnTo>
                <a:lnTo>
                  <a:pt x="2324" y="1009185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5"/>
                </a:lnTo>
                <a:lnTo>
                  <a:pt x="6077" y="1009649"/>
                </a:lnTo>
                <a:close/>
              </a:path>
              <a:path w="9525" h="2581275">
                <a:moveTo>
                  <a:pt x="6077" y="962024"/>
                </a:moveTo>
                <a:lnTo>
                  <a:pt x="3447" y="962024"/>
                </a:lnTo>
                <a:lnTo>
                  <a:pt x="2324" y="961560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5"/>
                </a:lnTo>
                <a:lnTo>
                  <a:pt x="3447" y="952500"/>
                </a:lnTo>
                <a:lnTo>
                  <a:pt x="6077" y="952500"/>
                </a:lnTo>
                <a:lnTo>
                  <a:pt x="7200" y="952965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60"/>
                </a:lnTo>
                <a:lnTo>
                  <a:pt x="6077" y="962024"/>
                </a:lnTo>
                <a:close/>
              </a:path>
              <a:path w="9525" h="2581275">
                <a:moveTo>
                  <a:pt x="6077" y="914399"/>
                </a:moveTo>
                <a:lnTo>
                  <a:pt x="3447" y="914399"/>
                </a:lnTo>
                <a:lnTo>
                  <a:pt x="2324" y="913935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40"/>
                </a:lnTo>
                <a:lnTo>
                  <a:pt x="3447" y="904875"/>
                </a:lnTo>
                <a:lnTo>
                  <a:pt x="6077" y="904875"/>
                </a:lnTo>
                <a:lnTo>
                  <a:pt x="7200" y="905340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5"/>
                </a:lnTo>
                <a:lnTo>
                  <a:pt x="6077" y="914399"/>
                </a:lnTo>
                <a:close/>
              </a:path>
              <a:path w="9525" h="2581275">
                <a:moveTo>
                  <a:pt x="6077" y="866774"/>
                </a:moveTo>
                <a:lnTo>
                  <a:pt x="3447" y="866774"/>
                </a:lnTo>
                <a:lnTo>
                  <a:pt x="2324" y="866310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10"/>
                </a:lnTo>
                <a:lnTo>
                  <a:pt x="6077" y="866774"/>
                </a:lnTo>
                <a:close/>
              </a:path>
              <a:path w="9525" h="2581275">
                <a:moveTo>
                  <a:pt x="6077" y="819149"/>
                </a:moveTo>
                <a:lnTo>
                  <a:pt x="3447" y="819149"/>
                </a:lnTo>
                <a:lnTo>
                  <a:pt x="2324" y="818685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5"/>
                </a:lnTo>
                <a:lnTo>
                  <a:pt x="6077" y="809625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5"/>
                </a:lnTo>
                <a:lnTo>
                  <a:pt x="6077" y="819149"/>
                </a:lnTo>
                <a:close/>
              </a:path>
              <a:path w="9525" h="258127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258127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5"/>
                </a:lnTo>
                <a:lnTo>
                  <a:pt x="6077" y="714375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2581275">
                <a:moveTo>
                  <a:pt x="6077" y="676274"/>
                </a:moveTo>
                <a:lnTo>
                  <a:pt x="3447" y="676274"/>
                </a:lnTo>
                <a:lnTo>
                  <a:pt x="2324" y="675810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50"/>
                </a:lnTo>
                <a:lnTo>
                  <a:pt x="6077" y="666750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10"/>
                </a:lnTo>
                <a:lnTo>
                  <a:pt x="6077" y="676274"/>
                </a:lnTo>
                <a:close/>
              </a:path>
              <a:path w="9525" h="258127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50"/>
                </a:lnTo>
                <a:lnTo>
                  <a:pt x="2324" y="619590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90"/>
                </a:lnTo>
                <a:lnTo>
                  <a:pt x="9060" y="621450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258127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258127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258127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258127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5"/>
                </a:lnTo>
                <a:lnTo>
                  <a:pt x="6077" y="428625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258127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5"/>
                </a:lnTo>
                <a:lnTo>
                  <a:pt x="2324" y="381465"/>
                </a:lnTo>
                <a:lnTo>
                  <a:pt x="3447" y="381000"/>
                </a:lnTo>
                <a:lnTo>
                  <a:pt x="6077" y="381000"/>
                </a:lnTo>
                <a:lnTo>
                  <a:pt x="7200" y="381465"/>
                </a:lnTo>
                <a:lnTo>
                  <a:pt x="9060" y="383325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258127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258127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258127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5"/>
                </a:lnTo>
                <a:lnTo>
                  <a:pt x="6077" y="238125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258127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258127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258127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5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5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258127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258127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09179" y="4689474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131003" y="2097087"/>
            <a:ext cx="9525" cy="2581275"/>
          </a:xfrm>
          <a:custGeom>
            <a:avLst/>
            <a:gdLst/>
            <a:ahLst/>
            <a:cxnLst/>
            <a:rect l="l" t="t" r="r" b="b"/>
            <a:pathLst>
              <a:path w="9525" h="25812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50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50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5812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5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5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5812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700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700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5812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5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5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5812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50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50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5812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5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5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5812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200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200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5812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5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5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581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50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50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581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5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5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581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581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5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5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581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50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50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581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581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200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5000"/>
                </a:lnTo>
                <a:lnTo>
                  <a:pt x="6077" y="1905000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200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581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5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5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581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50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50"/>
                </a:lnTo>
                <a:lnTo>
                  <a:pt x="6077" y="1809750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50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581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5"/>
                </a:lnTo>
                <a:lnTo>
                  <a:pt x="6077" y="1762125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581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500"/>
                </a:lnTo>
                <a:lnTo>
                  <a:pt x="6077" y="1714500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581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40"/>
                </a:lnTo>
                <a:lnTo>
                  <a:pt x="3447" y="1666875"/>
                </a:lnTo>
                <a:lnTo>
                  <a:pt x="6077" y="1666875"/>
                </a:lnTo>
                <a:lnTo>
                  <a:pt x="7200" y="1667340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581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50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50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581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5"/>
                </a:lnTo>
                <a:lnTo>
                  <a:pt x="6077" y="1571625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581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4000"/>
                </a:lnTo>
                <a:lnTo>
                  <a:pt x="6077" y="1524000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581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5"/>
                </a:lnTo>
                <a:lnTo>
                  <a:pt x="6077" y="1476375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581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50"/>
                </a:lnTo>
                <a:lnTo>
                  <a:pt x="6077" y="1428750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581275">
                <a:moveTo>
                  <a:pt x="6077" y="1390649"/>
                </a:moveTo>
                <a:lnTo>
                  <a:pt x="3447" y="1390649"/>
                </a:lnTo>
                <a:lnTo>
                  <a:pt x="2324" y="1390185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5"/>
                </a:lnTo>
                <a:lnTo>
                  <a:pt x="6077" y="1381125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5"/>
                </a:lnTo>
                <a:lnTo>
                  <a:pt x="6077" y="1390649"/>
                </a:lnTo>
                <a:close/>
              </a:path>
              <a:path w="9525" h="2581275">
                <a:moveTo>
                  <a:pt x="6077" y="1343024"/>
                </a:moveTo>
                <a:lnTo>
                  <a:pt x="3447" y="1343024"/>
                </a:lnTo>
                <a:lnTo>
                  <a:pt x="2324" y="1342560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5"/>
                </a:lnTo>
                <a:lnTo>
                  <a:pt x="3447" y="1333500"/>
                </a:lnTo>
                <a:lnTo>
                  <a:pt x="6077" y="1333500"/>
                </a:lnTo>
                <a:lnTo>
                  <a:pt x="7200" y="1333965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60"/>
                </a:lnTo>
                <a:lnTo>
                  <a:pt x="6077" y="1343024"/>
                </a:lnTo>
                <a:close/>
              </a:path>
              <a:path w="9525" h="2581275">
                <a:moveTo>
                  <a:pt x="6077" y="1295399"/>
                </a:moveTo>
                <a:lnTo>
                  <a:pt x="3447" y="1295399"/>
                </a:lnTo>
                <a:lnTo>
                  <a:pt x="2324" y="1294935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5"/>
                </a:lnTo>
                <a:lnTo>
                  <a:pt x="6077" y="1285875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5"/>
                </a:lnTo>
                <a:lnTo>
                  <a:pt x="6077" y="1295399"/>
                </a:lnTo>
                <a:close/>
              </a:path>
              <a:path w="9525" h="2581275">
                <a:moveTo>
                  <a:pt x="6077" y="1247774"/>
                </a:moveTo>
                <a:lnTo>
                  <a:pt x="3447" y="1247774"/>
                </a:lnTo>
                <a:lnTo>
                  <a:pt x="2324" y="1247310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10"/>
                </a:lnTo>
                <a:lnTo>
                  <a:pt x="6077" y="1247774"/>
                </a:lnTo>
                <a:close/>
              </a:path>
              <a:path w="9525" h="2581275">
                <a:moveTo>
                  <a:pt x="6077" y="1200149"/>
                </a:moveTo>
                <a:lnTo>
                  <a:pt x="3447" y="1200149"/>
                </a:lnTo>
                <a:lnTo>
                  <a:pt x="2324" y="1199685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5"/>
                </a:lnTo>
                <a:lnTo>
                  <a:pt x="6077" y="1190625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5"/>
                </a:lnTo>
                <a:lnTo>
                  <a:pt x="6077" y="1200149"/>
                </a:lnTo>
                <a:close/>
              </a:path>
              <a:path w="9525" h="2581275">
                <a:moveTo>
                  <a:pt x="6077" y="1152524"/>
                </a:moveTo>
                <a:lnTo>
                  <a:pt x="3447" y="1152524"/>
                </a:lnTo>
                <a:lnTo>
                  <a:pt x="2324" y="1152060"/>
                </a:lnTo>
                <a:lnTo>
                  <a:pt x="464" y="1150200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5"/>
                </a:lnTo>
                <a:lnTo>
                  <a:pt x="3447" y="1143000"/>
                </a:lnTo>
                <a:lnTo>
                  <a:pt x="6077" y="1143000"/>
                </a:lnTo>
                <a:lnTo>
                  <a:pt x="7200" y="1143465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200"/>
                </a:lnTo>
                <a:lnTo>
                  <a:pt x="7200" y="1152060"/>
                </a:lnTo>
                <a:lnTo>
                  <a:pt x="6077" y="1152524"/>
                </a:lnTo>
                <a:close/>
              </a:path>
              <a:path w="9525" h="2581275">
                <a:moveTo>
                  <a:pt x="6077" y="1104899"/>
                </a:moveTo>
                <a:lnTo>
                  <a:pt x="3447" y="1104899"/>
                </a:lnTo>
                <a:lnTo>
                  <a:pt x="2324" y="1104435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5"/>
                </a:lnTo>
                <a:lnTo>
                  <a:pt x="6077" y="1104899"/>
                </a:lnTo>
                <a:close/>
              </a:path>
              <a:path w="9525" h="2581275">
                <a:moveTo>
                  <a:pt x="6077" y="1057274"/>
                </a:moveTo>
                <a:lnTo>
                  <a:pt x="3447" y="1057274"/>
                </a:lnTo>
                <a:lnTo>
                  <a:pt x="2324" y="1056810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50"/>
                </a:lnTo>
                <a:lnTo>
                  <a:pt x="6077" y="1047750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10"/>
                </a:lnTo>
                <a:lnTo>
                  <a:pt x="6077" y="1057274"/>
                </a:lnTo>
                <a:close/>
              </a:path>
              <a:path w="9525" h="2581275">
                <a:moveTo>
                  <a:pt x="6077" y="1009649"/>
                </a:moveTo>
                <a:lnTo>
                  <a:pt x="3447" y="1009649"/>
                </a:lnTo>
                <a:lnTo>
                  <a:pt x="2324" y="1009185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5"/>
                </a:lnTo>
                <a:lnTo>
                  <a:pt x="6077" y="1009649"/>
                </a:lnTo>
                <a:close/>
              </a:path>
              <a:path w="9525" h="2581275">
                <a:moveTo>
                  <a:pt x="6077" y="962024"/>
                </a:moveTo>
                <a:lnTo>
                  <a:pt x="3447" y="962024"/>
                </a:lnTo>
                <a:lnTo>
                  <a:pt x="2324" y="961560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5"/>
                </a:lnTo>
                <a:lnTo>
                  <a:pt x="3447" y="952500"/>
                </a:lnTo>
                <a:lnTo>
                  <a:pt x="6077" y="952500"/>
                </a:lnTo>
                <a:lnTo>
                  <a:pt x="7200" y="952965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60"/>
                </a:lnTo>
                <a:lnTo>
                  <a:pt x="6077" y="962024"/>
                </a:lnTo>
                <a:close/>
              </a:path>
              <a:path w="9525" h="2581275">
                <a:moveTo>
                  <a:pt x="6077" y="914399"/>
                </a:moveTo>
                <a:lnTo>
                  <a:pt x="3447" y="914399"/>
                </a:lnTo>
                <a:lnTo>
                  <a:pt x="2324" y="913935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40"/>
                </a:lnTo>
                <a:lnTo>
                  <a:pt x="3447" y="904875"/>
                </a:lnTo>
                <a:lnTo>
                  <a:pt x="6077" y="904875"/>
                </a:lnTo>
                <a:lnTo>
                  <a:pt x="7200" y="905340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5"/>
                </a:lnTo>
                <a:lnTo>
                  <a:pt x="6077" y="914399"/>
                </a:lnTo>
                <a:close/>
              </a:path>
              <a:path w="9525" h="2581275">
                <a:moveTo>
                  <a:pt x="6077" y="866774"/>
                </a:moveTo>
                <a:lnTo>
                  <a:pt x="3447" y="866774"/>
                </a:lnTo>
                <a:lnTo>
                  <a:pt x="2324" y="866310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10"/>
                </a:lnTo>
                <a:lnTo>
                  <a:pt x="6077" y="866774"/>
                </a:lnTo>
                <a:close/>
              </a:path>
              <a:path w="9525" h="2581275">
                <a:moveTo>
                  <a:pt x="6077" y="819149"/>
                </a:moveTo>
                <a:lnTo>
                  <a:pt x="3447" y="819149"/>
                </a:lnTo>
                <a:lnTo>
                  <a:pt x="2324" y="818685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5"/>
                </a:lnTo>
                <a:lnTo>
                  <a:pt x="6077" y="809625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5"/>
                </a:lnTo>
                <a:lnTo>
                  <a:pt x="6077" y="819149"/>
                </a:lnTo>
                <a:close/>
              </a:path>
              <a:path w="9525" h="258127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258127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5"/>
                </a:lnTo>
                <a:lnTo>
                  <a:pt x="6077" y="714375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2581275">
                <a:moveTo>
                  <a:pt x="6077" y="676274"/>
                </a:moveTo>
                <a:lnTo>
                  <a:pt x="3447" y="676274"/>
                </a:lnTo>
                <a:lnTo>
                  <a:pt x="2324" y="675810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50"/>
                </a:lnTo>
                <a:lnTo>
                  <a:pt x="6077" y="666750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10"/>
                </a:lnTo>
                <a:lnTo>
                  <a:pt x="6077" y="676274"/>
                </a:lnTo>
                <a:close/>
              </a:path>
              <a:path w="9525" h="258127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50"/>
                </a:lnTo>
                <a:lnTo>
                  <a:pt x="2324" y="619590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90"/>
                </a:lnTo>
                <a:lnTo>
                  <a:pt x="9060" y="621450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258127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258127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258127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258127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5"/>
                </a:lnTo>
                <a:lnTo>
                  <a:pt x="6077" y="428625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258127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5"/>
                </a:lnTo>
                <a:lnTo>
                  <a:pt x="2324" y="381465"/>
                </a:lnTo>
                <a:lnTo>
                  <a:pt x="3447" y="381000"/>
                </a:lnTo>
                <a:lnTo>
                  <a:pt x="6077" y="381000"/>
                </a:lnTo>
                <a:lnTo>
                  <a:pt x="7200" y="381465"/>
                </a:lnTo>
                <a:lnTo>
                  <a:pt x="9060" y="383325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258127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258127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258127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5"/>
                </a:lnTo>
                <a:lnTo>
                  <a:pt x="6077" y="238125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258127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258127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258127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5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5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258127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258127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061451" y="46894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14082" y="2097087"/>
            <a:ext cx="9525" cy="2581275"/>
          </a:xfrm>
          <a:custGeom>
            <a:avLst/>
            <a:gdLst/>
            <a:ahLst/>
            <a:cxnLst/>
            <a:rect l="l" t="t" r="r" b="b"/>
            <a:pathLst>
              <a:path w="9525" h="25812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50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50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5812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5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5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5812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700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700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5812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5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5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5812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50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50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5812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5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5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5812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200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200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5812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5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5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581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50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50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581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5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5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581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581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5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5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581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50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50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581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581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200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5000"/>
                </a:lnTo>
                <a:lnTo>
                  <a:pt x="6077" y="1905000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200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581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5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5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581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50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50"/>
                </a:lnTo>
                <a:lnTo>
                  <a:pt x="6077" y="1809750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50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581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5"/>
                </a:lnTo>
                <a:lnTo>
                  <a:pt x="6077" y="1762125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581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500"/>
                </a:lnTo>
                <a:lnTo>
                  <a:pt x="6077" y="1714500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581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40"/>
                </a:lnTo>
                <a:lnTo>
                  <a:pt x="3447" y="1666875"/>
                </a:lnTo>
                <a:lnTo>
                  <a:pt x="6077" y="1666875"/>
                </a:lnTo>
                <a:lnTo>
                  <a:pt x="7200" y="1667340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581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50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50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581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5"/>
                </a:lnTo>
                <a:lnTo>
                  <a:pt x="6077" y="1571625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581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4000"/>
                </a:lnTo>
                <a:lnTo>
                  <a:pt x="6077" y="1524000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581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5"/>
                </a:lnTo>
                <a:lnTo>
                  <a:pt x="6077" y="1476375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581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50"/>
                </a:lnTo>
                <a:lnTo>
                  <a:pt x="6077" y="1428750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581275">
                <a:moveTo>
                  <a:pt x="6077" y="1390649"/>
                </a:moveTo>
                <a:lnTo>
                  <a:pt x="3447" y="1390649"/>
                </a:lnTo>
                <a:lnTo>
                  <a:pt x="2324" y="1390185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5"/>
                </a:lnTo>
                <a:lnTo>
                  <a:pt x="6077" y="1381125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5"/>
                </a:lnTo>
                <a:lnTo>
                  <a:pt x="6077" y="1390649"/>
                </a:lnTo>
                <a:close/>
              </a:path>
              <a:path w="9525" h="2581275">
                <a:moveTo>
                  <a:pt x="6077" y="1343024"/>
                </a:moveTo>
                <a:lnTo>
                  <a:pt x="3447" y="1343024"/>
                </a:lnTo>
                <a:lnTo>
                  <a:pt x="2324" y="1342560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5"/>
                </a:lnTo>
                <a:lnTo>
                  <a:pt x="3447" y="1333500"/>
                </a:lnTo>
                <a:lnTo>
                  <a:pt x="6077" y="1333500"/>
                </a:lnTo>
                <a:lnTo>
                  <a:pt x="7200" y="1333965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60"/>
                </a:lnTo>
                <a:lnTo>
                  <a:pt x="6077" y="1343024"/>
                </a:lnTo>
                <a:close/>
              </a:path>
              <a:path w="9525" h="2581275">
                <a:moveTo>
                  <a:pt x="6077" y="1295399"/>
                </a:moveTo>
                <a:lnTo>
                  <a:pt x="3447" y="1295399"/>
                </a:lnTo>
                <a:lnTo>
                  <a:pt x="2324" y="1294935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5"/>
                </a:lnTo>
                <a:lnTo>
                  <a:pt x="6077" y="1285875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5"/>
                </a:lnTo>
                <a:lnTo>
                  <a:pt x="6077" y="1295399"/>
                </a:lnTo>
                <a:close/>
              </a:path>
              <a:path w="9525" h="2581275">
                <a:moveTo>
                  <a:pt x="6077" y="1247774"/>
                </a:moveTo>
                <a:lnTo>
                  <a:pt x="3447" y="1247774"/>
                </a:lnTo>
                <a:lnTo>
                  <a:pt x="2324" y="1247310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10"/>
                </a:lnTo>
                <a:lnTo>
                  <a:pt x="6077" y="1247774"/>
                </a:lnTo>
                <a:close/>
              </a:path>
              <a:path w="9525" h="2581275">
                <a:moveTo>
                  <a:pt x="6077" y="1200149"/>
                </a:moveTo>
                <a:lnTo>
                  <a:pt x="3447" y="1200149"/>
                </a:lnTo>
                <a:lnTo>
                  <a:pt x="2324" y="1199685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5"/>
                </a:lnTo>
                <a:lnTo>
                  <a:pt x="6077" y="1190625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5"/>
                </a:lnTo>
                <a:lnTo>
                  <a:pt x="6077" y="1200149"/>
                </a:lnTo>
                <a:close/>
              </a:path>
              <a:path w="9525" h="2581275">
                <a:moveTo>
                  <a:pt x="6077" y="1152524"/>
                </a:moveTo>
                <a:lnTo>
                  <a:pt x="3447" y="1152524"/>
                </a:lnTo>
                <a:lnTo>
                  <a:pt x="2324" y="1152060"/>
                </a:lnTo>
                <a:lnTo>
                  <a:pt x="464" y="1150200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5"/>
                </a:lnTo>
                <a:lnTo>
                  <a:pt x="3447" y="1143000"/>
                </a:lnTo>
                <a:lnTo>
                  <a:pt x="6077" y="1143000"/>
                </a:lnTo>
                <a:lnTo>
                  <a:pt x="7200" y="1143465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200"/>
                </a:lnTo>
                <a:lnTo>
                  <a:pt x="7200" y="1152060"/>
                </a:lnTo>
                <a:lnTo>
                  <a:pt x="6077" y="1152524"/>
                </a:lnTo>
                <a:close/>
              </a:path>
              <a:path w="9525" h="2581275">
                <a:moveTo>
                  <a:pt x="6077" y="1104899"/>
                </a:moveTo>
                <a:lnTo>
                  <a:pt x="3447" y="1104899"/>
                </a:lnTo>
                <a:lnTo>
                  <a:pt x="2324" y="1104435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5"/>
                </a:lnTo>
                <a:lnTo>
                  <a:pt x="6077" y="1104899"/>
                </a:lnTo>
                <a:close/>
              </a:path>
              <a:path w="9525" h="2581275">
                <a:moveTo>
                  <a:pt x="6077" y="1057274"/>
                </a:moveTo>
                <a:lnTo>
                  <a:pt x="3447" y="1057274"/>
                </a:lnTo>
                <a:lnTo>
                  <a:pt x="2324" y="1056810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50"/>
                </a:lnTo>
                <a:lnTo>
                  <a:pt x="6077" y="1047750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10"/>
                </a:lnTo>
                <a:lnTo>
                  <a:pt x="6077" y="1057274"/>
                </a:lnTo>
                <a:close/>
              </a:path>
              <a:path w="9525" h="2581275">
                <a:moveTo>
                  <a:pt x="6077" y="1009649"/>
                </a:moveTo>
                <a:lnTo>
                  <a:pt x="3447" y="1009649"/>
                </a:lnTo>
                <a:lnTo>
                  <a:pt x="2324" y="1009185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5"/>
                </a:lnTo>
                <a:lnTo>
                  <a:pt x="6077" y="1009649"/>
                </a:lnTo>
                <a:close/>
              </a:path>
              <a:path w="9525" h="2581275">
                <a:moveTo>
                  <a:pt x="6077" y="962024"/>
                </a:moveTo>
                <a:lnTo>
                  <a:pt x="3447" y="962024"/>
                </a:lnTo>
                <a:lnTo>
                  <a:pt x="2324" y="961560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5"/>
                </a:lnTo>
                <a:lnTo>
                  <a:pt x="3447" y="952500"/>
                </a:lnTo>
                <a:lnTo>
                  <a:pt x="6077" y="952500"/>
                </a:lnTo>
                <a:lnTo>
                  <a:pt x="7200" y="952965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60"/>
                </a:lnTo>
                <a:lnTo>
                  <a:pt x="6077" y="962024"/>
                </a:lnTo>
                <a:close/>
              </a:path>
              <a:path w="9525" h="2581275">
                <a:moveTo>
                  <a:pt x="6077" y="914399"/>
                </a:moveTo>
                <a:lnTo>
                  <a:pt x="3447" y="914399"/>
                </a:lnTo>
                <a:lnTo>
                  <a:pt x="2324" y="913935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40"/>
                </a:lnTo>
                <a:lnTo>
                  <a:pt x="3447" y="904875"/>
                </a:lnTo>
                <a:lnTo>
                  <a:pt x="6077" y="904875"/>
                </a:lnTo>
                <a:lnTo>
                  <a:pt x="7200" y="905340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5"/>
                </a:lnTo>
                <a:lnTo>
                  <a:pt x="6077" y="914399"/>
                </a:lnTo>
                <a:close/>
              </a:path>
              <a:path w="9525" h="2581275">
                <a:moveTo>
                  <a:pt x="6077" y="866774"/>
                </a:moveTo>
                <a:lnTo>
                  <a:pt x="3447" y="866774"/>
                </a:lnTo>
                <a:lnTo>
                  <a:pt x="2324" y="866310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10"/>
                </a:lnTo>
                <a:lnTo>
                  <a:pt x="6077" y="866774"/>
                </a:lnTo>
                <a:close/>
              </a:path>
              <a:path w="9525" h="2581275">
                <a:moveTo>
                  <a:pt x="6077" y="819149"/>
                </a:moveTo>
                <a:lnTo>
                  <a:pt x="3447" y="819149"/>
                </a:lnTo>
                <a:lnTo>
                  <a:pt x="2324" y="818685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5"/>
                </a:lnTo>
                <a:lnTo>
                  <a:pt x="6077" y="809625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5"/>
                </a:lnTo>
                <a:lnTo>
                  <a:pt x="6077" y="819149"/>
                </a:lnTo>
                <a:close/>
              </a:path>
              <a:path w="9525" h="258127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258127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5"/>
                </a:lnTo>
                <a:lnTo>
                  <a:pt x="6077" y="714375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2581275">
                <a:moveTo>
                  <a:pt x="6077" y="676274"/>
                </a:moveTo>
                <a:lnTo>
                  <a:pt x="3447" y="676274"/>
                </a:lnTo>
                <a:lnTo>
                  <a:pt x="2324" y="675810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50"/>
                </a:lnTo>
                <a:lnTo>
                  <a:pt x="6077" y="666750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10"/>
                </a:lnTo>
                <a:lnTo>
                  <a:pt x="6077" y="676274"/>
                </a:lnTo>
                <a:close/>
              </a:path>
              <a:path w="9525" h="258127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50"/>
                </a:lnTo>
                <a:lnTo>
                  <a:pt x="2324" y="619590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90"/>
                </a:lnTo>
                <a:lnTo>
                  <a:pt x="9060" y="621450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258127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258127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258127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258127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5"/>
                </a:lnTo>
                <a:lnTo>
                  <a:pt x="6077" y="428625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258127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5"/>
                </a:lnTo>
                <a:lnTo>
                  <a:pt x="2324" y="381465"/>
                </a:lnTo>
                <a:lnTo>
                  <a:pt x="3447" y="381000"/>
                </a:lnTo>
                <a:lnTo>
                  <a:pt x="6077" y="381000"/>
                </a:lnTo>
                <a:lnTo>
                  <a:pt x="7200" y="381465"/>
                </a:lnTo>
                <a:lnTo>
                  <a:pt x="9060" y="383325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258127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258127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258127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5"/>
                </a:lnTo>
                <a:lnTo>
                  <a:pt x="6077" y="238125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258127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258127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258127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5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5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258127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258127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744529" y="4689474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497159" y="2097087"/>
            <a:ext cx="1376045" cy="2581275"/>
          </a:xfrm>
          <a:custGeom>
            <a:avLst/>
            <a:gdLst/>
            <a:ahLst/>
            <a:cxnLst/>
            <a:rect l="l" t="t" r="r" b="b"/>
            <a:pathLst>
              <a:path w="1376045" h="2581275">
                <a:moveTo>
                  <a:pt x="9525" y="2575204"/>
                </a:moveTo>
                <a:lnTo>
                  <a:pt x="9055" y="2574086"/>
                </a:lnTo>
                <a:lnTo>
                  <a:pt x="7200" y="2572220"/>
                </a:lnTo>
                <a:lnTo>
                  <a:pt x="6070" y="2571750"/>
                </a:lnTo>
                <a:lnTo>
                  <a:pt x="3441" y="2571750"/>
                </a:lnTo>
                <a:lnTo>
                  <a:pt x="2324" y="2572220"/>
                </a:lnTo>
                <a:lnTo>
                  <a:pt x="457" y="2574086"/>
                </a:lnTo>
                <a:lnTo>
                  <a:pt x="0" y="2575204"/>
                </a:lnTo>
                <a:lnTo>
                  <a:pt x="0" y="2577833"/>
                </a:lnTo>
                <a:lnTo>
                  <a:pt x="457" y="2578951"/>
                </a:lnTo>
                <a:lnTo>
                  <a:pt x="2324" y="2580817"/>
                </a:lnTo>
                <a:lnTo>
                  <a:pt x="3441" y="2581275"/>
                </a:lnTo>
                <a:lnTo>
                  <a:pt x="6070" y="2581275"/>
                </a:lnTo>
                <a:lnTo>
                  <a:pt x="7200" y="2580817"/>
                </a:lnTo>
                <a:lnTo>
                  <a:pt x="9055" y="2578951"/>
                </a:lnTo>
                <a:lnTo>
                  <a:pt x="9525" y="2577833"/>
                </a:lnTo>
                <a:lnTo>
                  <a:pt x="9525" y="2575204"/>
                </a:lnTo>
                <a:close/>
              </a:path>
              <a:path w="1376045" h="2581275">
                <a:moveTo>
                  <a:pt x="9525" y="2527579"/>
                </a:moveTo>
                <a:lnTo>
                  <a:pt x="9055" y="2526461"/>
                </a:lnTo>
                <a:lnTo>
                  <a:pt x="7200" y="2524595"/>
                </a:lnTo>
                <a:lnTo>
                  <a:pt x="6070" y="2524125"/>
                </a:lnTo>
                <a:lnTo>
                  <a:pt x="3441" y="2524125"/>
                </a:lnTo>
                <a:lnTo>
                  <a:pt x="2324" y="2524595"/>
                </a:lnTo>
                <a:lnTo>
                  <a:pt x="457" y="2526461"/>
                </a:lnTo>
                <a:lnTo>
                  <a:pt x="0" y="2527579"/>
                </a:lnTo>
                <a:lnTo>
                  <a:pt x="0" y="2530208"/>
                </a:lnTo>
                <a:lnTo>
                  <a:pt x="457" y="2531326"/>
                </a:lnTo>
                <a:lnTo>
                  <a:pt x="2324" y="2533192"/>
                </a:lnTo>
                <a:lnTo>
                  <a:pt x="3441" y="2533650"/>
                </a:lnTo>
                <a:lnTo>
                  <a:pt x="6070" y="2533650"/>
                </a:lnTo>
                <a:lnTo>
                  <a:pt x="7200" y="2533192"/>
                </a:lnTo>
                <a:lnTo>
                  <a:pt x="9055" y="2531326"/>
                </a:lnTo>
                <a:lnTo>
                  <a:pt x="9525" y="2530208"/>
                </a:lnTo>
                <a:lnTo>
                  <a:pt x="9525" y="2527579"/>
                </a:lnTo>
                <a:close/>
              </a:path>
              <a:path w="1376045" h="2581275">
                <a:moveTo>
                  <a:pt x="9525" y="2479954"/>
                </a:moveTo>
                <a:lnTo>
                  <a:pt x="9055" y="2478836"/>
                </a:lnTo>
                <a:lnTo>
                  <a:pt x="7200" y="2476970"/>
                </a:lnTo>
                <a:lnTo>
                  <a:pt x="6070" y="2476500"/>
                </a:lnTo>
                <a:lnTo>
                  <a:pt x="3441" y="2476500"/>
                </a:lnTo>
                <a:lnTo>
                  <a:pt x="2324" y="2476970"/>
                </a:lnTo>
                <a:lnTo>
                  <a:pt x="457" y="2478836"/>
                </a:lnTo>
                <a:lnTo>
                  <a:pt x="0" y="2479954"/>
                </a:lnTo>
                <a:lnTo>
                  <a:pt x="0" y="2482583"/>
                </a:lnTo>
                <a:lnTo>
                  <a:pt x="457" y="2483701"/>
                </a:lnTo>
                <a:lnTo>
                  <a:pt x="2324" y="2485567"/>
                </a:lnTo>
                <a:lnTo>
                  <a:pt x="3441" y="2486025"/>
                </a:lnTo>
                <a:lnTo>
                  <a:pt x="6070" y="2486025"/>
                </a:lnTo>
                <a:lnTo>
                  <a:pt x="7200" y="2485567"/>
                </a:lnTo>
                <a:lnTo>
                  <a:pt x="9055" y="2483701"/>
                </a:lnTo>
                <a:lnTo>
                  <a:pt x="9525" y="2482583"/>
                </a:lnTo>
                <a:lnTo>
                  <a:pt x="9525" y="2479954"/>
                </a:lnTo>
                <a:close/>
              </a:path>
              <a:path w="1376045" h="2581275">
                <a:moveTo>
                  <a:pt x="9525" y="2432329"/>
                </a:moveTo>
                <a:lnTo>
                  <a:pt x="9055" y="2431211"/>
                </a:lnTo>
                <a:lnTo>
                  <a:pt x="7200" y="2429345"/>
                </a:lnTo>
                <a:lnTo>
                  <a:pt x="6070" y="2428875"/>
                </a:lnTo>
                <a:lnTo>
                  <a:pt x="3441" y="2428875"/>
                </a:lnTo>
                <a:lnTo>
                  <a:pt x="2324" y="2429345"/>
                </a:lnTo>
                <a:lnTo>
                  <a:pt x="457" y="2431211"/>
                </a:lnTo>
                <a:lnTo>
                  <a:pt x="0" y="2432329"/>
                </a:lnTo>
                <a:lnTo>
                  <a:pt x="0" y="2434958"/>
                </a:lnTo>
                <a:lnTo>
                  <a:pt x="457" y="2436076"/>
                </a:lnTo>
                <a:lnTo>
                  <a:pt x="2324" y="2437942"/>
                </a:lnTo>
                <a:lnTo>
                  <a:pt x="3441" y="2438400"/>
                </a:lnTo>
                <a:lnTo>
                  <a:pt x="6070" y="2438400"/>
                </a:lnTo>
                <a:lnTo>
                  <a:pt x="7200" y="2437942"/>
                </a:lnTo>
                <a:lnTo>
                  <a:pt x="9055" y="2436076"/>
                </a:lnTo>
                <a:lnTo>
                  <a:pt x="9525" y="2434958"/>
                </a:lnTo>
                <a:lnTo>
                  <a:pt x="9525" y="2432329"/>
                </a:lnTo>
                <a:close/>
              </a:path>
              <a:path w="1376045" h="2581275">
                <a:moveTo>
                  <a:pt x="9525" y="2384704"/>
                </a:moveTo>
                <a:lnTo>
                  <a:pt x="9055" y="2383586"/>
                </a:lnTo>
                <a:lnTo>
                  <a:pt x="7200" y="2381720"/>
                </a:lnTo>
                <a:lnTo>
                  <a:pt x="6070" y="2381250"/>
                </a:lnTo>
                <a:lnTo>
                  <a:pt x="3441" y="2381250"/>
                </a:lnTo>
                <a:lnTo>
                  <a:pt x="2324" y="2381720"/>
                </a:lnTo>
                <a:lnTo>
                  <a:pt x="457" y="2383586"/>
                </a:lnTo>
                <a:lnTo>
                  <a:pt x="0" y="2384704"/>
                </a:lnTo>
                <a:lnTo>
                  <a:pt x="0" y="2387333"/>
                </a:lnTo>
                <a:lnTo>
                  <a:pt x="457" y="2388451"/>
                </a:lnTo>
                <a:lnTo>
                  <a:pt x="2324" y="2390317"/>
                </a:lnTo>
                <a:lnTo>
                  <a:pt x="3441" y="2390775"/>
                </a:lnTo>
                <a:lnTo>
                  <a:pt x="6070" y="2390775"/>
                </a:lnTo>
                <a:lnTo>
                  <a:pt x="7200" y="2390317"/>
                </a:lnTo>
                <a:lnTo>
                  <a:pt x="9055" y="2388451"/>
                </a:lnTo>
                <a:lnTo>
                  <a:pt x="9525" y="2387333"/>
                </a:lnTo>
                <a:lnTo>
                  <a:pt x="9525" y="2384704"/>
                </a:lnTo>
                <a:close/>
              </a:path>
              <a:path w="1376045" h="2581275">
                <a:moveTo>
                  <a:pt x="9525" y="2337079"/>
                </a:moveTo>
                <a:lnTo>
                  <a:pt x="9055" y="2335961"/>
                </a:lnTo>
                <a:lnTo>
                  <a:pt x="7200" y="2334095"/>
                </a:lnTo>
                <a:lnTo>
                  <a:pt x="6070" y="2333625"/>
                </a:lnTo>
                <a:lnTo>
                  <a:pt x="3441" y="2333625"/>
                </a:lnTo>
                <a:lnTo>
                  <a:pt x="2324" y="2334095"/>
                </a:lnTo>
                <a:lnTo>
                  <a:pt x="457" y="2335961"/>
                </a:lnTo>
                <a:lnTo>
                  <a:pt x="0" y="2337079"/>
                </a:lnTo>
                <a:lnTo>
                  <a:pt x="0" y="2339708"/>
                </a:lnTo>
                <a:lnTo>
                  <a:pt x="457" y="2340826"/>
                </a:lnTo>
                <a:lnTo>
                  <a:pt x="2324" y="2342692"/>
                </a:lnTo>
                <a:lnTo>
                  <a:pt x="3441" y="2343150"/>
                </a:lnTo>
                <a:lnTo>
                  <a:pt x="6070" y="2343150"/>
                </a:lnTo>
                <a:lnTo>
                  <a:pt x="7200" y="2342692"/>
                </a:lnTo>
                <a:lnTo>
                  <a:pt x="9055" y="2340826"/>
                </a:lnTo>
                <a:lnTo>
                  <a:pt x="9525" y="2339708"/>
                </a:lnTo>
                <a:lnTo>
                  <a:pt x="9525" y="2337079"/>
                </a:lnTo>
                <a:close/>
              </a:path>
              <a:path w="1376045" h="2581275">
                <a:moveTo>
                  <a:pt x="9525" y="2289454"/>
                </a:moveTo>
                <a:lnTo>
                  <a:pt x="9055" y="2288336"/>
                </a:lnTo>
                <a:lnTo>
                  <a:pt x="7200" y="2286470"/>
                </a:lnTo>
                <a:lnTo>
                  <a:pt x="6070" y="2286000"/>
                </a:lnTo>
                <a:lnTo>
                  <a:pt x="3441" y="2286000"/>
                </a:lnTo>
                <a:lnTo>
                  <a:pt x="2324" y="2286470"/>
                </a:lnTo>
                <a:lnTo>
                  <a:pt x="457" y="2288336"/>
                </a:lnTo>
                <a:lnTo>
                  <a:pt x="0" y="2289454"/>
                </a:lnTo>
                <a:lnTo>
                  <a:pt x="0" y="2292083"/>
                </a:lnTo>
                <a:lnTo>
                  <a:pt x="457" y="2293201"/>
                </a:lnTo>
                <a:lnTo>
                  <a:pt x="2324" y="2295067"/>
                </a:lnTo>
                <a:lnTo>
                  <a:pt x="3441" y="2295525"/>
                </a:lnTo>
                <a:lnTo>
                  <a:pt x="6070" y="2295525"/>
                </a:lnTo>
                <a:lnTo>
                  <a:pt x="7200" y="2295067"/>
                </a:lnTo>
                <a:lnTo>
                  <a:pt x="9055" y="2293201"/>
                </a:lnTo>
                <a:lnTo>
                  <a:pt x="9525" y="2292083"/>
                </a:lnTo>
                <a:lnTo>
                  <a:pt x="9525" y="2289454"/>
                </a:lnTo>
                <a:close/>
              </a:path>
              <a:path w="1376045" h="2581275">
                <a:moveTo>
                  <a:pt x="9525" y="2241829"/>
                </a:moveTo>
                <a:lnTo>
                  <a:pt x="9055" y="2240711"/>
                </a:lnTo>
                <a:lnTo>
                  <a:pt x="7200" y="2238845"/>
                </a:lnTo>
                <a:lnTo>
                  <a:pt x="6070" y="2238375"/>
                </a:lnTo>
                <a:lnTo>
                  <a:pt x="3441" y="2238375"/>
                </a:lnTo>
                <a:lnTo>
                  <a:pt x="2324" y="2238845"/>
                </a:lnTo>
                <a:lnTo>
                  <a:pt x="457" y="2240711"/>
                </a:lnTo>
                <a:lnTo>
                  <a:pt x="0" y="2241829"/>
                </a:lnTo>
                <a:lnTo>
                  <a:pt x="0" y="2244458"/>
                </a:lnTo>
                <a:lnTo>
                  <a:pt x="457" y="2245576"/>
                </a:lnTo>
                <a:lnTo>
                  <a:pt x="2324" y="2247442"/>
                </a:lnTo>
                <a:lnTo>
                  <a:pt x="3441" y="2247900"/>
                </a:lnTo>
                <a:lnTo>
                  <a:pt x="6070" y="2247900"/>
                </a:lnTo>
                <a:lnTo>
                  <a:pt x="7200" y="2247442"/>
                </a:lnTo>
                <a:lnTo>
                  <a:pt x="9055" y="2245576"/>
                </a:lnTo>
                <a:lnTo>
                  <a:pt x="9525" y="2244458"/>
                </a:lnTo>
                <a:lnTo>
                  <a:pt x="9525" y="2241829"/>
                </a:lnTo>
                <a:close/>
              </a:path>
              <a:path w="1376045" h="2581275">
                <a:moveTo>
                  <a:pt x="9525" y="2194204"/>
                </a:moveTo>
                <a:lnTo>
                  <a:pt x="9055" y="2193086"/>
                </a:lnTo>
                <a:lnTo>
                  <a:pt x="7200" y="2191220"/>
                </a:lnTo>
                <a:lnTo>
                  <a:pt x="6070" y="2190750"/>
                </a:lnTo>
                <a:lnTo>
                  <a:pt x="3441" y="2190750"/>
                </a:lnTo>
                <a:lnTo>
                  <a:pt x="2324" y="2191220"/>
                </a:lnTo>
                <a:lnTo>
                  <a:pt x="457" y="2193086"/>
                </a:lnTo>
                <a:lnTo>
                  <a:pt x="0" y="2194204"/>
                </a:lnTo>
                <a:lnTo>
                  <a:pt x="0" y="2196833"/>
                </a:lnTo>
                <a:lnTo>
                  <a:pt x="457" y="2197951"/>
                </a:lnTo>
                <a:lnTo>
                  <a:pt x="2324" y="2199817"/>
                </a:lnTo>
                <a:lnTo>
                  <a:pt x="3441" y="2200275"/>
                </a:lnTo>
                <a:lnTo>
                  <a:pt x="6070" y="2200275"/>
                </a:lnTo>
                <a:lnTo>
                  <a:pt x="7200" y="2199817"/>
                </a:lnTo>
                <a:lnTo>
                  <a:pt x="9055" y="2197951"/>
                </a:lnTo>
                <a:lnTo>
                  <a:pt x="9525" y="2196833"/>
                </a:lnTo>
                <a:lnTo>
                  <a:pt x="9525" y="2194204"/>
                </a:lnTo>
                <a:close/>
              </a:path>
              <a:path w="1376045" h="2581275">
                <a:moveTo>
                  <a:pt x="9525" y="2146579"/>
                </a:moveTo>
                <a:lnTo>
                  <a:pt x="9055" y="2145461"/>
                </a:lnTo>
                <a:lnTo>
                  <a:pt x="7200" y="2143595"/>
                </a:lnTo>
                <a:lnTo>
                  <a:pt x="6070" y="2143125"/>
                </a:lnTo>
                <a:lnTo>
                  <a:pt x="3441" y="2143125"/>
                </a:lnTo>
                <a:lnTo>
                  <a:pt x="2324" y="2143595"/>
                </a:lnTo>
                <a:lnTo>
                  <a:pt x="457" y="2145461"/>
                </a:lnTo>
                <a:lnTo>
                  <a:pt x="0" y="2146579"/>
                </a:lnTo>
                <a:lnTo>
                  <a:pt x="0" y="2149208"/>
                </a:lnTo>
                <a:lnTo>
                  <a:pt x="457" y="2150326"/>
                </a:lnTo>
                <a:lnTo>
                  <a:pt x="2324" y="2152192"/>
                </a:lnTo>
                <a:lnTo>
                  <a:pt x="3441" y="2152650"/>
                </a:lnTo>
                <a:lnTo>
                  <a:pt x="6070" y="2152650"/>
                </a:lnTo>
                <a:lnTo>
                  <a:pt x="7200" y="2152192"/>
                </a:lnTo>
                <a:lnTo>
                  <a:pt x="9055" y="2150326"/>
                </a:lnTo>
                <a:lnTo>
                  <a:pt x="9525" y="2149208"/>
                </a:lnTo>
                <a:lnTo>
                  <a:pt x="9525" y="2146579"/>
                </a:lnTo>
                <a:close/>
              </a:path>
              <a:path w="1376045" h="2581275">
                <a:moveTo>
                  <a:pt x="9525" y="2098954"/>
                </a:moveTo>
                <a:lnTo>
                  <a:pt x="9055" y="2097836"/>
                </a:lnTo>
                <a:lnTo>
                  <a:pt x="7200" y="2095969"/>
                </a:lnTo>
                <a:lnTo>
                  <a:pt x="6070" y="2095500"/>
                </a:lnTo>
                <a:lnTo>
                  <a:pt x="3441" y="2095500"/>
                </a:lnTo>
                <a:lnTo>
                  <a:pt x="2324" y="2095969"/>
                </a:lnTo>
                <a:lnTo>
                  <a:pt x="457" y="2097836"/>
                </a:lnTo>
                <a:lnTo>
                  <a:pt x="0" y="2098954"/>
                </a:lnTo>
                <a:lnTo>
                  <a:pt x="0" y="2101583"/>
                </a:lnTo>
                <a:lnTo>
                  <a:pt x="457" y="2102700"/>
                </a:lnTo>
                <a:lnTo>
                  <a:pt x="2324" y="2104567"/>
                </a:lnTo>
                <a:lnTo>
                  <a:pt x="3441" y="2105025"/>
                </a:lnTo>
                <a:lnTo>
                  <a:pt x="6070" y="2105025"/>
                </a:lnTo>
                <a:lnTo>
                  <a:pt x="7200" y="2104567"/>
                </a:lnTo>
                <a:lnTo>
                  <a:pt x="9055" y="2102700"/>
                </a:lnTo>
                <a:lnTo>
                  <a:pt x="9525" y="2101583"/>
                </a:lnTo>
                <a:lnTo>
                  <a:pt x="9525" y="2098954"/>
                </a:lnTo>
                <a:close/>
              </a:path>
              <a:path w="1376045" h="2581275">
                <a:moveTo>
                  <a:pt x="9525" y="2051329"/>
                </a:moveTo>
                <a:lnTo>
                  <a:pt x="9055" y="2050211"/>
                </a:lnTo>
                <a:lnTo>
                  <a:pt x="7200" y="2048344"/>
                </a:lnTo>
                <a:lnTo>
                  <a:pt x="6070" y="2047875"/>
                </a:lnTo>
                <a:lnTo>
                  <a:pt x="3441" y="2047875"/>
                </a:lnTo>
                <a:lnTo>
                  <a:pt x="2324" y="2048344"/>
                </a:lnTo>
                <a:lnTo>
                  <a:pt x="457" y="2050211"/>
                </a:lnTo>
                <a:lnTo>
                  <a:pt x="0" y="2051329"/>
                </a:lnTo>
                <a:lnTo>
                  <a:pt x="0" y="2053958"/>
                </a:lnTo>
                <a:lnTo>
                  <a:pt x="457" y="2055075"/>
                </a:lnTo>
                <a:lnTo>
                  <a:pt x="2324" y="2056942"/>
                </a:lnTo>
                <a:lnTo>
                  <a:pt x="3441" y="2057400"/>
                </a:lnTo>
                <a:lnTo>
                  <a:pt x="6070" y="2057400"/>
                </a:lnTo>
                <a:lnTo>
                  <a:pt x="7200" y="2056942"/>
                </a:lnTo>
                <a:lnTo>
                  <a:pt x="9055" y="2055075"/>
                </a:lnTo>
                <a:lnTo>
                  <a:pt x="9525" y="2053958"/>
                </a:lnTo>
                <a:lnTo>
                  <a:pt x="9525" y="2051329"/>
                </a:lnTo>
                <a:close/>
              </a:path>
              <a:path w="1376045" h="2581275">
                <a:moveTo>
                  <a:pt x="9525" y="2003704"/>
                </a:moveTo>
                <a:lnTo>
                  <a:pt x="9055" y="2002586"/>
                </a:lnTo>
                <a:lnTo>
                  <a:pt x="7200" y="2000719"/>
                </a:lnTo>
                <a:lnTo>
                  <a:pt x="6070" y="2000250"/>
                </a:lnTo>
                <a:lnTo>
                  <a:pt x="3441" y="2000250"/>
                </a:lnTo>
                <a:lnTo>
                  <a:pt x="2324" y="2000719"/>
                </a:lnTo>
                <a:lnTo>
                  <a:pt x="457" y="2002586"/>
                </a:lnTo>
                <a:lnTo>
                  <a:pt x="0" y="2003704"/>
                </a:lnTo>
                <a:lnTo>
                  <a:pt x="0" y="2006333"/>
                </a:lnTo>
                <a:lnTo>
                  <a:pt x="457" y="2007450"/>
                </a:lnTo>
                <a:lnTo>
                  <a:pt x="2324" y="2009317"/>
                </a:lnTo>
                <a:lnTo>
                  <a:pt x="3441" y="2009775"/>
                </a:lnTo>
                <a:lnTo>
                  <a:pt x="6070" y="2009775"/>
                </a:lnTo>
                <a:lnTo>
                  <a:pt x="7200" y="2009317"/>
                </a:lnTo>
                <a:lnTo>
                  <a:pt x="9055" y="2007450"/>
                </a:lnTo>
                <a:lnTo>
                  <a:pt x="9525" y="2006333"/>
                </a:lnTo>
                <a:lnTo>
                  <a:pt x="9525" y="2003704"/>
                </a:lnTo>
                <a:close/>
              </a:path>
              <a:path w="1376045" h="2581275">
                <a:moveTo>
                  <a:pt x="9525" y="1956079"/>
                </a:moveTo>
                <a:lnTo>
                  <a:pt x="9055" y="1954961"/>
                </a:lnTo>
                <a:lnTo>
                  <a:pt x="7200" y="1953094"/>
                </a:lnTo>
                <a:lnTo>
                  <a:pt x="6070" y="1952625"/>
                </a:lnTo>
                <a:lnTo>
                  <a:pt x="3441" y="1952625"/>
                </a:lnTo>
                <a:lnTo>
                  <a:pt x="2324" y="1953094"/>
                </a:lnTo>
                <a:lnTo>
                  <a:pt x="457" y="1954961"/>
                </a:lnTo>
                <a:lnTo>
                  <a:pt x="0" y="1956079"/>
                </a:lnTo>
                <a:lnTo>
                  <a:pt x="0" y="1958708"/>
                </a:lnTo>
                <a:lnTo>
                  <a:pt x="457" y="1959825"/>
                </a:lnTo>
                <a:lnTo>
                  <a:pt x="2324" y="1961692"/>
                </a:lnTo>
                <a:lnTo>
                  <a:pt x="3441" y="1962150"/>
                </a:lnTo>
                <a:lnTo>
                  <a:pt x="6070" y="1962150"/>
                </a:lnTo>
                <a:lnTo>
                  <a:pt x="7200" y="1961692"/>
                </a:lnTo>
                <a:lnTo>
                  <a:pt x="9055" y="1959825"/>
                </a:lnTo>
                <a:lnTo>
                  <a:pt x="9525" y="1958708"/>
                </a:lnTo>
                <a:lnTo>
                  <a:pt x="9525" y="1956079"/>
                </a:lnTo>
                <a:close/>
              </a:path>
              <a:path w="1376045" h="2581275">
                <a:moveTo>
                  <a:pt x="9525" y="1908454"/>
                </a:moveTo>
                <a:lnTo>
                  <a:pt x="9055" y="1907336"/>
                </a:lnTo>
                <a:lnTo>
                  <a:pt x="7200" y="1905469"/>
                </a:lnTo>
                <a:lnTo>
                  <a:pt x="6070" y="1905000"/>
                </a:lnTo>
                <a:lnTo>
                  <a:pt x="3441" y="1905000"/>
                </a:lnTo>
                <a:lnTo>
                  <a:pt x="2324" y="1905469"/>
                </a:lnTo>
                <a:lnTo>
                  <a:pt x="457" y="1907336"/>
                </a:lnTo>
                <a:lnTo>
                  <a:pt x="0" y="1908454"/>
                </a:lnTo>
                <a:lnTo>
                  <a:pt x="0" y="1911083"/>
                </a:lnTo>
                <a:lnTo>
                  <a:pt x="457" y="1912200"/>
                </a:lnTo>
                <a:lnTo>
                  <a:pt x="2324" y="1914067"/>
                </a:lnTo>
                <a:lnTo>
                  <a:pt x="3441" y="1914525"/>
                </a:lnTo>
                <a:lnTo>
                  <a:pt x="6070" y="1914525"/>
                </a:lnTo>
                <a:lnTo>
                  <a:pt x="7200" y="1914067"/>
                </a:lnTo>
                <a:lnTo>
                  <a:pt x="9055" y="1912200"/>
                </a:lnTo>
                <a:lnTo>
                  <a:pt x="9525" y="1911083"/>
                </a:lnTo>
                <a:lnTo>
                  <a:pt x="9525" y="1908454"/>
                </a:lnTo>
                <a:close/>
              </a:path>
              <a:path w="1376045" h="2581275">
                <a:moveTo>
                  <a:pt x="9525" y="1860829"/>
                </a:moveTo>
                <a:lnTo>
                  <a:pt x="9055" y="1859711"/>
                </a:lnTo>
                <a:lnTo>
                  <a:pt x="7200" y="1857844"/>
                </a:lnTo>
                <a:lnTo>
                  <a:pt x="6070" y="1857375"/>
                </a:lnTo>
                <a:lnTo>
                  <a:pt x="3441" y="1857375"/>
                </a:lnTo>
                <a:lnTo>
                  <a:pt x="2324" y="1857844"/>
                </a:lnTo>
                <a:lnTo>
                  <a:pt x="457" y="1859711"/>
                </a:lnTo>
                <a:lnTo>
                  <a:pt x="0" y="1860829"/>
                </a:lnTo>
                <a:lnTo>
                  <a:pt x="0" y="1863458"/>
                </a:lnTo>
                <a:lnTo>
                  <a:pt x="457" y="1864575"/>
                </a:lnTo>
                <a:lnTo>
                  <a:pt x="2324" y="1866442"/>
                </a:lnTo>
                <a:lnTo>
                  <a:pt x="3441" y="1866900"/>
                </a:lnTo>
                <a:lnTo>
                  <a:pt x="6070" y="1866900"/>
                </a:lnTo>
                <a:lnTo>
                  <a:pt x="7200" y="1866442"/>
                </a:lnTo>
                <a:lnTo>
                  <a:pt x="9055" y="1864575"/>
                </a:lnTo>
                <a:lnTo>
                  <a:pt x="9525" y="1863458"/>
                </a:lnTo>
                <a:lnTo>
                  <a:pt x="9525" y="1860829"/>
                </a:lnTo>
                <a:close/>
              </a:path>
              <a:path w="1376045" h="2581275">
                <a:moveTo>
                  <a:pt x="9525" y="1813204"/>
                </a:moveTo>
                <a:lnTo>
                  <a:pt x="9055" y="1812086"/>
                </a:lnTo>
                <a:lnTo>
                  <a:pt x="7200" y="1810219"/>
                </a:lnTo>
                <a:lnTo>
                  <a:pt x="6070" y="1809750"/>
                </a:lnTo>
                <a:lnTo>
                  <a:pt x="3441" y="1809750"/>
                </a:lnTo>
                <a:lnTo>
                  <a:pt x="2324" y="1810219"/>
                </a:lnTo>
                <a:lnTo>
                  <a:pt x="457" y="1812086"/>
                </a:lnTo>
                <a:lnTo>
                  <a:pt x="0" y="1813204"/>
                </a:lnTo>
                <a:lnTo>
                  <a:pt x="0" y="1815833"/>
                </a:lnTo>
                <a:lnTo>
                  <a:pt x="457" y="1816950"/>
                </a:lnTo>
                <a:lnTo>
                  <a:pt x="2324" y="1818817"/>
                </a:lnTo>
                <a:lnTo>
                  <a:pt x="3441" y="1819275"/>
                </a:lnTo>
                <a:lnTo>
                  <a:pt x="6070" y="1819275"/>
                </a:lnTo>
                <a:lnTo>
                  <a:pt x="7200" y="1818817"/>
                </a:lnTo>
                <a:lnTo>
                  <a:pt x="9055" y="1816950"/>
                </a:lnTo>
                <a:lnTo>
                  <a:pt x="9525" y="1815833"/>
                </a:lnTo>
                <a:lnTo>
                  <a:pt x="9525" y="1813204"/>
                </a:lnTo>
                <a:close/>
              </a:path>
              <a:path w="1376045" h="2581275">
                <a:moveTo>
                  <a:pt x="9525" y="1765579"/>
                </a:moveTo>
                <a:lnTo>
                  <a:pt x="9055" y="1764461"/>
                </a:lnTo>
                <a:lnTo>
                  <a:pt x="7200" y="1762594"/>
                </a:lnTo>
                <a:lnTo>
                  <a:pt x="6070" y="1762125"/>
                </a:lnTo>
                <a:lnTo>
                  <a:pt x="3441" y="1762125"/>
                </a:lnTo>
                <a:lnTo>
                  <a:pt x="2324" y="1762594"/>
                </a:lnTo>
                <a:lnTo>
                  <a:pt x="457" y="1764461"/>
                </a:lnTo>
                <a:lnTo>
                  <a:pt x="0" y="1765579"/>
                </a:lnTo>
                <a:lnTo>
                  <a:pt x="0" y="1768208"/>
                </a:lnTo>
                <a:lnTo>
                  <a:pt x="457" y="1769325"/>
                </a:lnTo>
                <a:lnTo>
                  <a:pt x="2324" y="1771192"/>
                </a:lnTo>
                <a:lnTo>
                  <a:pt x="3441" y="1771650"/>
                </a:lnTo>
                <a:lnTo>
                  <a:pt x="6070" y="1771650"/>
                </a:lnTo>
                <a:lnTo>
                  <a:pt x="7200" y="1771192"/>
                </a:lnTo>
                <a:lnTo>
                  <a:pt x="9055" y="1769325"/>
                </a:lnTo>
                <a:lnTo>
                  <a:pt x="9525" y="1768208"/>
                </a:lnTo>
                <a:lnTo>
                  <a:pt x="9525" y="1765579"/>
                </a:lnTo>
                <a:close/>
              </a:path>
              <a:path w="1376045" h="2581275">
                <a:moveTo>
                  <a:pt x="9525" y="1717954"/>
                </a:moveTo>
                <a:lnTo>
                  <a:pt x="9055" y="1716836"/>
                </a:lnTo>
                <a:lnTo>
                  <a:pt x="7200" y="1714969"/>
                </a:lnTo>
                <a:lnTo>
                  <a:pt x="6070" y="1714500"/>
                </a:lnTo>
                <a:lnTo>
                  <a:pt x="3441" y="1714500"/>
                </a:lnTo>
                <a:lnTo>
                  <a:pt x="2324" y="1714969"/>
                </a:lnTo>
                <a:lnTo>
                  <a:pt x="457" y="1716836"/>
                </a:lnTo>
                <a:lnTo>
                  <a:pt x="0" y="1717954"/>
                </a:lnTo>
                <a:lnTo>
                  <a:pt x="0" y="1720583"/>
                </a:lnTo>
                <a:lnTo>
                  <a:pt x="457" y="1721700"/>
                </a:lnTo>
                <a:lnTo>
                  <a:pt x="2324" y="1723567"/>
                </a:lnTo>
                <a:lnTo>
                  <a:pt x="3441" y="1724025"/>
                </a:lnTo>
                <a:lnTo>
                  <a:pt x="6070" y="1724025"/>
                </a:lnTo>
                <a:lnTo>
                  <a:pt x="7200" y="1723567"/>
                </a:lnTo>
                <a:lnTo>
                  <a:pt x="9055" y="1721700"/>
                </a:lnTo>
                <a:lnTo>
                  <a:pt x="9525" y="1720583"/>
                </a:lnTo>
                <a:lnTo>
                  <a:pt x="9525" y="1717954"/>
                </a:lnTo>
                <a:close/>
              </a:path>
              <a:path w="1376045" h="2581275">
                <a:moveTo>
                  <a:pt x="9525" y="1670329"/>
                </a:moveTo>
                <a:lnTo>
                  <a:pt x="9055" y="1669211"/>
                </a:lnTo>
                <a:lnTo>
                  <a:pt x="7200" y="1667344"/>
                </a:lnTo>
                <a:lnTo>
                  <a:pt x="6070" y="1666875"/>
                </a:lnTo>
                <a:lnTo>
                  <a:pt x="3441" y="1666875"/>
                </a:lnTo>
                <a:lnTo>
                  <a:pt x="2324" y="1667344"/>
                </a:lnTo>
                <a:lnTo>
                  <a:pt x="457" y="1669211"/>
                </a:lnTo>
                <a:lnTo>
                  <a:pt x="0" y="1670329"/>
                </a:lnTo>
                <a:lnTo>
                  <a:pt x="0" y="1672958"/>
                </a:lnTo>
                <a:lnTo>
                  <a:pt x="457" y="1674075"/>
                </a:lnTo>
                <a:lnTo>
                  <a:pt x="2324" y="1675942"/>
                </a:lnTo>
                <a:lnTo>
                  <a:pt x="3441" y="1676400"/>
                </a:lnTo>
                <a:lnTo>
                  <a:pt x="6070" y="1676400"/>
                </a:lnTo>
                <a:lnTo>
                  <a:pt x="7200" y="1675942"/>
                </a:lnTo>
                <a:lnTo>
                  <a:pt x="9055" y="1674075"/>
                </a:lnTo>
                <a:lnTo>
                  <a:pt x="9525" y="1672958"/>
                </a:lnTo>
                <a:lnTo>
                  <a:pt x="9525" y="1670329"/>
                </a:lnTo>
                <a:close/>
              </a:path>
              <a:path w="1376045" h="2581275">
                <a:moveTo>
                  <a:pt x="9525" y="1622704"/>
                </a:moveTo>
                <a:lnTo>
                  <a:pt x="9055" y="1621586"/>
                </a:lnTo>
                <a:lnTo>
                  <a:pt x="7200" y="1619719"/>
                </a:lnTo>
                <a:lnTo>
                  <a:pt x="6070" y="1619250"/>
                </a:lnTo>
                <a:lnTo>
                  <a:pt x="3441" y="1619250"/>
                </a:lnTo>
                <a:lnTo>
                  <a:pt x="2324" y="1619719"/>
                </a:lnTo>
                <a:lnTo>
                  <a:pt x="457" y="1621586"/>
                </a:lnTo>
                <a:lnTo>
                  <a:pt x="0" y="1622704"/>
                </a:lnTo>
                <a:lnTo>
                  <a:pt x="0" y="1625333"/>
                </a:lnTo>
                <a:lnTo>
                  <a:pt x="457" y="1626450"/>
                </a:lnTo>
                <a:lnTo>
                  <a:pt x="2324" y="1628317"/>
                </a:lnTo>
                <a:lnTo>
                  <a:pt x="3441" y="1628775"/>
                </a:lnTo>
                <a:lnTo>
                  <a:pt x="6070" y="1628775"/>
                </a:lnTo>
                <a:lnTo>
                  <a:pt x="7200" y="1628317"/>
                </a:lnTo>
                <a:lnTo>
                  <a:pt x="9055" y="1626450"/>
                </a:lnTo>
                <a:lnTo>
                  <a:pt x="9525" y="1625333"/>
                </a:lnTo>
                <a:lnTo>
                  <a:pt x="9525" y="1622704"/>
                </a:lnTo>
                <a:close/>
              </a:path>
              <a:path w="1376045" h="2581275">
                <a:moveTo>
                  <a:pt x="9525" y="1575079"/>
                </a:moveTo>
                <a:lnTo>
                  <a:pt x="9055" y="1573961"/>
                </a:lnTo>
                <a:lnTo>
                  <a:pt x="7200" y="1572094"/>
                </a:lnTo>
                <a:lnTo>
                  <a:pt x="6070" y="1571625"/>
                </a:lnTo>
                <a:lnTo>
                  <a:pt x="3441" y="1571625"/>
                </a:lnTo>
                <a:lnTo>
                  <a:pt x="2324" y="1572094"/>
                </a:lnTo>
                <a:lnTo>
                  <a:pt x="457" y="1573961"/>
                </a:lnTo>
                <a:lnTo>
                  <a:pt x="0" y="1575079"/>
                </a:lnTo>
                <a:lnTo>
                  <a:pt x="0" y="1577708"/>
                </a:lnTo>
                <a:lnTo>
                  <a:pt x="457" y="1578825"/>
                </a:lnTo>
                <a:lnTo>
                  <a:pt x="2324" y="1580692"/>
                </a:lnTo>
                <a:lnTo>
                  <a:pt x="3441" y="1581150"/>
                </a:lnTo>
                <a:lnTo>
                  <a:pt x="6070" y="1581150"/>
                </a:lnTo>
                <a:lnTo>
                  <a:pt x="7200" y="1580692"/>
                </a:lnTo>
                <a:lnTo>
                  <a:pt x="9055" y="1578825"/>
                </a:lnTo>
                <a:lnTo>
                  <a:pt x="9525" y="1577708"/>
                </a:lnTo>
                <a:lnTo>
                  <a:pt x="9525" y="1575079"/>
                </a:lnTo>
                <a:close/>
              </a:path>
              <a:path w="1376045" h="2581275">
                <a:moveTo>
                  <a:pt x="9525" y="1527454"/>
                </a:moveTo>
                <a:lnTo>
                  <a:pt x="9055" y="1526336"/>
                </a:lnTo>
                <a:lnTo>
                  <a:pt x="7200" y="1524469"/>
                </a:lnTo>
                <a:lnTo>
                  <a:pt x="6070" y="1524000"/>
                </a:lnTo>
                <a:lnTo>
                  <a:pt x="3441" y="1524000"/>
                </a:lnTo>
                <a:lnTo>
                  <a:pt x="2324" y="1524469"/>
                </a:lnTo>
                <a:lnTo>
                  <a:pt x="457" y="1526336"/>
                </a:lnTo>
                <a:lnTo>
                  <a:pt x="0" y="1527454"/>
                </a:lnTo>
                <a:lnTo>
                  <a:pt x="0" y="1530083"/>
                </a:lnTo>
                <a:lnTo>
                  <a:pt x="457" y="1531200"/>
                </a:lnTo>
                <a:lnTo>
                  <a:pt x="2324" y="1533067"/>
                </a:lnTo>
                <a:lnTo>
                  <a:pt x="3441" y="1533525"/>
                </a:lnTo>
                <a:lnTo>
                  <a:pt x="6070" y="1533525"/>
                </a:lnTo>
                <a:lnTo>
                  <a:pt x="7200" y="1533067"/>
                </a:lnTo>
                <a:lnTo>
                  <a:pt x="9055" y="1531200"/>
                </a:lnTo>
                <a:lnTo>
                  <a:pt x="9525" y="1530083"/>
                </a:lnTo>
                <a:lnTo>
                  <a:pt x="9525" y="1527454"/>
                </a:lnTo>
                <a:close/>
              </a:path>
              <a:path w="1376045" h="2581275">
                <a:moveTo>
                  <a:pt x="9525" y="1479829"/>
                </a:moveTo>
                <a:lnTo>
                  <a:pt x="9055" y="1478711"/>
                </a:lnTo>
                <a:lnTo>
                  <a:pt x="7200" y="1476844"/>
                </a:lnTo>
                <a:lnTo>
                  <a:pt x="6070" y="1476375"/>
                </a:lnTo>
                <a:lnTo>
                  <a:pt x="3441" y="1476375"/>
                </a:lnTo>
                <a:lnTo>
                  <a:pt x="2324" y="1476844"/>
                </a:lnTo>
                <a:lnTo>
                  <a:pt x="457" y="1478711"/>
                </a:lnTo>
                <a:lnTo>
                  <a:pt x="0" y="1479829"/>
                </a:lnTo>
                <a:lnTo>
                  <a:pt x="0" y="1482458"/>
                </a:lnTo>
                <a:lnTo>
                  <a:pt x="457" y="1483575"/>
                </a:lnTo>
                <a:lnTo>
                  <a:pt x="2324" y="1485442"/>
                </a:lnTo>
                <a:lnTo>
                  <a:pt x="3441" y="1485900"/>
                </a:lnTo>
                <a:lnTo>
                  <a:pt x="6070" y="1485900"/>
                </a:lnTo>
                <a:lnTo>
                  <a:pt x="7200" y="1485442"/>
                </a:lnTo>
                <a:lnTo>
                  <a:pt x="9055" y="1483575"/>
                </a:lnTo>
                <a:lnTo>
                  <a:pt x="9525" y="1482458"/>
                </a:lnTo>
                <a:lnTo>
                  <a:pt x="9525" y="1479829"/>
                </a:lnTo>
                <a:close/>
              </a:path>
              <a:path w="1376045" h="2581275">
                <a:moveTo>
                  <a:pt x="9525" y="1432204"/>
                </a:moveTo>
                <a:lnTo>
                  <a:pt x="9055" y="1431086"/>
                </a:lnTo>
                <a:lnTo>
                  <a:pt x="7200" y="1429219"/>
                </a:lnTo>
                <a:lnTo>
                  <a:pt x="6070" y="1428750"/>
                </a:lnTo>
                <a:lnTo>
                  <a:pt x="3441" y="1428750"/>
                </a:lnTo>
                <a:lnTo>
                  <a:pt x="2324" y="1429219"/>
                </a:lnTo>
                <a:lnTo>
                  <a:pt x="457" y="1431086"/>
                </a:lnTo>
                <a:lnTo>
                  <a:pt x="0" y="1432204"/>
                </a:lnTo>
                <a:lnTo>
                  <a:pt x="0" y="1434833"/>
                </a:lnTo>
                <a:lnTo>
                  <a:pt x="457" y="1435950"/>
                </a:lnTo>
                <a:lnTo>
                  <a:pt x="2324" y="1437817"/>
                </a:lnTo>
                <a:lnTo>
                  <a:pt x="3441" y="1438275"/>
                </a:lnTo>
                <a:lnTo>
                  <a:pt x="6070" y="1438275"/>
                </a:lnTo>
                <a:lnTo>
                  <a:pt x="7200" y="1437817"/>
                </a:lnTo>
                <a:lnTo>
                  <a:pt x="9055" y="1435950"/>
                </a:lnTo>
                <a:lnTo>
                  <a:pt x="9525" y="1434833"/>
                </a:lnTo>
                <a:lnTo>
                  <a:pt x="9525" y="1432204"/>
                </a:lnTo>
                <a:close/>
              </a:path>
              <a:path w="1376045" h="2581275">
                <a:moveTo>
                  <a:pt x="9525" y="1384579"/>
                </a:moveTo>
                <a:lnTo>
                  <a:pt x="9055" y="1383461"/>
                </a:lnTo>
                <a:lnTo>
                  <a:pt x="7200" y="1381594"/>
                </a:lnTo>
                <a:lnTo>
                  <a:pt x="6070" y="1381125"/>
                </a:lnTo>
                <a:lnTo>
                  <a:pt x="3441" y="1381125"/>
                </a:lnTo>
                <a:lnTo>
                  <a:pt x="2324" y="1381594"/>
                </a:lnTo>
                <a:lnTo>
                  <a:pt x="457" y="1383461"/>
                </a:lnTo>
                <a:lnTo>
                  <a:pt x="0" y="1384579"/>
                </a:lnTo>
                <a:lnTo>
                  <a:pt x="0" y="1387208"/>
                </a:lnTo>
                <a:lnTo>
                  <a:pt x="457" y="1388325"/>
                </a:lnTo>
                <a:lnTo>
                  <a:pt x="2324" y="1390192"/>
                </a:lnTo>
                <a:lnTo>
                  <a:pt x="3441" y="1390650"/>
                </a:lnTo>
                <a:lnTo>
                  <a:pt x="6070" y="1390650"/>
                </a:lnTo>
                <a:lnTo>
                  <a:pt x="7200" y="1390192"/>
                </a:lnTo>
                <a:lnTo>
                  <a:pt x="9055" y="1388325"/>
                </a:lnTo>
                <a:lnTo>
                  <a:pt x="9525" y="1387208"/>
                </a:lnTo>
                <a:lnTo>
                  <a:pt x="9525" y="1384579"/>
                </a:lnTo>
                <a:close/>
              </a:path>
              <a:path w="1376045" h="2581275">
                <a:moveTo>
                  <a:pt x="9525" y="1336954"/>
                </a:moveTo>
                <a:lnTo>
                  <a:pt x="9055" y="1335836"/>
                </a:lnTo>
                <a:lnTo>
                  <a:pt x="7200" y="1333969"/>
                </a:lnTo>
                <a:lnTo>
                  <a:pt x="6070" y="1333500"/>
                </a:lnTo>
                <a:lnTo>
                  <a:pt x="3441" y="1333500"/>
                </a:lnTo>
                <a:lnTo>
                  <a:pt x="2324" y="1333969"/>
                </a:lnTo>
                <a:lnTo>
                  <a:pt x="457" y="1335836"/>
                </a:lnTo>
                <a:lnTo>
                  <a:pt x="0" y="1336954"/>
                </a:lnTo>
                <a:lnTo>
                  <a:pt x="0" y="1339583"/>
                </a:lnTo>
                <a:lnTo>
                  <a:pt x="457" y="1340700"/>
                </a:lnTo>
                <a:lnTo>
                  <a:pt x="2324" y="1342567"/>
                </a:lnTo>
                <a:lnTo>
                  <a:pt x="3441" y="1343025"/>
                </a:lnTo>
                <a:lnTo>
                  <a:pt x="6070" y="1343025"/>
                </a:lnTo>
                <a:lnTo>
                  <a:pt x="7200" y="1342567"/>
                </a:lnTo>
                <a:lnTo>
                  <a:pt x="9055" y="1340700"/>
                </a:lnTo>
                <a:lnTo>
                  <a:pt x="9525" y="1339583"/>
                </a:lnTo>
                <a:lnTo>
                  <a:pt x="9525" y="1336954"/>
                </a:lnTo>
                <a:close/>
              </a:path>
              <a:path w="1376045" h="2581275">
                <a:moveTo>
                  <a:pt x="9525" y="1289329"/>
                </a:moveTo>
                <a:lnTo>
                  <a:pt x="9055" y="1288211"/>
                </a:lnTo>
                <a:lnTo>
                  <a:pt x="7200" y="1286344"/>
                </a:lnTo>
                <a:lnTo>
                  <a:pt x="6070" y="1285875"/>
                </a:lnTo>
                <a:lnTo>
                  <a:pt x="3441" y="1285875"/>
                </a:lnTo>
                <a:lnTo>
                  <a:pt x="2324" y="1286344"/>
                </a:lnTo>
                <a:lnTo>
                  <a:pt x="457" y="1288211"/>
                </a:lnTo>
                <a:lnTo>
                  <a:pt x="0" y="1289329"/>
                </a:lnTo>
                <a:lnTo>
                  <a:pt x="0" y="1291958"/>
                </a:lnTo>
                <a:lnTo>
                  <a:pt x="457" y="1293075"/>
                </a:lnTo>
                <a:lnTo>
                  <a:pt x="2324" y="1294942"/>
                </a:lnTo>
                <a:lnTo>
                  <a:pt x="3441" y="1295400"/>
                </a:lnTo>
                <a:lnTo>
                  <a:pt x="6070" y="1295400"/>
                </a:lnTo>
                <a:lnTo>
                  <a:pt x="7200" y="1294942"/>
                </a:lnTo>
                <a:lnTo>
                  <a:pt x="9055" y="1293075"/>
                </a:lnTo>
                <a:lnTo>
                  <a:pt x="9525" y="1291958"/>
                </a:lnTo>
                <a:lnTo>
                  <a:pt x="9525" y="1289329"/>
                </a:lnTo>
                <a:close/>
              </a:path>
              <a:path w="1376045" h="2581275">
                <a:moveTo>
                  <a:pt x="9525" y="1241704"/>
                </a:moveTo>
                <a:lnTo>
                  <a:pt x="9055" y="1240586"/>
                </a:lnTo>
                <a:lnTo>
                  <a:pt x="7200" y="1238719"/>
                </a:lnTo>
                <a:lnTo>
                  <a:pt x="6070" y="1238250"/>
                </a:lnTo>
                <a:lnTo>
                  <a:pt x="3441" y="1238250"/>
                </a:lnTo>
                <a:lnTo>
                  <a:pt x="2324" y="1238719"/>
                </a:lnTo>
                <a:lnTo>
                  <a:pt x="457" y="1240586"/>
                </a:lnTo>
                <a:lnTo>
                  <a:pt x="0" y="1241704"/>
                </a:lnTo>
                <a:lnTo>
                  <a:pt x="0" y="1244333"/>
                </a:lnTo>
                <a:lnTo>
                  <a:pt x="457" y="1245450"/>
                </a:lnTo>
                <a:lnTo>
                  <a:pt x="2324" y="1247317"/>
                </a:lnTo>
                <a:lnTo>
                  <a:pt x="3441" y="1247775"/>
                </a:lnTo>
                <a:lnTo>
                  <a:pt x="6070" y="1247775"/>
                </a:lnTo>
                <a:lnTo>
                  <a:pt x="7200" y="1247317"/>
                </a:lnTo>
                <a:lnTo>
                  <a:pt x="9055" y="1245450"/>
                </a:lnTo>
                <a:lnTo>
                  <a:pt x="9525" y="1244333"/>
                </a:lnTo>
                <a:lnTo>
                  <a:pt x="9525" y="1241704"/>
                </a:lnTo>
                <a:close/>
              </a:path>
              <a:path w="1376045" h="2581275">
                <a:moveTo>
                  <a:pt x="9525" y="1194079"/>
                </a:moveTo>
                <a:lnTo>
                  <a:pt x="9055" y="1192961"/>
                </a:lnTo>
                <a:lnTo>
                  <a:pt x="7200" y="1191094"/>
                </a:lnTo>
                <a:lnTo>
                  <a:pt x="6070" y="1190625"/>
                </a:lnTo>
                <a:lnTo>
                  <a:pt x="3441" y="1190625"/>
                </a:lnTo>
                <a:lnTo>
                  <a:pt x="2324" y="1191094"/>
                </a:lnTo>
                <a:lnTo>
                  <a:pt x="457" y="1192961"/>
                </a:lnTo>
                <a:lnTo>
                  <a:pt x="0" y="1194079"/>
                </a:lnTo>
                <a:lnTo>
                  <a:pt x="0" y="1196708"/>
                </a:lnTo>
                <a:lnTo>
                  <a:pt x="457" y="1197825"/>
                </a:lnTo>
                <a:lnTo>
                  <a:pt x="2324" y="1199692"/>
                </a:lnTo>
                <a:lnTo>
                  <a:pt x="3441" y="1200150"/>
                </a:lnTo>
                <a:lnTo>
                  <a:pt x="6070" y="1200150"/>
                </a:lnTo>
                <a:lnTo>
                  <a:pt x="7200" y="1199692"/>
                </a:lnTo>
                <a:lnTo>
                  <a:pt x="9055" y="1197825"/>
                </a:lnTo>
                <a:lnTo>
                  <a:pt x="9525" y="1196708"/>
                </a:lnTo>
                <a:lnTo>
                  <a:pt x="9525" y="1194079"/>
                </a:lnTo>
                <a:close/>
              </a:path>
              <a:path w="1376045" h="2581275">
                <a:moveTo>
                  <a:pt x="9525" y="1146454"/>
                </a:moveTo>
                <a:lnTo>
                  <a:pt x="9055" y="1145336"/>
                </a:lnTo>
                <a:lnTo>
                  <a:pt x="7200" y="1143469"/>
                </a:lnTo>
                <a:lnTo>
                  <a:pt x="6070" y="1143000"/>
                </a:lnTo>
                <a:lnTo>
                  <a:pt x="3441" y="1143000"/>
                </a:lnTo>
                <a:lnTo>
                  <a:pt x="2324" y="1143469"/>
                </a:lnTo>
                <a:lnTo>
                  <a:pt x="457" y="1145336"/>
                </a:lnTo>
                <a:lnTo>
                  <a:pt x="0" y="1146454"/>
                </a:lnTo>
                <a:lnTo>
                  <a:pt x="0" y="1149083"/>
                </a:lnTo>
                <a:lnTo>
                  <a:pt x="457" y="1150200"/>
                </a:lnTo>
                <a:lnTo>
                  <a:pt x="2324" y="1152067"/>
                </a:lnTo>
                <a:lnTo>
                  <a:pt x="3441" y="1152525"/>
                </a:lnTo>
                <a:lnTo>
                  <a:pt x="6070" y="1152525"/>
                </a:lnTo>
                <a:lnTo>
                  <a:pt x="7200" y="1152067"/>
                </a:lnTo>
                <a:lnTo>
                  <a:pt x="9055" y="1150200"/>
                </a:lnTo>
                <a:lnTo>
                  <a:pt x="9525" y="1149083"/>
                </a:lnTo>
                <a:lnTo>
                  <a:pt x="9525" y="1146454"/>
                </a:lnTo>
                <a:close/>
              </a:path>
              <a:path w="1376045" h="2581275">
                <a:moveTo>
                  <a:pt x="9525" y="1098829"/>
                </a:moveTo>
                <a:lnTo>
                  <a:pt x="9055" y="1097711"/>
                </a:lnTo>
                <a:lnTo>
                  <a:pt x="7200" y="1095844"/>
                </a:lnTo>
                <a:lnTo>
                  <a:pt x="6070" y="1095375"/>
                </a:lnTo>
                <a:lnTo>
                  <a:pt x="3441" y="1095375"/>
                </a:lnTo>
                <a:lnTo>
                  <a:pt x="2324" y="1095844"/>
                </a:lnTo>
                <a:lnTo>
                  <a:pt x="457" y="1097711"/>
                </a:lnTo>
                <a:lnTo>
                  <a:pt x="0" y="1098829"/>
                </a:lnTo>
                <a:lnTo>
                  <a:pt x="0" y="1101458"/>
                </a:lnTo>
                <a:lnTo>
                  <a:pt x="457" y="1102575"/>
                </a:lnTo>
                <a:lnTo>
                  <a:pt x="2324" y="1104442"/>
                </a:lnTo>
                <a:lnTo>
                  <a:pt x="3441" y="1104900"/>
                </a:lnTo>
                <a:lnTo>
                  <a:pt x="6070" y="1104900"/>
                </a:lnTo>
                <a:lnTo>
                  <a:pt x="7200" y="1104442"/>
                </a:lnTo>
                <a:lnTo>
                  <a:pt x="9055" y="1102575"/>
                </a:lnTo>
                <a:lnTo>
                  <a:pt x="9525" y="1101458"/>
                </a:lnTo>
                <a:lnTo>
                  <a:pt x="9525" y="1098829"/>
                </a:lnTo>
                <a:close/>
              </a:path>
              <a:path w="1376045" h="2581275">
                <a:moveTo>
                  <a:pt x="9525" y="1051204"/>
                </a:moveTo>
                <a:lnTo>
                  <a:pt x="9055" y="1050086"/>
                </a:lnTo>
                <a:lnTo>
                  <a:pt x="7200" y="1048219"/>
                </a:lnTo>
                <a:lnTo>
                  <a:pt x="6070" y="1047750"/>
                </a:lnTo>
                <a:lnTo>
                  <a:pt x="3441" y="1047750"/>
                </a:lnTo>
                <a:lnTo>
                  <a:pt x="2324" y="1048219"/>
                </a:lnTo>
                <a:lnTo>
                  <a:pt x="457" y="1050086"/>
                </a:lnTo>
                <a:lnTo>
                  <a:pt x="0" y="1051204"/>
                </a:lnTo>
                <a:lnTo>
                  <a:pt x="0" y="1053833"/>
                </a:lnTo>
                <a:lnTo>
                  <a:pt x="457" y="1054950"/>
                </a:lnTo>
                <a:lnTo>
                  <a:pt x="2324" y="1056817"/>
                </a:lnTo>
                <a:lnTo>
                  <a:pt x="3441" y="1057275"/>
                </a:lnTo>
                <a:lnTo>
                  <a:pt x="6070" y="1057275"/>
                </a:lnTo>
                <a:lnTo>
                  <a:pt x="7200" y="1056817"/>
                </a:lnTo>
                <a:lnTo>
                  <a:pt x="9055" y="1054950"/>
                </a:lnTo>
                <a:lnTo>
                  <a:pt x="9525" y="1053833"/>
                </a:lnTo>
                <a:lnTo>
                  <a:pt x="9525" y="1051204"/>
                </a:lnTo>
                <a:close/>
              </a:path>
              <a:path w="1376045" h="2581275">
                <a:moveTo>
                  <a:pt x="9525" y="1003579"/>
                </a:moveTo>
                <a:lnTo>
                  <a:pt x="9055" y="1002461"/>
                </a:lnTo>
                <a:lnTo>
                  <a:pt x="7200" y="1000594"/>
                </a:lnTo>
                <a:lnTo>
                  <a:pt x="6070" y="1000125"/>
                </a:lnTo>
                <a:lnTo>
                  <a:pt x="3441" y="1000125"/>
                </a:lnTo>
                <a:lnTo>
                  <a:pt x="2324" y="1000594"/>
                </a:lnTo>
                <a:lnTo>
                  <a:pt x="457" y="1002461"/>
                </a:lnTo>
                <a:lnTo>
                  <a:pt x="0" y="1003579"/>
                </a:lnTo>
                <a:lnTo>
                  <a:pt x="0" y="1006208"/>
                </a:lnTo>
                <a:lnTo>
                  <a:pt x="457" y="1007325"/>
                </a:lnTo>
                <a:lnTo>
                  <a:pt x="2324" y="1009192"/>
                </a:lnTo>
                <a:lnTo>
                  <a:pt x="3441" y="1009650"/>
                </a:lnTo>
                <a:lnTo>
                  <a:pt x="6070" y="1009650"/>
                </a:lnTo>
                <a:lnTo>
                  <a:pt x="7200" y="1009192"/>
                </a:lnTo>
                <a:lnTo>
                  <a:pt x="9055" y="1007325"/>
                </a:lnTo>
                <a:lnTo>
                  <a:pt x="9525" y="1006208"/>
                </a:lnTo>
                <a:lnTo>
                  <a:pt x="9525" y="1003579"/>
                </a:lnTo>
                <a:close/>
              </a:path>
              <a:path w="1376045" h="2581275">
                <a:moveTo>
                  <a:pt x="9525" y="955954"/>
                </a:moveTo>
                <a:lnTo>
                  <a:pt x="9055" y="954836"/>
                </a:lnTo>
                <a:lnTo>
                  <a:pt x="7200" y="952969"/>
                </a:lnTo>
                <a:lnTo>
                  <a:pt x="6070" y="952500"/>
                </a:lnTo>
                <a:lnTo>
                  <a:pt x="3441" y="952500"/>
                </a:lnTo>
                <a:lnTo>
                  <a:pt x="2324" y="952969"/>
                </a:lnTo>
                <a:lnTo>
                  <a:pt x="457" y="954836"/>
                </a:lnTo>
                <a:lnTo>
                  <a:pt x="0" y="955954"/>
                </a:lnTo>
                <a:lnTo>
                  <a:pt x="0" y="958583"/>
                </a:lnTo>
                <a:lnTo>
                  <a:pt x="457" y="959700"/>
                </a:lnTo>
                <a:lnTo>
                  <a:pt x="2324" y="961567"/>
                </a:lnTo>
                <a:lnTo>
                  <a:pt x="3441" y="962025"/>
                </a:lnTo>
                <a:lnTo>
                  <a:pt x="6070" y="962025"/>
                </a:lnTo>
                <a:lnTo>
                  <a:pt x="7200" y="961567"/>
                </a:lnTo>
                <a:lnTo>
                  <a:pt x="9055" y="959700"/>
                </a:lnTo>
                <a:lnTo>
                  <a:pt x="9525" y="958583"/>
                </a:lnTo>
                <a:lnTo>
                  <a:pt x="9525" y="955954"/>
                </a:lnTo>
                <a:close/>
              </a:path>
              <a:path w="1376045" h="2581275">
                <a:moveTo>
                  <a:pt x="9525" y="908329"/>
                </a:moveTo>
                <a:lnTo>
                  <a:pt x="9055" y="907211"/>
                </a:lnTo>
                <a:lnTo>
                  <a:pt x="7200" y="905344"/>
                </a:lnTo>
                <a:lnTo>
                  <a:pt x="6070" y="904875"/>
                </a:lnTo>
                <a:lnTo>
                  <a:pt x="3441" y="904875"/>
                </a:lnTo>
                <a:lnTo>
                  <a:pt x="2324" y="905344"/>
                </a:lnTo>
                <a:lnTo>
                  <a:pt x="457" y="907211"/>
                </a:lnTo>
                <a:lnTo>
                  <a:pt x="0" y="908329"/>
                </a:lnTo>
                <a:lnTo>
                  <a:pt x="0" y="910958"/>
                </a:lnTo>
                <a:lnTo>
                  <a:pt x="457" y="912075"/>
                </a:lnTo>
                <a:lnTo>
                  <a:pt x="2324" y="913942"/>
                </a:lnTo>
                <a:lnTo>
                  <a:pt x="3441" y="914400"/>
                </a:lnTo>
                <a:lnTo>
                  <a:pt x="6070" y="914400"/>
                </a:lnTo>
                <a:lnTo>
                  <a:pt x="7200" y="913942"/>
                </a:lnTo>
                <a:lnTo>
                  <a:pt x="9055" y="912075"/>
                </a:lnTo>
                <a:lnTo>
                  <a:pt x="9525" y="910958"/>
                </a:lnTo>
                <a:lnTo>
                  <a:pt x="9525" y="908329"/>
                </a:lnTo>
                <a:close/>
              </a:path>
              <a:path w="1376045" h="2581275">
                <a:moveTo>
                  <a:pt x="9525" y="860704"/>
                </a:moveTo>
                <a:lnTo>
                  <a:pt x="9055" y="859586"/>
                </a:lnTo>
                <a:lnTo>
                  <a:pt x="7200" y="857719"/>
                </a:lnTo>
                <a:lnTo>
                  <a:pt x="6070" y="857250"/>
                </a:lnTo>
                <a:lnTo>
                  <a:pt x="3441" y="857250"/>
                </a:lnTo>
                <a:lnTo>
                  <a:pt x="2324" y="857719"/>
                </a:lnTo>
                <a:lnTo>
                  <a:pt x="457" y="859586"/>
                </a:lnTo>
                <a:lnTo>
                  <a:pt x="0" y="860704"/>
                </a:lnTo>
                <a:lnTo>
                  <a:pt x="0" y="863333"/>
                </a:lnTo>
                <a:lnTo>
                  <a:pt x="457" y="864450"/>
                </a:lnTo>
                <a:lnTo>
                  <a:pt x="2324" y="866317"/>
                </a:lnTo>
                <a:lnTo>
                  <a:pt x="3441" y="866775"/>
                </a:lnTo>
                <a:lnTo>
                  <a:pt x="6070" y="866775"/>
                </a:lnTo>
                <a:lnTo>
                  <a:pt x="7200" y="866317"/>
                </a:lnTo>
                <a:lnTo>
                  <a:pt x="9055" y="864450"/>
                </a:lnTo>
                <a:lnTo>
                  <a:pt x="9525" y="863333"/>
                </a:lnTo>
                <a:lnTo>
                  <a:pt x="9525" y="860704"/>
                </a:lnTo>
                <a:close/>
              </a:path>
              <a:path w="1376045" h="2581275">
                <a:moveTo>
                  <a:pt x="9525" y="813079"/>
                </a:moveTo>
                <a:lnTo>
                  <a:pt x="9055" y="811961"/>
                </a:lnTo>
                <a:lnTo>
                  <a:pt x="7200" y="810094"/>
                </a:lnTo>
                <a:lnTo>
                  <a:pt x="6070" y="809625"/>
                </a:lnTo>
                <a:lnTo>
                  <a:pt x="3441" y="809625"/>
                </a:lnTo>
                <a:lnTo>
                  <a:pt x="2324" y="810094"/>
                </a:lnTo>
                <a:lnTo>
                  <a:pt x="457" y="811961"/>
                </a:lnTo>
                <a:lnTo>
                  <a:pt x="0" y="813079"/>
                </a:lnTo>
                <a:lnTo>
                  <a:pt x="0" y="815708"/>
                </a:lnTo>
                <a:lnTo>
                  <a:pt x="457" y="816825"/>
                </a:lnTo>
                <a:lnTo>
                  <a:pt x="2324" y="818692"/>
                </a:lnTo>
                <a:lnTo>
                  <a:pt x="3441" y="819150"/>
                </a:lnTo>
                <a:lnTo>
                  <a:pt x="6070" y="819150"/>
                </a:lnTo>
                <a:lnTo>
                  <a:pt x="7200" y="818692"/>
                </a:lnTo>
                <a:lnTo>
                  <a:pt x="9055" y="816825"/>
                </a:lnTo>
                <a:lnTo>
                  <a:pt x="9525" y="815708"/>
                </a:lnTo>
                <a:lnTo>
                  <a:pt x="9525" y="813079"/>
                </a:lnTo>
                <a:close/>
              </a:path>
              <a:path w="1376045" h="2581275">
                <a:moveTo>
                  <a:pt x="9525" y="765454"/>
                </a:moveTo>
                <a:lnTo>
                  <a:pt x="9055" y="764336"/>
                </a:lnTo>
                <a:lnTo>
                  <a:pt x="7200" y="762469"/>
                </a:lnTo>
                <a:lnTo>
                  <a:pt x="6070" y="762000"/>
                </a:lnTo>
                <a:lnTo>
                  <a:pt x="3441" y="762000"/>
                </a:lnTo>
                <a:lnTo>
                  <a:pt x="2324" y="762469"/>
                </a:lnTo>
                <a:lnTo>
                  <a:pt x="457" y="764336"/>
                </a:lnTo>
                <a:lnTo>
                  <a:pt x="0" y="765454"/>
                </a:lnTo>
                <a:lnTo>
                  <a:pt x="0" y="768083"/>
                </a:lnTo>
                <a:lnTo>
                  <a:pt x="457" y="769200"/>
                </a:lnTo>
                <a:lnTo>
                  <a:pt x="2324" y="771067"/>
                </a:lnTo>
                <a:lnTo>
                  <a:pt x="3441" y="771525"/>
                </a:lnTo>
                <a:lnTo>
                  <a:pt x="6070" y="771525"/>
                </a:lnTo>
                <a:lnTo>
                  <a:pt x="7200" y="771067"/>
                </a:lnTo>
                <a:lnTo>
                  <a:pt x="9055" y="769200"/>
                </a:lnTo>
                <a:lnTo>
                  <a:pt x="9525" y="768083"/>
                </a:lnTo>
                <a:lnTo>
                  <a:pt x="9525" y="765454"/>
                </a:lnTo>
                <a:close/>
              </a:path>
              <a:path w="1376045" h="2581275">
                <a:moveTo>
                  <a:pt x="9525" y="717829"/>
                </a:moveTo>
                <a:lnTo>
                  <a:pt x="9055" y="716711"/>
                </a:lnTo>
                <a:lnTo>
                  <a:pt x="7200" y="714844"/>
                </a:lnTo>
                <a:lnTo>
                  <a:pt x="6070" y="714375"/>
                </a:lnTo>
                <a:lnTo>
                  <a:pt x="3441" y="714375"/>
                </a:lnTo>
                <a:lnTo>
                  <a:pt x="2324" y="714844"/>
                </a:lnTo>
                <a:lnTo>
                  <a:pt x="457" y="716711"/>
                </a:lnTo>
                <a:lnTo>
                  <a:pt x="0" y="717829"/>
                </a:lnTo>
                <a:lnTo>
                  <a:pt x="0" y="720458"/>
                </a:lnTo>
                <a:lnTo>
                  <a:pt x="457" y="721575"/>
                </a:lnTo>
                <a:lnTo>
                  <a:pt x="2324" y="723442"/>
                </a:lnTo>
                <a:lnTo>
                  <a:pt x="3441" y="723900"/>
                </a:lnTo>
                <a:lnTo>
                  <a:pt x="6070" y="723900"/>
                </a:lnTo>
                <a:lnTo>
                  <a:pt x="7200" y="723442"/>
                </a:lnTo>
                <a:lnTo>
                  <a:pt x="9055" y="721575"/>
                </a:lnTo>
                <a:lnTo>
                  <a:pt x="9525" y="720458"/>
                </a:lnTo>
                <a:lnTo>
                  <a:pt x="9525" y="717829"/>
                </a:lnTo>
                <a:close/>
              </a:path>
              <a:path w="1376045" h="2581275">
                <a:moveTo>
                  <a:pt x="9525" y="670204"/>
                </a:moveTo>
                <a:lnTo>
                  <a:pt x="9055" y="669086"/>
                </a:lnTo>
                <a:lnTo>
                  <a:pt x="7200" y="667219"/>
                </a:lnTo>
                <a:lnTo>
                  <a:pt x="6070" y="666750"/>
                </a:lnTo>
                <a:lnTo>
                  <a:pt x="3441" y="666750"/>
                </a:lnTo>
                <a:lnTo>
                  <a:pt x="2324" y="667219"/>
                </a:lnTo>
                <a:lnTo>
                  <a:pt x="457" y="669086"/>
                </a:lnTo>
                <a:lnTo>
                  <a:pt x="0" y="670204"/>
                </a:lnTo>
                <a:lnTo>
                  <a:pt x="0" y="672833"/>
                </a:lnTo>
                <a:lnTo>
                  <a:pt x="457" y="673950"/>
                </a:lnTo>
                <a:lnTo>
                  <a:pt x="2324" y="675817"/>
                </a:lnTo>
                <a:lnTo>
                  <a:pt x="3441" y="676275"/>
                </a:lnTo>
                <a:lnTo>
                  <a:pt x="6070" y="676275"/>
                </a:lnTo>
                <a:lnTo>
                  <a:pt x="7200" y="675817"/>
                </a:lnTo>
                <a:lnTo>
                  <a:pt x="9055" y="673950"/>
                </a:lnTo>
                <a:lnTo>
                  <a:pt x="9525" y="672833"/>
                </a:lnTo>
                <a:lnTo>
                  <a:pt x="9525" y="670204"/>
                </a:lnTo>
                <a:close/>
              </a:path>
              <a:path w="1376045" h="2581275">
                <a:moveTo>
                  <a:pt x="9525" y="622579"/>
                </a:moveTo>
                <a:lnTo>
                  <a:pt x="9055" y="621461"/>
                </a:lnTo>
                <a:lnTo>
                  <a:pt x="7200" y="619594"/>
                </a:lnTo>
                <a:lnTo>
                  <a:pt x="6070" y="619125"/>
                </a:lnTo>
                <a:lnTo>
                  <a:pt x="3441" y="619125"/>
                </a:lnTo>
                <a:lnTo>
                  <a:pt x="2324" y="619594"/>
                </a:lnTo>
                <a:lnTo>
                  <a:pt x="457" y="621461"/>
                </a:lnTo>
                <a:lnTo>
                  <a:pt x="0" y="622579"/>
                </a:lnTo>
                <a:lnTo>
                  <a:pt x="0" y="625208"/>
                </a:lnTo>
                <a:lnTo>
                  <a:pt x="457" y="626325"/>
                </a:lnTo>
                <a:lnTo>
                  <a:pt x="2324" y="628192"/>
                </a:lnTo>
                <a:lnTo>
                  <a:pt x="3441" y="628650"/>
                </a:lnTo>
                <a:lnTo>
                  <a:pt x="6070" y="628650"/>
                </a:lnTo>
                <a:lnTo>
                  <a:pt x="7200" y="628192"/>
                </a:lnTo>
                <a:lnTo>
                  <a:pt x="9055" y="626325"/>
                </a:lnTo>
                <a:lnTo>
                  <a:pt x="9525" y="625208"/>
                </a:lnTo>
                <a:lnTo>
                  <a:pt x="9525" y="622579"/>
                </a:lnTo>
                <a:close/>
              </a:path>
              <a:path w="1376045" h="2581275">
                <a:moveTo>
                  <a:pt x="9525" y="574954"/>
                </a:moveTo>
                <a:lnTo>
                  <a:pt x="9055" y="573836"/>
                </a:lnTo>
                <a:lnTo>
                  <a:pt x="7200" y="571969"/>
                </a:lnTo>
                <a:lnTo>
                  <a:pt x="6070" y="571500"/>
                </a:lnTo>
                <a:lnTo>
                  <a:pt x="3441" y="571500"/>
                </a:lnTo>
                <a:lnTo>
                  <a:pt x="2324" y="571969"/>
                </a:lnTo>
                <a:lnTo>
                  <a:pt x="457" y="573836"/>
                </a:lnTo>
                <a:lnTo>
                  <a:pt x="0" y="574954"/>
                </a:lnTo>
                <a:lnTo>
                  <a:pt x="0" y="577583"/>
                </a:lnTo>
                <a:lnTo>
                  <a:pt x="457" y="578700"/>
                </a:lnTo>
                <a:lnTo>
                  <a:pt x="2324" y="580567"/>
                </a:lnTo>
                <a:lnTo>
                  <a:pt x="3441" y="581025"/>
                </a:lnTo>
                <a:lnTo>
                  <a:pt x="6070" y="581025"/>
                </a:lnTo>
                <a:lnTo>
                  <a:pt x="7200" y="580567"/>
                </a:lnTo>
                <a:lnTo>
                  <a:pt x="9055" y="578700"/>
                </a:lnTo>
                <a:lnTo>
                  <a:pt x="9525" y="577583"/>
                </a:lnTo>
                <a:lnTo>
                  <a:pt x="9525" y="574954"/>
                </a:lnTo>
                <a:close/>
              </a:path>
              <a:path w="1376045" h="2581275">
                <a:moveTo>
                  <a:pt x="9525" y="527329"/>
                </a:moveTo>
                <a:lnTo>
                  <a:pt x="9055" y="526211"/>
                </a:lnTo>
                <a:lnTo>
                  <a:pt x="7200" y="524344"/>
                </a:lnTo>
                <a:lnTo>
                  <a:pt x="6070" y="523875"/>
                </a:lnTo>
                <a:lnTo>
                  <a:pt x="3441" y="523875"/>
                </a:lnTo>
                <a:lnTo>
                  <a:pt x="2324" y="524344"/>
                </a:lnTo>
                <a:lnTo>
                  <a:pt x="457" y="526211"/>
                </a:lnTo>
                <a:lnTo>
                  <a:pt x="0" y="527329"/>
                </a:lnTo>
                <a:lnTo>
                  <a:pt x="0" y="529958"/>
                </a:lnTo>
                <a:lnTo>
                  <a:pt x="457" y="531075"/>
                </a:lnTo>
                <a:lnTo>
                  <a:pt x="2324" y="532942"/>
                </a:lnTo>
                <a:lnTo>
                  <a:pt x="3441" y="533400"/>
                </a:lnTo>
                <a:lnTo>
                  <a:pt x="6070" y="533400"/>
                </a:lnTo>
                <a:lnTo>
                  <a:pt x="7200" y="532942"/>
                </a:lnTo>
                <a:lnTo>
                  <a:pt x="9055" y="531075"/>
                </a:lnTo>
                <a:lnTo>
                  <a:pt x="9525" y="529958"/>
                </a:lnTo>
                <a:lnTo>
                  <a:pt x="9525" y="527329"/>
                </a:lnTo>
                <a:close/>
              </a:path>
              <a:path w="1376045" h="2581275">
                <a:moveTo>
                  <a:pt x="9525" y="479704"/>
                </a:moveTo>
                <a:lnTo>
                  <a:pt x="9055" y="478586"/>
                </a:lnTo>
                <a:lnTo>
                  <a:pt x="7200" y="476719"/>
                </a:lnTo>
                <a:lnTo>
                  <a:pt x="6070" y="476250"/>
                </a:lnTo>
                <a:lnTo>
                  <a:pt x="3441" y="476250"/>
                </a:lnTo>
                <a:lnTo>
                  <a:pt x="2324" y="476719"/>
                </a:lnTo>
                <a:lnTo>
                  <a:pt x="457" y="478586"/>
                </a:lnTo>
                <a:lnTo>
                  <a:pt x="0" y="479704"/>
                </a:lnTo>
                <a:lnTo>
                  <a:pt x="0" y="482333"/>
                </a:lnTo>
                <a:lnTo>
                  <a:pt x="457" y="483450"/>
                </a:lnTo>
                <a:lnTo>
                  <a:pt x="2324" y="485317"/>
                </a:lnTo>
                <a:lnTo>
                  <a:pt x="3441" y="485775"/>
                </a:lnTo>
                <a:lnTo>
                  <a:pt x="6070" y="485775"/>
                </a:lnTo>
                <a:lnTo>
                  <a:pt x="7200" y="485317"/>
                </a:lnTo>
                <a:lnTo>
                  <a:pt x="9055" y="483450"/>
                </a:lnTo>
                <a:lnTo>
                  <a:pt x="9525" y="482333"/>
                </a:lnTo>
                <a:lnTo>
                  <a:pt x="9525" y="479704"/>
                </a:lnTo>
                <a:close/>
              </a:path>
              <a:path w="1376045" h="2581275">
                <a:moveTo>
                  <a:pt x="9525" y="432079"/>
                </a:moveTo>
                <a:lnTo>
                  <a:pt x="9055" y="430961"/>
                </a:lnTo>
                <a:lnTo>
                  <a:pt x="7200" y="429094"/>
                </a:lnTo>
                <a:lnTo>
                  <a:pt x="6070" y="428625"/>
                </a:lnTo>
                <a:lnTo>
                  <a:pt x="3441" y="428625"/>
                </a:lnTo>
                <a:lnTo>
                  <a:pt x="2324" y="429094"/>
                </a:lnTo>
                <a:lnTo>
                  <a:pt x="457" y="430961"/>
                </a:lnTo>
                <a:lnTo>
                  <a:pt x="0" y="432079"/>
                </a:lnTo>
                <a:lnTo>
                  <a:pt x="0" y="434708"/>
                </a:lnTo>
                <a:lnTo>
                  <a:pt x="457" y="435825"/>
                </a:lnTo>
                <a:lnTo>
                  <a:pt x="2324" y="437692"/>
                </a:lnTo>
                <a:lnTo>
                  <a:pt x="3441" y="438150"/>
                </a:lnTo>
                <a:lnTo>
                  <a:pt x="6070" y="438150"/>
                </a:lnTo>
                <a:lnTo>
                  <a:pt x="7200" y="437692"/>
                </a:lnTo>
                <a:lnTo>
                  <a:pt x="9055" y="435825"/>
                </a:lnTo>
                <a:lnTo>
                  <a:pt x="9525" y="434708"/>
                </a:lnTo>
                <a:lnTo>
                  <a:pt x="9525" y="432079"/>
                </a:lnTo>
                <a:close/>
              </a:path>
              <a:path w="1376045" h="2581275">
                <a:moveTo>
                  <a:pt x="9525" y="384454"/>
                </a:moveTo>
                <a:lnTo>
                  <a:pt x="9055" y="383336"/>
                </a:lnTo>
                <a:lnTo>
                  <a:pt x="7200" y="381469"/>
                </a:lnTo>
                <a:lnTo>
                  <a:pt x="6070" y="381000"/>
                </a:lnTo>
                <a:lnTo>
                  <a:pt x="3441" y="381000"/>
                </a:lnTo>
                <a:lnTo>
                  <a:pt x="2324" y="381469"/>
                </a:lnTo>
                <a:lnTo>
                  <a:pt x="457" y="383336"/>
                </a:lnTo>
                <a:lnTo>
                  <a:pt x="0" y="384454"/>
                </a:lnTo>
                <a:lnTo>
                  <a:pt x="0" y="387083"/>
                </a:lnTo>
                <a:lnTo>
                  <a:pt x="457" y="388200"/>
                </a:lnTo>
                <a:lnTo>
                  <a:pt x="2324" y="390067"/>
                </a:lnTo>
                <a:lnTo>
                  <a:pt x="3441" y="390525"/>
                </a:lnTo>
                <a:lnTo>
                  <a:pt x="6070" y="390525"/>
                </a:lnTo>
                <a:lnTo>
                  <a:pt x="7200" y="390067"/>
                </a:lnTo>
                <a:lnTo>
                  <a:pt x="9055" y="388200"/>
                </a:lnTo>
                <a:lnTo>
                  <a:pt x="9525" y="387083"/>
                </a:lnTo>
                <a:lnTo>
                  <a:pt x="9525" y="384454"/>
                </a:lnTo>
                <a:close/>
              </a:path>
              <a:path w="1376045" h="2581275">
                <a:moveTo>
                  <a:pt x="9525" y="336829"/>
                </a:moveTo>
                <a:lnTo>
                  <a:pt x="9055" y="335711"/>
                </a:lnTo>
                <a:lnTo>
                  <a:pt x="7200" y="333844"/>
                </a:lnTo>
                <a:lnTo>
                  <a:pt x="6070" y="333375"/>
                </a:lnTo>
                <a:lnTo>
                  <a:pt x="3441" y="333375"/>
                </a:lnTo>
                <a:lnTo>
                  <a:pt x="2324" y="333844"/>
                </a:lnTo>
                <a:lnTo>
                  <a:pt x="457" y="335711"/>
                </a:lnTo>
                <a:lnTo>
                  <a:pt x="0" y="336829"/>
                </a:lnTo>
                <a:lnTo>
                  <a:pt x="0" y="339458"/>
                </a:lnTo>
                <a:lnTo>
                  <a:pt x="457" y="340575"/>
                </a:lnTo>
                <a:lnTo>
                  <a:pt x="2324" y="342442"/>
                </a:lnTo>
                <a:lnTo>
                  <a:pt x="3441" y="342900"/>
                </a:lnTo>
                <a:lnTo>
                  <a:pt x="6070" y="342900"/>
                </a:lnTo>
                <a:lnTo>
                  <a:pt x="7200" y="342442"/>
                </a:lnTo>
                <a:lnTo>
                  <a:pt x="9055" y="340575"/>
                </a:lnTo>
                <a:lnTo>
                  <a:pt x="9525" y="339458"/>
                </a:lnTo>
                <a:lnTo>
                  <a:pt x="9525" y="336829"/>
                </a:lnTo>
                <a:close/>
              </a:path>
              <a:path w="1376045" h="2581275">
                <a:moveTo>
                  <a:pt x="9525" y="289204"/>
                </a:moveTo>
                <a:lnTo>
                  <a:pt x="9055" y="288086"/>
                </a:lnTo>
                <a:lnTo>
                  <a:pt x="7200" y="286219"/>
                </a:lnTo>
                <a:lnTo>
                  <a:pt x="6070" y="285750"/>
                </a:lnTo>
                <a:lnTo>
                  <a:pt x="3441" y="285750"/>
                </a:lnTo>
                <a:lnTo>
                  <a:pt x="2324" y="286219"/>
                </a:lnTo>
                <a:lnTo>
                  <a:pt x="457" y="288086"/>
                </a:lnTo>
                <a:lnTo>
                  <a:pt x="0" y="289204"/>
                </a:lnTo>
                <a:lnTo>
                  <a:pt x="0" y="291833"/>
                </a:lnTo>
                <a:lnTo>
                  <a:pt x="457" y="292950"/>
                </a:lnTo>
                <a:lnTo>
                  <a:pt x="2324" y="294817"/>
                </a:lnTo>
                <a:lnTo>
                  <a:pt x="3441" y="295275"/>
                </a:lnTo>
                <a:lnTo>
                  <a:pt x="6070" y="295275"/>
                </a:lnTo>
                <a:lnTo>
                  <a:pt x="7200" y="294817"/>
                </a:lnTo>
                <a:lnTo>
                  <a:pt x="9055" y="292950"/>
                </a:lnTo>
                <a:lnTo>
                  <a:pt x="9525" y="291833"/>
                </a:lnTo>
                <a:lnTo>
                  <a:pt x="9525" y="289204"/>
                </a:lnTo>
                <a:close/>
              </a:path>
              <a:path w="1376045" h="2581275">
                <a:moveTo>
                  <a:pt x="9525" y="241579"/>
                </a:moveTo>
                <a:lnTo>
                  <a:pt x="9055" y="240461"/>
                </a:lnTo>
                <a:lnTo>
                  <a:pt x="7200" y="238594"/>
                </a:lnTo>
                <a:lnTo>
                  <a:pt x="6070" y="238125"/>
                </a:lnTo>
                <a:lnTo>
                  <a:pt x="3441" y="238125"/>
                </a:lnTo>
                <a:lnTo>
                  <a:pt x="2324" y="238594"/>
                </a:lnTo>
                <a:lnTo>
                  <a:pt x="457" y="240461"/>
                </a:lnTo>
                <a:lnTo>
                  <a:pt x="0" y="241579"/>
                </a:lnTo>
                <a:lnTo>
                  <a:pt x="0" y="244208"/>
                </a:lnTo>
                <a:lnTo>
                  <a:pt x="457" y="245325"/>
                </a:lnTo>
                <a:lnTo>
                  <a:pt x="2324" y="247192"/>
                </a:lnTo>
                <a:lnTo>
                  <a:pt x="3441" y="247650"/>
                </a:lnTo>
                <a:lnTo>
                  <a:pt x="6070" y="247650"/>
                </a:lnTo>
                <a:lnTo>
                  <a:pt x="7200" y="247192"/>
                </a:lnTo>
                <a:lnTo>
                  <a:pt x="9055" y="245325"/>
                </a:lnTo>
                <a:lnTo>
                  <a:pt x="9525" y="244208"/>
                </a:lnTo>
                <a:lnTo>
                  <a:pt x="9525" y="241579"/>
                </a:lnTo>
                <a:close/>
              </a:path>
              <a:path w="1376045" h="2581275">
                <a:moveTo>
                  <a:pt x="9525" y="193954"/>
                </a:moveTo>
                <a:lnTo>
                  <a:pt x="9055" y="192836"/>
                </a:lnTo>
                <a:lnTo>
                  <a:pt x="7200" y="190969"/>
                </a:lnTo>
                <a:lnTo>
                  <a:pt x="6070" y="190500"/>
                </a:lnTo>
                <a:lnTo>
                  <a:pt x="3441" y="190500"/>
                </a:lnTo>
                <a:lnTo>
                  <a:pt x="2324" y="190969"/>
                </a:lnTo>
                <a:lnTo>
                  <a:pt x="457" y="192836"/>
                </a:lnTo>
                <a:lnTo>
                  <a:pt x="0" y="193954"/>
                </a:lnTo>
                <a:lnTo>
                  <a:pt x="0" y="196583"/>
                </a:lnTo>
                <a:lnTo>
                  <a:pt x="457" y="197700"/>
                </a:lnTo>
                <a:lnTo>
                  <a:pt x="2324" y="199567"/>
                </a:lnTo>
                <a:lnTo>
                  <a:pt x="3441" y="200025"/>
                </a:lnTo>
                <a:lnTo>
                  <a:pt x="6070" y="200025"/>
                </a:lnTo>
                <a:lnTo>
                  <a:pt x="7200" y="199567"/>
                </a:lnTo>
                <a:lnTo>
                  <a:pt x="9055" y="197700"/>
                </a:lnTo>
                <a:lnTo>
                  <a:pt x="9525" y="196583"/>
                </a:lnTo>
                <a:lnTo>
                  <a:pt x="9525" y="193954"/>
                </a:lnTo>
                <a:close/>
              </a:path>
              <a:path w="1376045" h="2581275">
                <a:moveTo>
                  <a:pt x="9525" y="146329"/>
                </a:moveTo>
                <a:lnTo>
                  <a:pt x="9055" y="145211"/>
                </a:lnTo>
                <a:lnTo>
                  <a:pt x="7200" y="143344"/>
                </a:lnTo>
                <a:lnTo>
                  <a:pt x="6070" y="142875"/>
                </a:lnTo>
                <a:lnTo>
                  <a:pt x="3441" y="142875"/>
                </a:lnTo>
                <a:lnTo>
                  <a:pt x="2324" y="143344"/>
                </a:lnTo>
                <a:lnTo>
                  <a:pt x="457" y="145211"/>
                </a:lnTo>
                <a:lnTo>
                  <a:pt x="0" y="146329"/>
                </a:lnTo>
                <a:lnTo>
                  <a:pt x="0" y="148958"/>
                </a:lnTo>
                <a:lnTo>
                  <a:pt x="457" y="150075"/>
                </a:lnTo>
                <a:lnTo>
                  <a:pt x="2324" y="151942"/>
                </a:lnTo>
                <a:lnTo>
                  <a:pt x="3441" y="152400"/>
                </a:lnTo>
                <a:lnTo>
                  <a:pt x="6070" y="152400"/>
                </a:lnTo>
                <a:lnTo>
                  <a:pt x="7200" y="151942"/>
                </a:lnTo>
                <a:lnTo>
                  <a:pt x="9055" y="150075"/>
                </a:lnTo>
                <a:lnTo>
                  <a:pt x="9525" y="148958"/>
                </a:lnTo>
                <a:lnTo>
                  <a:pt x="9525" y="146329"/>
                </a:lnTo>
                <a:close/>
              </a:path>
              <a:path w="1376045" h="2581275">
                <a:moveTo>
                  <a:pt x="9525" y="98704"/>
                </a:moveTo>
                <a:lnTo>
                  <a:pt x="9055" y="97586"/>
                </a:lnTo>
                <a:lnTo>
                  <a:pt x="7200" y="95719"/>
                </a:lnTo>
                <a:lnTo>
                  <a:pt x="6070" y="95250"/>
                </a:lnTo>
                <a:lnTo>
                  <a:pt x="3441" y="95250"/>
                </a:lnTo>
                <a:lnTo>
                  <a:pt x="2324" y="95719"/>
                </a:lnTo>
                <a:lnTo>
                  <a:pt x="457" y="97586"/>
                </a:lnTo>
                <a:lnTo>
                  <a:pt x="0" y="98704"/>
                </a:lnTo>
                <a:lnTo>
                  <a:pt x="0" y="101333"/>
                </a:lnTo>
                <a:lnTo>
                  <a:pt x="457" y="102450"/>
                </a:lnTo>
                <a:lnTo>
                  <a:pt x="2324" y="104317"/>
                </a:lnTo>
                <a:lnTo>
                  <a:pt x="3441" y="104775"/>
                </a:lnTo>
                <a:lnTo>
                  <a:pt x="6070" y="104775"/>
                </a:lnTo>
                <a:lnTo>
                  <a:pt x="7200" y="104317"/>
                </a:lnTo>
                <a:lnTo>
                  <a:pt x="9055" y="102450"/>
                </a:lnTo>
                <a:lnTo>
                  <a:pt x="9525" y="101333"/>
                </a:lnTo>
                <a:lnTo>
                  <a:pt x="9525" y="98704"/>
                </a:lnTo>
                <a:close/>
              </a:path>
              <a:path w="1376045" h="2581275">
                <a:moveTo>
                  <a:pt x="9525" y="51079"/>
                </a:moveTo>
                <a:lnTo>
                  <a:pt x="9055" y="49961"/>
                </a:lnTo>
                <a:lnTo>
                  <a:pt x="7200" y="48094"/>
                </a:lnTo>
                <a:lnTo>
                  <a:pt x="6070" y="47625"/>
                </a:lnTo>
                <a:lnTo>
                  <a:pt x="3441" y="47625"/>
                </a:lnTo>
                <a:lnTo>
                  <a:pt x="2324" y="48094"/>
                </a:lnTo>
                <a:lnTo>
                  <a:pt x="457" y="49961"/>
                </a:lnTo>
                <a:lnTo>
                  <a:pt x="0" y="51079"/>
                </a:lnTo>
                <a:lnTo>
                  <a:pt x="0" y="53708"/>
                </a:lnTo>
                <a:lnTo>
                  <a:pt x="457" y="54825"/>
                </a:lnTo>
                <a:lnTo>
                  <a:pt x="2324" y="56692"/>
                </a:lnTo>
                <a:lnTo>
                  <a:pt x="3441" y="57150"/>
                </a:lnTo>
                <a:lnTo>
                  <a:pt x="6070" y="57150"/>
                </a:lnTo>
                <a:lnTo>
                  <a:pt x="7200" y="56692"/>
                </a:lnTo>
                <a:lnTo>
                  <a:pt x="9055" y="54825"/>
                </a:lnTo>
                <a:lnTo>
                  <a:pt x="9525" y="53708"/>
                </a:lnTo>
                <a:lnTo>
                  <a:pt x="9525" y="51079"/>
                </a:lnTo>
                <a:close/>
              </a:path>
              <a:path w="1376045" h="2581275">
                <a:moveTo>
                  <a:pt x="9525" y="3454"/>
                </a:moveTo>
                <a:lnTo>
                  <a:pt x="9055" y="2336"/>
                </a:lnTo>
                <a:lnTo>
                  <a:pt x="7200" y="469"/>
                </a:lnTo>
                <a:lnTo>
                  <a:pt x="6070" y="0"/>
                </a:lnTo>
                <a:lnTo>
                  <a:pt x="3441" y="0"/>
                </a:lnTo>
                <a:lnTo>
                  <a:pt x="2324" y="469"/>
                </a:lnTo>
                <a:lnTo>
                  <a:pt x="457" y="2336"/>
                </a:lnTo>
                <a:lnTo>
                  <a:pt x="0" y="3454"/>
                </a:lnTo>
                <a:lnTo>
                  <a:pt x="0" y="6083"/>
                </a:lnTo>
                <a:lnTo>
                  <a:pt x="457" y="7200"/>
                </a:lnTo>
                <a:lnTo>
                  <a:pt x="2324" y="9067"/>
                </a:lnTo>
                <a:lnTo>
                  <a:pt x="3441" y="9525"/>
                </a:lnTo>
                <a:lnTo>
                  <a:pt x="6070" y="9525"/>
                </a:lnTo>
                <a:lnTo>
                  <a:pt x="7200" y="9067"/>
                </a:lnTo>
                <a:lnTo>
                  <a:pt x="9055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1376045" h="2581275">
                <a:moveTo>
                  <a:pt x="692594" y="2575204"/>
                </a:moveTo>
                <a:lnTo>
                  <a:pt x="692137" y="2574086"/>
                </a:lnTo>
                <a:lnTo>
                  <a:pt x="690270" y="2572220"/>
                </a:lnTo>
                <a:lnTo>
                  <a:pt x="689152" y="2571750"/>
                </a:lnTo>
                <a:lnTo>
                  <a:pt x="686523" y="2571750"/>
                </a:lnTo>
                <a:lnTo>
                  <a:pt x="685393" y="2572220"/>
                </a:lnTo>
                <a:lnTo>
                  <a:pt x="683539" y="2574086"/>
                </a:lnTo>
                <a:lnTo>
                  <a:pt x="683069" y="2575204"/>
                </a:lnTo>
                <a:lnTo>
                  <a:pt x="683069" y="2577833"/>
                </a:lnTo>
                <a:lnTo>
                  <a:pt x="683539" y="2578951"/>
                </a:lnTo>
                <a:lnTo>
                  <a:pt x="685393" y="2580817"/>
                </a:lnTo>
                <a:lnTo>
                  <a:pt x="686523" y="2581275"/>
                </a:lnTo>
                <a:lnTo>
                  <a:pt x="689152" y="2581275"/>
                </a:lnTo>
                <a:lnTo>
                  <a:pt x="690270" y="2580817"/>
                </a:lnTo>
                <a:lnTo>
                  <a:pt x="692137" y="2578951"/>
                </a:lnTo>
                <a:lnTo>
                  <a:pt x="692594" y="2577833"/>
                </a:lnTo>
                <a:lnTo>
                  <a:pt x="692594" y="2575204"/>
                </a:lnTo>
                <a:close/>
              </a:path>
              <a:path w="1376045" h="2581275">
                <a:moveTo>
                  <a:pt x="692594" y="2527579"/>
                </a:moveTo>
                <a:lnTo>
                  <a:pt x="692137" y="2526461"/>
                </a:lnTo>
                <a:lnTo>
                  <a:pt x="690270" y="2524595"/>
                </a:lnTo>
                <a:lnTo>
                  <a:pt x="689152" y="2524125"/>
                </a:lnTo>
                <a:lnTo>
                  <a:pt x="686523" y="2524125"/>
                </a:lnTo>
                <a:lnTo>
                  <a:pt x="685393" y="2524595"/>
                </a:lnTo>
                <a:lnTo>
                  <a:pt x="683539" y="2526461"/>
                </a:lnTo>
                <a:lnTo>
                  <a:pt x="683069" y="2527579"/>
                </a:lnTo>
                <a:lnTo>
                  <a:pt x="683069" y="2530208"/>
                </a:lnTo>
                <a:lnTo>
                  <a:pt x="683539" y="2531326"/>
                </a:lnTo>
                <a:lnTo>
                  <a:pt x="685393" y="2533192"/>
                </a:lnTo>
                <a:lnTo>
                  <a:pt x="686523" y="2533650"/>
                </a:lnTo>
                <a:lnTo>
                  <a:pt x="689152" y="2533650"/>
                </a:lnTo>
                <a:lnTo>
                  <a:pt x="690270" y="2533192"/>
                </a:lnTo>
                <a:lnTo>
                  <a:pt x="692137" y="2531326"/>
                </a:lnTo>
                <a:lnTo>
                  <a:pt x="692594" y="2530208"/>
                </a:lnTo>
                <a:lnTo>
                  <a:pt x="692594" y="2527579"/>
                </a:lnTo>
                <a:close/>
              </a:path>
              <a:path w="1376045" h="2581275">
                <a:moveTo>
                  <a:pt x="692594" y="2479954"/>
                </a:moveTo>
                <a:lnTo>
                  <a:pt x="692137" y="2478836"/>
                </a:lnTo>
                <a:lnTo>
                  <a:pt x="690270" y="2476970"/>
                </a:lnTo>
                <a:lnTo>
                  <a:pt x="689152" y="2476500"/>
                </a:lnTo>
                <a:lnTo>
                  <a:pt x="686523" y="2476500"/>
                </a:lnTo>
                <a:lnTo>
                  <a:pt x="685393" y="2476970"/>
                </a:lnTo>
                <a:lnTo>
                  <a:pt x="683539" y="2478836"/>
                </a:lnTo>
                <a:lnTo>
                  <a:pt x="683069" y="2479954"/>
                </a:lnTo>
                <a:lnTo>
                  <a:pt x="683069" y="2482583"/>
                </a:lnTo>
                <a:lnTo>
                  <a:pt x="683539" y="2483701"/>
                </a:lnTo>
                <a:lnTo>
                  <a:pt x="685393" y="2485567"/>
                </a:lnTo>
                <a:lnTo>
                  <a:pt x="686523" y="2486025"/>
                </a:lnTo>
                <a:lnTo>
                  <a:pt x="689152" y="2486025"/>
                </a:lnTo>
                <a:lnTo>
                  <a:pt x="690270" y="2485567"/>
                </a:lnTo>
                <a:lnTo>
                  <a:pt x="692137" y="2483701"/>
                </a:lnTo>
                <a:lnTo>
                  <a:pt x="692594" y="2482583"/>
                </a:lnTo>
                <a:lnTo>
                  <a:pt x="692594" y="2479954"/>
                </a:lnTo>
                <a:close/>
              </a:path>
              <a:path w="1376045" h="2581275">
                <a:moveTo>
                  <a:pt x="692594" y="2432329"/>
                </a:moveTo>
                <a:lnTo>
                  <a:pt x="692137" y="2431211"/>
                </a:lnTo>
                <a:lnTo>
                  <a:pt x="690270" y="2429345"/>
                </a:lnTo>
                <a:lnTo>
                  <a:pt x="689152" y="2428875"/>
                </a:lnTo>
                <a:lnTo>
                  <a:pt x="686523" y="2428875"/>
                </a:lnTo>
                <a:lnTo>
                  <a:pt x="685393" y="2429345"/>
                </a:lnTo>
                <a:lnTo>
                  <a:pt x="683539" y="2431211"/>
                </a:lnTo>
                <a:lnTo>
                  <a:pt x="683069" y="2432329"/>
                </a:lnTo>
                <a:lnTo>
                  <a:pt x="683069" y="2434958"/>
                </a:lnTo>
                <a:lnTo>
                  <a:pt x="683539" y="2436076"/>
                </a:lnTo>
                <a:lnTo>
                  <a:pt x="685393" y="2437942"/>
                </a:lnTo>
                <a:lnTo>
                  <a:pt x="686523" y="2438400"/>
                </a:lnTo>
                <a:lnTo>
                  <a:pt x="689152" y="2438400"/>
                </a:lnTo>
                <a:lnTo>
                  <a:pt x="690270" y="2437942"/>
                </a:lnTo>
                <a:lnTo>
                  <a:pt x="692137" y="2436076"/>
                </a:lnTo>
                <a:lnTo>
                  <a:pt x="692594" y="2434958"/>
                </a:lnTo>
                <a:lnTo>
                  <a:pt x="692594" y="2432329"/>
                </a:lnTo>
                <a:close/>
              </a:path>
              <a:path w="1376045" h="2581275">
                <a:moveTo>
                  <a:pt x="692594" y="2384704"/>
                </a:moveTo>
                <a:lnTo>
                  <a:pt x="692137" y="2383586"/>
                </a:lnTo>
                <a:lnTo>
                  <a:pt x="690270" y="2381720"/>
                </a:lnTo>
                <a:lnTo>
                  <a:pt x="689152" y="2381250"/>
                </a:lnTo>
                <a:lnTo>
                  <a:pt x="686523" y="2381250"/>
                </a:lnTo>
                <a:lnTo>
                  <a:pt x="685393" y="2381720"/>
                </a:lnTo>
                <a:lnTo>
                  <a:pt x="683539" y="2383586"/>
                </a:lnTo>
                <a:lnTo>
                  <a:pt x="683069" y="2384704"/>
                </a:lnTo>
                <a:lnTo>
                  <a:pt x="683069" y="2387333"/>
                </a:lnTo>
                <a:lnTo>
                  <a:pt x="683539" y="2388451"/>
                </a:lnTo>
                <a:lnTo>
                  <a:pt x="685393" y="2390317"/>
                </a:lnTo>
                <a:lnTo>
                  <a:pt x="686523" y="2390775"/>
                </a:lnTo>
                <a:lnTo>
                  <a:pt x="689152" y="2390775"/>
                </a:lnTo>
                <a:lnTo>
                  <a:pt x="690270" y="2390317"/>
                </a:lnTo>
                <a:lnTo>
                  <a:pt x="692137" y="2388451"/>
                </a:lnTo>
                <a:lnTo>
                  <a:pt x="692594" y="2387333"/>
                </a:lnTo>
                <a:lnTo>
                  <a:pt x="692594" y="2384704"/>
                </a:lnTo>
                <a:close/>
              </a:path>
              <a:path w="1376045" h="2581275">
                <a:moveTo>
                  <a:pt x="692594" y="2337079"/>
                </a:moveTo>
                <a:lnTo>
                  <a:pt x="692137" y="2335961"/>
                </a:lnTo>
                <a:lnTo>
                  <a:pt x="690270" y="2334095"/>
                </a:lnTo>
                <a:lnTo>
                  <a:pt x="689152" y="2333625"/>
                </a:lnTo>
                <a:lnTo>
                  <a:pt x="686523" y="2333625"/>
                </a:lnTo>
                <a:lnTo>
                  <a:pt x="685393" y="2334095"/>
                </a:lnTo>
                <a:lnTo>
                  <a:pt x="683539" y="2335961"/>
                </a:lnTo>
                <a:lnTo>
                  <a:pt x="683069" y="2337079"/>
                </a:lnTo>
                <a:lnTo>
                  <a:pt x="683069" y="2339708"/>
                </a:lnTo>
                <a:lnTo>
                  <a:pt x="683539" y="2340826"/>
                </a:lnTo>
                <a:lnTo>
                  <a:pt x="685393" y="2342692"/>
                </a:lnTo>
                <a:lnTo>
                  <a:pt x="686523" y="2343150"/>
                </a:lnTo>
                <a:lnTo>
                  <a:pt x="689152" y="2343150"/>
                </a:lnTo>
                <a:lnTo>
                  <a:pt x="690270" y="2342692"/>
                </a:lnTo>
                <a:lnTo>
                  <a:pt x="692137" y="2340826"/>
                </a:lnTo>
                <a:lnTo>
                  <a:pt x="692594" y="2339708"/>
                </a:lnTo>
                <a:lnTo>
                  <a:pt x="692594" y="2337079"/>
                </a:lnTo>
                <a:close/>
              </a:path>
              <a:path w="1376045" h="2581275">
                <a:moveTo>
                  <a:pt x="692594" y="2289454"/>
                </a:moveTo>
                <a:lnTo>
                  <a:pt x="692137" y="2288336"/>
                </a:lnTo>
                <a:lnTo>
                  <a:pt x="690270" y="2286470"/>
                </a:lnTo>
                <a:lnTo>
                  <a:pt x="689152" y="2286000"/>
                </a:lnTo>
                <a:lnTo>
                  <a:pt x="686523" y="2286000"/>
                </a:lnTo>
                <a:lnTo>
                  <a:pt x="685393" y="2286470"/>
                </a:lnTo>
                <a:lnTo>
                  <a:pt x="683539" y="2288336"/>
                </a:lnTo>
                <a:lnTo>
                  <a:pt x="683069" y="2289454"/>
                </a:lnTo>
                <a:lnTo>
                  <a:pt x="683069" y="2292083"/>
                </a:lnTo>
                <a:lnTo>
                  <a:pt x="683539" y="2293201"/>
                </a:lnTo>
                <a:lnTo>
                  <a:pt x="685393" y="2295067"/>
                </a:lnTo>
                <a:lnTo>
                  <a:pt x="686523" y="2295525"/>
                </a:lnTo>
                <a:lnTo>
                  <a:pt x="689152" y="2295525"/>
                </a:lnTo>
                <a:lnTo>
                  <a:pt x="690270" y="2295067"/>
                </a:lnTo>
                <a:lnTo>
                  <a:pt x="692137" y="2293201"/>
                </a:lnTo>
                <a:lnTo>
                  <a:pt x="692594" y="2292083"/>
                </a:lnTo>
                <a:lnTo>
                  <a:pt x="692594" y="2289454"/>
                </a:lnTo>
                <a:close/>
              </a:path>
              <a:path w="1376045" h="2581275">
                <a:moveTo>
                  <a:pt x="692594" y="2241829"/>
                </a:moveTo>
                <a:lnTo>
                  <a:pt x="692137" y="2240711"/>
                </a:lnTo>
                <a:lnTo>
                  <a:pt x="690270" y="2238845"/>
                </a:lnTo>
                <a:lnTo>
                  <a:pt x="689152" y="2238375"/>
                </a:lnTo>
                <a:lnTo>
                  <a:pt x="686523" y="2238375"/>
                </a:lnTo>
                <a:lnTo>
                  <a:pt x="685393" y="2238845"/>
                </a:lnTo>
                <a:lnTo>
                  <a:pt x="683539" y="2240711"/>
                </a:lnTo>
                <a:lnTo>
                  <a:pt x="683069" y="2241829"/>
                </a:lnTo>
                <a:lnTo>
                  <a:pt x="683069" y="2244458"/>
                </a:lnTo>
                <a:lnTo>
                  <a:pt x="683539" y="2245576"/>
                </a:lnTo>
                <a:lnTo>
                  <a:pt x="685393" y="2247442"/>
                </a:lnTo>
                <a:lnTo>
                  <a:pt x="686523" y="2247900"/>
                </a:lnTo>
                <a:lnTo>
                  <a:pt x="689152" y="2247900"/>
                </a:lnTo>
                <a:lnTo>
                  <a:pt x="690270" y="2247442"/>
                </a:lnTo>
                <a:lnTo>
                  <a:pt x="692137" y="2245576"/>
                </a:lnTo>
                <a:lnTo>
                  <a:pt x="692594" y="2244458"/>
                </a:lnTo>
                <a:lnTo>
                  <a:pt x="692594" y="2241829"/>
                </a:lnTo>
                <a:close/>
              </a:path>
              <a:path w="1376045" h="2581275">
                <a:moveTo>
                  <a:pt x="692594" y="2194204"/>
                </a:moveTo>
                <a:lnTo>
                  <a:pt x="692137" y="2193086"/>
                </a:lnTo>
                <a:lnTo>
                  <a:pt x="690270" y="2191220"/>
                </a:lnTo>
                <a:lnTo>
                  <a:pt x="689152" y="2190750"/>
                </a:lnTo>
                <a:lnTo>
                  <a:pt x="686523" y="2190750"/>
                </a:lnTo>
                <a:lnTo>
                  <a:pt x="685393" y="2191220"/>
                </a:lnTo>
                <a:lnTo>
                  <a:pt x="683539" y="2193086"/>
                </a:lnTo>
                <a:lnTo>
                  <a:pt x="683069" y="2194204"/>
                </a:lnTo>
                <a:lnTo>
                  <a:pt x="683069" y="2196833"/>
                </a:lnTo>
                <a:lnTo>
                  <a:pt x="683539" y="2197951"/>
                </a:lnTo>
                <a:lnTo>
                  <a:pt x="685393" y="2199817"/>
                </a:lnTo>
                <a:lnTo>
                  <a:pt x="686523" y="2200275"/>
                </a:lnTo>
                <a:lnTo>
                  <a:pt x="689152" y="2200275"/>
                </a:lnTo>
                <a:lnTo>
                  <a:pt x="690270" y="2199817"/>
                </a:lnTo>
                <a:lnTo>
                  <a:pt x="692137" y="2197951"/>
                </a:lnTo>
                <a:lnTo>
                  <a:pt x="692594" y="2196833"/>
                </a:lnTo>
                <a:lnTo>
                  <a:pt x="692594" y="2194204"/>
                </a:lnTo>
                <a:close/>
              </a:path>
              <a:path w="1376045" h="2581275">
                <a:moveTo>
                  <a:pt x="692594" y="2146579"/>
                </a:moveTo>
                <a:lnTo>
                  <a:pt x="692137" y="2145461"/>
                </a:lnTo>
                <a:lnTo>
                  <a:pt x="690270" y="2143595"/>
                </a:lnTo>
                <a:lnTo>
                  <a:pt x="689152" y="2143125"/>
                </a:lnTo>
                <a:lnTo>
                  <a:pt x="686523" y="2143125"/>
                </a:lnTo>
                <a:lnTo>
                  <a:pt x="685393" y="2143595"/>
                </a:lnTo>
                <a:lnTo>
                  <a:pt x="683539" y="2145461"/>
                </a:lnTo>
                <a:lnTo>
                  <a:pt x="683069" y="2146579"/>
                </a:lnTo>
                <a:lnTo>
                  <a:pt x="683069" y="2149208"/>
                </a:lnTo>
                <a:lnTo>
                  <a:pt x="683539" y="2150326"/>
                </a:lnTo>
                <a:lnTo>
                  <a:pt x="685393" y="2152192"/>
                </a:lnTo>
                <a:lnTo>
                  <a:pt x="686523" y="2152650"/>
                </a:lnTo>
                <a:lnTo>
                  <a:pt x="689152" y="2152650"/>
                </a:lnTo>
                <a:lnTo>
                  <a:pt x="690270" y="2152192"/>
                </a:lnTo>
                <a:lnTo>
                  <a:pt x="692137" y="2150326"/>
                </a:lnTo>
                <a:lnTo>
                  <a:pt x="692594" y="2149208"/>
                </a:lnTo>
                <a:lnTo>
                  <a:pt x="692594" y="2146579"/>
                </a:lnTo>
                <a:close/>
              </a:path>
              <a:path w="1376045" h="2581275">
                <a:moveTo>
                  <a:pt x="692594" y="2098954"/>
                </a:moveTo>
                <a:lnTo>
                  <a:pt x="692137" y="2097836"/>
                </a:lnTo>
                <a:lnTo>
                  <a:pt x="690270" y="2095969"/>
                </a:lnTo>
                <a:lnTo>
                  <a:pt x="689152" y="2095500"/>
                </a:lnTo>
                <a:lnTo>
                  <a:pt x="686523" y="2095500"/>
                </a:lnTo>
                <a:lnTo>
                  <a:pt x="685393" y="2095969"/>
                </a:lnTo>
                <a:lnTo>
                  <a:pt x="683539" y="2097836"/>
                </a:lnTo>
                <a:lnTo>
                  <a:pt x="683069" y="2098954"/>
                </a:lnTo>
                <a:lnTo>
                  <a:pt x="683069" y="2101583"/>
                </a:lnTo>
                <a:lnTo>
                  <a:pt x="683539" y="2102700"/>
                </a:lnTo>
                <a:lnTo>
                  <a:pt x="685393" y="2104567"/>
                </a:lnTo>
                <a:lnTo>
                  <a:pt x="686523" y="2105025"/>
                </a:lnTo>
                <a:lnTo>
                  <a:pt x="689152" y="2105025"/>
                </a:lnTo>
                <a:lnTo>
                  <a:pt x="690270" y="2104567"/>
                </a:lnTo>
                <a:lnTo>
                  <a:pt x="692137" y="2102700"/>
                </a:lnTo>
                <a:lnTo>
                  <a:pt x="692594" y="2101583"/>
                </a:lnTo>
                <a:lnTo>
                  <a:pt x="692594" y="2098954"/>
                </a:lnTo>
                <a:close/>
              </a:path>
              <a:path w="1376045" h="2581275">
                <a:moveTo>
                  <a:pt x="692594" y="2051329"/>
                </a:moveTo>
                <a:lnTo>
                  <a:pt x="692137" y="2050211"/>
                </a:lnTo>
                <a:lnTo>
                  <a:pt x="690270" y="2048344"/>
                </a:lnTo>
                <a:lnTo>
                  <a:pt x="689152" y="2047875"/>
                </a:lnTo>
                <a:lnTo>
                  <a:pt x="686523" y="2047875"/>
                </a:lnTo>
                <a:lnTo>
                  <a:pt x="685393" y="2048344"/>
                </a:lnTo>
                <a:lnTo>
                  <a:pt x="683539" y="2050211"/>
                </a:lnTo>
                <a:lnTo>
                  <a:pt x="683069" y="2051329"/>
                </a:lnTo>
                <a:lnTo>
                  <a:pt x="683069" y="2053958"/>
                </a:lnTo>
                <a:lnTo>
                  <a:pt x="683539" y="2055075"/>
                </a:lnTo>
                <a:lnTo>
                  <a:pt x="685393" y="2056942"/>
                </a:lnTo>
                <a:lnTo>
                  <a:pt x="686523" y="2057400"/>
                </a:lnTo>
                <a:lnTo>
                  <a:pt x="689152" y="2057400"/>
                </a:lnTo>
                <a:lnTo>
                  <a:pt x="690270" y="2056942"/>
                </a:lnTo>
                <a:lnTo>
                  <a:pt x="692137" y="2055075"/>
                </a:lnTo>
                <a:lnTo>
                  <a:pt x="692594" y="2053958"/>
                </a:lnTo>
                <a:lnTo>
                  <a:pt x="692594" y="2051329"/>
                </a:lnTo>
                <a:close/>
              </a:path>
              <a:path w="1376045" h="2581275">
                <a:moveTo>
                  <a:pt x="692594" y="2003704"/>
                </a:moveTo>
                <a:lnTo>
                  <a:pt x="692137" y="2002586"/>
                </a:lnTo>
                <a:lnTo>
                  <a:pt x="690270" y="2000719"/>
                </a:lnTo>
                <a:lnTo>
                  <a:pt x="689152" y="2000250"/>
                </a:lnTo>
                <a:lnTo>
                  <a:pt x="686523" y="2000250"/>
                </a:lnTo>
                <a:lnTo>
                  <a:pt x="685393" y="2000719"/>
                </a:lnTo>
                <a:lnTo>
                  <a:pt x="683539" y="2002586"/>
                </a:lnTo>
                <a:lnTo>
                  <a:pt x="683069" y="2003704"/>
                </a:lnTo>
                <a:lnTo>
                  <a:pt x="683069" y="2006333"/>
                </a:lnTo>
                <a:lnTo>
                  <a:pt x="683539" y="2007450"/>
                </a:lnTo>
                <a:lnTo>
                  <a:pt x="685393" y="2009317"/>
                </a:lnTo>
                <a:lnTo>
                  <a:pt x="686523" y="2009775"/>
                </a:lnTo>
                <a:lnTo>
                  <a:pt x="689152" y="2009775"/>
                </a:lnTo>
                <a:lnTo>
                  <a:pt x="690270" y="2009317"/>
                </a:lnTo>
                <a:lnTo>
                  <a:pt x="692137" y="2007450"/>
                </a:lnTo>
                <a:lnTo>
                  <a:pt x="692594" y="2006333"/>
                </a:lnTo>
                <a:lnTo>
                  <a:pt x="692594" y="2003704"/>
                </a:lnTo>
                <a:close/>
              </a:path>
              <a:path w="1376045" h="2581275">
                <a:moveTo>
                  <a:pt x="692594" y="1956079"/>
                </a:moveTo>
                <a:lnTo>
                  <a:pt x="692137" y="1954961"/>
                </a:lnTo>
                <a:lnTo>
                  <a:pt x="690270" y="1953094"/>
                </a:lnTo>
                <a:lnTo>
                  <a:pt x="689152" y="1952625"/>
                </a:lnTo>
                <a:lnTo>
                  <a:pt x="686523" y="1952625"/>
                </a:lnTo>
                <a:lnTo>
                  <a:pt x="685393" y="1953094"/>
                </a:lnTo>
                <a:lnTo>
                  <a:pt x="683539" y="1954961"/>
                </a:lnTo>
                <a:lnTo>
                  <a:pt x="683069" y="1956079"/>
                </a:lnTo>
                <a:lnTo>
                  <a:pt x="683069" y="1958708"/>
                </a:lnTo>
                <a:lnTo>
                  <a:pt x="683539" y="1959825"/>
                </a:lnTo>
                <a:lnTo>
                  <a:pt x="685393" y="1961692"/>
                </a:lnTo>
                <a:lnTo>
                  <a:pt x="686523" y="1962150"/>
                </a:lnTo>
                <a:lnTo>
                  <a:pt x="689152" y="1962150"/>
                </a:lnTo>
                <a:lnTo>
                  <a:pt x="690270" y="1961692"/>
                </a:lnTo>
                <a:lnTo>
                  <a:pt x="692137" y="1959825"/>
                </a:lnTo>
                <a:lnTo>
                  <a:pt x="692594" y="1958708"/>
                </a:lnTo>
                <a:lnTo>
                  <a:pt x="692594" y="1956079"/>
                </a:lnTo>
                <a:close/>
              </a:path>
              <a:path w="1376045" h="2581275">
                <a:moveTo>
                  <a:pt x="692594" y="1908454"/>
                </a:moveTo>
                <a:lnTo>
                  <a:pt x="692137" y="1907336"/>
                </a:lnTo>
                <a:lnTo>
                  <a:pt x="690270" y="1905469"/>
                </a:lnTo>
                <a:lnTo>
                  <a:pt x="689152" y="1905000"/>
                </a:lnTo>
                <a:lnTo>
                  <a:pt x="686523" y="1905000"/>
                </a:lnTo>
                <a:lnTo>
                  <a:pt x="685393" y="1905469"/>
                </a:lnTo>
                <a:lnTo>
                  <a:pt x="683539" y="1907336"/>
                </a:lnTo>
                <a:lnTo>
                  <a:pt x="683069" y="1908454"/>
                </a:lnTo>
                <a:lnTo>
                  <a:pt x="683069" y="1911083"/>
                </a:lnTo>
                <a:lnTo>
                  <a:pt x="683539" y="1912200"/>
                </a:lnTo>
                <a:lnTo>
                  <a:pt x="685393" y="1914067"/>
                </a:lnTo>
                <a:lnTo>
                  <a:pt x="686523" y="1914525"/>
                </a:lnTo>
                <a:lnTo>
                  <a:pt x="689152" y="1914525"/>
                </a:lnTo>
                <a:lnTo>
                  <a:pt x="690270" y="1914067"/>
                </a:lnTo>
                <a:lnTo>
                  <a:pt x="692137" y="1912200"/>
                </a:lnTo>
                <a:lnTo>
                  <a:pt x="692594" y="1911083"/>
                </a:lnTo>
                <a:lnTo>
                  <a:pt x="692594" y="1908454"/>
                </a:lnTo>
                <a:close/>
              </a:path>
              <a:path w="1376045" h="2581275">
                <a:moveTo>
                  <a:pt x="692594" y="1860829"/>
                </a:moveTo>
                <a:lnTo>
                  <a:pt x="692137" y="1859711"/>
                </a:lnTo>
                <a:lnTo>
                  <a:pt x="690270" y="1857844"/>
                </a:lnTo>
                <a:lnTo>
                  <a:pt x="689152" y="1857375"/>
                </a:lnTo>
                <a:lnTo>
                  <a:pt x="686523" y="1857375"/>
                </a:lnTo>
                <a:lnTo>
                  <a:pt x="685393" y="1857844"/>
                </a:lnTo>
                <a:lnTo>
                  <a:pt x="683539" y="1859711"/>
                </a:lnTo>
                <a:lnTo>
                  <a:pt x="683069" y="1860829"/>
                </a:lnTo>
                <a:lnTo>
                  <a:pt x="683069" y="1863458"/>
                </a:lnTo>
                <a:lnTo>
                  <a:pt x="683539" y="1864575"/>
                </a:lnTo>
                <a:lnTo>
                  <a:pt x="685393" y="1866442"/>
                </a:lnTo>
                <a:lnTo>
                  <a:pt x="686523" y="1866900"/>
                </a:lnTo>
                <a:lnTo>
                  <a:pt x="689152" y="1866900"/>
                </a:lnTo>
                <a:lnTo>
                  <a:pt x="690270" y="1866442"/>
                </a:lnTo>
                <a:lnTo>
                  <a:pt x="692137" y="1864575"/>
                </a:lnTo>
                <a:lnTo>
                  <a:pt x="692594" y="1863458"/>
                </a:lnTo>
                <a:lnTo>
                  <a:pt x="692594" y="1860829"/>
                </a:lnTo>
                <a:close/>
              </a:path>
              <a:path w="1376045" h="2581275">
                <a:moveTo>
                  <a:pt x="692594" y="1813204"/>
                </a:moveTo>
                <a:lnTo>
                  <a:pt x="692137" y="1812086"/>
                </a:lnTo>
                <a:lnTo>
                  <a:pt x="690270" y="1810219"/>
                </a:lnTo>
                <a:lnTo>
                  <a:pt x="689152" y="1809750"/>
                </a:lnTo>
                <a:lnTo>
                  <a:pt x="686523" y="1809750"/>
                </a:lnTo>
                <a:lnTo>
                  <a:pt x="685393" y="1810219"/>
                </a:lnTo>
                <a:lnTo>
                  <a:pt x="683539" y="1812086"/>
                </a:lnTo>
                <a:lnTo>
                  <a:pt x="683069" y="1813204"/>
                </a:lnTo>
                <a:lnTo>
                  <a:pt x="683069" y="1815833"/>
                </a:lnTo>
                <a:lnTo>
                  <a:pt x="683539" y="1816950"/>
                </a:lnTo>
                <a:lnTo>
                  <a:pt x="685393" y="1818817"/>
                </a:lnTo>
                <a:lnTo>
                  <a:pt x="686523" y="1819275"/>
                </a:lnTo>
                <a:lnTo>
                  <a:pt x="689152" y="1819275"/>
                </a:lnTo>
                <a:lnTo>
                  <a:pt x="690270" y="1818817"/>
                </a:lnTo>
                <a:lnTo>
                  <a:pt x="692137" y="1816950"/>
                </a:lnTo>
                <a:lnTo>
                  <a:pt x="692594" y="1815833"/>
                </a:lnTo>
                <a:lnTo>
                  <a:pt x="692594" y="1813204"/>
                </a:lnTo>
                <a:close/>
              </a:path>
              <a:path w="1376045" h="2581275">
                <a:moveTo>
                  <a:pt x="692594" y="1765579"/>
                </a:moveTo>
                <a:lnTo>
                  <a:pt x="692137" y="1764461"/>
                </a:lnTo>
                <a:lnTo>
                  <a:pt x="690270" y="1762594"/>
                </a:lnTo>
                <a:lnTo>
                  <a:pt x="689152" y="1762125"/>
                </a:lnTo>
                <a:lnTo>
                  <a:pt x="686523" y="1762125"/>
                </a:lnTo>
                <a:lnTo>
                  <a:pt x="685393" y="1762594"/>
                </a:lnTo>
                <a:lnTo>
                  <a:pt x="683539" y="1764461"/>
                </a:lnTo>
                <a:lnTo>
                  <a:pt x="683069" y="1765579"/>
                </a:lnTo>
                <a:lnTo>
                  <a:pt x="683069" y="1768208"/>
                </a:lnTo>
                <a:lnTo>
                  <a:pt x="683539" y="1769325"/>
                </a:lnTo>
                <a:lnTo>
                  <a:pt x="685393" y="1771192"/>
                </a:lnTo>
                <a:lnTo>
                  <a:pt x="686523" y="1771650"/>
                </a:lnTo>
                <a:lnTo>
                  <a:pt x="689152" y="1771650"/>
                </a:lnTo>
                <a:lnTo>
                  <a:pt x="690270" y="1771192"/>
                </a:lnTo>
                <a:lnTo>
                  <a:pt x="692137" y="1769325"/>
                </a:lnTo>
                <a:lnTo>
                  <a:pt x="692594" y="1768208"/>
                </a:lnTo>
                <a:lnTo>
                  <a:pt x="692594" y="1765579"/>
                </a:lnTo>
                <a:close/>
              </a:path>
              <a:path w="1376045" h="2581275">
                <a:moveTo>
                  <a:pt x="692594" y="1717954"/>
                </a:moveTo>
                <a:lnTo>
                  <a:pt x="692137" y="1716836"/>
                </a:lnTo>
                <a:lnTo>
                  <a:pt x="690270" y="1714969"/>
                </a:lnTo>
                <a:lnTo>
                  <a:pt x="689152" y="1714500"/>
                </a:lnTo>
                <a:lnTo>
                  <a:pt x="686523" y="1714500"/>
                </a:lnTo>
                <a:lnTo>
                  <a:pt x="685393" y="1714969"/>
                </a:lnTo>
                <a:lnTo>
                  <a:pt x="683539" y="1716836"/>
                </a:lnTo>
                <a:lnTo>
                  <a:pt x="683069" y="1717954"/>
                </a:lnTo>
                <a:lnTo>
                  <a:pt x="683069" y="1720583"/>
                </a:lnTo>
                <a:lnTo>
                  <a:pt x="683539" y="1721700"/>
                </a:lnTo>
                <a:lnTo>
                  <a:pt x="685393" y="1723567"/>
                </a:lnTo>
                <a:lnTo>
                  <a:pt x="686523" y="1724025"/>
                </a:lnTo>
                <a:lnTo>
                  <a:pt x="689152" y="1724025"/>
                </a:lnTo>
                <a:lnTo>
                  <a:pt x="690270" y="1723567"/>
                </a:lnTo>
                <a:lnTo>
                  <a:pt x="692137" y="1721700"/>
                </a:lnTo>
                <a:lnTo>
                  <a:pt x="692594" y="1720583"/>
                </a:lnTo>
                <a:lnTo>
                  <a:pt x="692594" y="1717954"/>
                </a:lnTo>
                <a:close/>
              </a:path>
              <a:path w="1376045" h="2581275">
                <a:moveTo>
                  <a:pt x="692594" y="1670329"/>
                </a:moveTo>
                <a:lnTo>
                  <a:pt x="692137" y="1669211"/>
                </a:lnTo>
                <a:lnTo>
                  <a:pt x="690270" y="1667344"/>
                </a:lnTo>
                <a:lnTo>
                  <a:pt x="689152" y="1666875"/>
                </a:lnTo>
                <a:lnTo>
                  <a:pt x="686523" y="1666875"/>
                </a:lnTo>
                <a:lnTo>
                  <a:pt x="685393" y="1667344"/>
                </a:lnTo>
                <a:lnTo>
                  <a:pt x="683539" y="1669211"/>
                </a:lnTo>
                <a:lnTo>
                  <a:pt x="683069" y="1670329"/>
                </a:lnTo>
                <a:lnTo>
                  <a:pt x="683069" y="1672958"/>
                </a:lnTo>
                <a:lnTo>
                  <a:pt x="683539" y="1674075"/>
                </a:lnTo>
                <a:lnTo>
                  <a:pt x="685393" y="1675942"/>
                </a:lnTo>
                <a:lnTo>
                  <a:pt x="686523" y="1676400"/>
                </a:lnTo>
                <a:lnTo>
                  <a:pt x="689152" y="1676400"/>
                </a:lnTo>
                <a:lnTo>
                  <a:pt x="690270" y="1675942"/>
                </a:lnTo>
                <a:lnTo>
                  <a:pt x="692137" y="1674075"/>
                </a:lnTo>
                <a:lnTo>
                  <a:pt x="692594" y="1672958"/>
                </a:lnTo>
                <a:lnTo>
                  <a:pt x="692594" y="1670329"/>
                </a:lnTo>
                <a:close/>
              </a:path>
              <a:path w="1376045" h="2581275">
                <a:moveTo>
                  <a:pt x="692594" y="1622704"/>
                </a:moveTo>
                <a:lnTo>
                  <a:pt x="692137" y="1621586"/>
                </a:lnTo>
                <a:lnTo>
                  <a:pt x="690270" y="1619719"/>
                </a:lnTo>
                <a:lnTo>
                  <a:pt x="689152" y="1619250"/>
                </a:lnTo>
                <a:lnTo>
                  <a:pt x="686523" y="1619250"/>
                </a:lnTo>
                <a:lnTo>
                  <a:pt x="685393" y="1619719"/>
                </a:lnTo>
                <a:lnTo>
                  <a:pt x="683539" y="1621586"/>
                </a:lnTo>
                <a:lnTo>
                  <a:pt x="683069" y="1622704"/>
                </a:lnTo>
                <a:lnTo>
                  <a:pt x="683069" y="1625333"/>
                </a:lnTo>
                <a:lnTo>
                  <a:pt x="683539" y="1626450"/>
                </a:lnTo>
                <a:lnTo>
                  <a:pt x="685393" y="1628317"/>
                </a:lnTo>
                <a:lnTo>
                  <a:pt x="686523" y="1628775"/>
                </a:lnTo>
                <a:lnTo>
                  <a:pt x="689152" y="1628775"/>
                </a:lnTo>
                <a:lnTo>
                  <a:pt x="690270" y="1628317"/>
                </a:lnTo>
                <a:lnTo>
                  <a:pt x="692137" y="1626450"/>
                </a:lnTo>
                <a:lnTo>
                  <a:pt x="692594" y="1625333"/>
                </a:lnTo>
                <a:lnTo>
                  <a:pt x="692594" y="1622704"/>
                </a:lnTo>
                <a:close/>
              </a:path>
              <a:path w="1376045" h="2581275">
                <a:moveTo>
                  <a:pt x="692594" y="1575079"/>
                </a:moveTo>
                <a:lnTo>
                  <a:pt x="692137" y="1573961"/>
                </a:lnTo>
                <a:lnTo>
                  <a:pt x="690270" y="1572094"/>
                </a:lnTo>
                <a:lnTo>
                  <a:pt x="689152" y="1571625"/>
                </a:lnTo>
                <a:lnTo>
                  <a:pt x="686523" y="1571625"/>
                </a:lnTo>
                <a:lnTo>
                  <a:pt x="685393" y="1572094"/>
                </a:lnTo>
                <a:lnTo>
                  <a:pt x="683539" y="1573961"/>
                </a:lnTo>
                <a:lnTo>
                  <a:pt x="683069" y="1575079"/>
                </a:lnTo>
                <a:lnTo>
                  <a:pt x="683069" y="1577708"/>
                </a:lnTo>
                <a:lnTo>
                  <a:pt x="683539" y="1578825"/>
                </a:lnTo>
                <a:lnTo>
                  <a:pt x="685393" y="1580692"/>
                </a:lnTo>
                <a:lnTo>
                  <a:pt x="686523" y="1581150"/>
                </a:lnTo>
                <a:lnTo>
                  <a:pt x="689152" y="1581150"/>
                </a:lnTo>
                <a:lnTo>
                  <a:pt x="690270" y="1580692"/>
                </a:lnTo>
                <a:lnTo>
                  <a:pt x="692137" y="1578825"/>
                </a:lnTo>
                <a:lnTo>
                  <a:pt x="692594" y="1577708"/>
                </a:lnTo>
                <a:lnTo>
                  <a:pt x="692594" y="1575079"/>
                </a:lnTo>
                <a:close/>
              </a:path>
              <a:path w="1376045" h="2581275">
                <a:moveTo>
                  <a:pt x="692594" y="1527454"/>
                </a:moveTo>
                <a:lnTo>
                  <a:pt x="692137" y="1526336"/>
                </a:lnTo>
                <a:lnTo>
                  <a:pt x="690270" y="1524469"/>
                </a:lnTo>
                <a:lnTo>
                  <a:pt x="689152" y="1524000"/>
                </a:lnTo>
                <a:lnTo>
                  <a:pt x="686523" y="1524000"/>
                </a:lnTo>
                <a:lnTo>
                  <a:pt x="685393" y="1524469"/>
                </a:lnTo>
                <a:lnTo>
                  <a:pt x="683539" y="1526336"/>
                </a:lnTo>
                <a:lnTo>
                  <a:pt x="683069" y="1527454"/>
                </a:lnTo>
                <a:lnTo>
                  <a:pt x="683069" y="1530083"/>
                </a:lnTo>
                <a:lnTo>
                  <a:pt x="683539" y="1531200"/>
                </a:lnTo>
                <a:lnTo>
                  <a:pt x="685393" y="1533067"/>
                </a:lnTo>
                <a:lnTo>
                  <a:pt x="686523" y="1533525"/>
                </a:lnTo>
                <a:lnTo>
                  <a:pt x="689152" y="1533525"/>
                </a:lnTo>
                <a:lnTo>
                  <a:pt x="690270" y="1533067"/>
                </a:lnTo>
                <a:lnTo>
                  <a:pt x="692137" y="1531200"/>
                </a:lnTo>
                <a:lnTo>
                  <a:pt x="692594" y="1530083"/>
                </a:lnTo>
                <a:lnTo>
                  <a:pt x="692594" y="1527454"/>
                </a:lnTo>
                <a:close/>
              </a:path>
              <a:path w="1376045" h="2581275">
                <a:moveTo>
                  <a:pt x="692594" y="1479829"/>
                </a:moveTo>
                <a:lnTo>
                  <a:pt x="692137" y="1478711"/>
                </a:lnTo>
                <a:lnTo>
                  <a:pt x="690270" y="1476844"/>
                </a:lnTo>
                <a:lnTo>
                  <a:pt x="689152" y="1476375"/>
                </a:lnTo>
                <a:lnTo>
                  <a:pt x="686523" y="1476375"/>
                </a:lnTo>
                <a:lnTo>
                  <a:pt x="685393" y="1476844"/>
                </a:lnTo>
                <a:lnTo>
                  <a:pt x="683539" y="1478711"/>
                </a:lnTo>
                <a:lnTo>
                  <a:pt x="683069" y="1479829"/>
                </a:lnTo>
                <a:lnTo>
                  <a:pt x="683069" y="1482458"/>
                </a:lnTo>
                <a:lnTo>
                  <a:pt x="683539" y="1483575"/>
                </a:lnTo>
                <a:lnTo>
                  <a:pt x="685393" y="1485442"/>
                </a:lnTo>
                <a:lnTo>
                  <a:pt x="686523" y="1485900"/>
                </a:lnTo>
                <a:lnTo>
                  <a:pt x="689152" y="1485900"/>
                </a:lnTo>
                <a:lnTo>
                  <a:pt x="690270" y="1485442"/>
                </a:lnTo>
                <a:lnTo>
                  <a:pt x="692137" y="1483575"/>
                </a:lnTo>
                <a:lnTo>
                  <a:pt x="692594" y="1482458"/>
                </a:lnTo>
                <a:lnTo>
                  <a:pt x="692594" y="1479829"/>
                </a:lnTo>
                <a:close/>
              </a:path>
              <a:path w="1376045" h="2581275">
                <a:moveTo>
                  <a:pt x="692594" y="1432204"/>
                </a:moveTo>
                <a:lnTo>
                  <a:pt x="692137" y="1431086"/>
                </a:lnTo>
                <a:lnTo>
                  <a:pt x="690270" y="1429219"/>
                </a:lnTo>
                <a:lnTo>
                  <a:pt x="689152" y="1428750"/>
                </a:lnTo>
                <a:lnTo>
                  <a:pt x="686523" y="1428750"/>
                </a:lnTo>
                <a:lnTo>
                  <a:pt x="685393" y="1429219"/>
                </a:lnTo>
                <a:lnTo>
                  <a:pt x="683539" y="1431086"/>
                </a:lnTo>
                <a:lnTo>
                  <a:pt x="683069" y="1432204"/>
                </a:lnTo>
                <a:lnTo>
                  <a:pt x="683069" y="1434833"/>
                </a:lnTo>
                <a:lnTo>
                  <a:pt x="683539" y="1435950"/>
                </a:lnTo>
                <a:lnTo>
                  <a:pt x="685393" y="1437817"/>
                </a:lnTo>
                <a:lnTo>
                  <a:pt x="686523" y="1438275"/>
                </a:lnTo>
                <a:lnTo>
                  <a:pt x="689152" y="1438275"/>
                </a:lnTo>
                <a:lnTo>
                  <a:pt x="690270" y="1437817"/>
                </a:lnTo>
                <a:lnTo>
                  <a:pt x="692137" y="1435950"/>
                </a:lnTo>
                <a:lnTo>
                  <a:pt x="692594" y="1434833"/>
                </a:lnTo>
                <a:lnTo>
                  <a:pt x="692594" y="1432204"/>
                </a:lnTo>
                <a:close/>
              </a:path>
              <a:path w="1376045" h="2581275">
                <a:moveTo>
                  <a:pt x="692594" y="1384579"/>
                </a:moveTo>
                <a:lnTo>
                  <a:pt x="692137" y="1383461"/>
                </a:lnTo>
                <a:lnTo>
                  <a:pt x="690270" y="1381594"/>
                </a:lnTo>
                <a:lnTo>
                  <a:pt x="689152" y="1381125"/>
                </a:lnTo>
                <a:lnTo>
                  <a:pt x="686523" y="1381125"/>
                </a:lnTo>
                <a:lnTo>
                  <a:pt x="685393" y="1381594"/>
                </a:lnTo>
                <a:lnTo>
                  <a:pt x="683539" y="1383461"/>
                </a:lnTo>
                <a:lnTo>
                  <a:pt x="683069" y="1384579"/>
                </a:lnTo>
                <a:lnTo>
                  <a:pt x="683069" y="1387208"/>
                </a:lnTo>
                <a:lnTo>
                  <a:pt x="683539" y="1388325"/>
                </a:lnTo>
                <a:lnTo>
                  <a:pt x="685393" y="1390192"/>
                </a:lnTo>
                <a:lnTo>
                  <a:pt x="686523" y="1390650"/>
                </a:lnTo>
                <a:lnTo>
                  <a:pt x="689152" y="1390650"/>
                </a:lnTo>
                <a:lnTo>
                  <a:pt x="690270" y="1390192"/>
                </a:lnTo>
                <a:lnTo>
                  <a:pt x="692137" y="1388325"/>
                </a:lnTo>
                <a:lnTo>
                  <a:pt x="692594" y="1387208"/>
                </a:lnTo>
                <a:lnTo>
                  <a:pt x="692594" y="1384579"/>
                </a:lnTo>
                <a:close/>
              </a:path>
              <a:path w="1376045" h="2581275">
                <a:moveTo>
                  <a:pt x="692594" y="1336954"/>
                </a:moveTo>
                <a:lnTo>
                  <a:pt x="692137" y="1335836"/>
                </a:lnTo>
                <a:lnTo>
                  <a:pt x="690270" y="1333969"/>
                </a:lnTo>
                <a:lnTo>
                  <a:pt x="689152" y="1333500"/>
                </a:lnTo>
                <a:lnTo>
                  <a:pt x="686523" y="1333500"/>
                </a:lnTo>
                <a:lnTo>
                  <a:pt x="685393" y="1333969"/>
                </a:lnTo>
                <a:lnTo>
                  <a:pt x="683539" y="1335836"/>
                </a:lnTo>
                <a:lnTo>
                  <a:pt x="683069" y="1336954"/>
                </a:lnTo>
                <a:lnTo>
                  <a:pt x="683069" y="1339583"/>
                </a:lnTo>
                <a:lnTo>
                  <a:pt x="683539" y="1340700"/>
                </a:lnTo>
                <a:lnTo>
                  <a:pt x="685393" y="1342567"/>
                </a:lnTo>
                <a:lnTo>
                  <a:pt x="686523" y="1343025"/>
                </a:lnTo>
                <a:lnTo>
                  <a:pt x="689152" y="1343025"/>
                </a:lnTo>
                <a:lnTo>
                  <a:pt x="690270" y="1342567"/>
                </a:lnTo>
                <a:lnTo>
                  <a:pt x="692137" y="1340700"/>
                </a:lnTo>
                <a:lnTo>
                  <a:pt x="692594" y="1339583"/>
                </a:lnTo>
                <a:lnTo>
                  <a:pt x="692594" y="1336954"/>
                </a:lnTo>
                <a:close/>
              </a:path>
              <a:path w="1376045" h="2581275">
                <a:moveTo>
                  <a:pt x="692594" y="1289329"/>
                </a:moveTo>
                <a:lnTo>
                  <a:pt x="692137" y="1288211"/>
                </a:lnTo>
                <a:lnTo>
                  <a:pt x="690270" y="1286344"/>
                </a:lnTo>
                <a:lnTo>
                  <a:pt x="689152" y="1285875"/>
                </a:lnTo>
                <a:lnTo>
                  <a:pt x="686523" y="1285875"/>
                </a:lnTo>
                <a:lnTo>
                  <a:pt x="685393" y="1286344"/>
                </a:lnTo>
                <a:lnTo>
                  <a:pt x="683539" y="1288211"/>
                </a:lnTo>
                <a:lnTo>
                  <a:pt x="683069" y="1289329"/>
                </a:lnTo>
                <a:lnTo>
                  <a:pt x="683069" y="1291958"/>
                </a:lnTo>
                <a:lnTo>
                  <a:pt x="683539" y="1293075"/>
                </a:lnTo>
                <a:lnTo>
                  <a:pt x="685393" y="1294942"/>
                </a:lnTo>
                <a:lnTo>
                  <a:pt x="686523" y="1295400"/>
                </a:lnTo>
                <a:lnTo>
                  <a:pt x="689152" y="1295400"/>
                </a:lnTo>
                <a:lnTo>
                  <a:pt x="690270" y="1294942"/>
                </a:lnTo>
                <a:lnTo>
                  <a:pt x="692137" y="1293075"/>
                </a:lnTo>
                <a:lnTo>
                  <a:pt x="692594" y="1291958"/>
                </a:lnTo>
                <a:lnTo>
                  <a:pt x="692594" y="1289329"/>
                </a:lnTo>
                <a:close/>
              </a:path>
              <a:path w="1376045" h="2581275">
                <a:moveTo>
                  <a:pt x="692594" y="1241704"/>
                </a:moveTo>
                <a:lnTo>
                  <a:pt x="692137" y="1240586"/>
                </a:lnTo>
                <a:lnTo>
                  <a:pt x="690270" y="1238719"/>
                </a:lnTo>
                <a:lnTo>
                  <a:pt x="689152" y="1238250"/>
                </a:lnTo>
                <a:lnTo>
                  <a:pt x="686523" y="1238250"/>
                </a:lnTo>
                <a:lnTo>
                  <a:pt x="685393" y="1238719"/>
                </a:lnTo>
                <a:lnTo>
                  <a:pt x="683539" y="1240586"/>
                </a:lnTo>
                <a:lnTo>
                  <a:pt x="683069" y="1241704"/>
                </a:lnTo>
                <a:lnTo>
                  <a:pt x="683069" y="1244333"/>
                </a:lnTo>
                <a:lnTo>
                  <a:pt x="683539" y="1245450"/>
                </a:lnTo>
                <a:lnTo>
                  <a:pt x="685393" y="1247317"/>
                </a:lnTo>
                <a:lnTo>
                  <a:pt x="686523" y="1247775"/>
                </a:lnTo>
                <a:lnTo>
                  <a:pt x="689152" y="1247775"/>
                </a:lnTo>
                <a:lnTo>
                  <a:pt x="690270" y="1247317"/>
                </a:lnTo>
                <a:lnTo>
                  <a:pt x="692137" y="1245450"/>
                </a:lnTo>
                <a:lnTo>
                  <a:pt x="692594" y="1244333"/>
                </a:lnTo>
                <a:lnTo>
                  <a:pt x="692594" y="1241704"/>
                </a:lnTo>
                <a:close/>
              </a:path>
              <a:path w="1376045" h="2581275">
                <a:moveTo>
                  <a:pt x="692594" y="1194079"/>
                </a:moveTo>
                <a:lnTo>
                  <a:pt x="692137" y="1192961"/>
                </a:lnTo>
                <a:lnTo>
                  <a:pt x="690270" y="1191094"/>
                </a:lnTo>
                <a:lnTo>
                  <a:pt x="689152" y="1190625"/>
                </a:lnTo>
                <a:lnTo>
                  <a:pt x="686523" y="1190625"/>
                </a:lnTo>
                <a:lnTo>
                  <a:pt x="685393" y="1191094"/>
                </a:lnTo>
                <a:lnTo>
                  <a:pt x="683539" y="1192961"/>
                </a:lnTo>
                <a:lnTo>
                  <a:pt x="683069" y="1194079"/>
                </a:lnTo>
                <a:lnTo>
                  <a:pt x="683069" y="1196708"/>
                </a:lnTo>
                <a:lnTo>
                  <a:pt x="683539" y="1197825"/>
                </a:lnTo>
                <a:lnTo>
                  <a:pt x="685393" y="1199692"/>
                </a:lnTo>
                <a:lnTo>
                  <a:pt x="686523" y="1200150"/>
                </a:lnTo>
                <a:lnTo>
                  <a:pt x="689152" y="1200150"/>
                </a:lnTo>
                <a:lnTo>
                  <a:pt x="690270" y="1199692"/>
                </a:lnTo>
                <a:lnTo>
                  <a:pt x="692137" y="1197825"/>
                </a:lnTo>
                <a:lnTo>
                  <a:pt x="692594" y="1196708"/>
                </a:lnTo>
                <a:lnTo>
                  <a:pt x="692594" y="1194079"/>
                </a:lnTo>
                <a:close/>
              </a:path>
              <a:path w="1376045" h="2581275">
                <a:moveTo>
                  <a:pt x="692594" y="1146454"/>
                </a:moveTo>
                <a:lnTo>
                  <a:pt x="692137" y="1145336"/>
                </a:lnTo>
                <a:lnTo>
                  <a:pt x="690270" y="1143469"/>
                </a:lnTo>
                <a:lnTo>
                  <a:pt x="689152" y="1143000"/>
                </a:lnTo>
                <a:lnTo>
                  <a:pt x="686523" y="1143000"/>
                </a:lnTo>
                <a:lnTo>
                  <a:pt x="685393" y="1143469"/>
                </a:lnTo>
                <a:lnTo>
                  <a:pt x="683539" y="1145336"/>
                </a:lnTo>
                <a:lnTo>
                  <a:pt x="683069" y="1146454"/>
                </a:lnTo>
                <a:lnTo>
                  <a:pt x="683069" y="1149083"/>
                </a:lnTo>
                <a:lnTo>
                  <a:pt x="683539" y="1150200"/>
                </a:lnTo>
                <a:lnTo>
                  <a:pt x="685393" y="1152067"/>
                </a:lnTo>
                <a:lnTo>
                  <a:pt x="686523" y="1152525"/>
                </a:lnTo>
                <a:lnTo>
                  <a:pt x="689152" y="1152525"/>
                </a:lnTo>
                <a:lnTo>
                  <a:pt x="690270" y="1152067"/>
                </a:lnTo>
                <a:lnTo>
                  <a:pt x="692137" y="1150200"/>
                </a:lnTo>
                <a:lnTo>
                  <a:pt x="692594" y="1149083"/>
                </a:lnTo>
                <a:lnTo>
                  <a:pt x="692594" y="1146454"/>
                </a:lnTo>
                <a:close/>
              </a:path>
              <a:path w="1376045" h="2581275">
                <a:moveTo>
                  <a:pt x="692594" y="1098829"/>
                </a:moveTo>
                <a:lnTo>
                  <a:pt x="692137" y="1097711"/>
                </a:lnTo>
                <a:lnTo>
                  <a:pt x="690270" y="1095844"/>
                </a:lnTo>
                <a:lnTo>
                  <a:pt x="689152" y="1095375"/>
                </a:lnTo>
                <a:lnTo>
                  <a:pt x="686523" y="1095375"/>
                </a:lnTo>
                <a:lnTo>
                  <a:pt x="685393" y="1095844"/>
                </a:lnTo>
                <a:lnTo>
                  <a:pt x="683539" y="1097711"/>
                </a:lnTo>
                <a:lnTo>
                  <a:pt x="683069" y="1098829"/>
                </a:lnTo>
                <a:lnTo>
                  <a:pt x="683069" y="1101458"/>
                </a:lnTo>
                <a:lnTo>
                  <a:pt x="683539" y="1102575"/>
                </a:lnTo>
                <a:lnTo>
                  <a:pt x="685393" y="1104442"/>
                </a:lnTo>
                <a:lnTo>
                  <a:pt x="686523" y="1104900"/>
                </a:lnTo>
                <a:lnTo>
                  <a:pt x="689152" y="1104900"/>
                </a:lnTo>
                <a:lnTo>
                  <a:pt x="690270" y="1104442"/>
                </a:lnTo>
                <a:lnTo>
                  <a:pt x="692137" y="1102575"/>
                </a:lnTo>
                <a:lnTo>
                  <a:pt x="692594" y="1101458"/>
                </a:lnTo>
                <a:lnTo>
                  <a:pt x="692594" y="1098829"/>
                </a:lnTo>
                <a:close/>
              </a:path>
              <a:path w="1376045" h="2581275">
                <a:moveTo>
                  <a:pt x="692594" y="1051204"/>
                </a:moveTo>
                <a:lnTo>
                  <a:pt x="692137" y="1050086"/>
                </a:lnTo>
                <a:lnTo>
                  <a:pt x="690270" y="1048219"/>
                </a:lnTo>
                <a:lnTo>
                  <a:pt x="689152" y="1047750"/>
                </a:lnTo>
                <a:lnTo>
                  <a:pt x="686523" y="1047750"/>
                </a:lnTo>
                <a:lnTo>
                  <a:pt x="685393" y="1048219"/>
                </a:lnTo>
                <a:lnTo>
                  <a:pt x="683539" y="1050086"/>
                </a:lnTo>
                <a:lnTo>
                  <a:pt x="683069" y="1051204"/>
                </a:lnTo>
                <a:lnTo>
                  <a:pt x="683069" y="1053833"/>
                </a:lnTo>
                <a:lnTo>
                  <a:pt x="683539" y="1054950"/>
                </a:lnTo>
                <a:lnTo>
                  <a:pt x="685393" y="1056817"/>
                </a:lnTo>
                <a:lnTo>
                  <a:pt x="686523" y="1057275"/>
                </a:lnTo>
                <a:lnTo>
                  <a:pt x="689152" y="1057275"/>
                </a:lnTo>
                <a:lnTo>
                  <a:pt x="690270" y="1056817"/>
                </a:lnTo>
                <a:lnTo>
                  <a:pt x="692137" y="1054950"/>
                </a:lnTo>
                <a:lnTo>
                  <a:pt x="692594" y="1053833"/>
                </a:lnTo>
                <a:lnTo>
                  <a:pt x="692594" y="1051204"/>
                </a:lnTo>
                <a:close/>
              </a:path>
              <a:path w="1376045" h="2581275">
                <a:moveTo>
                  <a:pt x="692594" y="1003579"/>
                </a:moveTo>
                <a:lnTo>
                  <a:pt x="692137" y="1002461"/>
                </a:lnTo>
                <a:lnTo>
                  <a:pt x="690270" y="1000594"/>
                </a:lnTo>
                <a:lnTo>
                  <a:pt x="689152" y="1000125"/>
                </a:lnTo>
                <a:lnTo>
                  <a:pt x="686523" y="1000125"/>
                </a:lnTo>
                <a:lnTo>
                  <a:pt x="685393" y="1000594"/>
                </a:lnTo>
                <a:lnTo>
                  <a:pt x="683539" y="1002461"/>
                </a:lnTo>
                <a:lnTo>
                  <a:pt x="683069" y="1003579"/>
                </a:lnTo>
                <a:lnTo>
                  <a:pt x="683069" y="1006208"/>
                </a:lnTo>
                <a:lnTo>
                  <a:pt x="683539" y="1007325"/>
                </a:lnTo>
                <a:lnTo>
                  <a:pt x="685393" y="1009192"/>
                </a:lnTo>
                <a:lnTo>
                  <a:pt x="686523" y="1009650"/>
                </a:lnTo>
                <a:lnTo>
                  <a:pt x="689152" y="1009650"/>
                </a:lnTo>
                <a:lnTo>
                  <a:pt x="690270" y="1009192"/>
                </a:lnTo>
                <a:lnTo>
                  <a:pt x="692137" y="1007325"/>
                </a:lnTo>
                <a:lnTo>
                  <a:pt x="692594" y="1006208"/>
                </a:lnTo>
                <a:lnTo>
                  <a:pt x="692594" y="1003579"/>
                </a:lnTo>
                <a:close/>
              </a:path>
              <a:path w="1376045" h="2581275">
                <a:moveTo>
                  <a:pt x="692594" y="955954"/>
                </a:moveTo>
                <a:lnTo>
                  <a:pt x="692137" y="954836"/>
                </a:lnTo>
                <a:lnTo>
                  <a:pt x="690270" y="952969"/>
                </a:lnTo>
                <a:lnTo>
                  <a:pt x="689152" y="952500"/>
                </a:lnTo>
                <a:lnTo>
                  <a:pt x="686523" y="952500"/>
                </a:lnTo>
                <a:lnTo>
                  <a:pt x="685393" y="952969"/>
                </a:lnTo>
                <a:lnTo>
                  <a:pt x="683539" y="954836"/>
                </a:lnTo>
                <a:lnTo>
                  <a:pt x="683069" y="955954"/>
                </a:lnTo>
                <a:lnTo>
                  <a:pt x="683069" y="958583"/>
                </a:lnTo>
                <a:lnTo>
                  <a:pt x="683539" y="959700"/>
                </a:lnTo>
                <a:lnTo>
                  <a:pt x="685393" y="961567"/>
                </a:lnTo>
                <a:lnTo>
                  <a:pt x="686523" y="962025"/>
                </a:lnTo>
                <a:lnTo>
                  <a:pt x="689152" y="962025"/>
                </a:lnTo>
                <a:lnTo>
                  <a:pt x="690270" y="961567"/>
                </a:lnTo>
                <a:lnTo>
                  <a:pt x="692137" y="959700"/>
                </a:lnTo>
                <a:lnTo>
                  <a:pt x="692594" y="958583"/>
                </a:lnTo>
                <a:lnTo>
                  <a:pt x="692594" y="955954"/>
                </a:lnTo>
                <a:close/>
              </a:path>
              <a:path w="1376045" h="2581275">
                <a:moveTo>
                  <a:pt x="692594" y="908329"/>
                </a:moveTo>
                <a:lnTo>
                  <a:pt x="692137" y="907211"/>
                </a:lnTo>
                <a:lnTo>
                  <a:pt x="690270" y="905344"/>
                </a:lnTo>
                <a:lnTo>
                  <a:pt x="689152" y="904875"/>
                </a:lnTo>
                <a:lnTo>
                  <a:pt x="686523" y="904875"/>
                </a:lnTo>
                <a:lnTo>
                  <a:pt x="685393" y="905344"/>
                </a:lnTo>
                <a:lnTo>
                  <a:pt x="683539" y="907211"/>
                </a:lnTo>
                <a:lnTo>
                  <a:pt x="683069" y="908329"/>
                </a:lnTo>
                <a:lnTo>
                  <a:pt x="683069" y="910958"/>
                </a:lnTo>
                <a:lnTo>
                  <a:pt x="683539" y="912075"/>
                </a:lnTo>
                <a:lnTo>
                  <a:pt x="685393" y="913942"/>
                </a:lnTo>
                <a:lnTo>
                  <a:pt x="686523" y="914400"/>
                </a:lnTo>
                <a:lnTo>
                  <a:pt x="689152" y="914400"/>
                </a:lnTo>
                <a:lnTo>
                  <a:pt x="690270" y="913942"/>
                </a:lnTo>
                <a:lnTo>
                  <a:pt x="692137" y="912075"/>
                </a:lnTo>
                <a:lnTo>
                  <a:pt x="692594" y="910958"/>
                </a:lnTo>
                <a:lnTo>
                  <a:pt x="692594" y="908329"/>
                </a:lnTo>
                <a:close/>
              </a:path>
              <a:path w="1376045" h="2581275">
                <a:moveTo>
                  <a:pt x="692594" y="860704"/>
                </a:moveTo>
                <a:lnTo>
                  <a:pt x="692137" y="859586"/>
                </a:lnTo>
                <a:lnTo>
                  <a:pt x="690270" y="857719"/>
                </a:lnTo>
                <a:lnTo>
                  <a:pt x="689152" y="857250"/>
                </a:lnTo>
                <a:lnTo>
                  <a:pt x="686523" y="857250"/>
                </a:lnTo>
                <a:lnTo>
                  <a:pt x="685393" y="857719"/>
                </a:lnTo>
                <a:lnTo>
                  <a:pt x="683539" y="859586"/>
                </a:lnTo>
                <a:lnTo>
                  <a:pt x="683069" y="860704"/>
                </a:lnTo>
                <a:lnTo>
                  <a:pt x="683069" y="863333"/>
                </a:lnTo>
                <a:lnTo>
                  <a:pt x="683539" y="864450"/>
                </a:lnTo>
                <a:lnTo>
                  <a:pt x="685393" y="866317"/>
                </a:lnTo>
                <a:lnTo>
                  <a:pt x="686523" y="866775"/>
                </a:lnTo>
                <a:lnTo>
                  <a:pt x="689152" y="866775"/>
                </a:lnTo>
                <a:lnTo>
                  <a:pt x="690270" y="866317"/>
                </a:lnTo>
                <a:lnTo>
                  <a:pt x="692137" y="864450"/>
                </a:lnTo>
                <a:lnTo>
                  <a:pt x="692594" y="863333"/>
                </a:lnTo>
                <a:lnTo>
                  <a:pt x="692594" y="860704"/>
                </a:lnTo>
                <a:close/>
              </a:path>
              <a:path w="1376045" h="2581275">
                <a:moveTo>
                  <a:pt x="692594" y="813079"/>
                </a:moveTo>
                <a:lnTo>
                  <a:pt x="692137" y="811961"/>
                </a:lnTo>
                <a:lnTo>
                  <a:pt x="690270" y="810094"/>
                </a:lnTo>
                <a:lnTo>
                  <a:pt x="689152" y="809625"/>
                </a:lnTo>
                <a:lnTo>
                  <a:pt x="686523" y="809625"/>
                </a:lnTo>
                <a:lnTo>
                  <a:pt x="685393" y="810094"/>
                </a:lnTo>
                <a:lnTo>
                  <a:pt x="683539" y="811961"/>
                </a:lnTo>
                <a:lnTo>
                  <a:pt x="683069" y="813079"/>
                </a:lnTo>
                <a:lnTo>
                  <a:pt x="683069" y="815708"/>
                </a:lnTo>
                <a:lnTo>
                  <a:pt x="683539" y="816825"/>
                </a:lnTo>
                <a:lnTo>
                  <a:pt x="685393" y="818692"/>
                </a:lnTo>
                <a:lnTo>
                  <a:pt x="686523" y="819150"/>
                </a:lnTo>
                <a:lnTo>
                  <a:pt x="689152" y="819150"/>
                </a:lnTo>
                <a:lnTo>
                  <a:pt x="690270" y="818692"/>
                </a:lnTo>
                <a:lnTo>
                  <a:pt x="692137" y="816825"/>
                </a:lnTo>
                <a:lnTo>
                  <a:pt x="692594" y="815708"/>
                </a:lnTo>
                <a:lnTo>
                  <a:pt x="692594" y="813079"/>
                </a:lnTo>
                <a:close/>
              </a:path>
              <a:path w="1376045" h="2581275">
                <a:moveTo>
                  <a:pt x="692594" y="765454"/>
                </a:moveTo>
                <a:lnTo>
                  <a:pt x="692137" y="764336"/>
                </a:lnTo>
                <a:lnTo>
                  <a:pt x="690270" y="762469"/>
                </a:lnTo>
                <a:lnTo>
                  <a:pt x="689152" y="762000"/>
                </a:lnTo>
                <a:lnTo>
                  <a:pt x="686523" y="762000"/>
                </a:lnTo>
                <a:lnTo>
                  <a:pt x="685393" y="762469"/>
                </a:lnTo>
                <a:lnTo>
                  <a:pt x="683539" y="764336"/>
                </a:lnTo>
                <a:lnTo>
                  <a:pt x="683069" y="765454"/>
                </a:lnTo>
                <a:lnTo>
                  <a:pt x="683069" y="768083"/>
                </a:lnTo>
                <a:lnTo>
                  <a:pt x="683539" y="769200"/>
                </a:lnTo>
                <a:lnTo>
                  <a:pt x="685393" y="771067"/>
                </a:lnTo>
                <a:lnTo>
                  <a:pt x="686523" y="771525"/>
                </a:lnTo>
                <a:lnTo>
                  <a:pt x="689152" y="771525"/>
                </a:lnTo>
                <a:lnTo>
                  <a:pt x="690270" y="771067"/>
                </a:lnTo>
                <a:lnTo>
                  <a:pt x="692137" y="769200"/>
                </a:lnTo>
                <a:lnTo>
                  <a:pt x="692594" y="768083"/>
                </a:lnTo>
                <a:lnTo>
                  <a:pt x="692594" y="765454"/>
                </a:lnTo>
                <a:close/>
              </a:path>
              <a:path w="1376045" h="2581275">
                <a:moveTo>
                  <a:pt x="692594" y="717829"/>
                </a:moveTo>
                <a:lnTo>
                  <a:pt x="692137" y="716711"/>
                </a:lnTo>
                <a:lnTo>
                  <a:pt x="690270" y="714844"/>
                </a:lnTo>
                <a:lnTo>
                  <a:pt x="689152" y="714375"/>
                </a:lnTo>
                <a:lnTo>
                  <a:pt x="686523" y="714375"/>
                </a:lnTo>
                <a:lnTo>
                  <a:pt x="685393" y="714844"/>
                </a:lnTo>
                <a:lnTo>
                  <a:pt x="683539" y="716711"/>
                </a:lnTo>
                <a:lnTo>
                  <a:pt x="683069" y="717829"/>
                </a:lnTo>
                <a:lnTo>
                  <a:pt x="683069" y="720458"/>
                </a:lnTo>
                <a:lnTo>
                  <a:pt x="683539" y="721575"/>
                </a:lnTo>
                <a:lnTo>
                  <a:pt x="685393" y="723442"/>
                </a:lnTo>
                <a:lnTo>
                  <a:pt x="686523" y="723900"/>
                </a:lnTo>
                <a:lnTo>
                  <a:pt x="689152" y="723900"/>
                </a:lnTo>
                <a:lnTo>
                  <a:pt x="690270" y="723442"/>
                </a:lnTo>
                <a:lnTo>
                  <a:pt x="692137" y="721575"/>
                </a:lnTo>
                <a:lnTo>
                  <a:pt x="692594" y="720458"/>
                </a:lnTo>
                <a:lnTo>
                  <a:pt x="692594" y="717829"/>
                </a:lnTo>
                <a:close/>
              </a:path>
              <a:path w="1376045" h="2581275">
                <a:moveTo>
                  <a:pt x="692594" y="670204"/>
                </a:moveTo>
                <a:lnTo>
                  <a:pt x="692137" y="669086"/>
                </a:lnTo>
                <a:lnTo>
                  <a:pt x="690270" y="667219"/>
                </a:lnTo>
                <a:lnTo>
                  <a:pt x="689152" y="666750"/>
                </a:lnTo>
                <a:lnTo>
                  <a:pt x="686523" y="666750"/>
                </a:lnTo>
                <a:lnTo>
                  <a:pt x="685393" y="667219"/>
                </a:lnTo>
                <a:lnTo>
                  <a:pt x="683539" y="669086"/>
                </a:lnTo>
                <a:lnTo>
                  <a:pt x="683069" y="670204"/>
                </a:lnTo>
                <a:lnTo>
                  <a:pt x="683069" y="672833"/>
                </a:lnTo>
                <a:lnTo>
                  <a:pt x="683539" y="673950"/>
                </a:lnTo>
                <a:lnTo>
                  <a:pt x="685393" y="675817"/>
                </a:lnTo>
                <a:lnTo>
                  <a:pt x="686523" y="676275"/>
                </a:lnTo>
                <a:lnTo>
                  <a:pt x="689152" y="676275"/>
                </a:lnTo>
                <a:lnTo>
                  <a:pt x="690270" y="675817"/>
                </a:lnTo>
                <a:lnTo>
                  <a:pt x="692137" y="673950"/>
                </a:lnTo>
                <a:lnTo>
                  <a:pt x="692594" y="672833"/>
                </a:lnTo>
                <a:lnTo>
                  <a:pt x="692594" y="670204"/>
                </a:lnTo>
                <a:close/>
              </a:path>
              <a:path w="1376045" h="2581275">
                <a:moveTo>
                  <a:pt x="692594" y="622579"/>
                </a:moveTo>
                <a:lnTo>
                  <a:pt x="692137" y="621461"/>
                </a:lnTo>
                <a:lnTo>
                  <a:pt x="690270" y="619594"/>
                </a:lnTo>
                <a:lnTo>
                  <a:pt x="689152" y="619125"/>
                </a:lnTo>
                <a:lnTo>
                  <a:pt x="686523" y="619125"/>
                </a:lnTo>
                <a:lnTo>
                  <a:pt x="685393" y="619594"/>
                </a:lnTo>
                <a:lnTo>
                  <a:pt x="683539" y="621461"/>
                </a:lnTo>
                <a:lnTo>
                  <a:pt x="683069" y="622579"/>
                </a:lnTo>
                <a:lnTo>
                  <a:pt x="683069" y="625208"/>
                </a:lnTo>
                <a:lnTo>
                  <a:pt x="683539" y="626325"/>
                </a:lnTo>
                <a:lnTo>
                  <a:pt x="685393" y="628192"/>
                </a:lnTo>
                <a:lnTo>
                  <a:pt x="686523" y="628650"/>
                </a:lnTo>
                <a:lnTo>
                  <a:pt x="689152" y="628650"/>
                </a:lnTo>
                <a:lnTo>
                  <a:pt x="690270" y="628192"/>
                </a:lnTo>
                <a:lnTo>
                  <a:pt x="692137" y="626325"/>
                </a:lnTo>
                <a:lnTo>
                  <a:pt x="692594" y="625208"/>
                </a:lnTo>
                <a:lnTo>
                  <a:pt x="692594" y="622579"/>
                </a:lnTo>
                <a:close/>
              </a:path>
              <a:path w="1376045" h="2581275">
                <a:moveTo>
                  <a:pt x="692594" y="574954"/>
                </a:moveTo>
                <a:lnTo>
                  <a:pt x="692137" y="573836"/>
                </a:lnTo>
                <a:lnTo>
                  <a:pt x="690270" y="571969"/>
                </a:lnTo>
                <a:lnTo>
                  <a:pt x="689152" y="571500"/>
                </a:lnTo>
                <a:lnTo>
                  <a:pt x="686523" y="571500"/>
                </a:lnTo>
                <a:lnTo>
                  <a:pt x="685393" y="571969"/>
                </a:lnTo>
                <a:lnTo>
                  <a:pt x="683539" y="573836"/>
                </a:lnTo>
                <a:lnTo>
                  <a:pt x="683069" y="574954"/>
                </a:lnTo>
                <a:lnTo>
                  <a:pt x="683069" y="577583"/>
                </a:lnTo>
                <a:lnTo>
                  <a:pt x="683539" y="578700"/>
                </a:lnTo>
                <a:lnTo>
                  <a:pt x="685393" y="580567"/>
                </a:lnTo>
                <a:lnTo>
                  <a:pt x="686523" y="581025"/>
                </a:lnTo>
                <a:lnTo>
                  <a:pt x="689152" y="581025"/>
                </a:lnTo>
                <a:lnTo>
                  <a:pt x="690270" y="580567"/>
                </a:lnTo>
                <a:lnTo>
                  <a:pt x="692137" y="578700"/>
                </a:lnTo>
                <a:lnTo>
                  <a:pt x="692594" y="577583"/>
                </a:lnTo>
                <a:lnTo>
                  <a:pt x="692594" y="574954"/>
                </a:lnTo>
                <a:close/>
              </a:path>
              <a:path w="1376045" h="2581275">
                <a:moveTo>
                  <a:pt x="692594" y="527329"/>
                </a:moveTo>
                <a:lnTo>
                  <a:pt x="692137" y="526211"/>
                </a:lnTo>
                <a:lnTo>
                  <a:pt x="690270" y="524344"/>
                </a:lnTo>
                <a:lnTo>
                  <a:pt x="689152" y="523875"/>
                </a:lnTo>
                <a:lnTo>
                  <a:pt x="686523" y="523875"/>
                </a:lnTo>
                <a:lnTo>
                  <a:pt x="685393" y="524344"/>
                </a:lnTo>
                <a:lnTo>
                  <a:pt x="683539" y="526211"/>
                </a:lnTo>
                <a:lnTo>
                  <a:pt x="683069" y="527329"/>
                </a:lnTo>
                <a:lnTo>
                  <a:pt x="683069" y="529958"/>
                </a:lnTo>
                <a:lnTo>
                  <a:pt x="683539" y="531075"/>
                </a:lnTo>
                <a:lnTo>
                  <a:pt x="685393" y="532942"/>
                </a:lnTo>
                <a:lnTo>
                  <a:pt x="686523" y="533400"/>
                </a:lnTo>
                <a:lnTo>
                  <a:pt x="689152" y="533400"/>
                </a:lnTo>
                <a:lnTo>
                  <a:pt x="690270" y="532942"/>
                </a:lnTo>
                <a:lnTo>
                  <a:pt x="692137" y="531075"/>
                </a:lnTo>
                <a:lnTo>
                  <a:pt x="692594" y="529958"/>
                </a:lnTo>
                <a:lnTo>
                  <a:pt x="692594" y="527329"/>
                </a:lnTo>
                <a:close/>
              </a:path>
              <a:path w="1376045" h="2581275">
                <a:moveTo>
                  <a:pt x="692594" y="479704"/>
                </a:moveTo>
                <a:lnTo>
                  <a:pt x="692137" y="478586"/>
                </a:lnTo>
                <a:lnTo>
                  <a:pt x="690270" y="476719"/>
                </a:lnTo>
                <a:lnTo>
                  <a:pt x="689152" y="476250"/>
                </a:lnTo>
                <a:lnTo>
                  <a:pt x="686523" y="476250"/>
                </a:lnTo>
                <a:lnTo>
                  <a:pt x="685393" y="476719"/>
                </a:lnTo>
                <a:lnTo>
                  <a:pt x="683539" y="478586"/>
                </a:lnTo>
                <a:lnTo>
                  <a:pt x="683069" y="479704"/>
                </a:lnTo>
                <a:lnTo>
                  <a:pt x="683069" y="482333"/>
                </a:lnTo>
                <a:lnTo>
                  <a:pt x="683539" y="483450"/>
                </a:lnTo>
                <a:lnTo>
                  <a:pt x="685393" y="485317"/>
                </a:lnTo>
                <a:lnTo>
                  <a:pt x="686523" y="485775"/>
                </a:lnTo>
                <a:lnTo>
                  <a:pt x="689152" y="485775"/>
                </a:lnTo>
                <a:lnTo>
                  <a:pt x="690270" y="485317"/>
                </a:lnTo>
                <a:lnTo>
                  <a:pt x="692137" y="483450"/>
                </a:lnTo>
                <a:lnTo>
                  <a:pt x="692594" y="482333"/>
                </a:lnTo>
                <a:lnTo>
                  <a:pt x="692594" y="479704"/>
                </a:lnTo>
                <a:close/>
              </a:path>
              <a:path w="1376045" h="2581275">
                <a:moveTo>
                  <a:pt x="692594" y="432079"/>
                </a:moveTo>
                <a:lnTo>
                  <a:pt x="692137" y="430961"/>
                </a:lnTo>
                <a:lnTo>
                  <a:pt x="690270" y="429094"/>
                </a:lnTo>
                <a:lnTo>
                  <a:pt x="689152" y="428625"/>
                </a:lnTo>
                <a:lnTo>
                  <a:pt x="686523" y="428625"/>
                </a:lnTo>
                <a:lnTo>
                  <a:pt x="685393" y="429094"/>
                </a:lnTo>
                <a:lnTo>
                  <a:pt x="683539" y="430961"/>
                </a:lnTo>
                <a:lnTo>
                  <a:pt x="683069" y="432079"/>
                </a:lnTo>
                <a:lnTo>
                  <a:pt x="683069" y="434708"/>
                </a:lnTo>
                <a:lnTo>
                  <a:pt x="683539" y="435825"/>
                </a:lnTo>
                <a:lnTo>
                  <a:pt x="685393" y="437692"/>
                </a:lnTo>
                <a:lnTo>
                  <a:pt x="686523" y="438150"/>
                </a:lnTo>
                <a:lnTo>
                  <a:pt x="689152" y="438150"/>
                </a:lnTo>
                <a:lnTo>
                  <a:pt x="690270" y="437692"/>
                </a:lnTo>
                <a:lnTo>
                  <a:pt x="692137" y="435825"/>
                </a:lnTo>
                <a:lnTo>
                  <a:pt x="692594" y="434708"/>
                </a:lnTo>
                <a:lnTo>
                  <a:pt x="692594" y="432079"/>
                </a:lnTo>
                <a:close/>
              </a:path>
              <a:path w="1376045" h="2581275">
                <a:moveTo>
                  <a:pt x="692594" y="384454"/>
                </a:moveTo>
                <a:lnTo>
                  <a:pt x="692137" y="383336"/>
                </a:lnTo>
                <a:lnTo>
                  <a:pt x="690270" y="381469"/>
                </a:lnTo>
                <a:lnTo>
                  <a:pt x="689152" y="381000"/>
                </a:lnTo>
                <a:lnTo>
                  <a:pt x="686523" y="381000"/>
                </a:lnTo>
                <a:lnTo>
                  <a:pt x="685393" y="381469"/>
                </a:lnTo>
                <a:lnTo>
                  <a:pt x="683539" y="383336"/>
                </a:lnTo>
                <a:lnTo>
                  <a:pt x="683069" y="384454"/>
                </a:lnTo>
                <a:lnTo>
                  <a:pt x="683069" y="387083"/>
                </a:lnTo>
                <a:lnTo>
                  <a:pt x="683539" y="388200"/>
                </a:lnTo>
                <a:lnTo>
                  <a:pt x="685393" y="390067"/>
                </a:lnTo>
                <a:lnTo>
                  <a:pt x="686523" y="390525"/>
                </a:lnTo>
                <a:lnTo>
                  <a:pt x="689152" y="390525"/>
                </a:lnTo>
                <a:lnTo>
                  <a:pt x="690270" y="390067"/>
                </a:lnTo>
                <a:lnTo>
                  <a:pt x="692137" y="388200"/>
                </a:lnTo>
                <a:lnTo>
                  <a:pt x="692594" y="387083"/>
                </a:lnTo>
                <a:lnTo>
                  <a:pt x="692594" y="384454"/>
                </a:lnTo>
                <a:close/>
              </a:path>
              <a:path w="1376045" h="2581275">
                <a:moveTo>
                  <a:pt x="692594" y="336829"/>
                </a:moveTo>
                <a:lnTo>
                  <a:pt x="692137" y="335711"/>
                </a:lnTo>
                <a:lnTo>
                  <a:pt x="690270" y="333844"/>
                </a:lnTo>
                <a:lnTo>
                  <a:pt x="689152" y="333375"/>
                </a:lnTo>
                <a:lnTo>
                  <a:pt x="686523" y="333375"/>
                </a:lnTo>
                <a:lnTo>
                  <a:pt x="685393" y="333844"/>
                </a:lnTo>
                <a:lnTo>
                  <a:pt x="683539" y="335711"/>
                </a:lnTo>
                <a:lnTo>
                  <a:pt x="683069" y="336829"/>
                </a:lnTo>
                <a:lnTo>
                  <a:pt x="683069" y="339458"/>
                </a:lnTo>
                <a:lnTo>
                  <a:pt x="683539" y="340575"/>
                </a:lnTo>
                <a:lnTo>
                  <a:pt x="685393" y="342442"/>
                </a:lnTo>
                <a:lnTo>
                  <a:pt x="686523" y="342900"/>
                </a:lnTo>
                <a:lnTo>
                  <a:pt x="689152" y="342900"/>
                </a:lnTo>
                <a:lnTo>
                  <a:pt x="690270" y="342442"/>
                </a:lnTo>
                <a:lnTo>
                  <a:pt x="692137" y="340575"/>
                </a:lnTo>
                <a:lnTo>
                  <a:pt x="692594" y="339458"/>
                </a:lnTo>
                <a:lnTo>
                  <a:pt x="692594" y="336829"/>
                </a:lnTo>
                <a:close/>
              </a:path>
              <a:path w="1376045" h="2581275">
                <a:moveTo>
                  <a:pt x="692594" y="289204"/>
                </a:moveTo>
                <a:lnTo>
                  <a:pt x="692137" y="288086"/>
                </a:lnTo>
                <a:lnTo>
                  <a:pt x="690270" y="286219"/>
                </a:lnTo>
                <a:lnTo>
                  <a:pt x="689152" y="285750"/>
                </a:lnTo>
                <a:lnTo>
                  <a:pt x="686523" y="285750"/>
                </a:lnTo>
                <a:lnTo>
                  <a:pt x="685393" y="286219"/>
                </a:lnTo>
                <a:lnTo>
                  <a:pt x="683539" y="288086"/>
                </a:lnTo>
                <a:lnTo>
                  <a:pt x="683069" y="289204"/>
                </a:lnTo>
                <a:lnTo>
                  <a:pt x="683069" y="291833"/>
                </a:lnTo>
                <a:lnTo>
                  <a:pt x="683539" y="292950"/>
                </a:lnTo>
                <a:lnTo>
                  <a:pt x="685393" y="294817"/>
                </a:lnTo>
                <a:lnTo>
                  <a:pt x="686523" y="295275"/>
                </a:lnTo>
                <a:lnTo>
                  <a:pt x="689152" y="295275"/>
                </a:lnTo>
                <a:lnTo>
                  <a:pt x="690270" y="294817"/>
                </a:lnTo>
                <a:lnTo>
                  <a:pt x="692137" y="292950"/>
                </a:lnTo>
                <a:lnTo>
                  <a:pt x="692594" y="291833"/>
                </a:lnTo>
                <a:lnTo>
                  <a:pt x="692594" y="289204"/>
                </a:lnTo>
                <a:close/>
              </a:path>
              <a:path w="1376045" h="2581275">
                <a:moveTo>
                  <a:pt x="692594" y="241579"/>
                </a:moveTo>
                <a:lnTo>
                  <a:pt x="692137" y="240461"/>
                </a:lnTo>
                <a:lnTo>
                  <a:pt x="690270" y="238594"/>
                </a:lnTo>
                <a:lnTo>
                  <a:pt x="689152" y="238125"/>
                </a:lnTo>
                <a:lnTo>
                  <a:pt x="686523" y="238125"/>
                </a:lnTo>
                <a:lnTo>
                  <a:pt x="685393" y="238594"/>
                </a:lnTo>
                <a:lnTo>
                  <a:pt x="683539" y="240461"/>
                </a:lnTo>
                <a:lnTo>
                  <a:pt x="683069" y="241579"/>
                </a:lnTo>
                <a:lnTo>
                  <a:pt x="683069" y="244208"/>
                </a:lnTo>
                <a:lnTo>
                  <a:pt x="683539" y="245325"/>
                </a:lnTo>
                <a:lnTo>
                  <a:pt x="685393" y="247192"/>
                </a:lnTo>
                <a:lnTo>
                  <a:pt x="686523" y="247650"/>
                </a:lnTo>
                <a:lnTo>
                  <a:pt x="689152" y="247650"/>
                </a:lnTo>
                <a:lnTo>
                  <a:pt x="690270" y="247192"/>
                </a:lnTo>
                <a:lnTo>
                  <a:pt x="692137" y="245325"/>
                </a:lnTo>
                <a:lnTo>
                  <a:pt x="692594" y="244208"/>
                </a:lnTo>
                <a:lnTo>
                  <a:pt x="692594" y="241579"/>
                </a:lnTo>
                <a:close/>
              </a:path>
              <a:path w="1376045" h="2581275">
                <a:moveTo>
                  <a:pt x="692594" y="193954"/>
                </a:moveTo>
                <a:lnTo>
                  <a:pt x="692137" y="192836"/>
                </a:lnTo>
                <a:lnTo>
                  <a:pt x="690270" y="190969"/>
                </a:lnTo>
                <a:lnTo>
                  <a:pt x="689152" y="190500"/>
                </a:lnTo>
                <a:lnTo>
                  <a:pt x="686523" y="190500"/>
                </a:lnTo>
                <a:lnTo>
                  <a:pt x="685393" y="190969"/>
                </a:lnTo>
                <a:lnTo>
                  <a:pt x="683539" y="192836"/>
                </a:lnTo>
                <a:lnTo>
                  <a:pt x="683069" y="193954"/>
                </a:lnTo>
                <a:lnTo>
                  <a:pt x="683069" y="196583"/>
                </a:lnTo>
                <a:lnTo>
                  <a:pt x="683539" y="197700"/>
                </a:lnTo>
                <a:lnTo>
                  <a:pt x="685393" y="199567"/>
                </a:lnTo>
                <a:lnTo>
                  <a:pt x="686523" y="200025"/>
                </a:lnTo>
                <a:lnTo>
                  <a:pt x="689152" y="200025"/>
                </a:lnTo>
                <a:lnTo>
                  <a:pt x="690270" y="199567"/>
                </a:lnTo>
                <a:lnTo>
                  <a:pt x="692137" y="197700"/>
                </a:lnTo>
                <a:lnTo>
                  <a:pt x="692594" y="196583"/>
                </a:lnTo>
                <a:lnTo>
                  <a:pt x="692594" y="193954"/>
                </a:lnTo>
                <a:close/>
              </a:path>
              <a:path w="1376045" h="2581275">
                <a:moveTo>
                  <a:pt x="692594" y="146329"/>
                </a:moveTo>
                <a:lnTo>
                  <a:pt x="692137" y="145211"/>
                </a:lnTo>
                <a:lnTo>
                  <a:pt x="690270" y="143344"/>
                </a:lnTo>
                <a:lnTo>
                  <a:pt x="689152" y="142875"/>
                </a:lnTo>
                <a:lnTo>
                  <a:pt x="686523" y="142875"/>
                </a:lnTo>
                <a:lnTo>
                  <a:pt x="685393" y="143344"/>
                </a:lnTo>
                <a:lnTo>
                  <a:pt x="683539" y="145211"/>
                </a:lnTo>
                <a:lnTo>
                  <a:pt x="683069" y="146329"/>
                </a:lnTo>
                <a:lnTo>
                  <a:pt x="683069" y="148958"/>
                </a:lnTo>
                <a:lnTo>
                  <a:pt x="683539" y="150075"/>
                </a:lnTo>
                <a:lnTo>
                  <a:pt x="685393" y="151942"/>
                </a:lnTo>
                <a:lnTo>
                  <a:pt x="686523" y="152400"/>
                </a:lnTo>
                <a:lnTo>
                  <a:pt x="689152" y="152400"/>
                </a:lnTo>
                <a:lnTo>
                  <a:pt x="690270" y="151942"/>
                </a:lnTo>
                <a:lnTo>
                  <a:pt x="692137" y="150075"/>
                </a:lnTo>
                <a:lnTo>
                  <a:pt x="692594" y="148958"/>
                </a:lnTo>
                <a:lnTo>
                  <a:pt x="692594" y="146329"/>
                </a:lnTo>
                <a:close/>
              </a:path>
              <a:path w="1376045" h="2581275">
                <a:moveTo>
                  <a:pt x="692594" y="98704"/>
                </a:moveTo>
                <a:lnTo>
                  <a:pt x="692137" y="97586"/>
                </a:lnTo>
                <a:lnTo>
                  <a:pt x="690270" y="95719"/>
                </a:lnTo>
                <a:lnTo>
                  <a:pt x="689152" y="95250"/>
                </a:lnTo>
                <a:lnTo>
                  <a:pt x="686523" y="95250"/>
                </a:lnTo>
                <a:lnTo>
                  <a:pt x="685393" y="95719"/>
                </a:lnTo>
                <a:lnTo>
                  <a:pt x="683539" y="97586"/>
                </a:lnTo>
                <a:lnTo>
                  <a:pt x="683069" y="98704"/>
                </a:lnTo>
                <a:lnTo>
                  <a:pt x="683069" y="101333"/>
                </a:lnTo>
                <a:lnTo>
                  <a:pt x="683539" y="102450"/>
                </a:lnTo>
                <a:lnTo>
                  <a:pt x="685393" y="104317"/>
                </a:lnTo>
                <a:lnTo>
                  <a:pt x="686523" y="104775"/>
                </a:lnTo>
                <a:lnTo>
                  <a:pt x="689152" y="104775"/>
                </a:lnTo>
                <a:lnTo>
                  <a:pt x="690270" y="104317"/>
                </a:lnTo>
                <a:lnTo>
                  <a:pt x="692137" y="102450"/>
                </a:lnTo>
                <a:lnTo>
                  <a:pt x="692594" y="101333"/>
                </a:lnTo>
                <a:lnTo>
                  <a:pt x="692594" y="98704"/>
                </a:lnTo>
                <a:close/>
              </a:path>
              <a:path w="1376045" h="2581275">
                <a:moveTo>
                  <a:pt x="692594" y="51079"/>
                </a:moveTo>
                <a:lnTo>
                  <a:pt x="692137" y="49961"/>
                </a:lnTo>
                <a:lnTo>
                  <a:pt x="690270" y="48094"/>
                </a:lnTo>
                <a:lnTo>
                  <a:pt x="689152" y="47625"/>
                </a:lnTo>
                <a:lnTo>
                  <a:pt x="686523" y="47625"/>
                </a:lnTo>
                <a:lnTo>
                  <a:pt x="685393" y="48094"/>
                </a:lnTo>
                <a:lnTo>
                  <a:pt x="683539" y="49961"/>
                </a:lnTo>
                <a:lnTo>
                  <a:pt x="683069" y="51079"/>
                </a:lnTo>
                <a:lnTo>
                  <a:pt x="683069" y="53708"/>
                </a:lnTo>
                <a:lnTo>
                  <a:pt x="683539" y="54825"/>
                </a:lnTo>
                <a:lnTo>
                  <a:pt x="685393" y="56692"/>
                </a:lnTo>
                <a:lnTo>
                  <a:pt x="686523" y="57150"/>
                </a:lnTo>
                <a:lnTo>
                  <a:pt x="689152" y="57150"/>
                </a:lnTo>
                <a:lnTo>
                  <a:pt x="690270" y="56692"/>
                </a:lnTo>
                <a:lnTo>
                  <a:pt x="692137" y="54825"/>
                </a:lnTo>
                <a:lnTo>
                  <a:pt x="692594" y="53708"/>
                </a:lnTo>
                <a:lnTo>
                  <a:pt x="692594" y="51079"/>
                </a:lnTo>
                <a:close/>
              </a:path>
              <a:path w="1376045" h="2581275">
                <a:moveTo>
                  <a:pt x="692594" y="3454"/>
                </a:moveTo>
                <a:lnTo>
                  <a:pt x="692137" y="2336"/>
                </a:lnTo>
                <a:lnTo>
                  <a:pt x="690270" y="469"/>
                </a:lnTo>
                <a:lnTo>
                  <a:pt x="689152" y="0"/>
                </a:lnTo>
                <a:lnTo>
                  <a:pt x="686523" y="0"/>
                </a:lnTo>
                <a:lnTo>
                  <a:pt x="685393" y="469"/>
                </a:lnTo>
                <a:lnTo>
                  <a:pt x="683539" y="2336"/>
                </a:lnTo>
                <a:lnTo>
                  <a:pt x="683069" y="3454"/>
                </a:lnTo>
                <a:lnTo>
                  <a:pt x="683069" y="6083"/>
                </a:lnTo>
                <a:lnTo>
                  <a:pt x="683539" y="7200"/>
                </a:lnTo>
                <a:lnTo>
                  <a:pt x="685393" y="9067"/>
                </a:lnTo>
                <a:lnTo>
                  <a:pt x="686523" y="9525"/>
                </a:lnTo>
                <a:lnTo>
                  <a:pt x="689152" y="9525"/>
                </a:lnTo>
                <a:lnTo>
                  <a:pt x="690270" y="9067"/>
                </a:lnTo>
                <a:lnTo>
                  <a:pt x="692137" y="7200"/>
                </a:lnTo>
                <a:lnTo>
                  <a:pt x="692594" y="6083"/>
                </a:lnTo>
                <a:lnTo>
                  <a:pt x="692594" y="3454"/>
                </a:lnTo>
                <a:close/>
              </a:path>
              <a:path w="1376045" h="2581275">
                <a:moveTo>
                  <a:pt x="1375676" y="2575204"/>
                </a:moveTo>
                <a:lnTo>
                  <a:pt x="1375206" y="2574086"/>
                </a:lnTo>
                <a:lnTo>
                  <a:pt x="1373352" y="2572220"/>
                </a:lnTo>
                <a:lnTo>
                  <a:pt x="1372235" y="2571750"/>
                </a:lnTo>
                <a:lnTo>
                  <a:pt x="1369593" y="2571750"/>
                </a:lnTo>
                <a:lnTo>
                  <a:pt x="1368475" y="2572220"/>
                </a:lnTo>
                <a:lnTo>
                  <a:pt x="1366621" y="2574086"/>
                </a:lnTo>
                <a:lnTo>
                  <a:pt x="1366151" y="2575204"/>
                </a:lnTo>
                <a:lnTo>
                  <a:pt x="1366151" y="2577833"/>
                </a:lnTo>
                <a:lnTo>
                  <a:pt x="1366621" y="2578951"/>
                </a:lnTo>
                <a:lnTo>
                  <a:pt x="1368475" y="2580817"/>
                </a:lnTo>
                <a:lnTo>
                  <a:pt x="1369593" y="2581275"/>
                </a:lnTo>
                <a:lnTo>
                  <a:pt x="1372235" y="2581275"/>
                </a:lnTo>
                <a:lnTo>
                  <a:pt x="1373352" y="2580817"/>
                </a:lnTo>
                <a:lnTo>
                  <a:pt x="1375206" y="2578951"/>
                </a:lnTo>
                <a:lnTo>
                  <a:pt x="1375676" y="2577833"/>
                </a:lnTo>
                <a:lnTo>
                  <a:pt x="1375676" y="2575204"/>
                </a:lnTo>
                <a:close/>
              </a:path>
              <a:path w="1376045" h="2581275">
                <a:moveTo>
                  <a:pt x="1375676" y="2527579"/>
                </a:moveTo>
                <a:lnTo>
                  <a:pt x="1375206" y="2526461"/>
                </a:lnTo>
                <a:lnTo>
                  <a:pt x="1373352" y="2524595"/>
                </a:lnTo>
                <a:lnTo>
                  <a:pt x="1372235" y="2524125"/>
                </a:lnTo>
                <a:lnTo>
                  <a:pt x="1369593" y="2524125"/>
                </a:lnTo>
                <a:lnTo>
                  <a:pt x="1368475" y="2524595"/>
                </a:lnTo>
                <a:lnTo>
                  <a:pt x="1366621" y="2526461"/>
                </a:lnTo>
                <a:lnTo>
                  <a:pt x="1366151" y="2527579"/>
                </a:lnTo>
                <a:lnTo>
                  <a:pt x="1366151" y="2530208"/>
                </a:lnTo>
                <a:lnTo>
                  <a:pt x="1366621" y="2531326"/>
                </a:lnTo>
                <a:lnTo>
                  <a:pt x="1368475" y="2533192"/>
                </a:lnTo>
                <a:lnTo>
                  <a:pt x="1369593" y="2533650"/>
                </a:lnTo>
                <a:lnTo>
                  <a:pt x="1372235" y="2533650"/>
                </a:lnTo>
                <a:lnTo>
                  <a:pt x="1373352" y="2533192"/>
                </a:lnTo>
                <a:lnTo>
                  <a:pt x="1375206" y="2531326"/>
                </a:lnTo>
                <a:lnTo>
                  <a:pt x="1375676" y="2530208"/>
                </a:lnTo>
                <a:lnTo>
                  <a:pt x="1375676" y="2527579"/>
                </a:lnTo>
                <a:close/>
              </a:path>
              <a:path w="1376045" h="2581275">
                <a:moveTo>
                  <a:pt x="1375676" y="2479954"/>
                </a:moveTo>
                <a:lnTo>
                  <a:pt x="1375206" y="2478836"/>
                </a:lnTo>
                <a:lnTo>
                  <a:pt x="1373352" y="2476970"/>
                </a:lnTo>
                <a:lnTo>
                  <a:pt x="1372235" y="2476500"/>
                </a:lnTo>
                <a:lnTo>
                  <a:pt x="1369593" y="2476500"/>
                </a:lnTo>
                <a:lnTo>
                  <a:pt x="1368475" y="2476970"/>
                </a:lnTo>
                <a:lnTo>
                  <a:pt x="1366621" y="2478836"/>
                </a:lnTo>
                <a:lnTo>
                  <a:pt x="1366151" y="2479954"/>
                </a:lnTo>
                <a:lnTo>
                  <a:pt x="1366151" y="2482583"/>
                </a:lnTo>
                <a:lnTo>
                  <a:pt x="1366621" y="2483701"/>
                </a:lnTo>
                <a:lnTo>
                  <a:pt x="1368475" y="2485567"/>
                </a:lnTo>
                <a:lnTo>
                  <a:pt x="1369593" y="2486025"/>
                </a:lnTo>
                <a:lnTo>
                  <a:pt x="1372235" y="2486025"/>
                </a:lnTo>
                <a:lnTo>
                  <a:pt x="1373352" y="2485567"/>
                </a:lnTo>
                <a:lnTo>
                  <a:pt x="1375206" y="2483701"/>
                </a:lnTo>
                <a:lnTo>
                  <a:pt x="1375676" y="2482583"/>
                </a:lnTo>
                <a:lnTo>
                  <a:pt x="1375676" y="2479954"/>
                </a:lnTo>
                <a:close/>
              </a:path>
              <a:path w="1376045" h="2581275">
                <a:moveTo>
                  <a:pt x="1375676" y="2432329"/>
                </a:moveTo>
                <a:lnTo>
                  <a:pt x="1375206" y="2431211"/>
                </a:lnTo>
                <a:lnTo>
                  <a:pt x="1373352" y="2429345"/>
                </a:lnTo>
                <a:lnTo>
                  <a:pt x="1372235" y="2428875"/>
                </a:lnTo>
                <a:lnTo>
                  <a:pt x="1369593" y="2428875"/>
                </a:lnTo>
                <a:lnTo>
                  <a:pt x="1368475" y="2429345"/>
                </a:lnTo>
                <a:lnTo>
                  <a:pt x="1366621" y="2431211"/>
                </a:lnTo>
                <a:lnTo>
                  <a:pt x="1366151" y="2432329"/>
                </a:lnTo>
                <a:lnTo>
                  <a:pt x="1366151" y="2434958"/>
                </a:lnTo>
                <a:lnTo>
                  <a:pt x="1366621" y="2436076"/>
                </a:lnTo>
                <a:lnTo>
                  <a:pt x="1368475" y="2437942"/>
                </a:lnTo>
                <a:lnTo>
                  <a:pt x="1369593" y="2438400"/>
                </a:lnTo>
                <a:lnTo>
                  <a:pt x="1372235" y="2438400"/>
                </a:lnTo>
                <a:lnTo>
                  <a:pt x="1373352" y="2437942"/>
                </a:lnTo>
                <a:lnTo>
                  <a:pt x="1375206" y="2436076"/>
                </a:lnTo>
                <a:lnTo>
                  <a:pt x="1375676" y="2434958"/>
                </a:lnTo>
                <a:lnTo>
                  <a:pt x="1375676" y="2432329"/>
                </a:lnTo>
                <a:close/>
              </a:path>
              <a:path w="1376045" h="2581275">
                <a:moveTo>
                  <a:pt x="1375676" y="2384704"/>
                </a:moveTo>
                <a:lnTo>
                  <a:pt x="1375206" y="2383586"/>
                </a:lnTo>
                <a:lnTo>
                  <a:pt x="1373352" y="2381720"/>
                </a:lnTo>
                <a:lnTo>
                  <a:pt x="1372235" y="2381250"/>
                </a:lnTo>
                <a:lnTo>
                  <a:pt x="1369593" y="2381250"/>
                </a:lnTo>
                <a:lnTo>
                  <a:pt x="1368475" y="2381720"/>
                </a:lnTo>
                <a:lnTo>
                  <a:pt x="1366621" y="2383586"/>
                </a:lnTo>
                <a:lnTo>
                  <a:pt x="1366151" y="2384704"/>
                </a:lnTo>
                <a:lnTo>
                  <a:pt x="1366151" y="2387333"/>
                </a:lnTo>
                <a:lnTo>
                  <a:pt x="1366621" y="2388451"/>
                </a:lnTo>
                <a:lnTo>
                  <a:pt x="1368475" y="2390317"/>
                </a:lnTo>
                <a:lnTo>
                  <a:pt x="1369593" y="2390775"/>
                </a:lnTo>
                <a:lnTo>
                  <a:pt x="1372235" y="2390775"/>
                </a:lnTo>
                <a:lnTo>
                  <a:pt x="1373352" y="2390317"/>
                </a:lnTo>
                <a:lnTo>
                  <a:pt x="1375206" y="2388451"/>
                </a:lnTo>
                <a:lnTo>
                  <a:pt x="1375676" y="2387333"/>
                </a:lnTo>
                <a:lnTo>
                  <a:pt x="1375676" y="2384704"/>
                </a:lnTo>
                <a:close/>
              </a:path>
              <a:path w="1376045" h="2581275">
                <a:moveTo>
                  <a:pt x="1375676" y="2337079"/>
                </a:moveTo>
                <a:lnTo>
                  <a:pt x="1375206" y="2335961"/>
                </a:lnTo>
                <a:lnTo>
                  <a:pt x="1373352" y="2334095"/>
                </a:lnTo>
                <a:lnTo>
                  <a:pt x="1372235" y="2333625"/>
                </a:lnTo>
                <a:lnTo>
                  <a:pt x="1369593" y="2333625"/>
                </a:lnTo>
                <a:lnTo>
                  <a:pt x="1368475" y="2334095"/>
                </a:lnTo>
                <a:lnTo>
                  <a:pt x="1366621" y="2335961"/>
                </a:lnTo>
                <a:lnTo>
                  <a:pt x="1366151" y="2337079"/>
                </a:lnTo>
                <a:lnTo>
                  <a:pt x="1366151" y="2339708"/>
                </a:lnTo>
                <a:lnTo>
                  <a:pt x="1366621" y="2340826"/>
                </a:lnTo>
                <a:lnTo>
                  <a:pt x="1368475" y="2342692"/>
                </a:lnTo>
                <a:lnTo>
                  <a:pt x="1369593" y="2343150"/>
                </a:lnTo>
                <a:lnTo>
                  <a:pt x="1372235" y="2343150"/>
                </a:lnTo>
                <a:lnTo>
                  <a:pt x="1373352" y="2342692"/>
                </a:lnTo>
                <a:lnTo>
                  <a:pt x="1375206" y="2340826"/>
                </a:lnTo>
                <a:lnTo>
                  <a:pt x="1375676" y="2339708"/>
                </a:lnTo>
                <a:lnTo>
                  <a:pt x="1375676" y="2337079"/>
                </a:lnTo>
                <a:close/>
              </a:path>
              <a:path w="1376045" h="2581275">
                <a:moveTo>
                  <a:pt x="1375676" y="2289454"/>
                </a:moveTo>
                <a:lnTo>
                  <a:pt x="1375206" y="2288336"/>
                </a:lnTo>
                <a:lnTo>
                  <a:pt x="1373352" y="2286470"/>
                </a:lnTo>
                <a:lnTo>
                  <a:pt x="1372235" y="2286000"/>
                </a:lnTo>
                <a:lnTo>
                  <a:pt x="1369593" y="2286000"/>
                </a:lnTo>
                <a:lnTo>
                  <a:pt x="1368475" y="2286470"/>
                </a:lnTo>
                <a:lnTo>
                  <a:pt x="1366621" y="2288336"/>
                </a:lnTo>
                <a:lnTo>
                  <a:pt x="1366151" y="2289454"/>
                </a:lnTo>
                <a:lnTo>
                  <a:pt x="1366151" y="2292083"/>
                </a:lnTo>
                <a:lnTo>
                  <a:pt x="1366621" y="2293201"/>
                </a:lnTo>
                <a:lnTo>
                  <a:pt x="1368475" y="2295067"/>
                </a:lnTo>
                <a:lnTo>
                  <a:pt x="1369593" y="2295525"/>
                </a:lnTo>
                <a:lnTo>
                  <a:pt x="1372235" y="2295525"/>
                </a:lnTo>
                <a:lnTo>
                  <a:pt x="1373352" y="2295067"/>
                </a:lnTo>
                <a:lnTo>
                  <a:pt x="1375206" y="2293201"/>
                </a:lnTo>
                <a:lnTo>
                  <a:pt x="1375676" y="2292083"/>
                </a:lnTo>
                <a:lnTo>
                  <a:pt x="1375676" y="2289454"/>
                </a:lnTo>
                <a:close/>
              </a:path>
              <a:path w="1376045" h="2581275">
                <a:moveTo>
                  <a:pt x="1375676" y="2241829"/>
                </a:moveTo>
                <a:lnTo>
                  <a:pt x="1375206" y="2240711"/>
                </a:lnTo>
                <a:lnTo>
                  <a:pt x="1373352" y="2238845"/>
                </a:lnTo>
                <a:lnTo>
                  <a:pt x="1372235" y="2238375"/>
                </a:lnTo>
                <a:lnTo>
                  <a:pt x="1369593" y="2238375"/>
                </a:lnTo>
                <a:lnTo>
                  <a:pt x="1368475" y="2238845"/>
                </a:lnTo>
                <a:lnTo>
                  <a:pt x="1366621" y="2240711"/>
                </a:lnTo>
                <a:lnTo>
                  <a:pt x="1366151" y="2241829"/>
                </a:lnTo>
                <a:lnTo>
                  <a:pt x="1366151" y="2244458"/>
                </a:lnTo>
                <a:lnTo>
                  <a:pt x="1366621" y="2245576"/>
                </a:lnTo>
                <a:lnTo>
                  <a:pt x="1368475" y="2247442"/>
                </a:lnTo>
                <a:lnTo>
                  <a:pt x="1369593" y="2247900"/>
                </a:lnTo>
                <a:lnTo>
                  <a:pt x="1372235" y="2247900"/>
                </a:lnTo>
                <a:lnTo>
                  <a:pt x="1373352" y="2247442"/>
                </a:lnTo>
                <a:lnTo>
                  <a:pt x="1375206" y="2245576"/>
                </a:lnTo>
                <a:lnTo>
                  <a:pt x="1375676" y="2244458"/>
                </a:lnTo>
                <a:lnTo>
                  <a:pt x="1375676" y="2241829"/>
                </a:lnTo>
                <a:close/>
              </a:path>
              <a:path w="1376045" h="2581275">
                <a:moveTo>
                  <a:pt x="1375676" y="2194204"/>
                </a:moveTo>
                <a:lnTo>
                  <a:pt x="1375206" y="2193086"/>
                </a:lnTo>
                <a:lnTo>
                  <a:pt x="1373352" y="2191220"/>
                </a:lnTo>
                <a:lnTo>
                  <a:pt x="1372235" y="2190750"/>
                </a:lnTo>
                <a:lnTo>
                  <a:pt x="1369593" y="2190750"/>
                </a:lnTo>
                <a:lnTo>
                  <a:pt x="1368475" y="2191220"/>
                </a:lnTo>
                <a:lnTo>
                  <a:pt x="1366621" y="2193086"/>
                </a:lnTo>
                <a:lnTo>
                  <a:pt x="1366151" y="2194204"/>
                </a:lnTo>
                <a:lnTo>
                  <a:pt x="1366151" y="2196833"/>
                </a:lnTo>
                <a:lnTo>
                  <a:pt x="1366621" y="2197951"/>
                </a:lnTo>
                <a:lnTo>
                  <a:pt x="1368475" y="2199817"/>
                </a:lnTo>
                <a:lnTo>
                  <a:pt x="1369593" y="2200275"/>
                </a:lnTo>
                <a:lnTo>
                  <a:pt x="1372235" y="2200275"/>
                </a:lnTo>
                <a:lnTo>
                  <a:pt x="1373352" y="2199817"/>
                </a:lnTo>
                <a:lnTo>
                  <a:pt x="1375206" y="2197951"/>
                </a:lnTo>
                <a:lnTo>
                  <a:pt x="1375676" y="2196833"/>
                </a:lnTo>
                <a:lnTo>
                  <a:pt x="1375676" y="2194204"/>
                </a:lnTo>
                <a:close/>
              </a:path>
              <a:path w="1376045" h="2581275">
                <a:moveTo>
                  <a:pt x="1375676" y="2146579"/>
                </a:moveTo>
                <a:lnTo>
                  <a:pt x="1375206" y="2145461"/>
                </a:lnTo>
                <a:lnTo>
                  <a:pt x="1373352" y="2143595"/>
                </a:lnTo>
                <a:lnTo>
                  <a:pt x="1372235" y="2143125"/>
                </a:lnTo>
                <a:lnTo>
                  <a:pt x="1369593" y="2143125"/>
                </a:lnTo>
                <a:lnTo>
                  <a:pt x="1368475" y="2143595"/>
                </a:lnTo>
                <a:lnTo>
                  <a:pt x="1366621" y="2145461"/>
                </a:lnTo>
                <a:lnTo>
                  <a:pt x="1366151" y="2146579"/>
                </a:lnTo>
                <a:lnTo>
                  <a:pt x="1366151" y="2149208"/>
                </a:lnTo>
                <a:lnTo>
                  <a:pt x="1366621" y="2150326"/>
                </a:lnTo>
                <a:lnTo>
                  <a:pt x="1368475" y="2152192"/>
                </a:lnTo>
                <a:lnTo>
                  <a:pt x="1369593" y="2152650"/>
                </a:lnTo>
                <a:lnTo>
                  <a:pt x="1372235" y="2152650"/>
                </a:lnTo>
                <a:lnTo>
                  <a:pt x="1373352" y="2152192"/>
                </a:lnTo>
                <a:lnTo>
                  <a:pt x="1375206" y="2150326"/>
                </a:lnTo>
                <a:lnTo>
                  <a:pt x="1375676" y="2149208"/>
                </a:lnTo>
                <a:lnTo>
                  <a:pt x="1375676" y="2146579"/>
                </a:lnTo>
                <a:close/>
              </a:path>
              <a:path w="1376045" h="2581275">
                <a:moveTo>
                  <a:pt x="1375676" y="2098954"/>
                </a:moveTo>
                <a:lnTo>
                  <a:pt x="1375206" y="2097836"/>
                </a:lnTo>
                <a:lnTo>
                  <a:pt x="1373352" y="2095969"/>
                </a:lnTo>
                <a:lnTo>
                  <a:pt x="1372235" y="2095500"/>
                </a:lnTo>
                <a:lnTo>
                  <a:pt x="1369593" y="2095500"/>
                </a:lnTo>
                <a:lnTo>
                  <a:pt x="1368475" y="2095969"/>
                </a:lnTo>
                <a:lnTo>
                  <a:pt x="1366621" y="2097836"/>
                </a:lnTo>
                <a:lnTo>
                  <a:pt x="1366151" y="2098954"/>
                </a:lnTo>
                <a:lnTo>
                  <a:pt x="1366151" y="2101583"/>
                </a:lnTo>
                <a:lnTo>
                  <a:pt x="1366621" y="2102700"/>
                </a:lnTo>
                <a:lnTo>
                  <a:pt x="1368475" y="2104567"/>
                </a:lnTo>
                <a:lnTo>
                  <a:pt x="1369593" y="2105025"/>
                </a:lnTo>
                <a:lnTo>
                  <a:pt x="1372235" y="2105025"/>
                </a:lnTo>
                <a:lnTo>
                  <a:pt x="1373352" y="2104567"/>
                </a:lnTo>
                <a:lnTo>
                  <a:pt x="1375206" y="2102700"/>
                </a:lnTo>
                <a:lnTo>
                  <a:pt x="1375676" y="2101583"/>
                </a:lnTo>
                <a:lnTo>
                  <a:pt x="1375676" y="2098954"/>
                </a:lnTo>
                <a:close/>
              </a:path>
              <a:path w="1376045" h="2581275">
                <a:moveTo>
                  <a:pt x="1375676" y="2051329"/>
                </a:moveTo>
                <a:lnTo>
                  <a:pt x="1375206" y="2050211"/>
                </a:lnTo>
                <a:lnTo>
                  <a:pt x="1373352" y="2048344"/>
                </a:lnTo>
                <a:lnTo>
                  <a:pt x="1372235" y="2047875"/>
                </a:lnTo>
                <a:lnTo>
                  <a:pt x="1369593" y="2047875"/>
                </a:lnTo>
                <a:lnTo>
                  <a:pt x="1368475" y="2048344"/>
                </a:lnTo>
                <a:lnTo>
                  <a:pt x="1366621" y="2050211"/>
                </a:lnTo>
                <a:lnTo>
                  <a:pt x="1366151" y="2051329"/>
                </a:lnTo>
                <a:lnTo>
                  <a:pt x="1366151" y="2053958"/>
                </a:lnTo>
                <a:lnTo>
                  <a:pt x="1366621" y="2055075"/>
                </a:lnTo>
                <a:lnTo>
                  <a:pt x="1368475" y="2056942"/>
                </a:lnTo>
                <a:lnTo>
                  <a:pt x="1369593" y="2057400"/>
                </a:lnTo>
                <a:lnTo>
                  <a:pt x="1372235" y="2057400"/>
                </a:lnTo>
                <a:lnTo>
                  <a:pt x="1373352" y="2056942"/>
                </a:lnTo>
                <a:lnTo>
                  <a:pt x="1375206" y="2055075"/>
                </a:lnTo>
                <a:lnTo>
                  <a:pt x="1375676" y="2053958"/>
                </a:lnTo>
                <a:lnTo>
                  <a:pt x="1375676" y="2051329"/>
                </a:lnTo>
                <a:close/>
              </a:path>
              <a:path w="1376045" h="2581275">
                <a:moveTo>
                  <a:pt x="1375676" y="2003704"/>
                </a:moveTo>
                <a:lnTo>
                  <a:pt x="1375206" y="2002586"/>
                </a:lnTo>
                <a:lnTo>
                  <a:pt x="1373352" y="2000719"/>
                </a:lnTo>
                <a:lnTo>
                  <a:pt x="1372235" y="2000250"/>
                </a:lnTo>
                <a:lnTo>
                  <a:pt x="1369593" y="2000250"/>
                </a:lnTo>
                <a:lnTo>
                  <a:pt x="1368475" y="2000719"/>
                </a:lnTo>
                <a:lnTo>
                  <a:pt x="1366621" y="2002586"/>
                </a:lnTo>
                <a:lnTo>
                  <a:pt x="1366151" y="2003704"/>
                </a:lnTo>
                <a:lnTo>
                  <a:pt x="1366151" y="2006333"/>
                </a:lnTo>
                <a:lnTo>
                  <a:pt x="1366621" y="2007450"/>
                </a:lnTo>
                <a:lnTo>
                  <a:pt x="1368475" y="2009317"/>
                </a:lnTo>
                <a:lnTo>
                  <a:pt x="1369593" y="2009775"/>
                </a:lnTo>
                <a:lnTo>
                  <a:pt x="1372235" y="2009775"/>
                </a:lnTo>
                <a:lnTo>
                  <a:pt x="1373352" y="2009317"/>
                </a:lnTo>
                <a:lnTo>
                  <a:pt x="1375206" y="2007450"/>
                </a:lnTo>
                <a:lnTo>
                  <a:pt x="1375676" y="2006333"/>
                </a:lnTo>
                <a:lnTo>
                  <a:pt x="1375676" y="2003704"/>
                </a:lnTo>
                <a:close/>
              </a:path>
              <a:path w="1376045" h="2581275">
                <a:moveTo>
                  <a:pt x="1375676" y="1956079"/>
                </a:moveTo>
                <a:lnTo>
                  <a:pt x="1375206" y="1954961"/>
                </a:lnTo>
                <a:lnTo>
                  <a:pt x="1373352" y="1953094"/>
                </a:lnTo>
                <a:lnTo>
                  <a:pt x="1372235" y="1952625"/>
                </a:lnTo>
                <a:lnTo>
                  <a:pt x="1369593" y="1952625"/>
                </a:lnTo>
                <a:lnTo>
                  <a:pt x="1368475" y="1953094"/>
                </a:lnTo>
                <a:lnTo>
                  <a:pt x="1366621" y="1954961"/>
                </a:lnTo>
                <a:lnTo>
                  <a:pt x="1366151" y="1956079"/>
                </a:lnTo>
                <a:lnTo>
                  <a:pt x="1366151" y="1958708"/>
                </a:lnTo>
                <a:lnTo>
                  <a:pt x="1366621" y="1959825"/>
                </a:lnTo>
                <a:lnTo>
                  <a:pt x="1368475" y="1961692"/>
                </a:lnTo>
                <a:lnTo>
                  <a:pt x="1369593" y="1962150"/>
                </a:lnTo>
                <a:lnTo>
                  <a:pt x="1372235" y="1962150"/>
                </a:lnTo>
                <a:lnTo>
                  <a:pt x="1373352" y="1961692"/>
                </a:lnTo>
                <a:lnTo>
                  <a:pt x="1375206" y="1959825"/>
                </a:lnTo>
                <a:lnTo>
                  <a:pt x="1375676" y="1958708"/>
                </a:lnTo>
                <a:lnTo>
                  <a:pt x="1375676" y="1956079"/>
                </a:lnTo>
                <a:close/>
              </a:path>
              <a:path w="1376045" h="2581275">
                <a:moveTo>
                  <a:pt x="1375676" y="1908454"/>
                </a:moveTo>
                <a:lnTo>
                  <a:pt x="1375206" y="1907336"/>
                </a:lnTo>
                <a:lnTo>
                  <a:pt x="1373352" y="1905469"/>
                </a:lnTo>
                <a:lnTo>
                  <a:pt x="1372235" y="1905000"/>
                </a:lnTo>
                <a:lnTo>
                  <a:pt x="1369593" y="1905000"/>
                </a:lnTo>
                <a:lnTo>
                  <a:pt x="1368475" y="1905469"/>
                </a:lnTo>
                <a:lnTo>
                  <a:pt x="1366621" y="1907336"/>
                </a:lnTo>
                <a:lnTo>
                  <a:pt x="1366151" y="1908454"/>
                </a:lnTo>
                <a:lnTo>
                  <a:pt x="1366151" y="1911083"/>
                </a:lnTo>
                <a:lnTo>
                  <a:pt x="1366621" y="1912200"/>
                </a:lnTo>
                <a:lnTo>
                  <a:pt x="1368475" y="1914067"/>
                </a:lnTo>
                <a:lnTo>
                  <a:pt x="1369593" y="1914525"/>
                </a:lnTo>
                <a:lnTo>
                  <a:pt x="1372235" y="1914525"/>
                </a:lnTo>
                <a:lnTo>
                  <a:pt x="1373352" y="1914067"/>
                </a:lnTo>
                <a:lnTo>
                  <a:pt x="1375206" y="1912200"/>
                </a:lnTo>
                <a:lnTo>
                  <a:pt x="1375676" y="1911083"/>
                </a:lnTo>
                <a:lnTo>
                  <a:pt x="1375676" y="1908454"/>
                </a:lnTo>
                <a:close/>
              </a:path>
              <a:path w="1376045" h="2581275">
                <a:moveTo>
                  <a:pt x="1375676" y="1860829"/>
                </a:moveTo>
                <a:lnTo>
                  <a:pt x="1375206" y="1859711"/>
                </a:lnTo>
                <a:lnTo>
                  <a:pt x="1373352" y="1857844"/>
                </a:lnTo>
                <a:lnTo>
                  <a:pt x="1372235" y="1857375"/>
                </a:lnTo>
                <a:lnTo>
                  <a:pt x="1369593" y="1857375"/>
                </a:lnTo>
                <a:lnTo>
                  <a:pt x="1368475" y="1857844"/>
                </a:lnTo>
                <a:lnTo>
                  <a:pt x="1366621" y="1859711"/>
                </a:lnTo>
                <a:lnTo>
                  <a:pt x="1366151" y="1860829"/>
                </a:lnTo>
                <a:lnTo>
                  <a:pt x="1366151" y="1863458"/>
                </a:lnTo>
                <a:lnTo>
                  <a:pt x="1366621" y="1864575"/>
                </a:lnTo>
                <a:lnTo>
                  <a:pt x="1368475" y="1866442"/>
                </a:lnTo>
                <a:lnTo>
                  <a:pt x="1369593" y="1866900"/>
                </a:lnTo>
                <a:lnTo>
                  <a:pt x="1372235" y="1866900"/>
                </a:lnTo>
                <a:lnTo>
                  <a:pt x="1373352" y="1866442"/>
                </a:lnTo>
                <a:lnTo>
                  <a:pt x="1375206" y="1864575"/>
                </a:lnTo>
                <a:lnTo>
                  <a:pt x="1375676" y="1863458"/>
                </a:lnTo>
                <a:lnTo>
                  <a:pt x="1375676" y="1860829"/>
                </a:lnTo>
                <a:close/>
              </a:path>
              <a:path w="1376045" h="2581275">
                <a:moveTo>
                  <a:pt x="1375676" y="1813204"/>
                </a:moveTo>
                <a:lnTo>
                  <a:pt x="1375206" y="1812086"/>
                </a:lnTo>
                <a:lnTo>
                  <a:pt x="1373352" y="1810219"/>
                </a:lnTo>
                <a:lnTo>
                  <a:pt x="1372235" y="1809750"/>
                </a:lnTo>
                <a:lnTo>
                  <a:pt x="1369593" y="1809750"/>
                </a:lnTo>
                <a:lnTo>
                  <a:pt x="1368475" y="1810219"/>
                </a:lnTo>
                <a:lnTo>
                  <a:pt x="1366621" y="1812086"/>
                </a:lnTo>
                <a:lnTo>
                  <a:pt x="1366151" y="1813204"/>
                </a:lnTo>
                <a:lnTo>
                  <a:pt x="1366151" y="1815833"/>
                </a:lnTo>
                <a:lnTo>
                  <a:pt x="1366621" y="1816950"/>
                </a:lnTo>
                <a:lnTo>
                  <a:pt x="1368475" y="1818817"/>
                </a:lnTo>
                <a:lnTo>
                  <a:pt x="1369593" y="1819275"/>
                </a:lnTo>
                <a:lnTo>
                  <a:pt x="1372235" y="1819275"/>
                </a:lnTo>
                <a:lnTo>
                  <a:pt x="1373352" y="1818817"/>
                </a:lnTo>
                <a:lnTo>
                  <a:pt x="1375206" y="1816950"/>
                </a:lnTo>
                <a:lnTo>
                  <a:pt x="1375676" y="1815833"/>
                </a:lnTo>
                <a:lnTo>
                  <a:pt x="1375676" y="1813204"/>
                </a:lnTo>
                <a:close/>
              </a:path>
              <a:path w="1376045" h="2581275">
                <a:moveTo>
                  <a:pt x="1375676" y="1765579"/>
                </a:moveTo>
                <a:lnTo>
                  <a:pt x="1375206" y="1764461"/>
                </a:lnTo>
                <a:lnTo>
                  <a:pt x="1373352" y="1762594"/>
                </a:lnTo>
                <a:lnTo>
                  <a:pt x="1372235" y="1762125"/>
                </a:lnTo>
                <a:lnTo>
                  <a:pt x="1369593" y="1762125"/>
                </a:lnTo>
                <a:lnTo>
                  <a:pt x="1368475" y="1762594"/>
                </a:lnTo>
                <a:lnTo>
                  <a:pt x="1366621" y="1764461"/>
                </a:lnTo>
                <a:lnTo>
                  <a:pt x="1366151" y="1765579"/>
                </a:lnTo>
                <a:lnTo>
                  <a:pt x="1366151" y="1768208"/>
                </a:lnTo>
                <a:lnTo>
                  <a:pt x="1366621" y="1769325"/>
                </a:lnTo>
                <a:lnTo>
                  <a:pt x="1368475" y="1771192"/>
                </a:lnTo>
                <a:lnTo>
                  <a:pt x="1369593" y="1771650"/>
                </a:lnTo>
                <a:lnTo>
                  <a:pt x="1372235" y="1771650"/>
                </a:lnTo>
                <a:lnTo>
                  <a:pt x="1373352" y="1771192"/>
                </a:lnTo>
                <a:lnTo>
                  <a:pt x="1375206" y="1769325"/>
                </a:lnTo>
                <a:lnTo>
                  <a:pt x="1375676" y="1768208"/>
                </a:lnTo>
                <a:lnTo>
                  <a:pt x="1375676" y="1765579"/>
                </a:lnTo>
                <a:close/>
              </a:path>
              <a:path w="1376045" h="2581275">
                <a:moveTo>
                  <a:pt x="1375676" y="1717954"/>
                </a:moveTo>
                <a:lnTo>
                  <a:pt x="1375206" y="1716836"/>
                </a:lnTo>
                <a:lnTo>
                  <a:pt x="1373352" y="1714969"/>
                </a:lnTo>
                <a:lnTo>
                  <a:pt x="1372235" y="1714500"/>
                </a:lnTo>
                <a:lnTo>
                  <a:pt x="1369593" y="1714500"/>
                </a:lnTo>
                <a:lnTo>
                  <a:pt x="1368475" y="1714969"/>
                </a:lnTo>
                <a:lnTo>
                  <a:pt x="1366621" y="1716836"/>
                </a:lnTo>
                <a:lnTo>
                  <a:pt x="1366151" y="1717954"/>
                </a:lnTo>
                <a:lnTo>
                  <a:pt x="1366151" y="1720583"/>
                </a:lnTo>
                <a:lnTo>
                  <a:pt x="1366621" y="1721700"/>
                </a:lnTo>
                <a:lnTo>
                  <a:pt x="1368475" y="1723567"/>
                </a:lnTo>
                <a:lnTo>
                  <a:pt x="1369593" y="1724025"/>
                </a:lnTo>
                <a:lnTo>
                  <a:pt x="1372235" y="1724025"/>
                </a:lnTo>
                <a:lnTo>
                  <a:pt x="1373352" y="1723567"/>
                </a:lnTo>
                <a:lnTo>
                  <a:pt x="1375206" y="1721700"/>
                </a:lnTo>
                <a:lnTo>
                  <a:pt x="1375676" y="1720583"/>
                </a:lnTo>
                <a:lnTo>
                  <a:pt x="1375676" y="1717954"/>
                </a:lnTo>
                <a:close/>
              </a:path>
              <a:path w="1376045" h="2581275">
                <a:moveTo>
                  <a:pt x="1375676" y="1670329"/>
                </a:moveTo>
                <a:lnTo>
                  <a:pt x="1375206" y="1669211"/>
                </a:lnTo>
                <a:lnTo>
                  <a:pt x="1373352" y="1667344"/>
                </a:lnTo>
                <a:lnTo>
                  <a:pt x="1372235" y="1666875"/>
                </a:lnTo>
                <a:lnTo>
                  <a:pt x="1369593" y="1666875"/>
                </a:lnTo>
                <a:lnTo>
                  <a:pt x="1368475" y="1667344"/>
                </a:lnTo>
                <a:lnTo>
                  <a:pt x="1366621" y="1669211"/>
                </a:lnTo>
                <a:lnTo>
                  <a:pt x="1366151" y="1670329"/>
                </a:lnTo>
                <a:lnTo>
                  <a:pt x="1366151" y="1672958"/>
                </a:lnTo>
                <a:lnTo>
                  <a:pt x="1366621" y="1674075"/>
                </a:lnTo>
                <a:lnTo>
                  <a:pt x="1368475" y="1675942"/>
                </a:lnTo>
                <a:lnTo>
                  <a:pt x="1369593" y="1676400"/>
                </a:lnTo>
                <a:lnTo>
                  <a:pt x="1372235" y="1676400"/>
                </a:lnTo>
                <a:lnTo>
                  <a:pt x="1373352" y="1675942"/>
                </a:lnTo>
                <a:lnTo>
                  <a:pt x="1375206" y="1674075"/>
                </a:lnTo>
                <a:lnTo>
                  <a:pt x="1375676" y="1672958"/>
                </a:lnTo>
                <a:lnTo>
                  <a:pt x="1375676" y="1670329"/>
                </a:lnTo>
                <a:close/>
              </a:path>
              <a:path w="1376045" h="2581275">
                <a:moveTo>
                  <a:pt x="1375676" y="1622704"/>
                </a:moveTo>
                <a:lnTo>
                  <a:pt x="1375206" y="1621586"/>
                </a:lnTo>
                <a:lnTo>
                  <a:pt x="1373352" y="1619719"/>
                </a:lnTo>
                <a:lnTo>
                  <a:pt x="1372235" y="1619250"/>
                </a:lnTo>
                <a:lnTo>
                  <a:pt x="1369593" y="1619250"/>
                </a:lnTo>
                <a:lnTo>
                  <a:pt x="1368475" y="1619719"/>
                </a:lnTo>
                <a:lnTo>
                  <a:pt x="1366621" y="1621586"/>
                </a:lnTo>
                <a:lnTo>
                  <a:pt x="1366151" y="1622704"/>
                </a:lnTo>
                <a:lnTo>
                  <a:pt x="1366151" y="1625333"/>
                </a:lnTo>
                <a:lnTo>
                  <a:pt x="1366621" y="1626450"/>
                </a:lnTo>
                <a:lnTo>
                  <a:pt x="1368475" y="1628317"/>
                </a:lnTo>
                <a:lnTo>
                  <a:pt x="1369593" y="1628775"/>
                </a:lnTo>
                <a:lnTo>
                  <a:pt x="1372235" y="1628775"/>
                </a:lnTo>
                <a:lnTo>
                  <a:pt x="1373352" y="1628317"/>
                </a:lnTo>
                <a:lnTo>
                  <a:pt x="1375206" y="1626450"/>
                </a:lnTo>
                <a:lnTo>
                  <a:pt x="1375676" y="1625333"/>
                </a:lnTo>
                <a:lnTo>
                  <a:pt x="1375676" y="1622704"/>
                </a:lnTo>
                <a:close/>
              </a:path>
              <a:path w="1376045" h="2581275">
                <a:moveTo>
                  <a:pt x="1375676" y="1575079"/>
                </a:moveTo>
                <a:lnTo>
                  <a:pt x="1375206" y="1573961"/>
                </a:lnTo>
                <a:lnTo>
                  <a:pt x="1373352" y="1572094"/>
                </a:lnTo>
                <a:lnTo>
                  <a:pt x="1372235" y="1571625"/>
                </a:lnTo>
                <a:lnTo>
                  <a:pt x="1369593" y="1571625"/>
                </a:lnTo>
                <a:lnTo>
                  <a:pt x="1368475" y="1572094"/>
                </a:lnTo>
                <a:lnTo>
                  <a:pt x="1366621" y="1573961"/>
                </a:lnTo>
                <a:lnTo>
                  <a:pt x="1366151" y="1575079"/>
                </a:lnTo>
                <a:lnTo>
                  <a:pt x="1366151" y="1577708"/>
                </a:lnTo>
                <a:lnTo>
                  <a:pt x="1366621" y="1578825"/>
                </a:lnTo>
                <a:lnTo>
                  <a:pt x="1368475" y="1580692"/>
                </a:lnTo>
                <a:lnTo>
                  <a:pt x="1369593" y="1581150"/>
                </a:lnTo>
                <a:lnTo>
                  <a:pt x="1372235" y="1581150"/>
                </a:lnTo>
                <a:lnTo>
                  <a:pt x="1373352" y="1580692"/>
                </a:lnTo>
                <a:lnTo>
                  <a:pt x="1375206" y="1578825"/>
                </a:lnTo>
                <a:lnTo>
                  <a:pt x="1375676" y="1577708"/>
                </a:lnTo>
                <a:lnTo>
                  <a:pt x="1375676" y="1575079"/>
                </a:lnTo>
                <a:close/>
              </a:path>
              <a:path w="1376045" h="2581275">
                <a:moveTo>
                  <a:pt x="1375676" y="1527454"/>
                </a:moveTo>
                <a:lnTo>
                  <a:pt x="1375206" y="1526336"/>
                </a:lnTo>
                <a:lnTo>
                  <a:pt x="1373352" y="1524469"/>
                </a:lnTo>
                <a:lnTo>
                  <a:pt x="1372235" y="1524000"/>
                </a:lnTo>
                <a:lnTo>
                  <a:pt x="1369593" y="1524000"/>
                </a:lnTo>
                <a:lnTo>
                  <a:pt x="1368475" y="1524469"/>
                </a:lnTo>
                <a:lnTo>
                  <a:pt x="1366621" y="1526336"/>
                </a:lnTo>
                <a:lnTo>
                  <a:pt x="1366151" y="1527454"/>
                </a:lnTo>
                <a:lnTo>
                  <a:pt x="1366151" y="1530083"/>
                </a:lnTo>
                <a:lnTo>
                  <a:pt x="1366621" y="1531200"/>
                </a:lnTo>
                <a:lnTo>
                  <a:pt x="1368475" y="1533067"/>
                </a:lnTo>
                <a:lnTo>
                  <a:pt x="1369593" y="1533525"/>
                </a:lnTo>
                <a:lnTo>
                  <a:pt x="1372235" y="1533525"/>
                </a:lnTo>
                <a:lnTo>
                  <a:pt x="1373352" y="1533067"/>
                </a:lnTo>
                <a:lnTo>
                  <a:pt x="1375206" y="1531200"/>
                </a:lnTo>
                <a:lnTo>
                  <a:pt x="1375676" y="1530083"/>
                </a:lnTo>
                <a:lnTo>
                  <a:pt x="1375676" y="1527454"/>
                </a:lnTo>
                <a:close/>
              </a:path>
              <a:path w="1376045" h="2581275">
                <a:moveTo>
                  <a:pt x="1375676" y="1479829"/>
                </a:moveTo>
                <a:lnTo>
                  <a:pt x="1375206" y="1478711"/>
                </a:lnTo>
                <a:lnTo>
                  <a:pt x="1373352" y="1476844"/>
                </a:lnTo>
                <a:lnTo>
                  <a:pt x="1372235" y="1476375"/>
                </a:lnTo>
                <a:lnTo>
                  <a:pt x="1369593" y="1476375"/>
                </a:lnTo>
                <a:lnTo>
                  <a:pt x="1368475" y="1476844"/>
                </a:lnTo>
                <a:lnTo>
                  <a:pt x="1366621" y="1478711"/>
                </a:lnTo>
                <a:lnTo>
                  <a:pt x="1366151" y="1479829"/>
                </a:lnTo>
                <a:lnTo>
                  <a:pt x="1366151" y="1482458"/>
                </a:lnTo>
                <a:lnTo>
                  <a:pt x="1366621" y="1483575"/>
                </a:lnTo>
                <a:lnTo>
                  <a:pt x="1368475" y="1485442"/>
                </a:lnTo>
                <a:lnTo>
                  <a:pt x="1369593" y="1485900"/>
                </a:lnTo>
                <a:lnTo>
                  <a:pt x="1372235" y="1485900"/>
                </a:lnTo>
                <a:lnTo>
                  <a:pt x="1373352" y="1485442"/>
                </a:lnTo>
                <a:lnTo>
                  <a:pt x="1375206" y="1483575"/>
                </a:lnTo>
                <a:lnTo>
                  <a:pt x="1375676" y="1482458"/>
                </a:lnTo>
                <a:lnTo>
                  <a:pt x="1375676" y="1479829"/>
                </a:lnTo>
                <a:close/>
              </a:path>
              <a:path w="1376045" h="2581275">
                <a:moveTo>
                  <a:pt x="1375676" y="1432204"/>
                </a:moveTo>
                <a:lnTo>
                  <a:pt x="1375206" y="1431086"/>
                </a:lnTo>
                <a:lnTo>
                  <a:pt x="1373352" y="1429219"/>
                </a:lnTo>
                <a:lnTo>
                  <a:pt x="1372235" y="1428750"/>
                </a:lnTo>
                <a:lnTo>
                  <a:pt x="1369593" y="1428750"/>
                </a:lnTo>
                <a:lnTo>
                  <a:pt x="1368475" y="1429219"/>
                </a:lnTo>
                <a:lnTo>
                  <a:pt x="1366621" y="1431086"/>
                </a:lnTo>
                <a:lnTo>
                  <a:pt x="1366151" y="1432204"/>
                </a:lnTo>
                <a:lnTo>
                  <a:pt x="1366151" y="1434833"/>
                </a:lnTo>
                <a:lnTo>
                  <a:pt x="1366621" y="1435950"/>
                </a:lnTo>
                <a:lnTo>
                  <a:pt x="1368475" y="1437817"/>
                </a:lnTo>
                <a:lnTo>
                  <a:pt x="1369593" y="1438275"/>
                </a:lnTo>
                <a:lnTo>
                  <a:pt x="1372235" y="1438275"/>
                </a:lnTo>
                <a:lnTo>
                  <a:pt x="1373352" y="1437817"/>
                </a:lnTo>
                <a:lnTo>
                  <a:pt x="1375206" y="1435950"/>
                </a:lnTo>
                <a:lnTo>
                  <a:pt x="1375676" y="1434833"/>
                </a:lnTo>
                <a:lnTo>
                  <a:pt x="1375676" y="1432204"/>
                </a:lnTo>
                <a:close/>
              </a:path>
              <a:path w="1376045" h="2581275">
                <a:moveTo>
                  <a:pt x="1375676" y="1384579"/>
                </a:moveTo>
                <a:lnTo>
                  <a:pt x="1375206" y="1383461"/>
                </a:lnTo>
                <a:lnTo>
                  <a:pt x="1373352" y="1381594"/>
                </a:lnTo>
                <a:lnTo>
                  <a:pt x="1372235" y="1381125"/>
                </a:lnTo>
                <a:lnTo>
                  <a:pt x="1369593" y="1381125"/>
                </a:lnTo>
                <a:lnTo>
                  <a:pt x="1368475" y="1381594"/>
                </a:lnTo>
                <a:lnTo>
                  <a:pt x="1366621" y="1383461"/>
                </a:lnTo>
                <a:lnTo>
                  <a:pt x="1366151" y="1384579"/>
                </a:lnTo>
                <a:lnTo>
                  <a:pt x="1366151" y="1387208"/>
                </a:lnTo>
                <a:lnTo>
                  <a:pt x="1366621" y="1388325"/>
                </a:lnTo>
                <a:lnTo>
                  <a:pt x="1368475" y="1390192"/>
                </a:lnTo>
                <a:lnTo>
                  <a:pt x="1369593" y="1390650"/>
                </a:lnTo>
                <a:lnTo>
                  <a:pt x="1372235" y="1390650"/>
                </a:lnTo>
                <a:lnTo>
                  <a:pt x="1373352" y="1390192"/>
                </a:lnTo>
                <a:lnTo>
                  <a:pt x="1375206" y="1388325"/>
                </a:lnTo>
                <a:lnTo>
                  <a:pt x="1375676" y="1387208"/>
                </a:lnTo>
                <a:lnTo>
                  <a:pt x="1375676" y="1384579"/>
                </a:lnTo>
                <a:close/>
              </a:path>
              <a:path w="1376045" h="2581275">
                <a:moveTo>
                  <a:pt x="1375676" y="1336954"/>
                </a:moveTo>
                <a:lnTo>
                  <a:pt x="1375206" y="1335836"/>
                </a:lnTo>
                <a:lnTo>
                  <a:pt x="1373352" y="1333969"/>
                </a:lnTo>
                <a:lnTo>
                  <a:pt x="1372235" y="1333500"/>
                </a:lnTo>
                <a:lnTo>
                  <a:pt x="1369593" y="1333500"/>
                </a:lnTo>
                <a:lnTo>
                  <a:pt x="1368475" y="1333969"/>
                </a:lnTo>
                <a:lnTo>
                  <a:pt x="1366621" y="1335836"/>
                </a:lnTo>
                <a:lnTo>
                  <a:pt x="1366151" y="1336954"/>
                </a:lnTo>
                <a:lnTo>
                  <a:pt x="1366151" y="1339583"/>
                </a:lnTo>
                <a:lnTo>
                  <a:pt x="1366621" y="1340700"/>
                </a:lnTo>
                <a:lnTo>
                  <a:pt x="1368475" y="1342567"/>
                </a:lnTo>
                <a:lnTo>
                  <a:pt x="1369593" y="1343025"/>
                </a:lnTo>
                <a:lnTo>
                  <a:pt x="1372235" y="1343025"/>
                </a:lnTo>
                <a:lnTo>
                  <a:pt x="1373352" y="1342567"/>
                </a:lnTo>
                <a:lnTo>
                  <a:pt x="1375206" y="1340700"/>
                </a:lnTo>
                <a:lnTo>
                  <a:pt x="1375676" y="1339583"/>
                </a:lnTo>
                <a:lnTo>
                  <a:pt x="1375676" y="1336954"/>
                </a:lnTo>
                <a:close/>
              </a:path>
              <a:path w="1376045" h="2581275">
                <a:moveTo>
                  <a:pt x="1375676" y="1289329"/>
                </a:moveTo>
                <a:lnTo>
                  <a:pt x="1375206" y="1288211"/>
                </a:lnTo>
                <a:lnTo>
                  <a:pt x="1373352" y="1286344"/>
                </a:lnTo>
                <a:lnTo>
                  <a:pt x="1372235" y="1285875"/>
                </a:lnTo>
                <a:lnTo>
                  <a:pt x="1369593" y="1285875"/>
                </a:lnTo>
                <a:lnTo>
                  <a:pt x="1368475" y="1286344"/>
                </a:lnTo>
                <a:lnTo>
                  <a:pt x="1366621" y="1288211"/>
                </a:lnTo>
                <a:lnTo>
                  <a:pt x="1366151" y="1289329"/>
                </a:lnTo>
                <a:lnTo>
                  <a:pt x="1366151" y="1291958"/>
                </a:lnTo>
                <a:lnTo>
                  <a:pt x="1366621" y="1293075"/>
                </a:lnTo>
                <a:lnTo>
                  <a:pt x="1368475" y="1294942"/>
                </a:lnTo>
                <a:lnTo>
                  <a:pt x="1369593" y="1295400"/>
                </a:lnTo>
                <a:lnTo>
                  <a:pt x="1372235" y="1295400"/>
                </a:lnTo>
                <a:lnTo>
                  <a:pt x="1373352" y="1294942"/>
                </a:lnTo>
                <a:lnTo>
                  <a:pt x="1375206" y="1293075"/>
                </a:lnTo>
                <a:lnTo>
                  <a:pt x="1375676" y="1291958"/>
                </a:lnTo>
                <a:lnTo>
                  <a:pt x="1375676" y="1289329"/>
                </a:lnTo>
                <a:close/>
              </a:path>
              <a:path w="1376045" h="2581275">
                <a:moveTo>
                  <a:pt x="1375676" y="1241704"/>
                </a:moveTo>
                <a:lnTo>
                  <a:pt x="1375206" y="1240586"/>
                </a:lnTo>
                <a:lnTo>
                  <a:pt x="1373352" y="1238719"/>
                </a:lnTo>
                <a:lnTo>
                  <a:pt x="1372235" y="1238250"/>
                </a:lnTo>
                <a:lnTo>
                  <a:pt x="1369593" y="1238250"/>
                </a:lnTo>
                <a:lnTo>
                  <a:pt x="1368475" y="1238719"/>
                </a:lnTo>
                <a:lnTo>
                  <a:pt x="1366621" y="1240586"/>
                </a:lnTo>
                <a:lnTo>
                  <a:pt x="1366151" y="1241704"/>
                </a:lnTo>
                <a:lnTo>
                  <a:pt x="1366151" y="1244333"/>
                </a:lnTo>
                <a:lnTo>
                  <a:pt x="1366621" y="1245450"/>
                </a:lnTo>
                <a:lnTo>
                  <a:pt x="1368475" y="1247317"/>
                </a:lnTo>
                <a:lnTo>
                  <a:pt x="1369593" y="1247775"/>
                </a:lnTo>
                <a:lnTo>
                  <a:pt x="1372235" y="1247775"/>
                </a:lnTo>
                <a:lnTo>
                  <a:pt x="1373352" y="1247317"/>
                </a:lnTo>
                <a:lnTo>
                  <a:pt x="1375206" y="1245450"/>
                </a:lnTo>
                <a:lnTo>
                  <a:pt x="1375676" y="1244333"/>
                </a:lnTo>
                <a:lnTo>
                  <a:pt x="1375676" y="1241704"/>
                </a:lnTo>
                <a:close/>
              </a:path>
              <a:path w="1376045" h="2581275">
                <a:moveTo>
                  <a:pt x="1375676" y="1194079"/>
                </a:moveTo>
                <a:lnTo>
                  <a:pt x="1375206" y="1192961"/>
                </a:lnTo>
                <a:lnTo>
                  <a:pt x="1373352" y="1191094"/>
                </a:lnTo>
                <a:lnTo>
                  <a:pt x="1372235" y="1190625"/>
                </a:lnTo>
                <a:lnTo>
                  <a:pt x="1369593" y="1190625"/>
                </a:lnTo>
                <a:lnTo>
                  <a:pt x="1368475" y="1191094"/>
                </a:lnTo>
                <a:lnTo>
                  <a:pt x="1366621" y="1192961"/>
                </a:lnTo>
                <a:lnTo>
                  <a:pt x="1366151" y="1194079"/>
                </a:lnTo>
                <a:lnTo>
                  <a:pt x="1366151" y="1196708"/>
                </a:lnTo>
                <a:lnTo>
                  <a:pt x="1366621" y="1197825"/>
                </a:lnTo>
                <a:lnTo>
                  <a:pt x="1368475" y="1199692"/>
                </a:lnTo>
                <a:lnTo>
                  <a:pt x="1369593" y="1200150"/>
                </a:lnTo>
                <a:lnTo>
                  <a:pt x="1372235" y="1200150"/>
                </a:lnTo>
                <a:lnTo>
                  <a:pt x="1373352" y="1199692"/>
                </a:lnTo>
                <a:lnTo>
                  <a:pt x="1375206" y="1197825"/>
                </a:lnTo>
                <a:lnTo>
                  <a:pt x="1375676" y="1196708"/>
                </a:lnTo>
                <a:lnTo>
                  <a:pt x="1375676" y="1194079"/>
                </a:lnTo>
                <a:close/>
              </a:path>
              <a:path w="1376045" h="2581275">
                <a:moveTo>
                  <a:pt x="1375676" y="1146454"/>
                </a:moveTo>
                <a:lnTo>
                  <a:pt x="1375206" y="1145336"/>
                </a:lnTo>
                <a:lnTo>
                  <a:pt x="1373352" y="1143469"/>
                </a:lnTo>
                <a:lnTo>
                  <a:pt x="1372235" y="1143000"/>
                </a:lnTo>
                <a:lnTo>
                  <a:pt x="1369593" y="1143000"/>
                </a:lnTo>
                <a:lnTo>
                  <a:pt x="1368475" y="1143469"/>
                </a:lnTo>
                <a:lnTo>
                  <a:pt x="1366621" y="1145336"/>
                </a:lnTo>
                <a:lnTo>
                  <a:pt x="1366151" y="1146454"/>
                </a:lnTo>
                <a:lnTo>
                  <a:pt x="1366151" y="1149083"/>
                </a:lnTo>
                <a:lnTo>
                  <a:pt x="1366621" y="1150200"/>
                </a:lnTo>
                <a:lnTo>
                  <a:pt x="1368475" y="1152067"/>
                </a:lnTo>
                <a:lnTo>
                  <a:pt x="1369593" y="1152525"/>
                </a:lnTo>
                <a:lnTo>
                  <a:pt x="1372235" y="1152525"/>
                </a:lnTo>
                <a:lnTo>
                  <a:pt x="1373352" y="1152067"/>
                </a:lnTo>
                <a:lnTo>
                  <a:pt x="1375206" y="1150200"/>
                </a:lnTo>
                <a:lnTo>
                  <a:pt x="1375676" y="1149083"/>
                </a:lnTo>
                <a:lnTo>
                  <a:pt x="1375676" y="1146454"/>
                </a:lnTo>
                <a:close/>
              </a:path>
              <a:path w="1376045" h="2581275">
                <a:moveTo>
                  <a:pt x="1375676" y="1098829"/>
                </a:moveTo>
                <a:lnTo>
                  <a:pt x="1375206" y="1097711"/>
                </a:lnTo>
                <a:lnTo>
                  <a:pt x="1373352" y="1095844"/>
                </a:lnTo>
                <a:lnTo>
                  <a:pt x="1372235" y="1095375"/>
                </a:lnTo>
                <a:lnTo>
                  <a:pt x="1369593" y="1095375"/>
                </a:lnTo>
                <a:lnTo>
                  <a:pt x="1368475" y="1095844"/>
                </a:lnTo>
                <a:lnTo>
                  <a:pt x="1366621" y="1097711"/>
                </a:lnTo>
                <a:lnTo>
                  <a:pt x="1366151" y="1098829"/>
                </a:lnTo>
                <a:lnTo>
                  <a:pt x="1366151" y="1101458"/>
                </a:lnTo>
                <a:lnTo>
                  <a:pt x="1366621" y="1102575"/>
                </a:lnTo>
                <a:lnTo>
                  <a:pt x="1368475" y="1104442"/>
                </a:lnTo>
                <a:lnTo>
                  <a:pt x="1369593" y="1104900"/>
                </a:lnTo>
                <a:lnTo>
                  <a:pt x="1372235" y="1104900"/>
                </a:lnTo>
                <a:lnTo>
                  <a:pt x="1373352" y="1104442"/>
                </a:lnTo>
                <a:lnTo>
                  <a:pt x="1375206" y="1102575"/>
                </a:lnTo>
                <a:lnTo>
                  <a:pt x="1375676" y="1101458"/>
                </a:lnTo>
                <a:lnTo>
                  <a:pt x="1375676" y="1098829"/>
                </a:lnTo>
                <a:close/>
              </a:path>
              <a:path w="1376045" h="2581275">
                <a:moveTo>
                  <a:pt x="1375676" y="1051204"/>
                </a:moveTo>
                <a:lnTo>
                  <a:pt x="1375206" y="1050086"/>
                </a:lnTo>
                <a:lnTo>
                  <a:pt x="1373352" y="1048219"/>
                </a:lnTo>
                <a:lnTo>
                  <a:pt x="1372235" y="1047750"/>
                </a:lnTo>
                <a:lnTo>
                  <a:pt x="1369593" y="1047750"/>
                </a:lnTo>
                <a:lnTo>
                  <a:pt x="1368475" y="1048219"/>
                </a:lnTo>
                <a:lnTo>
                  <a:pt x="1366621" y="1050086"/>
                </a:lnTo>
                <a:lnTo>
                  <a:pt x="1366151" y="1051204"/>
                </a:lnTo>
                <a:lnTo>
                  <a:pt x="1366151" y="1053833"/>
                </a:lnTo>
                <a:lnTo>
                  <a:pt x="1366621" y="1054950"/>
                </a:lnTo>
                <a:lnTo>
                  <a:pt x="1368475" y="1056817"/>
                </a:lnTo>
                <a:lnTo>
                  <a:pt x="1369593" y="1057275"/>
                </a:lnTo>
                <a:lnTo>
                  <a:pt x="1372235" y="1057275"/>
                </a:lnTo>
                <a:lnTo>
                  <a:pt x="1373352" y="1056817"/>
                </a:lnTo>
                <a:lnTo>
                  <a:pt x="1375206" y="1054950"/>
                </a:lnTo>
                <a:lnTo>
                  <a:pt x="1375676" y="1053833"/>
                </a:lnTo>
                <a:lnTo>
                  <a:pt x="1375676" y="1051204"/>
                </a:lnTo>
                <a:close/>
              </a:path>
              <a:path w="1376045" h="2581275">
                <a:moveTo>
                  <a:pt x="1375676" y="1003579"/>
                </a:moveTo>
                <a:lnTo>
                  <a:pt x="1375206" y="1002461"/>
                </a:lnTo>
                <a:lnTo>
                  <a:pt x="1373352" y="1000594"/>
                </a:lnTo>
                <a:lnTo>
                  <a:pt x="1372235" y="1000125"/>
                </a:lnTo>
                <a:lnTo>
                  <a:pt x="1369593" y="1000125"/>
                </a:lnTo>
                <a:lnTo>
                  <a:pt x="1368475" y="1000594"/>
                </a:lnTo>
                <a:lnTo>
                  <a:pt x="1366621" y="1002461"/>
                </a:lnTo>
                <a:lnTo>
                  <a:pt x="1366151" y="1003579"/>
                </a:lnTo>
                <a:lnTo>
                  <a:pt x="1366151" y="1006208"/>
                </a:lnTo>
                <a:lnTo>
                  <a:pt x="1366621" y="1007325"/>
                </a:lnTo>
                <a:lnTo>
                  <a:pt x="1368475" y="1009192"/>
                </a:lnTo>
                <a:lnTo>
                  <a:pt x="1369593" y="1009650"/>
                </a:lnTo>
                <a:lnTo>
                  <a:pt x="1372235" y="1009650"/>
                </a:lnTo>
                <a:lnTo>
                  <a:pt x="1373352" y="1009192"/>
                </a:lnTo>
                <a:lnTo>
                  <a:pt x="1375206" y="1007325"/>
                </a:lnTo>
                <a:lnTo>
                  <a:pt x="1375676" y="1006208"/>
                </a:lnTo>
                <a:lnTo>
                  <a:pt x="1375676" y="1003579"/>
                </a:lnTo>
                <a:close/>
              </a:path>
              <a:path w="1376045" h="2581275">
                <a:moveTo>
                  <a:pt x="1375676" y="955954"/>
                </a:moveTo>
                <a:lnTo>
                  <a:pt x="1375206" y="954836"/>
                </a:lnTo>
                <a:lnTo>
                  <a:pt x="1373352" y="952969"/>
                </a:lnTo>
                <a:lnTo>
                  <a:pt x="1372235" y="952500"/>
                </a:lnTo>
                <a:lnTo>
                  <a:pt x="1369593" y="952500"/>
                </a:lnTo>
                <a:lnTo>
                  <a:pt x="1368475" y="952969"/>
                </a:lnTo>
                <a:lnTo>
                  <a:pt x="1366621" y="954836"/>
                </a:lnTo>
                <a:lnTo>
                  <a:pt x="1366151" y="955954"/>
                </a:lnTo>
                <a:lnTo>
                  <a:pt x="1366151" y="958583"/>
                </a:lnTo>
                <a:lnTo>
                  <a:pt x="1366621" y="959700"/>
                </a:lnTo>
                <a:lnTo>
                  <a:pt x="1368475" y="961567"/>
                </a:lnTo>
                <a:lnTo>
                  <a:pt x="1369593" y="962025"/>
                </a:lnTo>
                <a:lnTo>
                  <a:pt x="1372235" y="962025"/>
                </a:lnTo>
                <a:lnTo>
                  <a:pt x="1373352" y="961567"/>
                </a:lnTo>
                <a:lnTo>
                  <a:pt x="1375206" y="959700"/>
                </a:lnTo>
                <a:lnTo>
                  <a:pt x="1375676" y="958583"/>
                </a:lnTo>
                <a:lnTo>
                  <a:pt x="1375676" y="955954"/>
                </a:lnTo>
                <a:close/>
              </a:path>
              <a:path w="1376045" h="2581275">
                <a:moveTo>
                  <a:pt x="1375676" y="908329"/>
                </a:moveTo>
                <a:lnTo>
                  <a:pt x="1375206" y="907211"/>
                </a:lnTo>
                <a:lnTo>
                  <a:pt x="1373352" y="905344"/>
                </a:lnTo>
                <a:lnTo>
                  <a:pt x="1372235" y="904875"/>
                </a:lnTo>
                <a:lnTo>
                  <a:pt x="1369593" y="904875"/>
                </a:lnTo>
                <a:lnTo>
                  <a:pt x="1368475" y="905344"/>
                </a:lnTo>
                <a:lnTo>
                  <a:pt x="1366621" y="907211"/>
                </a:lnTo>
                <a:lnTo>
                  <a:pt x="1366151" y="908329"/>
                </a:lnTo>
                <a:lnTo>
                  <a:pt x="1366151" y="910958"/>
                </a:lnTo>
                <a:lnTo>
                  <a:pt x="1366621" y="912075"/>
                </a:lnTo>
                <a:lnTo>
                  <a:pt x="1368475" y="913942"/>
                </a:lnTo>
                <a:lnTo>
                  <a:pt x="1369593" y="914400"/>
                </a:lnTo>
                <a:lnTo>
                  <a:pt x="1372235" y="914400"/>
                </a:lnTo>
                <a:lnTo>
                  <a:pt x="1373352" y="913942"/>
                </a:lnTo>
                <a:lnTo>
                  <a:pt x="1375206" y="912075"/>
                </a:lnTo>
                <a:lnTo>
                  <a:pt x="1375676" y="910958"/>
                </a:lnTo>
                <a:lnTo>
                  <a:pt x="1375676" y="908329"/>
                </a:lnTo>
                <a:close/>
              </a:path>
              <a:path w="1376045" h="2581275">
                <a:moveTo>
                  <a:pt x="1375676" y="860704"/>
                </a:moveTo>
                <a:lnTo>
                  <a:pt x="1375206" y="859586"/>
                </a:lnTo>
                <a:lnTo>
                  <a:pt x="1373352" y="857719"/>
                </a:lnTo>
                <a:lnTo>
                  <a:pt x="1372235" y="857250"/>
                </a:lnTo>
                <a:lnTo>
                  <a:pt x="1369593" y="857250"/>
                </a:lnTo>
                <a:lnTo>
                  <a:pt x="1368475" y="857719"/>
                </a:lnTo>
                <a:lnTo>
                  <a:pt x="1366621" y="859586"/>
                </a:lnTo>
                <a:lnTo>
                  <a:pt x="1366151" y="860704"/>
                </a:lnTo>
                <a:lnTo>
                  <a:pt x="1366151" y="863333"/>
                </a:lnTo>
                <a:lnTo>
                  <a:pt x="1366621" y="864450"/>
                </a:lnTo>
                <a:lnTo>
                  <a:pt x="1368475" y="866317"/>
                </a:lnTo>
                <a:lnTo>
                  <a:pt x="1369593" y="866775"/>
                </a:lnTo>
                <a:lnTo>
                  <a:pt x="1372235" y="866775"/>
                </a:lnTo>
                <a:lnTo>
                  <a:pt x="1373352" y="866317"/>
                </a:lnTo>
                <a:lnTo>
                  <a:pt x="1375206" y="864450"/>
                </a:lnTo>
                <a:lnTo>
                  <a:pt x="1375676" y="863333"/>
                </a:lnTo>
                <a:lnTo>
                  <a:pt x="1375676" y="860704"/>
                </a:lnTo>
                <a:close/>
              </a:path>
              <a:path w="1376045" h="2581275">
                <a:moveTo>
                  <a:pt x="1375676" y="813079"/>
                </a:moveTo>
                <a:lnTo>
                  <a:pt x="1375206" y="811961"/>
                </a:lnTo>
                <a:lnTo>
                  <a:pt x="1373352" y="810094"/>
                </a:lnTo>
                <a:lnTo>
                  <a:pt x="1372235" y="809625"/>
                </a:lnTo>
                <a:lnTo>
                  <a:pt x="1369593" y="809625"/>
                </a:lnTo>
                <a:lnTo>
                  <a:pt x="1368475" y="810094"/>
                </a:lnTo>
                <a:lnTo>
                  <a:pt x="1366621" y="811961"/>
                </a:lnTo>
                <a:lnTo>
                  <a:pt x="1366151" y="813079"/>
                </a:lnTo>
                <a:lnTo>
                  <a:pt x="1366151" y="815708"/>
                </a:lnTo>
                <a:lnTo>
                  <a:pt x="1366621" y="816825"/>
                </a:lnTo>
                <a:lnTo>
                  <a:pt x="1368475" y="818692"/>
                </a:lnTo>
                <a:lnTo>
                  <a:pt x="1369593" y="819150"/>
                </a:lnTo>
                <a:lnTo>
                  <a:pt x="1372235" y="819150"/>
                </a:lnTo>
                <a:lnTo>
                  <a:pt x="1373352" y="818692"/>
                </a:lnTo>
                <a:lnTo>
                  <a:pt x="1375206" y="816825"/>
                </a:lnTo>
                <a:lnTo>
                  <a:pt x="1375676" y="815708"/>
                </a:lnTo>
                <a:lnTo>
                  <a:pt x="1375676" y="813079"/>
                </a:lnTo>
                <a:close/>
              </a:path>
              <a:path w="1376045" h="2581275">
                <a:moveTo>
                  <a:pt x="1375676" y="765454"/>
                </a:moveTo>
                <a:lnTo>
                  <a:pt x="1375206" y="764336"/>
                </a:lnTo>
                <a:lnTo>
                  <a:pt x="1373352" y="762469"/>
                </a:lnTo>
                <a:lnTo>
                  <a:pt x="1372235" y="762000"/>
                </a:lnTo>
                <a:lnTo>
                  <a:pt x="1369593" y="762000"/>
                </a:lnTo>
                <a:lnTo>
                  <a:pt x="1368475" y="762469"/>
                </a:lnTo>
                <a:lnTo>
                  <a:pt x="1366621" y="764336"/>
                </a:lnTo>
                <a:lnTo>
                  <a:pt x="1366151" y="765454"/>
                </a:lnTo>
                <a:lnTo>
                  <a:pt x="1366151" y="768083"/>
                </a:lnTo>
                <a:lnTo>
                  <a:pt x="1366621" y="769200"/>
                </a:lnTo>
                <a:lnTo>
                  <a:pt x="1368475" y="771067"/>
                </a:lnTo>
                <a:lnTo>
                  <a:pt x="1369593" y="771525"/>
                </a:lnTo>
                <a:lnTo>
                  <a:pt x="1372235" y="771525"/>
                </a:lnTo>
                <a:lnTo>
                  <a:pt x="1373352" y="771067"/>
                </a:lnTo>
                <a:lnTo>
                  <a:pt x="1375206" y="769200"/>
                </a:lnTo>
                <a:lnTo>
                  <a:pt x="1375676" y="768083"/>
                </a:lnTo>
                <a:lnTo>
                  <a:pt x="1375676" y="765454"/>
                </a:lnTo>
                <a:close/>
              </a:path>
              <a:path w="1376045" h="2581275">
                <a:moveTo>
                  <a:pt x="1375676" y="717829"/>
                </a:moveTo>
                <a:lnTo>
                  <a:pt x="1375206" y="716711"/>
                </a:lnTo>
                <a:lnTo>
                  <a:pt x="1373352" y="714844"/>
                </a:lnTo>
                <a:lnTo>
                  <a:pt x="1372235" y="714375"/>
                </a:lnTo>
                <a:lnTo>
                  <a:pt x="1369593" y="714375"/>
                </a:lnTo>
                <a:lnTo>
                  <a:pt x="1368475" y="714844"/>
                </a:lnTo>
                <a:lnTo>
                  <a:pt x="1366621" y="716711"/>
                </a:lnTo>
                <a:lnTo>
                  <a:pt x="1366151" y="717829"/>
                </a:lnTo>
                <a:lnTo>
                  <a:pt x="1366151" y="720458"/>
                </a:lnTo>
                <a:lnTo>
                  <a:pt x="1366621" y="721575"/>
                </a:lnTo>
                <a:lnTo>
                  <a:pt x="1368475" y="723442"/>
                </a:lnTo>
                <a:lnTo>
                  <a:pt x="1369593" y="723900"/>
                </a:lnTo>
                <a:lnTo>
                  <a:pt x="1372235" y="723900"/>
                </a:lnTo>
                <a:lnTo>
                  <a:pt x="1373352" y="723442"/>
                </a:lnTo>
                <a:lnTo>
                  <a:pt x="1375206" y="721575"/>
                </a:lnTo>
                <a:lnTo>
                  <a:pt x="1375676" y="720458"/>
                </a:lnTo>
                <a:lnTo>
                  <a:pt x="1375676" y="717829"/>
                </a:lnTo>
                <a:close/>
              </a:path>
              <a:path w="1376045" h="2581275">
                <a:moveTo>
                  <a:pt x="1375676" y="670204"/>
                </a:moveTo>
                <a:lnTo>
                  <a:pt x="1375206" y="669086"/>
                </a:lnTo>
                <a:lnTo>
                  <a:pt x="1373352" y="667219"/>
                </a:lnTo>
                <a:lnTo>
                  <a:pt x="1372235" y="666750"/>
                </a:lnTo>
                <a:lnTo>
                  <a:pt x="1369593" y="666750"/>
                </a:lnTo>
                <a:lnTo>
                  <a:pt x="1368475" y="667219"/>
                </a:lnTo>
                <a:lnTo>
                  <a:pt x="1366621" y="669086"/>
                </a:lnTo>
                <a:lnTo>
                  <a:pt x="1366151" y="670204"/>
                </a:lnTo>
                <a:lnTo>
                  <a:pt x="1366151" y="672833"/>
                </a:lnTo>
                <a:lnTo>
                  <a:pt x="1366621" y="673950"/>
                </a:lnTo>
                <a:lnTo>
                  <a:pt x="1368475" y="675817"/>
                </a:lnTo>
                <a:lnTo>
                  <a:pt x="1369593" y="676275"/>
                </a:lnTo>
                <a:lnTo>
                  <a:pt x="1372235" y="676275"/>
                </a:lnTo>
                <a:lnTo>
                  <a:pt x="1373352" y="675817"/>
                </a:lnTo>
                <a:lnTo>
                  <a:pt x="1375206" y="673950"/>
                </a:lnTo>
                <a:lnTo>
                  <a:pt x="1375676" y="672833"/>
                </a:lnTo>
                <a:lnTo>
                  <a:pt x="1375676" y="670204"/>
                </a:lnTo>
                <a:close/>
              </a:path>
              <a:path w="1376045" h="2581275">
                <a:moveTo>
                  <a:pt x="1375676" y="622579"/>
                </a:moveTo>
                <a:lnTo>
                  <a:pt x="1375206" y="621461"/>
                </a:lnTo>
                <a:lnTo>
                  <a:pt x="1373352" y="619594"/>
                </a:lnTo>
                <a:lnTo>
                  <a:pt x="1372235" y="619125"/>
                </a:lnTo>
                <a:lnTo>
                  <a:pt x="1369593" y="619125"/>
                </a:lnTo>
                <a:lnTo>
                  <a:pt x="1368475" y="619594"/>
                </a:lnTo>
                <a:lnTo>
                  <a:pt x="1366621" y="621461"/>
                </a:lnTo>
                <a:lnTo>
                  <a:pt x="1366151" y="622579"/>
                </a:lnTo>
                <a:lnTo>
                  <a:pt x="1366151" y="625208"/>
                </a:lnTo>
                <a:lnTo>
                  <a:pt x="1366621" y="626325"/>
                </a:lnTo>
                <a:lnTo>
                  <a:pt x="1368475" y="628192"/>
                </a:lnTo>
                <a:lnTo>
                  <a:pt x="1369593" y="628650"/>
                </a:lnTo>
                <a:lnTo>
                  <a:pt x="1372235" y="628650"/>
                </a:lnTo>
                <a:lnTo>
                  <a:pt x="1373352" y="628192"/>
                </a:lnTo>
                <a:lnTo>
                  <a:pt x="1375206" y="626325"/>
                </a:lnTo>
                <a:lnTo>
                  <a:pt x="1375676" y="625208"/>
                </a:lnTo>
                <a:lnTo>
                  <a:pt x="1375676" y="622579"/>
                </a:lnTo>
                <a:close/>
              </a:path>
              <a:path w="1376045" h="2581275">
                <a:moveTo>
                  <a:pt x="1375676" y="574954"/>
                </a:moveTo>
                <a:lnTo>
                  <a:pt x="1375206" y="573836"/>
                </a:lnTo>
                <a:lnTo>
                  <a:pt x="1373352" y="571969"/>
                </a:lnTo>
                <a:lnTo>
                  <a:pt x="1372235" y="571500"/>
                </a:lnTo>
                <a:lnTo>
                  <a:pt x="1369593" y="571500"/>
                </a:lnTo>
                <a:lnTo>
                  <a:pt x="1368475" y="571969"/>
                </a:lnTo>
                <a:lnTo>
                  <a:pt x="1366621" y="573836"/>
                </a:lnTo>
                <a:lnTo>
                  <a:pt x="1366151" y="574954"/>
                </a:lnTo>
                <a:lnTo>
                  <a:pt x="1366151" y="577583"/>
                </a:lnTo>
                <a:lnTo>
                  <a:pt x="1366621" y="578700"/>
                </a:lnTo>
                <a:lnTo>
                  <a:pt x="1368475" y="580567"/>
                </a:lnTo>
                <a:lnTo>
                  <a:pt x="1369593" y="581025"/>
                </a:lnTo>
                <a:lnTo>
                  <a:pt x="1372235" y="581025"/>
                </a:lnTo>
                <a:lnTo>
                  <a:pt x="1373352" y="580567"/>
                </a:lnTo>
                <a:lnTo>
                  <a:pt x="1375206" y="578700"/>
                </a:lnTo>
                <a:lnTo>
                  <a:pt x="1375676" y="577583"/>
                </a:lnTo>
                <a:lnTo>
                  <a:pt x="1375676" y="574954"/>
                </a:lnTo>
                <a:close/>
              </a:path>
              <a:path w="1376045" h="2581275">
                <a:moveTo>
                  <a:pt x="1375676" y="527329"/>
                </a:moveTo>
                <a:lnTo>
                  <a:pt x="1375206" y="526211"/>
                </a:lnTo>
                <a:lnTo>
                  <a:pt x="1373352" y="524344"/>
                </a:lnTo>
                <a:lnTo>
                  <a:pt x="1372235" y="523875"/>
                </a:lnTo>
                <a:lnTo>
                  <a:pt x="1369593" y="523875"/>
                </a:lnTo>
                <a:lnTo>
                  <a:pt x="1368475" y="524344"/>
                </a:lnTo>
                <a:lnTo>
                  <a:pt x="1366621" y="526211"/>
                </a:lnTo>
                <a:lnTo>
                  <a:pt x="1366151" y="527329"/>
                </a:lnTo>
                <a:lnTo>
                  <a:pt x="1366151" y="529958"/>
                </a:lnTo>
                <a:lnTo>
                  <a:pt x="1366621" y="531075"/>
                </a:lnTo>
                <a:lnTo>
                  <a:pt x="1368475" y="532942"/>
                </a:lnTo>
                <a:lnTo>
                  <a:pt x="1369593" y="533400"/>
                </a:lnTo>
                <a:lnTo>
                  <a:pt x="1372235" y="533400"/>
                </a:lnTo>
                <a:lnTo>
                  <a:pt x="1373352" y="532942"/>
                </a:lnTo>
                <a:lnTo>
                  <a:pt x="1375206" y="531075"/>
                </a:lnTo>
                <a:lnTo>
                  <a:pt x="1375676" y="529958"/>
                </a:lnTo>
                <a:lnTo>
                  <a:pt x="1375676" y="527329"/>
                </a:lnTo>
                <a:close/>
              </a:path>
              <a:path w="1376045" h="2581275">
                <a:moveTo>
                  <a:pt x="1375676" y="479704"/>
                </a:moveTo>
                <a:lnTo>
                  <a:pt x="1375206" y="478586"/>
                </a:lnTo>
                <a:lnTo>
                  <a:pt x="1373352" y="476719"/>
                </a:lnTo>
                <a:lnTo>
                  <a:pt x="1372235" y="476250"/>
                </a:lnTo>
                <a:lnTo>
                  <a:pt x="1369593" y="476250"/>
                </a:lnTo>
                <a:lnTo>
                  <a:pt x="1368475" y="476719"/>
                </a:lnTo>
                <a:lnTo>
                  <a:pt x="1366621" y="478586"/>
                </a:lnTo>
                <a:lnTo>
                  <a:pt x="1366151" y="479704"/>
                </a:lnTo>
                <a:lnTo>
                  <a:pt x="1366151" y="482333"/>
                </a:lnTo>
                <a:lnTo>
                  <a:pt x="1366621" y="483450"/>
                </a:lnTo>
                <a:lnTo>
                  <a:pt x="1368475" y="485317"/>
                </a:lnTo>
                <a:lnTo>
                  <a:pt x="1369593" y="485775"/>
                </a:lnTo>
                <a:lnTo>
                  <a:pt x="1372235" y="485775"/>
                </a:lnTo>
                <a:lnTo>
                  <a:pt x="1373352" y="485317"/>
                </a:lnTo>
                <a:lnTo>
                  <a:pt x="1375206" y="483450"/>
                </a:lnTo>
                <a:lnTo>
                  <a:pt x="1375676" y="482333"/>
                </a:lnTo>
                <a:lnTo>
                  <a:pt x="1375676" y="479704"/>
                </a:lnTo>
                <a:close/>
              </a:path>
              <a:path w="1376045" h="2581275">
                <a:moveTo>
                  <a:pt x="1375676" y="432079"/>
                </a:moveTo>
                <a:lnTo>
                  <a:pt x="1375206" y="430961"/>
                </a:lnTo>
                <a:lnTo>
                  <a:pt x="1373352" y="429094"/>
                </a:lnTo>
                <a:lnTo>
                  <a:pt x="1372235" y="428625"/>
                </a:lnTo>
                <a:lnTo>
                  <a:pt x="1369593" y="428625"/>
                </a:lnTo>
                <a:lnTo>
                  <a:pt x="1368475" y="429094"/>
                </a:lnTo>
                <a:lnTo>
                  <a:pt x="1366621" y="430961"/>
                </a:lnTo>
                <a:lnTo>
                  <a:pt x="1366151" y="432079"/>
                </a:lnTo>
                <a:lnTo>
                  <a:pt x="1366151" y="434708"/>
                </a:lnTo>
                <a:lnTo>
                  <a:pt x="1366621" y="435825"/>
                </a:lnTo>
                <a:lnTo>
                  <a:pt x="1368475" y="437692"/>
                </a:lnTo>
                <a:lnTo>
                  <a:pt x="1369593" y="438150"/>
                </a:lnTo>
                <a:lnTo>
                  <a:pt x="1372235" y="438150"/>
                </a:lnTo>
                <a:lnTo>
                  <a:pt x="1373352" y="437692"/>
                </a:lnTo>
                <a:lnTo>
                  <a:pt x="1375206" y="435825"/>
                </a:lnTo>
                <a:lnTo>
                  <a:pt x="1375676" y="434708"/>
                </a:lnTo>
                <a:lnTo>
                  <a:pt x="1375676" y="432079"/>
                </a:lnTo>
                <a:close/>
              </a:path>
              <a:path w="1376045" h="2581275">
                <a:moveTo>
                  <a:pt x="1375676" y="384454"/>
                </a:moveTo>
                <a:lnTo>
                  <a:pt x="1375206" y="383336"/>
                </a:lnTo>
                <a:lnTo>
                  <a:pt x="1373352" y="381469"/>
                </a:lnTo>
                <a:lnTo>
                  <a:pt x="1372235" y="381000"/>
                </a:lnTo>
                <a:lnTo>
                  <a:pt x="1369593" y="381000"/>
                </a:lnTo>
                <a:lnTo>
                  <a:pt x="1368475" y="381469"/>
                </a:lnTo>
                <a:lnTo>
                  <a:pt x="1366621" y="383336"/>
                </a:lnTo>
                <a:lnTo>
                  <a:pt x="1366151" y="384454"/>
                </a:lnTo>
                <a:lnTo>
                  <a:pt x="1366151" y="387083"/>
                </a:lnTo>
                <a:lnTo>
                  <a:pt x="1366621" y="388200"/>
                </a:lnTo>
                <a:lnTo>
                  <a:pt x="1368475" y="390067"/>
                </a:lnTo>
                <a:lnTo>
                  <a:pt x="1369593" y="390525"/>
                </a:lnTo>
                <a:lnTo>
                  <a:pt x="1372235" y="390525"/>
                </a:lnTo>
                <a:lnTo>
                  <a:pt x="1373352" y="390067"/>
                </a:lnTo>
                <a:lnTo>
                  <a:pt x="1375206" y="388200"/>
                </a:lnTo>
                <a:lnTo>
                  <a:pt x="1375676" y="387083"/>
                </a:lnTo>
                <a:lnTo>
                  <a:pt x="1375676" y="384454"/>
                </a:lnTo>
                <a:close/>
              </a:path>
              <a:path w="1376045" h="2581275">
                <a:moveTo>
                  <a:pt x="1375676" y="336829"/>
                </a:moveTo>
                <a:lnTo>
                  <a:pt x="1375206" y="335711"/>
                </a:lnTo>
                <a:lnTo>
                  <a:pt x="1373352" y="333844"/>
                </a:lnTo>
                <a:lnTo>
                  <a:pt x="1372235" y="333375"/>
                </a:lnTo>
                <a:lnTo>
                  <a:pt x="1369593" y="333375"/>
                </a:lnTo>
                <a:lnTo>
                  <a:pt x="1368475" y="333844"/>
                </a:lnTo>
                <a:lnTo>
                  <a:pt x="1366621" y="335711"/>
                </a:lnTo>
                <a:lnTo>
                  <a:pt x="1366151" y="336829"/>
                </a:lnTo>
                <a:lnTo>
                  <a:pt x="1366151" y="339458"/>
                </a:lnTo>
                <a:lnTo>
                  <a:pt x="1366621" y="340575"/>
                </a:lnTo>
                <a:lnTo>
                  <a:pt x="1368475" y="342442"/>
                </a:lnTo>
                <a:lnTo>
                  <a:pt x="1369593" y="342900"/>
                </a:lnTo>
                <a:lnTo>
                  <a:pt x="1372235" y="342900"/>
                </a:lnTo>
                <a:lnTo>
                  <a:pt x="1373352" y="342442"/>
                </a:lnTo>
                <a:lnTo>
                  <a:pt x="1375206" y="340575"/>
                </a:lnTo>
                <a:lnTo>
                  <a:pt x="1375676" y="339458"/>
                </a:lnTo>
                <a:lnTo>
                  <a:pt x="1375676" y="336829"/>
                </a:lnTo>
                <a:close/>
              </a:path>
              <a:path w="1376045" h="2581275">
                <a:moveTo>
                  <a:pt x="1375676" y="289204"/>
                </a:moveTo>
                <a:lnTo>
                  <a:pt x="1375206" y="288086"/>
                </a:lnTo>
                <a:lnTo>
                  <a:pt x="1373352" y="286219"/>
                </a:lnTo>
                <a:lnTo>
                  <a:pt x="1372235" y="285750"/>
                </a:lnTo>
                <a:lnTo>
                  <a:pt x="1369593" y="285750"/>
                </a:lnTo>
                <a:lnTo>
                  <a:pt x="1368475" y="286219"/>
                </a:lnTo>
                <a:lnTo>
                  <a:pt x="1366621" y="288086"/>
                </a:lnTo>
                <a:lnTo>
                  <a:pt x="1366151" y="289204"/>
                </a:lnTo>
                <a:lnTo>
                  <a:pt x="1366151" y="291833"/>
                </a:lnTo>
                <a:lnTo>
                  <a:pt x="1366621" y="292950"/>
                </a:lnTo>
                <a:lnTo>
                  <a:pt x="1368475" y="294817"/>
                </a:lnTo>
                <a:lnTo>
                  <a:pt x="1369593" y="295275"/>
                </a:lnTo>
                <a:lnTo>
                  <a:pt x="1372235" y="295275"/>
                </a:lnTo>
                <a:lnTo>
                  <a:pt x="1373352" y="294817"/>
                </a:lnTo>
                <a:lnTo>
                  <a:pt x="1375206" y="292950"/>
                </a:lnTo>
                <a:lnTo>
                  <a:pt x="1375676" y="291833"/>
                </a:lnTo>
                <a:lnTo>
                  <a:pt x="1375676" y="289204"/>
                </a:lnTo>
                <a:close/>
              </a:path>
              <a:path w="1376045" h="2581275">
                <a:moveTo>
                  <a:pt x="1375676" y="241579"/>
                </a:moveTo>
                <a:lnTo>
                  <a:pt x="1375206" y="240461"/>
                </a:lnTo>
                <a:lnTo>
                  <a:pt x="1373352" y="238594"/>
                </a:lnTo>
                <a:lnTo>
                  <a:pt x="1372235" y="238125"/>
                </a:lnTo>
                <a:lnTo>
                  <a:pt x="1369593" y="238125"/>
                </a:lnTo>
                <a:lnTo>
                  <a:pt x="1368475" y="238594"/>
                </a:lnTo>
                <a:lnTo>
                  <a:pt x="1366621" y="240461"/>
                </a:lnTo>
                <a:lnTo>
                  <a:pt x="1366151" y="241579"/>
                </a:lnTo>
                <a:lnTo>
                  <a:pt x="1366151" y="244208"/>
                </a:lnTo>
                <a:lnTo>
                  <a:pt x="1366621" y="245325"/>
                </a:lnTo>
                <a:lnTo>
                  <a:pt x="1368475" y="247192"/>
                </a:lnTo>
                <a:lnTo>
                  <a:pt x="1369593" y="247650"/>
                </a:lnTo>
                <a:lnTo>
                  <a:pt x="1372235" y="247650"/>
                </a:lnTo>
                <a:lnTo>
                  <a:pt x="1373352" y="247192"/>
                </a:lnTo>
                <a:lnTo>
                  <a:pt x="1375206" y="245325"/>
                </a:lnTo>
                <a:lnTo>
                  <a:pt x="1375676" y="244208"/>
                </a:lnTo>
                <a:lnTo>
                  <a:pt x="1375676" y="241579"/>
                </a:lnTo>
                <a:close/>
              </a:path>
              <a:path w="1376045" h="2581275">
                <a:moveTo>
                  <a:pt x="1375676" y="193954"/>
                </a:moveTo>
                <a:lnTo>
                  <a:pt x="1375206" y="192836"/>
                </a:lnTo>
                <a:lnTo>
                  <a:pt x="1373352" y="190969"/>
                </a:lnTo>
                <a:lnTo>
                  <a:pt x="1372235" y="190500"/>
                </a:lnTo>
                <a:lnTo>
                  <a:pt x="1369593" y="190500"/>
                </a:lnTo>
                <a:lnTo>
                  <a:pt x="1368475" y="190969"/>
                </a:lnTo>
                <a:lnTo>
                  <a:pt x="1366621" y="192836"/>
                </a:lnTo>
                <a:lnTo>
                  <a:pt x="1366151" y="193954"/>
                </a:lnTo>
                <a:lnTo>
                  <a:pt x="1366151" y="196583"/>
                </a:lnTo>
                <a:lnTo>
                  <a:pt x="1366621" y="197700"/>
                </a:lnTo>
                <a:lnTo>
                  <a:pt x="1368475" y="199567"/>
                </a:lnTo>
                <a:lnTo>
                  <a:pt x="1369593" y="200025"/>
                </a:lnTo>
                <a:lnTo>
                  <a:pt x="1372235" y="200025"/>
                </a:lnTo>
                <a:lnTo>
                  <a:pt x="1373352" y="199567"/>
                </a:lnTo>
                <a:lnTo>
                  <a:pt x="1375206" y="197700"/>
                </a:lnTo>
                <a:lnTo>
                  <a:pt x="1375676" y="196583"/>
                </a:lnTo>
                <a:lnTo>
                  <a:pt x="1375676" y="193954"/>
                </a:lnTo>
                <a:close/>
              </a:path>
              <a:path w="1376045" h="2581275">
                <a:moveTo>
                  <a:pt x="1375676" y="146329"/>
                </a:moveTo>
                <a:lnTo>
                  <a:pt x="1375206" y="145211"/>
                </a:lnTo>
                <a:lnTo>
                  <a:pt x="1373352" y="143344"/>
                </a:lnTo>
                <a:lnTo>
                  <a:pt x="1372235" y="142875"/>
                </a:lnTo>
                <a:lnTo>
                  <a:pt x="1369593" y="142875"/>
                </a:lnTo>
                <a:lnTo>
                  <a:pt x="1368475" y="143344"/>
                </a:lnTo>
                <a:lnTo>
                  <a:pt x="1366621" y="145211"/>
                </a:lnTo>
                <a:lnTo>
                  <a:pt x="1366151" y="146329"/>
                </a:lnTo>
                <a:lnTo>
                  <a:pt x="1366151" y="148958"/>
                </a:lnTo>
                <a:lnTo>
                  <a:pt x="1366621" y="150075"/>
                </a:lnTo>
                <a:lnTo>
                  <a:pt x="1368475" y="151942"/>
                </a:lnTo>
                <a:lnTo>
                  <a:pt x="1369593" y="152400"/>
                </a:lnTo>
                <a:lnTo>
                  <a:pt x="1372235" y="152400"/>
                </a:lnTo>
                <a:lnTo>
                  <a:pt x="1373352" y="151942"/>
                </a:lnTo>
                <a:lnTo>
                  <a:pt x="1375206" y="150075"/>
                </a:lnTo>
                <a:lnTo>
                  <a:pt x="1375676" y="148958"/>
                </a:lnTo>
                <a:lnTo>
                  <a:pt x="1375676" y="146329"/>
                </a:lnTo>
                <a:close/>
              </a:path>
              <a:path w="1376045" h="2581275">
                <a:moveTo>
                  <a:pt x="1375676" y="98704"/>
                </a:moveTo>
                <a:lnTo>
                  <a:pt x="1375206" y="97586"/>
                </a:lnTo>
                <a:lnTo>
                  <a:pt x="1373352" y="95719"/>
                </a:lnTo>
                <a:lnTo>
                  <a:pt x="1372235" y="95250"/>
                </a:lnTo>
                <a:lnTo>
                  <a:pt x="1369593" y="95250"/>
                </a:lnTo>
                <a:lnTo>
                  <a:pt x="1368475" y="95719"/>
                </a:lnTo>
                <a:lnTo>
                  <a:pt x="1366621" y="97586"/>
                </a:lnTo>
                <a:lnTo>
                  <a:pt x="1366151" y="98704"/>
                </a:lnTo>
                <a:lnTo>
                  <a:pt x="1366151" y="101333"/>
                </a:lnTo>
                <a:lnTo>
                  <a:pt x="1366621" y="102450"/>
                </a:lnTo>
                <a:lnTo>
                  <a:pt x="1368475" y="104317"/>
                </a:lnTo>
                <a:lnTo>
                  <a:pt x="1369593" y="104775"/>
                </a:lnTo>
                <a:lnTo>
                  <a:pt x="1372235" y="104775"/>
                </a:lnTo>
                <a:lnTo>
                  <a:pt x="1373352" y="104317"/>
                </a:lnTo>
                <a:lnTo>
                  <a:pt x="1375206" y="102450"/>
                </a:lnTo>
                <a:lnTo>
                  <a:pt x="1375676" y="101333"/>
                </a:lnTo>
                <a:lnTo>
                  <a:pt x="1375676" y="98704"/>
                </a:lnTo>
                <a:close/>
              </a:path>
              <a:path w="1376045" h="2581275">
                <a:moveTo>
                  <a:pt x="1375676" y="51079"/>
                </a:moveTo>
                <a:lnTo>
                  <a:pt x="1375206" y="49961"/>
                </a:lnTo>
                <a:lnTo>
                  <a:pt x="1373352" y="48094"/>
                </a:lnTo>
                <a:lnTo>
                  <a:pt x="1372235" y="47625"/>
                </a:lnTo>
                <a:lnTo>
                  <a:pt x="1369593" y="47625"/>
                </a:lnTo>
                <a:lnTo>
                  <a:pt x="1368475" y="48094"/>
                </a:lnTo>
                <a:lnTo>
                  <a:pt x="1366621" y="49961"/>
                </a:lnTo>
                <a:lnTo>
                  <a:pt x="1366151" y="51079"/>
                </a:lnTo>
                <a:lnTo>
                  <a:pt x="1366151" y="53708"/>
                </a:lnTo>
                <a:lnTo>
                  <a:pt x="1366621" y="54825"/>
                </a:lnTo>
                <a:lnTo>
                  <a:pt x="1368475" y="56692"/>
                </a:lnTo>
                <a:lnTo>
                  <a:pt x="1369593" y="57150"/>
                </a:lnTo>
                <a:lnTo>
                  <a:pt x="1372235" y="57150"/>
                </a:lnTo>
                <a:lnTo>
                  <a:pt x="1373352" y="56692"/>
                </a:lnTo>
                <a:lnTo>
                  <a:pt x="1375206" y="54825"/>
                </a:lnTo>
                <a:lnTo>
                  <a:pt x="1375676" y="53708"/>
                </a:lnTo>
                <a:lnTo>
                  <a:pt x="1375676" y="51079"/>
                </a:lnTo>
                <a:close/>
              </a:path>
              <a:path w="1376045" h="2581275">
                <a:moveTo>
                  <a:pt x="1375676" y="3454"/>
                </a:moveTo>
                <a:lnTo>
                  <a:pt x="1375206" y="2336"/>
                </a:lnTo>
                <a:lnTo>
                  <a:pt x="1373352" y="469"/>
                </a:lnTo>
                <a:lnTo>
                  <a:pt x="1372235" y="0"/>
                </a:lnTo>
                <a:lnTo>
                  <a:pt x="1369593" y="0"/>
                </a:lnTo>
                <a:lnTo>
                  <a:pt x="1368475" y="469"/>
                </a:lnTo>
                <a:lnTo>
                  <a:pt x="1366621" y="2336"/>
                </a:lnTo>
                <a:lnTo>
                  <a:pt x="1366151" y="3454"/>
                </a:lnTo>
                <a:lnTo>
                  <a:pt x="1366151" y="6083"/>
                </a:lnTo>
                <a:lnTo>
                  <a:pt x="1366621" y="7200"/>
                </a:lnTo>
                <a:lnTo>
                  <a:pt x="1368475" y="9067"/>
                </a:lnTo>
                <a:lnTo>
                  <a:pt x="1369593" y="9525"/>
                </a:lnTo>
                <a:lnTo>
                  <a:pt x="1372235" y="9525"/>
                </a:lnTo>
                <a:lnTo>
                  <a:pt x="1373352" y="9067"/>
                </a:lnTo>
                <a:lnTo>
                  <a:pt x="1375206" y="7200"/>
                </a:lnTo>
                <a:lnTo>
                  <a:pt x="1375676" y="6083"/>
                </a:lnTo>
                <a:lnTo>
                  <a:pt x="1375676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762957" y="46894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546395" y="2097087"/>
            <a:ext cx="9525" cy="2581275"/>
          </a:xfrm>
          <a:custGeom>
            <a:avLst/>
            <a:gdLst/>
            <a:ahLst/>
            <a:cxnLst/>
            <a:rect l="l" t="t" r="r" b="b"/>
            <a:pathLst>
              <a:path w="9525" h="25812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50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50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5812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5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5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5812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700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700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5812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5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5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5812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50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50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5812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5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5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5812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200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200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5812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5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5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581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50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50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581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5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5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581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581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5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5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581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50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50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581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581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200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5000"/>
                </a:lnTo>
                <a:lnTo>
                  <a:pt x="6077" y="1905000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200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581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5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5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581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50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50"/>
                </a:lnTo>
                <a:lnTo>
                  <a:pt x="6077" y="1809750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50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581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5"/>
                </a:lnTo>
                <a:lnTo>
                  <a:pt x="6077" y="1762125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581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500"/>
                </a:lnTo>
                <a:lnTo>
                  <a:pt x="6077" y="1714500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581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40"/>
                </a:lnTo>
                <a:lnTo>
                  <a:pt x="3447" y="1666875"/>
                </a:lnTo>
                <a:lnTo>
                  <a:pt x="6077" y="1666875"/>
                </a:lnTo>
                <a:lnTo>
                  <a:pt x="7200" y="1667340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581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50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50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581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5"/>
                </a:lnTo>
                <a:lnTo>
                  <a:pt x="6077" y="1571625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581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4000"/>
                </a:lnTo>
                <a:lnTo>
                  <a:pt x="6077" y="1524000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581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5"/>
                </a:lnTo>
                <a:lnTo>
                  <a:pt x="6077" y="1476375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581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50"/>
                </a:lnTo>
                <a:lnTo>
                  <a:pt x="6077" y="1428750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581275">
                <a:moveTo>
                  <a:pt x="6077" y="1390649"/>
                </a:moveTo>
                <a:lnTo>
                  <a:pt x="3447" y="1390649"/>
                </a:lnTo>
                <a:lnTo>
                  <a:pt x="2324" y="1390185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5"/>
                </a:lnTo>
                <a:lnTo>
                  <a:pt x="6077" y="1381125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5"/>
                </a:lnTo>
                <a:lnTo>
                  <a:pt x="6077" y="1390649"/>
                </a:lnTo>
                <a:close/>
              </a:path>
              <a:path w="9525" h="2581275">
                <a:moveTo>
                  <a:pt x="6077" y="1343024"/>
                </a:moveTo>
                <a:lnTo>
                  <a:pt x="3447" y="1343024"/>
                </a:lnTo>
                <a:lnTo>
                  <a:pt x="2324" y="1342560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5"/>
                </a:lnTo>
                <a:lnTo>
                  <a:pt x="3447" y="1333500"/>
                </a:lnTo>
                <a:lnTo>
                  <a:pt x="6077" y="1333500"/>
                </a:lnTo>
                <a:lnTo>
                  <a:pt x="7200" y="1333965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60"/>
                </a:lnTo>
                <a:lnTo>
                  <a:pt x="6077" y="1343024"/>
                </a:lnTo>
                <a:close/>
              </a:path>
              <a:path w="9525" h="2581275">
                <a:moveTo>
                  <a:pt x="6077" y="1295399"/>
                </a:moveTo>
                <a:lnTo>
                  <a:pt x="3447" y="1295399"/>
                </a:lnTo>
                <a:lnTo>
                  <a:pt x="2324" y="1294935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5"/>
                </a:lnTo>
                <a:lnTo>
                  <a:pt x="6077" y="1285875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5"/>
                </a:lnTo>
                <a:lnTo>
                  <a:pt x="6077" y="1295399"/>
                </a:lnTo>
                <a:close/>
              </a:path>
              <a:path w="9525" h="2581275">
                <a:moveTo>
                  <a:pt x="6077" y="1247774"/>
                </a:moveTo>
                <a:lnTo>
                  <a:pt x="3447" y="1247774"/>
                </a:lnTo>
                <a:lnTo>
                  <a:pt x="2324" y="1247310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10"/>
                </a:lnTo>
                <a:lnTo>
                  <a:pt x="6077" y="1247774"/>
                </a:lnTo>
                <a:close/>
              </a:path>
              <a:path w="9525" h="2581275">
                <a:moveTo>
                  <a:pt x="6077" y="1200149"/>
                </a:moveTo>
                <a:lnTo>
                  <a:pt x="3447" y="1200149"/>
                </a:lnTo>
                <a:lnTo>
                  <a:pt x="2324" y="1199685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5"/>
                </a:lnTo>
                <a:lnTo>
                  <a:pt x="6077" y="1190625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5"/>
                </a:lnTo>
                <a:lnTo>
                  <a:pt x="6077" y="1200149"/>
                </a:lnTo>
                <a:close/>
              </a:path>
              <a:path w="9525" h="2581275">
                <a:moveTo>
                  <a:pt x="6077" y="1152524"/>
                </a:moveTo>
                <a:lnTo>
                  <a:pt x="3447" y="1152524"/>
                </a:lnTo>
                <a:lnTo>
                  <a:pt x="2324" y="1152060"/>
                </a:lnTo>
                <a:lnTo>
                  <a:pt x="464" y="1150200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5"/>
                </a:lnTo>
                <a:lnTo>
                  <a:pt x="3447" y="1143000"/>
                </a:lnTo>
                <a:lnTo>
                  <a:pt x="6077" y="1143000"/>
                </a:lnTo>
                <a:lnTo>
                  <a:pt x="7200" y="1143465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200"/>
                </a:lnTo>
                <a:lnTo>
                  <a:pt x="7200" y="1152060"/>
                </a:lnTo>
                <a:lnTo>
                  <a:pt x="6077" y="1152524"/>
                </a:lnTo>
                <a:close/>
              </a:path>
              <a:path w="9525" h="2581275">
                <a:moveTo>
                  <a:pt x="6077" y="1104899"/>
                </a:moveTo>
                <a:lnTo>
                  <a:pt x="3447" y="1104899"/>
                </a:lnTo>
                <a:lnTo>
                  <a:pt x="2324" y="1104435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5"/>
                </a:lnTo>
                <a:lnTo>
                  <a:pt x="6077" y="1104899"/>
                </a:lnTo>
                <a:close/>
              </a:path>
              <a:path w="9525" h="2581275">
                <a:moveTo>
                  <a:pt x="6077" y="1057274"/>
                </a:moveTo>
                <a:lnTo>
                  <a:pt x="3447" y="1057274"/>
                </a:lnTo>
                <a:lnTo>
                  <a:pt x="2324" y="1056810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50"/>
                </a:lnTo>
                <a:lnTo>
                  <a:pt x="6077" y="1047750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10"/>
                </a:lnTo>
                <a:lnTo>
                  <a:pt x="6077" y="1057274"/>
                </a:lnTo>
                <a:close/>
              </a:path>
              <a:path w="9525" h="2581275">
                <a:moveTo>
                  <a:pt x="6077" y="1009649"/>
                </a:moveTo>
                <a:lnTo>
                  <a:pt x="3447" y="1009649"/>
                </a:lnTo>
                <a:lnTo>
                  <a:pt x="2324" y="1009185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5"/>
                </a:lnTo>
                <a:lnTo>
                  <a:pt x="6077" y="1009649"/>
                </a:lnTo>
                <a:close/>
              </a:path>
              <a:path w="9525" h="2581275">
                <a:moveTo>
                  <a:pt x="6077" y="962024"/>
                </a:moveTo>
                <a:lnTo>
                  <a:pt x="3447" y="962024"/>
                </a:lnTo>
                <a:lnTo>
                  <a:pt x="2324" y="961560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5"/>
                </a:lnTo>
                <a:lnTo>
                  <a:pt x="3447" y="952500"/>
                </a:lnTo>
                <a:lnTo>
                  <a:pt x="6077" y="952500"/>
                </a:lnTo>
                <a:lnTo>
                  <a:pt x="7200" y="952965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60"/>
                </a:lnTo>
                <a:lnTo>
                  <a:pt x="6077" y="962024"/>
                </a:lnTo>
                <a:close/>
              </a:path>
              <a:path w="9525" h="2581275">
                <a:moveTo>
                  <a:pt x="6077" y="914399"/>
                </a:moveTo>
                <a:lnTo>
                  <a:pt x="3447" y="914399"/>
                </a:lnTo>
                <a:lnTo>
                  <a:pt x="2324" y="913935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40"/>
                </a:lnTo>
                <a:lnTo>
                  <a:pt x="3447" y="904875"/>
                </a:lnTo>
                <a:lnTo>
                  <a:pt x="6077" y="904875"/>
                </a:lnTo>
                <a:lnTo>
                  <a:pt x="7200" y="905340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5"/>
                </a:lnTo>
                <a:lnTo>
                  <a:pt x="6077" y="914399"/>
                </a:lnTo>
                <a:close/>
              </a:path>
              <a:path w="9525" h="2581275">
                <a:moveTo>
                  <a:pt x="6077" y="866774"/>
                </a:moveTo>
                <a:lnTo>
                  <a:pt x="3447" y="866774"/>
                </a:lnTo>
                <a:lnTo>
                  <a:pt x="2324" y="866310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10"/>
                </a:lnTo>
                <a:lnTo>
                  <a:pt x="6077" y="866774"/>
                </a:lnTo>
                <a:close/>
              </a:path>
              <a:path w="9525" h="2581275">
                <a:moveTo>
                  <a:pt x="6077" y="819149"/>
                </a:moveTo>
                <a:lnTo>
                  <a:pt x="3447" y="819149"/>
                </a:lnTo>
                <a:lnTo>
                  <a:pt x="2324" y="818685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5"/>
                </a:lnTo>
                <a:lnTo>
                  <a:pt x="6077" y="809625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5"/>
                </a:lnTo>
                <a:lnTo>
                  <a:pt x="6077" y="819149"/>
                </a:lnTo>
                <a:close/>
              </a:path>
              <a:path w="9525" h="258127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258127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5"/>
                </a:lnTo>
                <a:lnTo>
                  <a:pt x="6077" y="714375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2581275">
                <a:moveTo>
                  <a:pt x="6077" y="676274"/>
                </a:moveTo>
                <a:lnTo>
                  <a:pt x="3447" y="676274"/>
                </a:lnTo>
                <a:lnTo>
                  <a:pt x="2324" y="675810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50"/>
                </a:lnTo>
                <a:lnTo>
                  <a:pt x="6077" y="666750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10"/>
                </a:lnTo>
                <a:lnTo>
                  <a:pt x="6077" y="676274"/>
                </a:lnTo>
                <a:close/>
              </a:path>
              <a:path w="9525" h="258127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50"/>
                </a:lnTo>
                <a:lnTo>
                  <a:pt x="2324" y="619590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90"/>
                </a:lnTo>
                <a:lnTo>
                  <a:pt x="9060" y="621450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258127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258127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258127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258127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5"/>
                </a:lnTo>
                <a:lnTo>
                  <a:pt x="6077" y="428625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258127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5"/>
                </a:lnTo>
                <a:lnTo>
                  <a:pt x="2324" y="381465"/>
                </a:lnTo>
                <a:lnTo>
                  <a:pt x="3447" y="381000"/>
                </a:lnTo>
                <a:lnTo>
                  <a:pt x="6077" y="381000"/>
                </a:lnTo>
                <a:lnTo>
                  <a:pt x="7200" y="381465"/>
                </a:lnTo>
                <a:lnTo>
                  <a:pt x="9060" y="383325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258127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258127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258127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5"/>
                </a:lnTo>
                <a:lnTo>
                  <a:pt x="6077" y="238125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258127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258127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258127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5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5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258127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258127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446036" y="46894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229475" y="2097087"/>
            <a:ext cx="9525" cy="2581275"/>
          </a:xfrm>
          <a:custGeom>
            <a:avLst/>
            <a:gdLst/>
            <a:ahLst/>
            <a:cxnLst/>
            <a:rect l="l" t="t" r="r" b="b"/>
            <a:pathLst>
              <a:path w="9525" h="2581275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50"/>
                </a:lnTo>
                <a:lnTo>
                  <a:pt x="0" y="2577827"/>
                </a:lnTo>
                <a:lnTo>
                  <a:pt x="0" y="2575197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7"/>
                </a:lnTo>
                <a:lnTo>
                  <a:pt x="9524" y="2577827"/>
                </a:lnTo>
                <a:lnTo>
                  <a:pt x="9060" y="2578950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2581275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5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5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2581275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700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700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2581275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5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5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5812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50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50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5812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5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5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5812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200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200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5812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5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5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581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50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50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581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5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5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581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700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700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581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5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5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581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50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50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581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5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5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581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200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5000"/>
                </a:lnTo>
                <a:lnTo>
                  <a:pt x="6077" y="1905000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200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581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5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5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581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50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50"/>
                </a:lnTo>
                <a:lnTo>
                  <a:pt x="6077" y="1809750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50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581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5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5"/>
                </a:lnTo>
                <a:lnTo>
                  <a:pt x="6077" y="1762125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5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581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700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500"/>
                </a:lnTo>
                <a:lnTo>
                  <a:pt x="6077" y="1714500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700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581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5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40"/>
                </a:lnTo>
                <a:lnTo>
                  <a:pt x="3447" y="1666875"/>
                </a:lnTo>
                <a:lnTo>
                  <a:pt x="6077" y="1666875"/>
                </a:lnTo>
                <a:lnTo>
                  <a:pt x="7200" y="1667340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5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581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50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50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581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5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5"/>
                </a:lnTo>
                <a:lnTo>
                  <a:pt x="6077" y="1571625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5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581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200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4000"/>
                </a:lnTo>
                <a:lnTo>
                  <a:pt x="6077" y="1524000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200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581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5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5"/>
                </a:lnTo>
                <a:lnTo>
                  <a:pt x="6077" y="1476375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5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581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50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5"/>
                </a:lnTo>
                <a:lnTo>
                  <a:pt x="3447" y="1428750"/>
                </a:lnTo>
                <a:lnTo>
                  <a:pt x="6077" y="1428750"/>
                </a:lnTo>
                <a:lnTo>
                  <a:pt x="7200" y="1429215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50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581275">
                <a:moveTo>
                  <a:pt x="6077" y="1390649"/>
                </a:moveTo>
                <a:lnTo>
                  <a:pt x="3447" y="1390649"/>
                </a:lnTo>
                <a:lnTo>
                  <a:pt x="2324" y="1390185"/>
                </a:lnTo>
                <a:lnTo>
                  <a:pt x="464" y="1388325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5"/>
                </a:lnTo>
                <a:lnTo>
                  <a:pt x="6077" y="1381125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5"/>
                </a:lnTo>
                <a:lnTo>
                  <a:pt x="7200" y="1390185"/>
                </a:lnTo>
                <a:lnTo>
                  <a:pt x="6077" y="1390649"/>
                </a:lnTo>
                <a:close/>
              </a:path>
              <a:path w="9525" h="2581275">
                <a:moveTo>
                  <a:pt x="6077" y="1343024"/>
                </a:moveTo>
                <a:lnTo>
                  <a:pt x="3447" y="1343024"/>
                </a:lnTo>
                <a:lnTo>
                  <a:pt x="2324" y="1342560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5"/>
                </a:lnTo>
                <a:lnTo>
                  <a:pt x="3447" y="1333500"/>
                </a:lnTo>
                <a:lnTo>
                  <a:pt x="6077" y="1333500"/>
                </a:lnTo>
                <a:lnTo>
                  <a:pt x="7200" y="1333965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60"/>
                </a:lnTo>
                <a:lnTo>
                  <a:pt x="6077" y="1343024"/>
                </a:lnTo>
                <a:close/>
              </a:path>
              <a:path w="9525" h="2581275">
                <a:moveTo>
                  <a:pt x="6077" y="1295399"/>
                </a:moveTo>
                <a:lnTo>
                  <a:pt x="3447" y="1295399"/>
                </a:lnTo>
                <a:lnTo>
                  <a:pt x="2324" y="1294935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40"/>
                </a:lnTo>
                <a:lnTo>
                  <a:pt x="3447" y="1285875"/>
                </a:lnTo>
                <a:lnTo>
                  <a:pt x="6077" y="1285875"/>
                </a:lnTo>
                <a:lnTo>
                  <a:pt x="7200" y="1286340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5"/>
                </a:lnTo>
                <a:lnTo>
                  <a:pt x="6077" y="1295399"/>
                </a:lnTo>
                <a:close/>
              </a:path>
              <a:path w="9525" h="2581275">
                <a:moveTo>
                  <a:pt x="6077" y="1247774"/>
                </a:moveTo>
                <a:lnTo>
                  <a:pt x="3447" y="1247774"/>
                </a:lnTo>
                <a:lnTo>
                  <a:pt x="2324" y="1247310"/>
                </a:lnTo>
                <a:lnTo>
                  <a:pt x="464" y="1245450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50"/>
                </a:lnTo>
                <a:lnTo>
                  <a:pt x="7200" y="1247310"/>
                </a:lnTo>
                <a:lnTo>
                  <a:pt x="6077" y="1247774"/>
                </a:lnTo>
                <a:close/>
              </a:path>
              <a:path w="9525" h="2581275">
                <a:moveTo>
                  <a:pt x="6077" y="1200149"/>
                </a:moveTo>
                <a:lnTo>
                  <a:pt x="3447" y="1200149"/>
                </a:lnTo>
                <a:lnTo>
                  <a:pt x="2324" y="1199685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90"/>
                </a:lnTo>
                <a:lnTo>
                  <a:pt x="3447" y="1190625"/>
                </a:lnTo>
                <a:lnTo>
                  <a:pt x="6077" y="1190625"/>
                </a:lnTo>
                <a:lnTo>
                  <a:pt x="7200" y="1191090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5"/>
                </a:lnTo>
                <a:lnTo>
                  <a:pt x="6077" y="1200149"/>
                </a:lnTo>
                <a:close/>
              </a:path>
              <a:path w="9525" h="2581275">
                <a:moveTo>
                  <a:pt x="6077" y="1152524"/>
                </a:moveTo>
                <a:lnTo>
                  <a:pt x="3447" y="1152524"/>
                </a:lnTo>
                <a:lnTo>
                  <a:pt x="2324" y="1152060"/>
                </a:lnTo>
                <a:lnTo>
                  <a:pt x="464" y="1150200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5"/>
                </a:lnTo>
                <a:lnTo>
                  <a:pt x="3447" y="1143000"/>
                </a:lnTo>
                <a:lnTo>
                  <a:pt x="6077" y="1143000"/>
                </a:lnTo>
                <a:lnTo>
                  <a:pt x="7200" y="1143465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200"/>
                </a:lnTo>
                <a:lnTo>
                  <a:pt x="7200" y="1152060"/>
                </a:lnTo>
                <a:lnTo>
                  <a:pt x="6077" y="1152524"/>
                </a:lnTo>
                <a:close/>
              </a:path>
              <a:path w="9525" h="2581275">
                <a:moveTo>
                  <a:pt x="6077" y="1104899"/>
                </a:moveTo>
                <a:lnTo>
                  <a:pt x="3447" y="1104899"/>
                </a:lnTo>
                <a:lnTo>
                  <a:pt x="2324" y="1104435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5"/>
                </a:lnTo>
                <a:lnTo>
                  <a:pt x="6077" y="1104899"/>
                </a:lnTo>
                <a:close/>
              </a:path>
              <a:path w="9525" h="2581275">
                <a:moveTo>
                  <a:pt x="6077" y="1057274"/>
                </a:moveTo>
                <a:lnTo>
                  <a:pt x="3447" y="1057274"/>
                </a:lnTo>
                <a:lnTo>
                  <a:pt x="2324" y="1056810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5"/>
                </a:lnTo>
                <a:lnTo>
                  <a:pt x="3447" y="1047750"/>
                </a:lnTo>
                <a:lnTo>
                  <a:pt x="6077" y="1047750"/>
                </a:lnTo>
                <a:lnTo>
                  <a:pt x="7200" y="1048215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10"/>
                </a:lnTo>
                <a:lnTo>
                  <a:pt x="6077" y="1057274"/>
                </a:lnTo>
                <a:close/>
              </a:path>
              <a:path w="9525" h="2581275">
                <a:moveTo>
                  <a:pt x="6077" y="1009649"/>
                </a:moveTo>
                <a:lnTo>
                  <a:pt x="3447" y="1009649"/>
                </a:lnTo>
                <a:lnTo>
                  <a:pt x="2324" y="1009185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5"/>
                </a:lnTo>
                <a:lnTo>
                  <a:pt x="6077" y="1009649"/>
                </a:lnTo>
                <a:close/>
              </a:path>
              <a:path w="9525" h="2581275">
                <a:moveTo>
                  <a:pt x="6077" y="962024"/>
                </a:moveTo>
                <a:lnTo>
                  <a:pt x="3447" y="962024"/>
                </a:lnTo>
                <a:lnTo>
                  <a:pt x="2324" y="961560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5"/>
                </a:lnTo>
                <a:lnTo>
                  <a:pt x="3447" y="952500"/>
                </a:lnTo>
                <a:lnTo>
                  <a:pt x="6077" y="952500"/>
                </a:lnTo>
                <a:lnTo>
                  <a:pt x="7200" y="952965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60"/>
                </a:lnTo>
                <a:lnTo>
                  <a:pt x="6077" y="962024"/>
                </a:lnTo>
                <a:close/>
              </a:path>
              <a:path w="9525" h="2581275">
                <a:moveTo>
                  <a:pt x="6077" y="914399"/>
                </a:moveTo>
                <a:lnTo>
                  <a:pt x="3447" y="914399"/>
                </a:lnTo>
                <a:lnTo>
                  <a:pt x="2324" y="913935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40"/>
                </a:lnTo>
                <a:lnTo>
                  <a:pt x="3447" y="904875"/>
                </a:lnTo>
                <a:lnTo>
                  <a:pt x="6077" y="904875"/>
                </a:lnTo>
                <a:lnTo>
                  <a:pt x="7200" y="905340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5"/>
                </a:lnTo>
                <a:lnTo>
                  <a:pt x="6077" y="914399"/>
                </a:lnTo>
                <a:close/>
              </a:path>
              <a:path w="9525" h="2581275">
                <a:moveTo>
                  <a:pt x="6077" y="866774"/>
                </a:moveTo>
                <a:lnTo>
                  <a:pt x="3447" y="866774"/>
                </a:lnTo>
                <a:lnTo>
                  <a:pt x="2324" y="866310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10"/>
                </a:lnTo>
                <a:lnTo>
                  <a:pt x="6077" y="866774"/>
                </a:lnTo>
                <a:close/>
              </a:path>
              <a:path w="9525" h="2581275">
                <a:moveTo>
                  <a:pt x="6077" y="819149"/>
                </a:moveTo>
                <a:lnTo>
                  <a:pt x="3447" y="819149"/>
                </a:lnTo>
                <a:lnTo>
                  <a:pt x="2324" y="818685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90"/>
                </a:lnTo>
                <a:lnTo>
                  <a:pt x="3447" y="809625"/>
                </a:lnTo>
                <a:lnTo>
                  <a:pt x="6077" y="809625"/>
                </a:lnTo>
                <a:lnTo>
                  <a:pt x="7200" y="810090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5"/>
                </a:lnTo>
                <a:lnTo>
                  <a:pt x="6077" y="819149"/>
                </a:lnTo>
                <a:close/>
              </a:path>
              <a:path w="9525" h="2581275">
                <a:moveTo>
                  <a:pt x="6077" y="771524"/>
                </a:moveTo>
                <a:lnTo>
                  <a:pt x="3447" y="771524"/>
                </a:lnTo>
                <a:lnTo>
                  <a:pt x="2324" y="771060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60"/>
                </a:lnTo>
                <a:lnTo>
                  <a:pt x="6077" y="771524"/>
                </a:lnTo>
                <a:close/>
              </a:path>
              <a:path w="9525" h="2581275">
                <a:moveTo>
                  <a:pt x="6077" y="723899"/>
                </a:moveTo>
                <a:lnTo>
                  <a:pt x="3447" y="723899"/>
                </a:lnTo>
                <a:lnTo>
                  <a:pt x="2324" y="723435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40"/>
                </a:lnTo>
                <a:lnTo>
                  <a:pt x="3447" y="714375"/>
                </a:lnTo>
                <a:lnTo>
                  <a:pt x="6077" y="714375"/>
                </a:lnTo>
                <a:lnTo>
                  <a:pt x="7200" y="714840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5"/>
                </a:lnTo>
                <a:lnTo>
                  <a:pt x="6077" y="723899"/>
                </a:lnTo>
                <a:close/>
              </a:path>
              <a:path w="9525" h="2581275">
                <a:moveTo>
                  <a:pt x="6077" y="676274"/>
                </a:moveTo>
                <a:lnTo>
                  <a:pt x="3447" y="676274"/>
                </a:lnTo>
                <a:lnTo>
                  <a:pt x="2324" y="675810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50"/>
                </a:lnTo>
                <a:lnTo>
                  <a:pt x="6077" y="666750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10"/>
                </a:lnTo>
                <a:lnTo>
                  <a:pt x="6077" y="676274"/>
                </a:lnTo>
                <a:close/>
              </a:path>
              <a:path w="9525" h="2581275">
                <a:moveTo>
                  <a:pt x="6077" y="628649"/>
                </a:moveTo>
                <a:lnTo>
                  <a:pt x="3447" y="628649"/>
                </a:lnTo>
                <a:lnTo>
                  <a:pt x="2324" y="628185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50"/>
                </a:lnTo>
                <a:lnTo>
                  <a:pt x="2324" y="619590"/>
                </a:lnTo>
                <a:lnTo>
                  <a:pt x="3447" y="619125"/>
                </a:lnTo>
                <a:lnTo>
                  <a:pt x="6077" y="619125"/>
                </a:lnTo>
                <a:lnTo>
                  <a:pt x="7200" y="619590"/>
                </a:lnTo>
                <a:lnTo>
                  <a:pt x="9060" y="621450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5"/>
                </a:lnTo>
                <a:lnTo>
                  <a:pt x="6077" y="628649"/>
                </a:lnTo>
                <a:close/>
              </a:path>
              <a:path w="9525" h="2581275">
                <a:moveTo>
                  <a:pt x="6077" y="581024"/>
                </a:moveTo>
                <a:lnTo>
                  <a:pt x="3447" y="581024"/>
                </a:lnTo>
                <a:lnTo>
                  <a:pt x="2324" y="580560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5"/>
                </a:lnTo>
                <a:lnTo>
                  <a:pt x="3447" y="571500"/>
                </a:lnTo>
                <a:lnTo>
                  <a:pt x="6077" y="571500"/>
                </a:lnTo>
                <a:lnTo>
                  <a:pt x="7200" y="571965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60"/>
                </a:lnTo>
                <a:lnTo>
                  <a:pt x="6077" y="581024"/>
                </a:lnTo>
                <a:close/>
              </a:path>
              <a:path w="9525" h="2581275">
                <a:moveTo>
                  <a:pt x="6077" y="533399"/>
                </a:moveTo>
                <a:lnTo>
                  <a:pt x="3447" y="533399"/>
                </a:lnTo>
                <a:lnTo>
                  <a:pt x="2324" y="532935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5"/>
                </a:lnTo>
                <a:lnTo>
                  <a:pt x="6077" y="533399"/>
                </a:lnTo>
                <a:close/>
              </a:path>
              <a:path w="9525" h="2581275">
                <a:moveTo>
                  <a:pt x="6077" y="485774"/>
                </a:moveTo>
                <a:lnTo>
                  <a:pt x="3447" y="485774"/>
                </a:lnTo>
                <a:lnTo>
                  <a:pt x="2324" y="485310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50"/>
                </a:lnTo>
                <a:lnTo>
                  <a:pt x="6077" y="476250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10"/>
                </a:lnTo>
                <a:lnTo>
                  <a:pt x="6077" y="485774"/>
                </a:lnTo>
                <a:close/>
              </a:path>
              <a:path w="9525" h="2581275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5"/>
                </a:lnTo>
                <a:lnTo>
                  <a:pt x="6077" y="428625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2581275">
                <a:moveTo>
                  <a:pt x="6077" y="390524"/>
                </a:moveTo>
                <a:lnTo>
                  <a:pt x="3447" y="390524"/>
                </a:lnTo>
                <a:lnTo>
                  <a:pt x="2324" y="390060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5"/>
                </a:lnTo>
                <a:lnTo>
                  <a:pt x="2324" y="381465"/>
                </a:lnTo>
                <a:lnTo>
                  <a:pt x="3447" y="381000"/>
                </a:lnTo>
                <a:lnTo>
                  <a:pt x="6077" y="381000"/>
                </a:lnTo>
                <a:lnTo>
                  <a:pt x="7200" y="381465"/>
                </a:lnTo>
                <a:lnTo>
                  <a:pt x="9060" y="383325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60"/>
                </a:lnTo>
                <a:lnTo>
                  <a:pt x="6077" y="390524"/>
                </a:lnTo>
                <a:close/>
              </a:path>
              <a:path w="9525" h="2581275">
                <a:moveTo>
                  <a:pt x="6077" y="342899"/>
                </a:moveTo>
                <a:lnTo>
                  <a:pt x="3447" y="342899"/>
                </a:lnTo>
                <a:lnTo>
                  <a:pt x="2324" y="342435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40"/>
                </a:lnTo>
                <a:lnTo>
                  <a:pt x="3447" y="333375"/>
                </a:lnTo>
                <a:lnTo>
                  <a:pt x="6077" y="333375"/>
                </a:lnTo>
                <a:lnTo>
                  <a:pt x="7200" y="333840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5"/>
                </a:lnTo>
                <a:lnTo>
                  <a:pt x="6077" y="342899"/>
                </a:lnTo>
                <a:close/>
              </a:path>
              <a:path w="9525" h="2581275">
                <a:moveTo>
                  <a:pt x="6077" y="295274"/>
                </a:moveTo>
                <a:lnTo>
                  <a:pt x="3447" y="295274"/>
                </a:lnTo>
                <a:lnTo>
                  <a:pt x="2324" y="294810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50"/>
                </a:lnTo>
                <a:lnTo>
                  <a:pt x="6077" y="285750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10"/>
                </a:lnTo>
                <a:lnTo>
                  <a:pt x="6077" y="295274"/>
                </a:lnTo>
                <a:close/>
              </a:path>
              <a:path w="9525" h="2581275">
                <a:moveTo>
                  <a:pt x="6077" y="247649"/>
                </a:moveTo>
                <a:lnTo>
                  <a:pt x="3447" y="247649"/>
                </a:lnTo>
                <a:lnTo>
                  <a:pt x="2324" y="247185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5"/>
                </a:lnTo>
                <a:lnTo>
                  <a:pt x="6077" y="238125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5"/>
                </a:lnTo>
                <a:lnTo>
                  <a:pt x="6077" y="247649"/>
                </a:lnTo>
                <a:close/>
              </a:path>
              <a:path w="9525" h="2581275">
                <a:moveTo>
                  <a:pt x="6077" y="200024"/>
                </a:moveTo>
                <a:lnTo>
                  <a:pt x="3447" y="200024"/>
                </a:lnTo>
                <a:lnTo>
                  <a:pt x="2324" y="199560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5"/>
                </a:lnTo>
                <a:lnTo>
                  <a:pt x="3447" y="190500"/>
                </a:lnTo>
                <a:lnTo>
                  <a:pt x="6077" y="190500"/>
                </a:lnTo>
                <a:lnTo>
                  <a:pt x="7200" y="190965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60"/>
                </a:lnTo>
                <a:lnTo>
                  <a:pt x="6077" y="200024"/>
                </a:lnTo>
                <a:close/>
              </a:path>
              <a:path w="9525" h="2581275">
                <a:moveTo>
                  <a:pt x="6077" y="152399"/>
                </a:moveTo>
                <a:lnTo>
                  <a:pt x="3447" y="152399"/>
                </a:lnTo>
                <a:lnTo>
                  <a:pt x="2324" y="151935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40"/>
                </a:lnTo>
                <a:lnTo>
                  <a:pt x="3447" y="142875"/>
                </a:lnTo>
                <a:lnTo>
                  <a:pt x="6077" y="142875"/>
                </a:lnTo>
                <a:lnTo>
                  <a:pt x="7200" y="143340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5"/>
                </a:lnTo>
                <a:lnTo>
                  <a:pt x="6077" y="152399"/>
                </a:lnTo>
                <a:close/>
              </a:path>
              <a:path w="9525" h="2581275">
                <a:moveTo>
                  <a:pt x="6077" y="104774"/>
                </a:moveTo>
                <a:lnTo>
                  <a:pt x="3447" y="104774"/>
                </a:lnTo>
                <a:lnTo>
                  <a:pt x="2324" y="104310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5"/>
                </a:lnTo>
                <a:lnTo>
                  <a:pt x="2324" y="95715"/>
                </a:lnTo>
                <a:lnTo>
                  <a:pt x="3447" y="95250"/>
                </a:lnTo>
                <a:lnTo>
                  <a:pt x="6077" y="95250"/>
                </a:lnTo>
                <a:lnTo>
                  <a:pt x="7200" y="95715"/>
                </a:lnTo>
                <a:lnTo>
                  <a:pt x="9060" y="97575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10"/>
                </a:lnTo>
                <a:lnTo>
                  <a:pt x="6077" y="104774"/>
                </a:lnTo>
                <a:close/>
              </a:path>
              <a:path w="9525" h="2581275">
                <a:moveTo>
                  <a:pt x="6077" y="57149"/>
                </a:moveTo>
                <a:lnTo>
                  <a:pt x="3447" y="57149"/>
                </a:lnTo>
                <a:lnTo>
                  <a:pt x="2324" y="56685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5"/>
                </a:lnTo>
                <a:lnTo>
                  <a:pt x="6077" y="47625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5"/>
                </a:lnTo>
                <a:lnTo>
                  <a:pt x="6077" y="57149"/>
                </a:lnTo>
                <a:close/>
              </a:path>
              <a:path w="9525" h="2581275">
                <a:moveTo>
                  <a:pt x="6077" y="9524"/>
                </a:moveTo>
                <a:lnTo>
                  <a:pt x="3447" y="9524"/>
                </a:lnTo>
                <a:lnTo>
                  <a:pt x="2324" y="9060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60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129115" y="4689474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140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46909" y="4689474"/>
            <a:ext cx="1183640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00"/>
              </a:spcBef>
              <a:tabLst>
                <a:tab pos="876300" algn="l"/>
              </a:tabLst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60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80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High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11470" y="3141116"/>
            <a:ext cx="177800" cy="4584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4445" y="2072320"/>
            <a:ext cx="1651000" cy="250825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4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Artificial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Intelligence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Data </a:t>
            </a: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…</a:t>
            </a:r>
            <a:endParaRPr sz="900">
              <a:latin typeface="Segoe UI"/>
              <a:cs typeface="Segoe UI"/>
            </a:endParaRPr>
          </a:p>
          <a:p>
            <a:pPr marL="721360" marR="5080" indent="74295" algn="r">
              <a:lnSpc>
                <a:spcPct val="150800"/>
              </a:lnSpc>
              <a:spcBef>
                <a:spcPts val="5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r>
              <a:rPr sz="900" spc="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Engineering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Computer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CSE(AI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ML)</a:t>
            </a:r>
            <a:endParaRPr sz="900">
              <a:latin typeface="Segoe UI"/>
              <a:cs typeface="Segoe UI"/>
            </a:endParaRPr>
          </a:p>
          <a:p>
            <a:pPr marL="734060" marR="5080" indent="-377825">
              <a:lnSpc>
                <a:spcPct val="1508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Intelligence)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CSE(Data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Science)</a:t>
            </a:r>
            <a:endParaRPr sz="900">
              <a:latin typeface="Segoe UI"/>
              <a:cs typeface="Segoe UI"/>
            </a:endParaRPr>
          </a:p>
          <a:p>
            <a:pPr marL="41275" marR="5080" indent="-24765" algn="r">
              <a:lnSpc>
                <a:spcPct val="1508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CSE(IoT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Cyber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Security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Inc…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CSE(Software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Engineering)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Electronics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Telecommunic…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Information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Technology</a:t>
            </a:r>
            <a:endParaRPr sz="900">
              <a:latin typeface="Segoe UI"/>
              <a:cs typeface="Segoe UI"/>
            </a:endParaRPr>
          </a:p>
          <a:p>
            <a:pPr marL="436245" marR="5080" indent="-404495" algn="r">
              <a:lnSpc>
                <a:spcPct val="150800"/>
              </a:lnSpc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Instrumentation</a:t>
            </a:r>
            <a:r>
              <a:rPr sz="900" spc="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Control</a:t>
            </a:r>
            <a:r>
              <a:rPr sz="900" spc="2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Mechanical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Engineering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447912" y="2149677"/>
            <a:ext cx="4781550" cy="2439035"/>
          </a:xfrm>
          <a:custGeom>
            <a:avLst/>
            <a:gdLst/>
            <a:ahLst/>
            <a:cxnLst/>
            <a:rect l="l" t="t" r="r" b="b"/>
            <a:pathLst>
              <a:path w="4781550" h="2439035">
                <a:moveTo>
                  <a:pt x="444004" y="206883"/>
                </a:moveTo>
                <a:lnTo>
                  <a:pt x="0" y="206883"/>
                </a:lnTo>
                <a:lnTo>
                  <a:pt x="0" y="369798"/>
                </a:lnTo>
                <a:lnTo>
                  <a:pt x="444004" y="369798"/>
                </a:lnTo>
                <a:lnTo>
                  <a:pt x="444004" y="206883"/>
                </a:lnTo>
                <a:close/>
              </a:path>
              <a:path w="4781550" h="2439035">
                <a:moveTo>
                  <a:pt x="956310" y="1448155"/>
                </a:moveTo>
                <a:lnTo>
                  <a:pt x="0" y="1448155"/>
                </a:lnTo>
                <a:lnTo>
                  <a:pt x="0" y="1611071"/>
                </a:lnTo>
                <a:lnTo>
                  <a:pt x="956310" y="1611071"/>
                </a:lnTo>
                <a:lnTo>
                  <a:pt x="956310" y="1448155"/>
                </a:lnTo>
                <a:close/>
              </a:path>
              <a:path w="4781550" h="2439035">
                <a:moveTo>
                  <a:pt x="956310" y="1034402"/>
                </a:moveTo>
                <a:lnTo>
                  <a:pt x="0" y="1034402"/>
                </a:lnTo>
                <a:lnTo>
                  <a:pt x="0" y="1197317"/>
                </a:lnTo>
                <a:lnTo>
                  <a:pt x="956310" y="1197317"/>
                </a:lnTo>
                <a:lnTo>
                  <a:pt x="956310" y="1034402"/>
                </a:lnTo>
                <a:close/>
              </a:path>
              <a:path w="4781550" h="2439035">
                <a:moveTo>
                  <a:pt x="990473" y="1241272"/>
                </a:moveTo>
                <a:lnTo>
                  <a:pt x="0" y="1241272"/>
                </a:lnTo>
                <a:lnTo>
                  <a:pt x="0" y="1404200"/>
                </a:lnTo>
                <a:lnTo>
                  <a:pt x="990473" y="1404200"/>
                </a:lnTo>
                <a:lnTo>
                  <a:pt x="990473" y="1241272"/>
                </a:lnTo>
                <a:close/>
              </a:path>
              <a:path w="4781550" h="2439035">
                <a:moveTo>
                  <a:pt x="1229550" y="827519"/>
                </a:moveTo>
                <a:lnTo>
                  <a:pt x="0" y="827519"/>
                </a:lnTo>
                <a:lnTo>
                  <a:pt x="0" y="990434"/>
                </a:lnTo>
                <a:lnTo>
                  <a:pt x="1229550" y="990434"/>
                </a:lnTo>
                <a:lnTo>
                  <a:pt x="1229550" y="827519"/>
                </a:lnTo>
                <a:close/>
              </a:path>
              <a:path w="4781550" h="2439035">
                <a:moveTo>
                  <a:pt x="1400314" y="2275675"/>
                </a:moveTo>
                <a:lnTo>
                  <a:pt x="0" y="2275675"/>
                </a:lnTo>
                <a:lnTo>
                  <a:pt x="0" y="2438590"/>
                </a:lnTo>
                <a:lnTo>
                  <a:pt x="1400314" y="2438590"/>
                </a:lnTo>
                <a:lnTo>
                  <a:pt x="1400314" y="2275675"/>
                </a:lnTo>
                <a:close/>
              </a:path>
              <a:path w="4781550" h="2439035">
                <a:moveTo>
                  <a:pt x="1400314" y="2068791"/>
                </a:moveTo>
                <a:lnTo>
                  <a:pt x="0" y="2068791"/>
                </a:lnTo>
                <a:lnTo>
                  <a:pt x="0" y="2231707"/>
                </a:lnTo>
                <a:lnTo>
                  <a:pt x="1400314" y="2231707"/>
                </a:lnTo>
                <a:lnTo>
                  <a:pt x="1400314" y="2068791"/>
                </a:lnTo>
                <a:close/>
              </a:path>
              <a:path w="4781550" h="2439035">
                <a:moveTo>
                  <a:pt x="1605241" y="1655038"/>
                </a:moveTo>
                <a:lnTo>
                  <a:pt x="0" y="1655038"/>
                </a:lnTo>
                <a:lnTo>
                  <a:pt x="0" y="1817954"/>
                </a:lnTo>
                <a:lnTo>
                  <a:pt x="1605241" y="1817954"/>
                </a:lnTo>
                <a:lnTo>
                  <a:pt x="1605241" y="1655038"/>
                </a:lnTo>
                <a:close/>
              </a:path>
              <a:path w="4781550" h="2439035">
                <a:moveTo>
                  <a:pt x="2083396" y="1861908"/>
                </a:moveTo>
                <a:lnTo>
                  <a:pt x="0" y="1861908"/>
                </a:lnTo>
                <a:lnTo>
                  <a:pt x="0" y="2024837"/>
                </a:lnTo>
                <a:lnTo>
                  <a:pt x="2083396" y="2024837"/>
                </a:lnTo>
                <a:lnTo>
                  <a:pt x="2083396" y="1861908"/>
                </a:lnTo>
                <a:close/>
              </a:path>
              <a:path w="4781550" h="2439035">
                <a:moveTo>
                  <a:pt x="2151697" y="620636"/>
                </a:moveTo>
                <a:lnTo>
                  <a:pt x="0" y="620636"/>
                </a:lnTo>
                <a:lnTo>
                  <a:pt x="0" y="783564"/>
                </a:lnTo>
                <a:lnTo>
                  <a:pt x="2151697" y="783564"/>
                </a:lnTo>
                <a:lnTo>
                  <a:pt x="2151697" y="620636"/>
                </a:lnTo>
                <a:close/>
              </a:path>
              <a:path w="4781550" h="2439035">
                <a:moveTo>
                  <a:pt x="2698165" y="0"/>
                </a:moveTo>
                <a:lnTo>
                  <a:pt x="0" y="0"/>
                </a:lnTo>
                <a:lnTo>
                  <a:pt x="0" y="162915"/>
                </a:lnTo>
                <a:lnTo>
                  <a:pt x="2698165" y="162915"/>
                </a:lnTo>
                <a:lnTo>
                  <a:pt x="2698165" y="0"/>
                </a:lnTo>
                <a:close/>
              </a:path>
              <a:path w="4781550" h="2439035">
                <a:moveTo>
                  <a:pt x="4781550" y="413766"/>
                </a:moveTo>
                <a:lnTo>
                  <a:pt x="0" y="413766"/>
                </a:lnTo>
                <a:lnTo>
                  <a:pt x="0" y="576681"/>
                </a:lnTo>
                <a:lnTo>
                  <a:pt x="4781550" y="576681"/>
                </a:lnTo>
                <a:lnTo>
                  <a:pt x="4781550" y="413766"/>
                </a:lnTo>
                <a:close/>
              </a:path>
            </a:pathLst>
          </a:custGeom>
          <a:solidFill>
            <a:srgbClr val="6EA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826375" y="1752663"/>
            <a:ext cx="1902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High </a:t>
            </a:r>
            <a:r>
              <a:rPr sz="14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6" name="object 5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9600" y="2125662"/>
            <a:ext cx="9524" cy="1438274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8190855" y="3575050"/>
            <a:ext cx="876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605D5C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9757409" y="2125662"/>
            <a:ext cx="1537335" cy="1438275"/>
            <a:chOff x="9757409" y="2125662"/>
            <a:chExt cx="1537335" cy="1438275"/>
          </a:xfrm>
        </p:grpSpPr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57409" y="2125662"/>
              <a:ext cx="9524" cy="14382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85219" y="2125662"/>
              <a:ext cx="9524" cy="1438274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1184859" y="3575050"/>
            <a:ext cx="210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400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57050" y="3559909"/>
            <a:ext cx="929640" cy="3302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200</a:t>
            </a:r>
            <a:endParaRPr sz="900">
              <a:latin typeface="Segoe UI"/>
              <a:cs typeface="Segoe UI"/>
            </a:endParaRPr>
          </a:p>
          <a:p>
            <a:pPr marL="47625">
              <a:lnSpc>
                <a:spcPct val="100000"/>
              </a:lnSpc>
              <a:spcBef>
                <a:spcPts val="114"/>
              </a:spcBef>
            </a:pPr>
            <a:r>
              <a:rPr sz="900" spc="-55" dirty="0">
                <a:solidFill>
                  <a:srgbClr val="252423"/>
                </a:solidFill>
                <a:latin typeface="Tahoma"/>
                <a:cs typeface="Tahoma"/>
              </a:rPr>
              <a:t>High</a:t>
            </a:r>
            <a:r>
              <a:rPr sz="900" spc="-5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2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900" spc="-5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823034" y="2726258"/>
            <a:ext cx="139700" cy="2025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80"/>
              </a:lnSpc>
            </a:pPr>
            <a:r>
              <a:rPr sz="900" spc="-30" dirty="0">
                <a:solidFill>
                  <a:srgbClr val="252423"/>
                </a:solidFill>
                <a:latin typeface="Tahoma"/>
                <a:cs typeface="Tahoma"/>
              </a:rPr>
              <a:t>Age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224837" y="2095500"/>
            <a:ext cx="3819525" cy="1463675"/>
            <a:chOff x="8224837" y="2095500"/>
            <a:chExt cx="3819525" cy="1463675"/>
          </a:xfrm>
        </p:grpSpPr>
        <p:sp>
          <p:nvSpPr>
            <p:cNvPr id="65" name="object 65"/>
            <p:cNvSpPr/>
            <p:nvPr/>
          </p:nvSpPr>
          <p:spPr>
            <a:xfrm>
              <a:off x="8224825" y="2249576"/>
              <a:ext cx="3819525" cy="1165225"/>
            </a:xfrm>
            <a:custGeom>
              <a:avLst/>
              <a:gdLst/>
              <a:ahLst/>
              <a:cxnLst/>
              <a:rect l="l" t="t" r="r" b="b"/>
              <a:pathLst>
                <a:path w="3819525" h="1165225">
                  <a:moveTo>
                    <a:pt x="9525" y="1158976"/>
                  </a:moveTo>
                  <a:lnTo>
                    <a:pt x="9067" y="1157859"/>
                  </a:lnTo>
                  <a:lnTo>
                    <a:pt x="7200" y="1156004"/>
                  </a:lnTo>
                  <a:lnTo>
                    <a:pt x="6083" y="1155534"/>
                  </a:lnTo>
                  <a:lnTo>
                    <a:pt x="3454" y="1155534"/>
                  </a:lnTo>
                  <a:lnTo>
                    <a:pt x="2336" y="1156004"/>
                  </a:lnTo>
                  <a:lnTo>
                    <a:pt x="469" y="1157859"/>
                  </a:lnTo>
                  <a:lnTo>
                    <a:pt x="0" y="1158976"/>
                  </a:lnTo>
                  <a:lnTo>
                    <a:pt x="0" y="1161605"/>
                  </a:lnTo>
                  <a:lnTo>
                    <a:pt x="469" y="1162735"/>
                  </a:lnTo>
                  <a:lnTo>
                    <a:pt x="2336" y="1164590"/>
                  </a:lnTo>
                  <a:lnTo>
                    <a:pt x="3454" y="1165059"/>
                  </a:lnTo>
                  <a:lnTo>
                    <a:pt x="6083" y="1165059"/>
                  </a:lnTo>
                  <a:lnTo>
                    <a:pt x="7200" y="1164590"/>
                  </a:lnTo>
                  <a:lnTo>
                    <a:pt x="9067" y="1162735"/>
                  </a:lnTo>
                  <a:lnTo>
                    <a:pt x="9525" y="1161605"/>
                  </a:lnTo>
                  <a:lnTo>
                    <a:pt x="9525" y="1158976"/>
                  </a:lnTo>
                  <a:close/>
                </a:path>
                <a:path w="3819525" h="1165225">
                  <a:moveTo>
                    <a:pt x="9525" y="773798"/>
                  </a:moveTo>
                  <a:lnTo>
                    <a:pt x="9067" y="772680"/>
                  </a:lnTo>
                  <a:lnTo>
                    <a:pt x="7200" y="770826"/>
                  </a:lnTo>
                  <a:lnTo>
                    <a:pt x="6083" y="770356"/>
                  </a:lnTo>
                  <a:lnTo>
                    <a:pt x="3454" y="770356"/>
                  </a:lnTo>
                  <a:lnTo>
                    <a:pt x="2336" y="770826"/>
                  </a:lnTo>
                  <a:lnTo>
                    <a:pt x="469" y="772680"/>
                  </a:lnTo>
                  <a:lnTo>
                    <a:pt x="0" y="773798"/>
                  </a:lnTo>
                  <a:lnTo>
                    <a:pt x="0" y="776439"/>
                  </a:lnTo>
                  <a:lnTo>
                    <a:pt x="469" y="777557"/>
                  </a:lnTo>
                  <a:lnTo>
                    <a:pt x="2336" y="779411"/>
                  </a:lnTo>
                  <a:lnTo>
                    <a:pt x="3454" y="779881"/>
                  </a:lnTo>
                  <a:lnTo>
                    <a:pt x="6083" y="779881"/>
                  </a:lnTo>
                  <a:lnTo>
                    <a:pt x="7200" y="779411"/>
                  </a:lnTo>
                  <a:lnTo>
                    <a:pt x="9067" y="777557"/>
                  </a:lnTo>
                  <a:lnTo>
                    <a:pt x="9525" y="776439"/>
                  </a:lnTo>
                  <a:lnTo>
                    <a:pt x="9525" y="773798"/>
                  </a:lnTo>
                  <a:close/>
                </a:path>
                <a:path w="3819525" h="1165225">
                  <a:moveTo>
                    <a:pt x="9525" y="388620"/>
                  </a:moveTo>
                  <a:lnTo>
                    <a:pt x="9067" y="387502"/>
                  </a:lnTo>
                  <a:lnTo>
                    <a:pt x="7200" y="385648"/>
                  </a:lnTo>
                  <a:lnTo>
                    <a:pt x="6083" y="385178"/>
                  </a:lnTo>
                  <a:lnTo>
                    <a:pt x="3454" y="385178"/>
                  </a:lnTo>
                  <a:lnTo>
                    <a:pt x="2336" y="385648"/>
                  </a:lnTo>
                  <a:lnTo>
                    <a:pt x="469" y="387502"/>
                  </a:lnTo>
                  <a:lnTo>
                    <a:pt x="0" y="388620"/>
                  </a:lnTo>
                  <a:lnTo>
                    <a:pt x="0" y="391261"/>
                  </a:lnTo>
                  <a:lnTo>
                    <a:pt x="469" y="392379"/>
                  </a:lnTo>
                  <a:lnTo>
                    <a:pt x="2336" y="394233"/>
                  </a:lnTo>
                  <a:lnTo>
                    <a:pt x="3454" y="394703"/>
                  </a:lnTo>
                  <a:lnTo>
                    <a:pt x="6083" y="394703"/>
                  </a:lnTo>
                  <a:lnTo>
                    <a:pt x="7200" y="394233"/>
                  </a:lnTo>
                  <a:lnTo>
                    <a:pt x="9067" y="392379"/>
                  </a:lnTo>
                  <a:lnTo>
                    <a:pt x="9525" y="391261"/>
                  </a:lnTo>
                  <a:lnTo>
                    <a:pt x="9525" y="388620"/>
                  </a:lnTo>
                  <a:close/>
                </a:path>
                <a:path w="3819525" h="1165225">
                  <a:moveTo>
                    <a:pt x="9525" y="3454"/>
                  </a:moveTo>
                  <a:lnTo>
                    <a:pt x="9067" y="2324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24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55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55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3819525" h="1165225">
                  <a:moveTo>
                    <a:pt x="57150" y="1158976"/>
                  </a:moveTo>
                  <a:lnTo>
                    <a:pt x="56692" y="1157859"/>
                  </a:lnTo>
                  <a:lnTo>
                    <a:pt x="54825" y="1156004"/>
                  </a:lnTo>
                  <a:lnTo>
                    <a:pt x="53708" y="1155534"/>
                  </a:lnTo>
                  <a:lnTo>
                    <a:pt x="51079" y="1155534"/>
                  </a:lnTo>
                  <a:lnTo>
                    <a:pt x="49961" y="1156004"/>
                  </a:lnTo>
                  <a:lnTo>
                    <a:pt x="48094" y="1157859"/>
                  </a:lnTo>
                  <a:lnTo>
                    <a:pt x="47625" y="1158976"/>
                  </a:lnTo>
                  <a:lnTo>
                    <a:pt x="47625" y="1161605"/>
                  </a:lnTo>
                  <a:lnTo>
                    <a:pt x="48094" y="1162735"/>
                  </a:lnTo>
                  <a:lnTo>
                    <a:pt x="49961" y="1164590"/>
                  </a:lnTo>
                  <a:lnTo>
                    <a:pt x="51079" y="1165059"/>
                  </a:lnTo>
                  <a:lnTo>
                    <a:pt x="53708" y="1165059"/>
                  </a:lnTo>
                  <a:lnTo>
                    <a:pt x="54825" y="1164590"/>
                  </a:lnTo>
                  <a:lnTo>
                    <a:pt x="56692" y="1162735"/>
                  </a:lnTo>
                  <a:lnTo>
                    <a:pt x="57150" y="1161605"/>
                  </a:lnTo>
                  <a:lnTo>
                    <a:pt x="57150" y="1158976"/>
                  </a:lnTo>
                  <a:close/>
                </a:path>
                <a:path w="3819525" h="1165225">
                  <a:moveTo>
                    <a:pt x="57150" y="773798"/>
                  </a:moveTo>
                  <a:lnTo>
                    <a:pt x="56692" y="772680"/>
                  </a:lnTo>
                  <a:lnTo>
                    <a:pt x="54825" y="770826"/>
                  </a:lnTo>
                  <a:lnTo>
                    <a:pt x="53708" y="770356"/>
                  </a:lnTo>
                  <a:lnTo>
                    <a:pt x="51079" y="770356"/>
                  </a:lnTo>
                  <a:lnTo>
                    <a:pt x="49961" y="770826"/>
                  </a:lnTo>
                  <a:lnTo>
                    <a:pt x="48094" y="772680"/>
                  </a:lnTo>
                  <a:lnTo>
                    <a:pt x="47625" y="773798"/>
                  </a:lnTo>
                  <a:lnTo>
                    <a:pt x="47625" y="776439"/>
                  </a:lnTo>
                  <a:lnTo>
                    <a:pt x="48094" y="777557"/>
                  </a:lnTo>
                  <a:lnTo>
                    <a:pt x="49961" y="779411"/>
                  </a:lnTo>
                  <a:lnTo>
                    <a:pt x="51079" y="779881"/>
                  </a:lnTo>
                  <a:lnTo>
                    <a:pt x="53708" y="779881"/>
                  </a:lnTo>
                  <a:lnTo>
                    <a:pt x="54825" y="779411"/>
                  </a:lnTo>
                  <a:lnTo>
                    <a:pt x="56692" y="777557"/>
                  </a:lnTo>
                  <a:lnTo>
                    <a:pt x="57150" y="776439"/>
                  </a:lnTo>
                  <a:lnTo>
                    <a:pt x="57150" y="773798"/>
                  </a:lnTo>
                  <a:close/>
                </a:path>
                <a:path w="3819525" h="1165225">
                  <a:moveTo>
                    <a:pt x="57150" y="388620"/>
                  </a:moveTo>
                  <a:lnTo>
                    <a:pt x="56692" y="387502"/>
                  </a:lnTo>
                  <a:lnTo>
                    <a:pt x="54825" y="385648"/>
                  </a:lnTo>
                  <a:lnTo>
                    <a:pt x="53708" y="385178"/>
                  </a:lnTo>
                  <a:lnTo>
                    <a:pt x="51079" y="385178"/>
                  </a:lnTo>
                  <a:lnTo>
                    <a:pt x="49961" y="385648"/>
                  </a:lnTo>
                  <a:lnTo>
                    <a:pt x="48094" y="387502"/>
                  </a:lnTo>
                  <a:lnTo>
                    <a:pt x="47625" y="388620"/>
                  </a:lnTo>
                  <a:lnTo>
                    <a:pt x="47625" y="391261"/>
                  </a:lnTo>
                  <a:lnTo>
                    <a:pt x="48094" y="392379"/>
                  </a:lnTo>
                  <a:lnTo>
                    <a:pt x="49961" y="394233"/>
                  </a:lnTo>
                  <a:lnTo>
                    <a:pt x="51079" y="394703"/>
                  </a:lnTo>
                  <a:lnTo>
                    <a:pt x="53708" y="394703"/>
                  </a:lnTo>
                  <a:lnTo>
                    <a:pt x="54825" y="394233"/>
                  </a:lnTo>
                  <a:lnTo>
                    <a:pt x="56692" y="392379"/>
                  </a:lnTo>
                  <a:lnTo>
                    <a:pt x="57150" y="391261"/>
                  </a:lnTo>
                  <a:lnTo>
                    <a:pt x="57150" y="388620"/>
                  </a:lnTo>
                  <a:close/>
                </a:path>
                <a:path w="3819525" h="1165225">
                  <a:moveTo>
                    <a:pt x="57150" y="3454"/>
                  </a:moveTo>
                  <a:lnTo>
                    <a:pt x="56692" y="2324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24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55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55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3819525" h="1165225">
                  <a:moveTo>
                    <a:pt x="104775" y="1158976"/>
                  </a:moveTo>
                  <a:lnTo>
                    <a:pt x="104317" y="1157859"/>
                  </a:lnTo>
                  <a:lnTo>
                    <a:pt x="102450" y="1156004"/>
                  </a:lnTo>
                  <a:lnTo>
                    <a:pt x="101333" y="1155534"/>
                  </a:lnTo>
                  <a:lnTo>
                    <a:pt x="98704" y="1155534"/>
                  </a:lnTo>
                  <a:lnTo>
                    <a:pt x="97586" y="1156004"/>
                  </a:lnTo>
                  <a:lnTo>
                    <a:pt x="95719" y="1157859"/>
                  </a:lnTo>
                  <a:lnTo>
                    <a:pt x="95250" y="1158976"/>
                  </a:lnTo>
                  <a:lnTo>
                    <a:pt x="95250" y="1161605"/>
                  </a:lnTo>
                  <a:lnTo>
                    <a:pt x="95719" y="1162735"/>
                  </a:lnTo>
                  <a:lnTo>
                    <a:pt x="97586" y="1164590"/>
                  </a:lnTo>
                  <a:lnTo>
                    <a:pt x="98704" y="1165059"/>
                  </a:lnTo>
                  <a:lnTo>
                    <a:pt x="101333" y="1165059"/>
                  </a:lnTo>
                  <a:lnTo>
                    <a:pt x="102450" y="1164590"/>
                  </a:lnTo>
                  <a:lnTo>
                    <a:pt x="104317" y="1162735"/>
                  </a:lnTo>
                  <a:lnTo>
                    <a:pt x="104775" y="1161605"/>
                  </a:lnTo>
                  <a:lnTo>
                    <a:pt x="104775" y="1158976"/>
                  </a:lnTo>
                  <a:close/>
                </a:path>
                <a:path w="3819525" h="1165225">
                  <a:moveTo>
                    <a:pt x="104775" y="773798"/>
                  </a:moveTo>
                  <a:lnTo>
                    <a:pt x="104317" y="772680"/>
                  </a:lnTo>
                  <a:lnTo>
                    <a:pt x="102450" y="770826"/>
                  </a:lnTo>
                  <a:lnTo>
                    <a:pt x="101333" y="770356"/>
                  </a:lnTo>
                  <a:lnTo>
                    <a:pt x="98704" y="770356"/>
                  </a:lnTo>
                  <a:lnTo>
                    <a:pt x="97586" y="770826"/>
                  </a:lnTo>
                  <a:lnTo>
                    <a:pt x="95719" y="772680"/>
                  </a:lnTo>
                  <a:lnTo>
                    <a:pt x="95250" y="773798"/>
                  </a:lnTo>
                  <a:lnTo>
                    <a:pt x="95250" y="776439"/>
                  </a:lnTo>
                  <a:lnTo>
                    <a:pt x="95719" y="777557"/>
                  </a:lnTo>
                  <a:lnTo>
                    <a:pt x="97586" y="779411"/>
                  </a:lnTo>
                  <a:lnTo>
                    <a:pt x="98704" y="779881"/>
                  </a:lnTo>
                  <a:lnTo>
                    <a:pt x="101333" y="779881"/>
                  </a:lnTo>
                  <a:lnTo>
                    <a:pt x="102450" y="779411"/>
                  </a:lnTo>
                  <a:lnTo>
                    <a:pt x="104317" y="777557"/>
                  </a:lnTo>
                  <a:lnTo>
                    <a:pt x="104775" y="776439"/>
                  </a:lnTo>
                  <a:lnTo>
                    <a:pt x="104775" y="773798"/>
                  </a:lnTo>
                  <a:close/>
                </a:path>
                <a:path w="3819525" h="1165225">
                  <a:moveTo>
                    <a:pt x="104775" y="388620"/>
                  </a:moveTo>
                  <a:lnTo>
                    <a:pt x="104317" y="387502"/>
                  </a:lnTo>
                  <a:lnTo>
                    <a:pt x="102450" y="385648"/>
                  </a:lnTo>
                  <a:lnTo>
                    <a:pt x="101333" y="385178"/>
                  </a:lnTo>
                  <a:lnTo>
                    <a:pt x="98704" y="385178"/>
                  </a:lnTo>
                  <a:lnTo>
                    <a:pt x="97586" y="385648"/>
                  </a:lnTo>
                  <a:lnTo>
                    <a:pt x="95719" y="387502"/>
                  </a:lnTo>
                  <a:lnTo>
                    <a:pt x="95250" y="388620"/>
                  </a:lnTo>
                  <a:lnTo>
                    <a:pt x="95250" y="391261"/>
                  </a:lnTo>
                  <a:lnTo>
                    <a:pt x="95719" y="392379"/>
                  </a:lnTo>
                  <a:lnTo>
                    <a:pt x="97586" y="394233"/>
                  </a:lnTo>
                  <a:lnTo>
                    <a:pt x="98704" y="394703"/>
                  </a:lnTo>
                  <a:lnTo>
                    <a:pt x="101333" y="394703"/>
                  </a:lnTo>
                  <a:lnTo>
                    <a:pt x="102450" y="394233"/>
                  </a:lnTo>
                  <a:lnTo>
                    <a:pt x="104317" y="392379"/>
                  </a:lnTo>
                  <a:lnTo>
                    <a:pt x="104775" y="391261"/>
                  </a:lnTo>
                  <a:lnTo>
                    <a:pt x="104775" y="388620"/>
                  </a:lnTo>
                  <a:close/>
                </a:path>
                <a:path w="3819525" h="1165225">
                  <a:moveTo>
                    <a:pt x="104775" y="3454"/>
                  </a:moveTo>
                  <a:lnTo>
                    <a:pt x="104317" y="2324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24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55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55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3819525" h="1165225">
                  <a:moveTo>
                    <a:pt x="152400" y="1158976"/>
                  </a:moveTo>
                  <a:lnTo>
                    <a:pt x="151942" y="1157859"/>
                  </a:lnTo>
                  <a:lnTo>
                    <a:pt x="150075" y="1156004"/>
                  </a:lnTo>
                  <a:lnTo>
                    <a:pt x="148958" y="1155534"/>
                  </a:lnTo>
                  <a:lnTo>
                    <a:pt x="146329" y="1155534"/>
                  </a:lnTo>
                  <a:lnTo>
                    <a:pt x="145211" y="1156004"/>
                  </a:lnTo>
                  <a:lnTo>
                    <a:pt x="143344" y="1157859"/>
                  </a:lnTo>
                  <a:lnTo>
                    <a:pt x="142875" y="1158976"/>
                  </a:lnTo>
                  <a:lnTo>
                    <a:pt x="142875" y="1161605"/>
                  </a:lnTo>
                  <a:lnTo>
                    <a:pt x="143344" y="1162735"/>
                  </a:lnTo>
                  <a:lnTo>
                    <a:pt x="145211" y="1164590"/>
                  </a:lnTo>
                  <a:lnTo>
                    <a:pt x="146329" y="1165059"/>
                  </a:lnTo>
                  <a:lnTo>
                    <a:pt x="148958" y="1165059"/>
                  </a:lnTo>
                  <a:lnTo>
                    <a:pt x="150075" y="1164590"/>
                  </a:lnTo>
                  <a:lnTo>
                    <a:pt x="151942" y="1162735"/>
                  </a:lnTo>
                  <a:lnTo>
                    <a:pt x="152400" y="1161605"/>
                  </a:lnTo>
                  <a:lnTo>
                    <a:pt x="152400" y="1158976"/>
                  </a:lnTo>
                  <a:close/>
                </a:path>
                <a:path w="3819525" h="1165225">
                  <a:moveTo>
                    <a:pt x="152400" y="773798"/>
                  </a:moveTo>
                  <a:lnTo>
                    <a:pt x="151942" y="772680"/>
                  </a:lnTo>
                  <a:lnTo>
                    <a:pt x="150075" y="770826"/>
                  </a:lnTo>
                  <a:lnTo>
                    <a:pt x="148958" y="770356"/>
                  </a:lnTo>
                  <a:lnTo>
                    <a:pt x="146329" y="770356"/>
                  </a:lnTo>
                  <a:lnTo>
                    <a:pt x="145211" y="770826"/>
                  </a:lnTo>
                  <a:lnTo>
                    <a:pt x="143344" y="772680"/>
                  </a:lnTo>
                  <a:lnTo>
                    <a:pt x="142875" y="773798"/>
                  </a:lnTo>
                  <a:lnTo>
                    <a:pt x="142875" y="776439"/>
                  </a:lnTo>
                  <a:lnTo>
                    <a:pt x="143344" y="777557"/>
                  </a:lnTo>
                  <a:lnTo>
                    <a:pt x="145211" y="779411"/>
                  </a:lnTo>
                  <a:lnTo>
                    <a:pt x="146329" y="779881"/>
                  </a:lnTo>
                  <a:lnTo>
                    <a:pt x="148958" y="779881"/>
                  </a:lnTo>
                  <a:lnTo>
                    <a:pt x="150075" y="779411"/>
                  </a:lnTo>
                  <a:lnTo>
                    <a:pt x="151942" y="777557"/>
                  </a:lnTo>
                  <a:lnTo>
                    <a:pt x="152400" y="776439"/>
                  </a:lnTo>
                  <a:lnTo>
                    <a:pt x="152400" y="773798"/>
                  </a:lnTo>
                  <a:close/>
                </a:path>
                <a:path w="3819525" h="1165225">
                  <a:moveTo>
                    <a:pt x="152400" y="388620"/>
                  </a:moveTo>
                  <a:lnTo>
                    <a:pt x="151942" y="387502"/>
                  </a:lnTo>
                  <a:lnTo>
                    <a:pt x="150075" y="385648"/>
                  </a:lnTo>
                  <a:lnTo>
                    <a:pt x="148958" y="385178"/>
                  </a:lnTo>
                  <a:lnTo>
                    <a:pt x="146329" y="385178"/>
                  </a:lnTo>
                  <a:lnTo>
                    <a:pt x="145211" y="385648"/>
                  </a:lnTo>
                  <a:lnTo>
                    <a:pt x="143344" y="387502"/>
                  </a:lnTo>
                  <a:lnTo>
                    <a:pt x="142875" y="388620"/>
                  </a:lnTo>
                  <a:lnTo>
                    <a:pt x="142875" y="391261"/>
                  </a:lnTo>
                  <a:lnTo>
                    <a:pt x="143344" y="392379"/>
                  </a:lnTo>
                  <a:lnTo>
                    <a:pt x="145211" y="394233"/>
                  </a:lnTo>
                  <a:lnTo>
                    <a:pt x="146329" y="394703"/>
                  </a:lnTo>
                  <a:lnTo>
                    <a:pt x="148958" y="394703"/>
                  </a:lnTo>
                  <a:lnTo>
                    <a:pt x="150075" y="394233"/>
                  </a:lnTo>
                  <a:lnTo>
                    <a:pt x="151942" y="392379"/>
                  </a:lnTo>
                  <a:lnTo>
                    <a:pt x="152400" y="391261"/>
                  </a:lnTo>
                  <a:lnTo>
                    <a:pt x="152400" y="388620"/>
                  </a:lnTo>
                  <a:close/>
                </a:path>
                <a:path w="3819525" h="1165225">
                  <a:moveTo>
                    <a:pt x="152400" y="3454"/>
                  </a:moveTo>
                  <a:lnTo>
                    <a:pt x="151942" y="2324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24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55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55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3819525" h="1165225">
                  <a:moveTo>
                    <a:pt x="200025" y="1158976"/>
                  </a:moveTo>
                  <a:lnTo>
                    <a:pt x="199567" y="1157859"/>
                  </a:lnTo>
                  <a:lnTo>
                    <a:pt x="197700" y="1156004"/>
                  </a:lnTo>
                  <a:lnTo>
                    <a:pt x="196583" y="1155534"/>
                  </a:lnTo>
                  <a:lnTo>
                    <a:pt x="193954" y="1155534"/>
                  </a:lnTo>
                  <a:lnTo>
                    <a:pt x="192836" y="1156004"/>
                  </a:lnTo>
                  <a:lnTo>
                    <a:pt x="190969" y="1157859"/>
                  </a:lnTo>
                  <a:lnTo>
                    <a:pt x="190500" y="1158976"/>
                  </a:lnTo>
                  <a:lnTo>
                    <a:pt x="190500" y="1161605"/>
                  </a:lnTo>
                  <a:lnTo>
                    <a:pt x="190969" y="1162735"/>
                  </a:lnTo>
                  <a:lnTo>
                    <a:pt x="192836" y="1164590"/>
                  </a:lnTo>
                  <a:lnTo>
                    <a:pt x="193954" y="1165059"/>
                  </a:lnTo>
                  <a:lnTo>
                    <a:pt x="196583" y="1165059"/>
                  </a:lnTo>
                  <a:lnTo>
                    <a:pt x="197700" y="1164590"/>
                  </a:lnTo>
                  <a:lnTo>
                    <a:pt x="199567" y="1162735"/>
                  </a:lnTo>
                  <a:lnTo>
                    <a:pt x="200025" y="1161605"/>
                  </a:lnTo>
                  <a:lnTo>
                    <a:pt x="200025" y="1158976"/>
                  </a:lnTo>
                  <a:close/>
                </a:path>
                <a:path w="3819525" h="1165225">
                  <a:moveTo>
                    <a:pt x="200025" y="773798"/>
                  </a:moveTo>
                  <a:lnTo>
                    <a:pt x="199567" y="772680"/>
                  </a:lnTo>
                  <a:lnTo>
                    <a:pt x="197700" y="770826"/>
                  </a:lnTo>
                  <a:lnTo>
                    <a:pt x="196583" y="770356"/>
                  </a:lnTo>
                  <a:lnTo>
                    <a:pt x="193954" y="770356"/>
                  </a:lnTo>
                  <a:lnTo>
                    <a:pt x="192836" y="770826"/>
                  </a:lnTo>
                  <a:lnTo>
                    <a:pt x="190969" y="772680"/>
                  </a:lnTo>
                  <a:lnTo>
                    <a:pt x="190500" y="773798"/>
                  </a:lnTo>
                  <a:lnTo>
                    <a:pt x="190500" y="776439"/>
                  </a:lnTo>
                  <a:lnTo>
                    <a:pt x="190969" y="777557"/>
                  </a:lnTo>
                  <a:lnTo>
                    <a:pt x="192836" y="779411"/>
                  </a:lnTo>
                  <a:lnTo>
                    <a:pt x="193954" y="779881"/>
                  </a:lnTo>
                  <a:lnTo>
                    <a:pt x="196583" y="779881"/>
                  </a:lnTo>
                  <a:lnTo>
                    <a:pt x="197700" y="779411"/>
                  </a:lnTo>
                  <a:lnTo>
                    <a:pt x="199567" y="777557"/>
                  </a:lnTo>
                  <a:lnTo>
                    <a:pt x="200025" y="776439"/>
                  </a:lnTo>
                  <a:lnTo>
                    <a:pt x="200025" y="773798"/>
                  </a:lnTo>
                  <a:close/>
                </a:path>
                <a:path w="3819525" h="1165225">
                  <a:moveTo>
                    <a:pt x="200025" y="388620"/>
                  </a:moveTo>
                  <a:lnTo>
                    <a:pt x="199567" y="387502"/>
                  </a:lnTo>
                  <a:lnTo>
                    <a:pt x="197700" y="385648"/>
                  </a:lnTo>
                  <a:lnTo>
                    <a:pt x="196583" y="385178"/>
                  </a:lnTo>
                  <a:lnTo>
                    <a:pt x="193954" y="385178"/>
                  </a:lnTo>
                  <a:lnTo>
                    <a:pt x="192836" y="385648"/>
                  </a:lnTo>
                  <a:lnTo>
                    <a:pt x="190969" y="387502"/>
                  </a:lnTo>
                  <a:lnTo>
                    <a:pt x="190500" y="388620"/>
                  </a:lnTo>
                  <a:lnTo>
                    <a:pt x="190500" y="391261"/>
                  </a:lnTo>
                  <a:lnTo>
                    <a:pt x="190969" y="392379"/>
                  </a:lnTo>
                  <a:lnTo>
                    <a:pt x="192836" y="394233"/>
                  </a:lnTo>
                  <a:lnTo>
                    <a:pt x="193954" y="394703"/>
                  </a:lnTo>
                  <a:lnTo>
                    <a:pt x="196583" y="394703"/>
                  </a:lnTo>
                  <a:lnTo>
                    <a:pt x="197700" y="394233"/>
                  </a:lnTo>
                  <a:lnTo>
                    <a:pt x="199567" y="392379"/>
                  </a:lnTo>
                  <a:lnTo>
                    <a:pt x="200025" y="391261"/>
                  </a:lnTo>
                  <a:lnTo>
                    <a:pt x="200025" y="388620"/>
                  </a:lnTo>
                  <a:close/>
                </a:path>
                <a:path w="3819525" h="1165225">
                  <a:moveTo>
                    <a:pt x="200025" y="3454"/>
                  </a:moveTo>
                  <a:lnTo>
                    <a:pt x="199567" y="2324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24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55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55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3819525" h="1165225">
                  <a:moveTo>
                    <a:pt x="247650" y="1158976"/>
                  </a:moveTo>
                  <a:lnTo>
                    <a:pt x="247192" y="1157859"/>
                  </a:lnTo>
                  <a:lnTo>
                    <a:pt x="245325" y="1156004"/>
                  </a:lnTo>
                  <a:lnTo>
                    <a:pt x="244208" y="1155534"/>
                  </a:lnTo>
                  <a:lnTo>
                    <a:pt x="241579" y="1155534"/>
                  </a:lnTo>
                  <a:lnTo>
                    <a:pt x="240461" y="1156004"/>
                  </a:lnTo>
                  <a:lnTo>
                    <a:pt x="238594" y="1157859"/>
                  </a:lnTo>
                  <a:lnTo>
                    <a:pt x="238125" y="1158976"/>
                  </a:lnTo>
                  <a:lnTo>
                    <a:pt x="238125" y="1161605"/>
                  </a:lnTo>
                  <a:lnTo>
                    <a:pt x="238594" y="1162735"/>
                  </a:lnTo>
                  <a:lnTo>
                    <a:pt x="240461" y="1164590"/>
                  </a:lnTo>
                  <a:lnTo>
                    <a:pt x="241579" y="1165059"/>
                  </a:lnTo>
                  <a:lnTo>
                    <a:pt x="244208" y="1165059"/>
                  </a:lnTo>
                  <a:lnTo>
                    <a:pt x="245325" y="1164590"/>
                  </a:lnTo>
                  <a:lnTo>
                    <a:pt x="247192" y="1162735"/>
                  </a:lnTo>
                  <a:lnTo>
                    <a:pt x="247650" y="1161605"/>
                  </a:lnTo>
                  <a:lnTo>
                    <a:pt x="247650" y="1158976"/>
                  </a:lnTo>
                  <a:close/>
                </a:path>
                <a:path w="3819525" h="1165225">
                  <a:moveTo>
                    <a:pt x="247650" y="773798"/>
                  </a:moveTo>
                  <a:lnTo>
                    <a:pt x="247192" y="772680"/>
                  </a:lnTo>
                  <a:lnTo>
                    <a:pt x="245325" y="770826"/>
                  </a:lnTo>
                  <a:lnTo>
                    <a:pt x="244208" y="770356"/>
                  </a:lnTo>
                  <a:lnTo>
                    <a:pt x="241579" y="770356"/>
                  </a:lnTo>
                  <a:lnTo>
                    <a:pt x="240461" y="770826"/>
                  </a:lnTo>
                  <a:lnTo>
                    <a:pt x="238594" y="772680"/>
                  </a:lnTo>
                  <a:lnTo>
                    <a:pt x="238125" y="773798"/>
                  </a:lnTo>
                  <a:lnTo>
                    <a:pt x="238125" y="776439"/>
                  </a:lnTo>
                  <a:lnTo>
                    <a:pt x="238594" y="777557"/>
                  </a:lnTo>
                  <a:lnTo>
                    <a:pt x="240461" y="779411"/>
                  </a:lnTo>
                  <a:lnTo>
                    <a:pt x="241579" y="779881"/>
                  </a:lnTo>
                  <a:lnTo>
                    <a:pt x="244208" y="779881"/>
                  </a:lnTo>
                  <a:lnTo>
                    <a:pt x="245325" y="779411"/>
                  </a:lnTo>
                  <a:lnTo>
                    <a:pt x="247192" y="777557"/>
                  </a:lnTo>
                  <a:lnTo>
                    <a:pt x="247650" y="776439"/>
                  </a:lnTo>
                  <a:lnTo>
                    <a:pt x="247650" y="773798"/>
                  </a:lnTo>
                  <a:close/>
                </a:path>
                <a:path w="3819525" h="1165225">
                  <a:moveTo>
                    <a:pt x="247650" y="388620"/>
                  </a:moveTo>
                  <a:lnTo>
                    <a:pt x="247192" y="387502"/>
                  </a:lnTo>
                  <a:lnTo>
                    <a:pt x="245325" y="385648"/>
                  </a:lnTo>
                  <a:lnTo>
                    <a:pt x="244208" y="385178"/>
                  </a:lnTo>
                  <a:lnTo>
                    <a:pt x="241579" y="385178"/>
                  </a:lnTo>
                  <a:lnTo>
                    <a:pt x="240461" y="385648"/>
                  </a:lnTo>
                  <a:lnTo>
                    <a:pt x="238594" y="387502"/>
                  </a:lnTo>
                  <a:lnTo>
                    <a:pt x="238125" y="388620"/>
                  </a:lnTo>
                  <a:lnTo>
                    <a:pt x="238125" y="391261"/>
                  </a:lnTo>
                  <a:lnTo>
                    <a:pt x="238594" y="392379"/>
                  </a:lnTo>
                  <a:lnTo>
                    <a:pt x="240461" y="394233"/>
                  </a:lnTo>
                  <a:lnTo>
                    <a:pt x="241579" y="394703"/>
                  </a:lnTo>
                  <a:lnTo>
                    <a:pt x="244208" y="394703"/>
                  </a:lnTo>
                  <a:lnTo>
                    <a:pt x="245325" y="394233"/>
                  </a:lnTo>
                  <a:lnTo>
                    <a:pt x="247192" y="392379"/>
                  </a:lnTo>
                  <a:lnTo>
                    <a:pt x="247650" y="391261"/>
                  </a:lnTo>
                  <a:lnTo>
                    <a:pt x="247650" y="388620"/>
                  </a:lnTo>
                  <a:close/>
                </a:path>
                <a:path w="3819525" h="1165225">
                  <a:moveTo>
                    <a:pt x="247650" y="3454"/>
                  </a:moveTo>
                  <a:lnTo>
                    <a:pt x="247192" y="2324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24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55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55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3819525" h="1165225">
                  <a:moveTo>
                    <a:pt x="295275" y="1158976"/>
                  </a:moveTo>
                  <a:lnTo>
                    <a:pt x="294817" y="1157859"/>
                  </a:lnTo>
                  <a:lnTo>
                    <a:pt x="292950" y="1156004"/>
                  </a:lnTo>
                  <a:lnTo>
                    <a:pt x="291833" y="1155534"/>
                  </a:lnTo>
                  <a:lnTo>
                    <a:pt x="289204" y="1155534"/>
                  </a:lnTo>
                  <a:lnTo>
                    <a:pt x="288086" y="1156004"/>
                  </a:lnTo>
                  <a:lnTo>
                    <a:pt x="286219" y="1157859"/>
                  </a:lnTo>
                  <a:lnTo>
                    <a:pt x="285750" y="1158976"/>
                  </a:lnTo>
                  <a:lnTo>
                    <a:pt x="285750" y="1161605"/>
                  </a:lnTo>
                  <a:lnTo>
                    <a:pt x="286219" y="1162735"/>
                  </a:lnTo>
                  <a:lnTo>
                    <a:pt x="288086" y="1164590"/>
                  </a:lnTo>
                  <a:lnTo>
                    <a:pt x="289204" y="1165059"/>
                  </a:lnTo>
                  <a:lnTo>
                    <a:pt x="291833" y="1165059"/>
                  </a:lnTo>
                  <a:lnTo>
                    <a:pt x="292950" y="1164590"/>
                  </a:lnTo>
                  <a:lnTo>
                    <a:pt x="294817" y="1162735"/>
                  </a:lnTo>
                  <a:lnTo>
                    <a:pt x="295275" y="1161605"/>
                  </a:lnTo>
                  <a:lnTo>
                    <a:pt x="295275" y="1158976"/>
                  </a:lnTo>
                  <a:close/>
                </a:path>
                <a:path w="3819525" h="1165225">
                  <a:moveTo>
                    <a:pt x="295275" y="773798"/>
                  </a:moveTo>
                  <a:lnTo>
                    <a:pt x="294817" y="772680"/>
                  </a:lnTo>
                  <a:lnTo>
                    <a:pt x="292950" y="770826"/>
                  </a:lnTo>
                  <a:lnTo>
                    <a:pt x="291833" y="770356"/>
                  </a:lnTo>
                  <a:lnTo>
                    <a:pt x="289204" y="770356"/>
                  </a:lnTo>
                  <a:lnTo>
                    <a:pt x="288086" y="770826"/>
                  </a:lnTo>
                  <a:lnTo>
                    <a:pt x="286219" y="772680"/>
                  </a:lnTo>
                  <a:lnTo>
                    <a:pt x="285750" y="773798"/>
                  </a:lnTo>
                  <a:lnTo>
                    <a:pt x="285750" y="776439"/>
                  </a:lnTo>
                  <a:lnTo>
                    <a:pt x="286219" y="777557"/>
                  </a:lnTo>
                  <a:lnTo>
                    <a:pt x="288086" y="779411"/>
                  </a:lnTo>
                  <a:lnTo>
                    <a:pt x="289204" y="779881"/>
                  </a:lnTo>
                  <a:lnTo>
                    <a:pt x="291833" y="779881"/>
                  </a:lnTo>
                  <a:lnTo>
                    <a:pt x="292950" y="779411"/>
                  </a:lnTo>
                  <a:lnTo>
                    <a:pt x="294817" y="777557"/>
                  </a:lnTo>
                  <a:lnTo>
                    <a:pt x="295275" y="776439"/>
                  </a:lnTo>
                  <a:lnTo>
                    <a:pt x="295275" y="773798"/>
                  </a:lnTo>
                  <a:close/>
                </a:path>
                <a:path w="3819525" h="1165225">
                  <a:moveTo>
                    <a:pt x="295275" y="388620"/>
                  </a:moveTo>
                  <a:lnTo>
                    <a:pt x="294817" y="387502"/>
                  </a:lnTo>
                  <a:lnTo>
                    <a:pt x="292950" y="385648"/>
                  </a:lnTo>
                  <a:lnTo>
                    <a:pt x="291833" y="385178"/>
                  </a:lnTo>
                  <a:lnTo>
                    <a:pt x="289204" y="385178"/>
                  </a:lnTo>
                  <a:lnTo>
                    <a:pt x="288086" y="385648"/>
                  </a:lnTo>
                  <a:lnTo>
                    <a:pt x="286219" y="387502"/>
                  </a:lnTo>
                  <a:lnTo>
                    <a:pt x="285750" y="388620"/>
                  </a:lnTo>
                  <a:lnTo>
                    <a:pt x="285750" y="391261"/>
                  </a:lnTo>
                  <a:lnTo>
                    <a:pt x="286219" y="392379"/>
                  </a:lnTo>
                  <a:lnTo>
                    <a:pt x="288086" y="394233"/>
                  </a:lnTo>
                  <a:lnTo>
                    <a:pt x="289204" y="394703"/>
                  </a:lnTo>
                  <a:lnTo>
                    <a:pt x="291833" y="394703"/>
                  </a:lnTo>
                  <a:lnTo>
                    <a:pt x="292950" y="394233"/>
                  </a:lnTo>
                  <a:lnTo>
                    <a:pt x="294817" y="392379"/>
                  </a:lnTo>
                  <a:lnTo>
                    <a:pt x="295275" y="391261"/>
                  </a:lnTo>
                  <a:lnTo>
                    <a:pt x="295275" y="388620"/>
                  </a:lnTo>
                  <a:close/>
                </a:path>
                <a:path w="3819525" h="1165225">
                  <a:moveTo>
                    <a:pt x="295275" y="3454"/>
                  </a:moveTo>
                  <a:lnTo>
                    <a:pt x="294817" y="2324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24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55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55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3819525" h="1165225">
                  <a:moveTo>
                    <a:pt x="342900" y="1158976"/>
                  </a:moveTo>
                  <a:lnTo>
                    <a:pt x="342442" y="1157859"/>
                  </a:lnTo>
                  <a:lnTo>
                    <a:pt x="340575" y="1156004"/>
                  </a:lnTo>
                  <a:lnTo>
                    <a:pt x="339458" y="1155534"/>
                  </a:lnTo>
                  <a:lnTo>
                    <a:pt x="336829" y="1155534"/>
                  </a:lnTo>
                  <a:lnTo>
                    <a:pt x="335711" y="1156004"/>
                  </a:lnTo>
                  <a:lnTo>
                    <a:pt x="333844" y="1157859"/>
                  </a:lnTo>
                  <a:lnTo>
                    <a:pt x="333375" y="1158976"/>
                  </a:lnTo>
                  <a:lnTo>
                    <a:pt x="333375" y="1161605"/>
                  </a:lnTo>
                  <a:lnTo>
                    <a:pt x="333844" y="1162735"/>
                  </a:lnTo>
                  <a:lnTo>
                    <a:pt x="335711" y="1164590"/>
                  </a:lnTo>
                  <a:lnTo>
                    <a:pt x="336829" y="1165059"/>
                  </a:lnTo>
                  <a:lnTo>
                    <a:pt x="339458" y="1165059"/>
                  </a:lnTo>
                  <a:lnTo>
                    <a:pt x="340575" y="1164590"/>
                  </a:lnTo>
                  <a:lnTo>
                    <a:pt x="342442" y="1162735"/>
                  </a:lnTo>
                  <a:lnTo>
                    <a:pt x="342900" y="1161605"/>
                  </a:lnTo>
                  <a:lnTo>
                    <a:pt x="342900" y="1158976"/>
                  </a:lnTo>
                  <a:close/>
                </a:path>
                <a:path w="3819525" h="1165225">
                  <a:moveTo>
                    <a:pt x="342900" y="773798"/>
                  </a:moveTo>
                  <a:lnTo>
                    <a:pt x="342442" y="772680"/>
                  </a:lnTo>
                  <a:lnTo>
                    <a:pt x="340575" y="770826"/>
                  </a:lnTo>
                  <a:lnTo>
                    <a:pt x="339458" y="770356"/>
                  </a:lnTo>
                  <a:lnTo>
                    <a:pt x="336829" y="770356"/>
                  </a:lnTo>
                  <a:lnTo>
                    <a:pt x="335711" y="770826"/>
                  </a:lnTo>
                  <a:lnTo>
                    <a:pt x="333844" y="772680"/>
                  </a:lnTo>
                  <a:lnTo>
                    <a:pt x="333375" y="773798"/>
                  </a:lnTo>
                  <a:lnTo>
                    <a:pt x="333375" y="776439"/>
                  </a:lnTo>
                  <a:lnTo>
                    <a:pt x="333844" y="777557"/>
                  </a:lnTo>
                  <a:lnTo>
                    <a:pt x="335711" y="779411"/>
                  </a:lnTo>
                  <a:lnTo>
                    <a:pt x="336829" y="779881"/>
                  </a:lnTo>
                  <a:lnTo>
                    <a:pt x="339458" y="779881"/>
                  </a:lnTo>
                  <a:lnTo>
                    <a:pt x="340575" y="779411"/>
                  </a:lnTo>
                  <a:lnTo>
                    <a:pt x="342442" y="777557"/>
                  </a:lnTo>
                  <a:lnTo>
                    <a:pt x="342900" y="776439"/>
                  </a:lnTo>
                  <a:lnTo>
                    <a:pt x="342900" y="773798"/>
                  </a:lnTo>
                  <a:close/>
                </a:path>
                <a:path w="3819525" h="1165225">
                  <a:moveTo>
                    <a:pt x="342900" y="388620"/>
                  </a:moveTo>
                  <a:lnTo>
                    <a:pt x="342442" y="387502"/>
                  </a:lnTo>
                  <a:lnTo>
                    <a:pt x="340575" y="385648"/>
                  </a:lnTo>
                  <a:lnTo>
                    <a:pt x="339458" y="385178"/>
                  </a:lnTo>
                  <a:lnTo>
                    <a:pt x="336829" y="385178"/>
                  </a:lnTo>
                  <a:lnTo>
                    <a:pt x="335711" y="385648"/>
                  </a:lnTo>
                  <a:lnTo>
                    <a:pt x="333844" y="387502"/>
                  </a:lnTo>
                  <a:lnTo>
                    <a:pt x="333375" y="388620"/>
                  </a:lnTo>
                  <a:lnTo>
                    <a:pt x="333375" y="391261"/>
                  </a:lnTo>
                  <a:lnTo>
                    <a:pt x="333844" y="392379"/>
                  </a:lnTo>
                  <a:lnTo>
                    <a:pt x="335711" y="394233"/>
                  </a:lnTo>
                  <a:lnTo>
                    <a:pt x="336829" y="394703"/>
                  </a:lnTo>
                  <a:lnTo>
                    <a:pt x="339458" y="394703"/>
                  </a:lnTo>
                  <a:lnTo>
                    <a:pt x="340575" y="394233"/>
                  </a:lnTo>
                  <a:lnTo>
                    <a:pt x="342442" y="392379"/>
                  </a:lnTo>
                  <a:lnTo>
                    <a:pt x="342900" y="391261"/>
                  </a:lnTo>
                  <a:lnTo>
                    <a:pt x="342900" y="388620"/>
                  </a:lnTo>
                  <a:close/>
                </a:path>
                <a:path w="3819525" h="1165225">
                  <a:moveTo>
                    <a:pt x="342900" y="3454"/>
                  </a:moveTo>
                  <a:lnTo>
                    <a:pt x="342442" y="2324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24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55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55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3819525" h="1165225">
                  <a:moveTo>
                    <a:pt x="390525" y="1158976"/>
                  </a:moveTo>
                  <a:lnTo>
                    <a:pt x="390067" y="1157859"/>
                  </a:lnTo>
                  <a:lnTo>
                    <a:pt x="388200" y="1156004"/>
                  </a:lnTo>
                  <a:lnTo>
                    <a:pt x="387083" y="1155534"/>
                  </a:lnTo>
                  <a:lnTo>
                    <a:pt x="384454" y="1155534"/>
                  </a:lnTo>
                  <a:lnTo>
                    <a:pt x="383336" y="1156004"/>
                  </a:lnTo>
                  <a:lnTo>
                    <a:pt x="381469" y="1157859"/>
                  </a:lnTo>
                  <a:lnTo>
                    <a:pt x="381000" y="1158976"/>
                  </a:lnTo>
                  <a:lnTo>
                    <a:pt x="381000" y="1161605"/>
                  </a:lnTo>
                  <a:lnTo>
                    <a:pt x="381469" y="1162735"/>
                  </a:lnTo>
                  <a:lnTo>
                    <a:pt x="383336" y="1164590"/>
                  </a:lnTo>
                  <a:lnTo>
                    <a:pt x="384454" y="1165059"/>
                  </a:lnTo>
                  <a:lnTo>
                    <a:pt x="387083" y="1165059"/>
                  </a:lnTo>
                  <a:lnTo>
                    <a:pt x="388200" y="1164590"/>
                  </a:lnTo>
                  <a:lnTo>
                    <a:pt x="390067" y="1162735"/>
                  </a:lnTo>
                  <a:lnTo>
                    <a:pt x="390525" y="1161605"/>
                  </a:lnTo>
                  <a:lnTo>
                    <a:pt x="390525" y="1158976"/>
                  </a:lnTo>
                  <a:close/>
                </a:path>
                <a:path w="3819525" h="1165225">
                  <a:moveTo>
                    <a:pt x="390525" y="773798"/>
                  </a:moveTo>
                  <a:lnTo>
                    <a:pt x="390067" y="772680"/>
                  </a:lnTo>
                  <a:lnTo>
                    <a:pt x="388200" y="770826"/>
                  </a:lnTo>
                  <a:lnTo>
                    <a:pt x="387083" y="770356"/>
                  </a:lnTo>
                  <a:lnTo>
                    <a:pt x="384454" y="770356"/>
                  </a:lnTo>
                  <a:lnTo>
                    <a:pt x="383336" y="770826"/>
                  </a:lnTo>
                  <a:lnTo>
                    <a:pt x="381469" y="772680"/>
                  </a:lnTo>
                  <a:lnTo>
                    <a:pt x="381000" y="773798"/>
                  </a:lnTo>
                  <a:lnTo>
                    <a:pt x="381000" y="776439"/>
                  </a:lnTo>
                  <a:lnTo>
                    <a:pt x="381469" y="777557"/>
                  </a:lnTo>
                  <a:lnTo>
                    <a:pt x="383336" y="779411"/>
                  </a:lnTo>
                  <a:lnTo>
                    <a:pt x="384454" y="779881"/>
                  </a:lnTo>
                  <a:lnTo>
                    <a:pt x="387083" y="779881"/>
                  </a:lnTo>
                  <a:lnTo>
                    <a:pt x="388200" y="779411"/>
                  </a:lnTo>
                  <a:lnTo>
                    <a:pt x="390067" y="777557"/>
                  </a:lnTo>
                  <a:lnTo>
                    <a:pt x="390525" y="776439"/>
                  </a:lnTo>
                  <a:lnTo>
                    <a:pt x="390525" y="773798"/>
                  </a:lnTo>
                  <a:close/>
                </a:path>
                <a:path w="3819525" h="1165225">
                  <a:moveTo>
                    <a:pt x="390525" y="388620"/>
                  </a:moveTo>
                  <a:lnTo>
                    <a:pt x="390067" y="387502"/>
                  </a:lnTo>
                  <a:lnTo>
                    <a:pt x="388200" y="385648"/>
                  </a:lnTo>
                  <a:lnTo>
                    <a:pt x="387083" y="385178"/>
                  </a:lnTo>
                  <a:lnTo>
                    <a:pt x="384454" y="385178"/>
                  </a:lnTo>
                  <a:lnTo>
                    <a:pt x="383336" y="385648"/>
                  </a:lnTo>
                  <a:lnTo>
                    <a:pt x="381469" y="387502"/>
                  </a:lnTo>
                  <a:lnTo>
                    <a:pt x="381000" y="388620"/>
                  </a:lnTo>
                  <a:lnTo>
                    <a:pt x="381000" y="391261"/>
                  </a:lnTo>
                  <a:lnTo>
                    <a:pt x="381469" y="392379"/>
                  </a:lnTo>
                  <a:lnTo>
                    <a:pt x="383336" y="394233"/>
                  </a:lnTo>
                  <a:lnTo>
                    <a:pt x="384454" y="394703"/>
                  </a:lnTo>
                  <a:lnTo>
                    <a:pt x="387083" y="394703"/>
                  </a:lnTo>
                  <a:lnTo>
                    <a:pt x="388200" y="394233"/>
                  </a:lnTo>
                  <a:lnTo>
                    <a:pt x="390067" y="392379"/>
                  </a:lnTo>
                  <a:lnTo>
                    <a:pt x="390525" y="391261"/>
                  </a:lnTo>
                  <a:lnTo>
                    <a:pt x="390525" y="388620"/>
                  </a:lnTo>
                  <a:close/>
                </a:path>
                <a:path w="3819525" h="1165225">
                  <a:moveTo>
                    <a:pt x="390525" y="3454"/>
                  </a:moveTo>
                  <a:lnTo>
                    <a:pt x="390067" y="2324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24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55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55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3819525" h="1165225">
                  <a:moveTo>
                    <a:pt x="438150" y="1158976"/>
                  </a:moveTo>
                  <a:lnTo>
                    <a:pt x="437692" y="1157859"/>
                  </a:lnTo>
                  <a:lnTo>
                    <a:pt x="435825" y="1156004"/>
                  </a:lnTo>
                  <a:lnTo>
                    <a:pt x="434708" y="1155534"/>
                  </a:lnTo>
                  <a:lnTo>
                    <a:pt x="432079" y="1155534"/>
                  </a:lnTo>
                  <a:lnTo>
                    <a:pt x="430961" y="1156004"/>
                  </a:lnTo>
                  <a:lnTo>
                    <a:pt x="429094" y="1157859"/>
                  </a:lnTo>
                  <a:lnTo>
                    <a:pt x="428625" y="1158976"/>
                  </a:lnTo>
                  <a:lnTo>
                    <a:pt x="428625" y="1161605"/>
                  </a:lnTo>
                  <a:lnTo>
                    <a:pt x="429094" y="1162735"/>
                  </a:lnTo>
                  <a:lnTo>
                    <a:pt x="430961" y="1164590"/>
                  </a:lnTo>
                  <a:lnTo>
                    <a:pt x="432079" y="1165059"/>
                  </a:lnTo>
                  <a:lnTo>
                    <a:pt x="434708" y="1165059"/>
                  </a:lnTo>
                  <a:lnTo>
                    <a:pt x="435825" y="1164590"/>
                  </a:lnTo>
                  <a:lnTo>
                    <a:pt x="437692" y="1162735"/>
                  </a:lnTo>
                  <a:lnTo>
                    <a:pt x="438150" y="1161605"/>
                  </a:lnTo>
                  <a:lnTo>
                    <a:pt x="438150" y="1158976"/>
                  </a:lnTo>
                  <a:close/>
                </a:path>
                <a:path w="3819525" h="1165225">
                  <a:moveTo>
                    <a:pt x="438150" y="773798"/>
                  </a:moveTo>
                  <a:lnTo>
                    <a:pt x="437692" y="772680"/>
                  </a:lnTo>
                  <a:lnTo>
                    <a:pt x="435825" y="770826"/>
                  </a:lnTo>
                  <a:lnTo>
                    <a:pt x="434708" y="770356"/>
                  </a:lnTo>
                  <a:lnTo>
                    <a:pt x="432079" y="770356"/>
                  </a:lnTo>
                  <a:lnTo>
                    <a:pt x="430961" y="770826"/>
                  </a:lnTo>
                  <a:lnTo>
                    <a:pt x="429094" y="772680"/>
                  </a:lnTo>
                  <a:lnTo>
                    <a:pt x="428625" y="773798"/>
                  </a:lnTo>
                  <a:lnTo>
                    <a:pt x="428625" y="776439"/>
                  </a:lnTo>
                  <a:lnTo>
                    <a:pt x="429094" y="777557"/>
                  </a:lnTo>
                  <a:lnTo>
                    <a:pt x="430961" y="779411"/>
                  </a:lnTo>
                  <a:lnTo>
                    <a:pt x="432079" y="779881"/>
                  </a:lnTo>
                  <a:lnTo>
                    <a:pt x="434708" y="779881"/>
                  </a:lnTo>
                  <a:lnTo>
                    <a:pt x="435825" y="779411"/>
                  </a:lnTo>
                  <a:lnTo>
                    <a:pt x="437692" y="777557"/>
                  </a:lnTo>
                  <a:lnTo>
                    <a:pt x="438150" y="776439"/>
                  </a:lnTo>
                  <a:lnTo>
                    <a:pt x="438150" y="773798"/>
                  </a:lnTo>
                  <a:close/>
                </a:path>
                <a:path w="3819525" h="1165225">
                  <a:moveTo>
                    <a:pt x="438150" y="388620"/>
                  </a:moveTo>
                  <a:lnTo>
                    <a:pt x="437692" y="387502"/>
                  </a:lnTo>
                  <a:lnTo>
                    <a:pt x="435825" y="385648"/>
                  </a:lnTo>
                  <a:lnTo>
                    <a:pt x="434708" y="385178"/>
                  </a:lnTo>
                  <a:lnTo>
                    <a:pt x="432079" y="385178"/>
                  </a:lnTo>
                  <a:lnTo>
                    <a:pt x="430961" y="385648"/>
                  </a:lnTo>
                  <a:lnTo>
                    <a:pt x="429094" y="387502"/>
                  </a:lnTo>
                  <a:lnTo>
                    <a:pt x="428625" y="388620"/>
                  </a:lnTo>
                  <a:lnTo>
                    <a:pt x="428625" y="391261"/>
                  </a:lnTo>
                  <a:lnTo>
                    <a:pt x="429094" y="392379"/>
                  </a:lnTo>
                  <a:lnTo>
                    <a:pt x="430961" y="394233"/>
                  </a:lnTo>
                  <a:lnTo>
                    <a:pt x="432079" y="394703"/>
                  </a:lnTo>
                  <a:lnTo>
                    <a:pt x="434708" y="394703"/>
                  </a:lnTo>
                  <a:lnTo>
                    <a:pt x="435825" y="394233"/>
                  </a:lnTo>
                  <a:lnTo>
                    <a:pt x="437692" y="392379"/>
                  </a:lnTo>
                  <a:lnTo>
                    <a:pt x="438150" y="391261"/>
                  </a:lnTo>
                  <a:lnTo>
                    <a:pt x="438150" y="388620"/>
                  </a:lnTo>
                  <a:close/>
                </a:path>
                <a:path w="3819525" h="1165225">
                  <a:moveTo>
                    <a:pt x="438150" y="3454"/>
                  </a:moveTo>
                  <a:lnTo>
                    <a:pt x="437692" y="2324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24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55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55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3819525" h="1165225">
                  <a:moveTo>
                    <a:pt x="485775" y="1158976"/>
                  </a:moveTo>
                  <a:lnTo>
                    <a:pt x="485317" y="1157859"/>
                  </a:lnTo>
                  <a:lnTo>
                    <a:pt x="483450" y="1156004"/>
                  </a:lnTo>
                  <a:lnTo>
                    <a:pt x="482333" y="1155534"/>
                  </a:lnTo>
                  <a:lnTo>
                    <a:pt x="479704" y="1155534"/>
                  </a:lnTo>
                  <a:lnTo>
                    <a:pt x="478586" y="1156004"/>
                  </a:lnTo>
                  <a:lnTo>
                    <a:pt x="476719" y="1157859"/>
                  </a:lnTo>
                  <a:lnTo>
                    <a:pt x="476250" y="1158976"/>
                  </a:lnTo>
                  <a:lnTo>
                    <a:pt x="476250" y="1161605"/>
                  </a:lnTo>
                  <a:lnTo>
                    <a:pt x="476719" y="1162735"/>
                  </a:lnTo>
                  <a:lnTo>
                    <a:pt x="478586" y="1164590"/>
                  </a:lnTo>
                  <a:lnTo>
                    <a:pt x="479704" y="1165059"/>
                  </a:lnTo>
                  <a:lnTo>
                    <a:pt x="482333" y="1165059"/>
                  </a:lnTo>
                  <a:lnTo>
                    <a:pt x="483450" y="1164590"/>
                  </a:lnTo>
                  <a:lnTo>
                    <a:pt x="485317" y="1162735"/>
                  </a:lnTo>
                  <a:lnTo>
                    <a:pt x="485775" y="1161605"/>
                  </a:lnTo>
                  <a:lnTo>
                    <a:pt x="485775" y="1158976"/>
                  </a:lnTo>
                  <a:close/>
                </a:path>
                <a:path w="3819525" h="1165225">
                  <a:moveTo>
                    <a:pt x="485775" y="773798"/>
                  </a:moveTo>
                  <a:lnTo>
                    <a:pt x="485317" y="772680"/>
                  </a:lnTo>
                  <a:lnTo>
                    <a:pt x="483450" y="770826"/>
                  </a:lnTo>
                  <a:lnTo>
                    <a:pt x="482333" y="770356"/>
                  </a:lnTo>
                  <a:lnTo>
                    <a:pt x="479704" y="770356"/>
                  </a:lnTo>
                  <a:lnTo>
                    <a:pt x="478586" y="770826"/>
                  </a:lnTo>
                  <a:lnTo>
                    <a:pt x="476719" y="772680"/>
                  </a:lnTo>
                  <a:lnTo>
                    <a:pt x="476250" y="773798"/>
                  </a:lnTo>
                  <a:lnTo>
                    <a:pt x="476250" y="776439"/>
                  </a:lnTo>
                  <a:lnTo>
                    <a:pt x="476719" y="777557"/>
                  </a:lnTo>
                  <a:lnTo>
                    <a:pt x="478586" y="779411"/>
                  </a:lnTo>
                  <a:lnTo>
                    <a:pt x="479704" y="779881"/>
                  </a:lnTo>
                  <a:lnTo>
                    <a:pt x="482333" y="779881"/>
                  </a:lnTo>
                  <a:lnTo>
                    <a:pt x="483450" y="779411"/>
                  </a:lnTo>
                  <a:lnTo>
                    <a:pt x="485317" y="777557"/>
                  </a:lnTo>
                  <a:lnTo>
                    <a:pt x="485775" y="776439"/>
                  </a:lnTo>
                  <a:lnTo>
                    <a:pt x="485775" y="773798"/>
                  </a:lnTo>
                  <a:close/>
                </a:path>
                <a:path w="3819525" h="1165225">
                  <a:moveTo>
                    <a:pt x="485775" y="388620"/>
                  </a:moveTo>
                  <a:lnTo>
                    <a:pt x="485317" y="387502"/>
                  </a:lnTo>
                  <a:lnTo>
                    <a:pt x="483450" y="385648"/>
                  </a:lnTo>
                  <a:lnTo>
                    <a:pt x="482333" y="385178"/>
                  </a:lnTo>
                  <a:lnTo>
                    <a:pt x="479704" y="385178"/>
                  </a:lnTo>
                  <a:lnTo>
                    <a:pt x="478586" y="385648"/>
                  </a:lnTo>
                  <a:lnTo>
                    <a:pt x="476719" y="387502"/>
                  </a:lnTo>
                  <a:lnTo>
                    <a:pt x="476250" y="388620"/>
                  </a:lnTo>
                  <a:lnTo>
                    <a:pt x="476250" y="391261"/>
                  </a:lnTo>
                  <a:lnTo>
                    <a:pt x="476719" y="392379"/>
                  </a:lnTo>
                  <a:lnTo>
                    <a:pt x="478586" y="394233"/>
                  </a:lnTo>
                  <a:lnTo>
                    <a:pt x="479704" y="394703"/>
                  </a:lnTo>
                  <a:lnTo>
                    <a:pt x="482333" y="394703"/>
                  </a:lnTo>
                  <a:lnTo>
                    <a:pt x="483450" y="394233"/>
                  </a:lnTo>
                  <a:lnTo>
                    <a:pt x="485317" y="392379"/>
                  </a:lnTo>
                  <a:lnTo>
                    <a:pt x="485775" y="391261"/>
                  </a:lnTo>
                  <a:lnTo>
                    <a:pt x="485775" y="388620"/>
                  </a:lnTo>
                  <a:close/>
                </a:path>
                <a:path w="3819525" h="1165225">
                  <a:moveTo>
                    <a:pt x="485775" y="3454"/>
                  </a:moveTo>
                  <a:lnTo>
                    <a:pt x="485317" y="2324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24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55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55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3819525" h="1165225">
                  <a:moveTo>
                    <a:pt x="533400" y="1158976"/>
                  </a:moveTo>
                  <a:lnTo>
                    <a:pt x="532942" y="1157859"/>
                  </a:lnTo>
                  <a:lnTo>
                    <a:pt x="531075" y="1156004"/>
                  </a:lnTo>
                  <a:lnTo>
                    <a:pt x="529958" y="1155534"/>
                  </a:lnTo>
                  <a:lnTo>
                    <a:pt x="527329" y="1155534"/>
                  </a:lnTo>
                  <a:lnTo>
                    <a:pt x="526211" y="1156004"/>
                  </a:lnTo>
                  <a:lnTo>
                    <a:pt x="524344" y="1157859"/>
                  </a:lnTo>
                  <a:lnTo>
                    <a:pt x="523875" y="1158976"/>
                  </a:lnTo>
                  <a:lnTo>
                    <a:pt x="523875" y="1161605"/>
                  </a:lnTo>
                  <a:lnTo>
                    <a:pt x="524344" y="1162735"/>
                  </a:lnTo>
                  <a:lnTo>
                    <a:pt x="526211" y="1164590"/>
                  </a:lnTo>
                  <a:lnTo>
                    <a:pt x="527329" y="1165059"/>
                  </a:lnTo>
                  <a:lnTo>
                    <a:pt x="529958" y="1165059"/>
                  </a:lnTo>
                  <a:lnTo>
                    <a:pt x="531075" y="1164590"/>
                  </a:lnTo>
                  <a:lnTo>
                    <a:pt x="532942" y="1162735"/>
                  </a:lnTo>
                  <a:lnTo>
                    <a:pt x="533400" y="1161605"/>
                  </a:lnTo>
                  <a:lnTo>
                    <a:pt x="533400" y="1158976"/>
                  </a:lnTo>
                  <a:close/>
                </a:path>
                <a:path w="3819525" h="1165225">
                  <a:moveTo>
                    <a:pt x="533400" y="773798"/>
                  </a:moveTo>
                  <a:lnTo>
                    <a:pt x="532942" y="772680"/>
                  </a:lnTo>
                  <a:lnTo>
                    <a:pt x="531075" y="770826"/>
                  </a:lnTo>
                  <a:lnTo>
                    <a:pt x="529958" y="770356"/>
                  </a:lnTo>
                  <a:lnTo>
                    <a:pt x="527329" y="770356"/>
                  </a:lnTo>
                  <a:lnTo>
                    <a:pt x="526211" y="770826"/>
                  </a:lnTo>
                  <a:lnTo>
                    <a:pt x="524344" y="772680"/>
                  </a:lnTo>
                  <a:lnTo>
                    <a:pt x="523875" y="773798"/>
                  </a:lnTo>
                  <a:lnTo>
                    <a:pt x="523875" y="776439"/>
                  </a:lnTo>
                  <a:lnTo>
                    <a:pt x="524344" y="777557"/>
                  </a:lnTo>
                  <a:lnTo>
                    <a:pt x="526211" y="779411"/>
                  </a:lnTo>
                  <a:lnTo>
                    <a:pt x="527329" y="779881"/>
                  </a:lnTo>
                  <a:lnTo>
                    <a:pt x="529958" y="779881"/>
                  </a:lnTo>
                  <a:lnTo>
                    <a:pt x="531075" y="779411"/>
                  </a:lnTo>
                  <a:lnTo>
                    <a:pt x="532942" y="777557"/>
                  </a:lnTo>
                  <a:lnTo>
                    <a:pt x="533400" y="776439"/>
                  </a:lnTo>
                  <a:lnTo>
                    <a:pt x="533400" y="773798"/>
                  </a:lnTo>
                  <a:close/>
                </a:path>
                <a:path w="3819525" h="1165225">
                  <a:moveTo>
                    <a:pt x="533400" y="388620"/>
                  </a:moveTo>
                  <a:lnTo>
                    <a:pt x="532942" y="387502"/>
                  </a:lnTo>
                  <a:lnTo>
                    <a:pt x="531075" y="385648"/>
                  </a:lnTo>
                  <a:lnTo>
                    <a:pt x="529958" y="385178"/>
                  </a:lnTo>
                  <a:lnTo>
                    <a:pt x="527329" y="385178"/>
                  </a:lnTo>
                  <a:lnTo>
                    <a:pt x="526211" y="385648"/>
                  </a:lnTo>
                  <a:lnTo>
                    <a:pt x="524344" y="387502"/>
                  </a:lnTo>
                  <a:lnTo>
                    <a:pt x="523875" y="388620"/>
                  </a:lnTo>
                  <a:lnTo>
                    <a:pt x="523875" y="391261"/>
                  </a:lnTo>
                  <a:lnTo>
                    <a:pt x="524344" y="392379"/>
                  </a:lnTo>
                  <a:lnTo>
                    <a:pt x="526211" y="394233"/>
                  </a:lnTo>
                  <a:lnTo>
                    <a:pt x="527329" y="394703"/>
                  </a:lnTo>
                  <a:lnTo>
                    <a:pt x="529958" y="394703"/>
                  </a:lnTo>
                  <a:lnTo>
                    <a:pt x="531075" y="394233"/>
                  </a:lnTo>
                  <a:lnTo>
                    <a:pt x="532942" y="392379"/>
                  </a:lnTo>
                  <a:lnTo>
                    <a:pt x="533400" y="391261"/>
                  </a:lnTo>
                  <a:lnTo>
                    <a:pt x="533400" y="388620"/>
                  </a:lnTo>
                  <a:close/>
                </a:path>
                <a:path w="3819525" h="1165225">
                  <a:moveTo>
                    <a:pt x="533400" y="3454"/>
                  </a:moveTo>
                  <a:lnTo>
                    <a:pt x="532942" y="2324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24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55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55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3819525" h="1165225">
                  <a:moveTo>
                    <a:pt x="581025" y="1158976"/>
                  </a:moveTo>
                  <a:lnTo>
                    <a:pt x="580567" y="1157859"/>
                  </a:lnTo>
                  <a:lnTo>
                    <a:pt x="578700" y="1156004"/>
                  </a:lnTo>
                  <a:lnTo>
                    <a:pt x="577583" y="1155534"/>
                  </a:lnTo>
                  <a:lnTo>
                    <a:pt x="574954" y="1155534"/>
                  </a:lnTo>
                  <a:lnTo>
                    <a:pt x="573836" y="1156004"/>
                  </a:lnTo>
                  <a:lnTo>
                    <a:pt x="571969" y="1157859"/>
                  </a:lnTo>
                  <a:lnTo>
                    <a:pt x="571500" y="1158976"/>
                  </a:lnTo>
                  <a:lnTo>
                    <a:pt x="571500" y="1161605"/>
                  </a:lnTo>
                  <a:lnTo>
                    <a:pt x="571969" y="1162735"/>
                  </a:lnTo>
                  <a:lnTo>
                    <a:pt x="573836" y="1164590"/>
                  </a:lnTo>
                  <a:lnTo>
                    <a:pt x="574954" y="1165059"/>
                  </a:lnTo>
                  <a:lnTo>
                    <a:pt x="577583" y="1165059"/>
                  </a:lnTo>
                  <a:lnTo>
                    <a:pt x="578700" y="1164590"/>
                  </a:lnTo>
                  <a:lnTo>
                    <a:pt x="580567" y="1162735"/>
                  </a:lnTo>
                  <a:lnTo>
                    <a:pt x="581025" y="1161605"/>
                  </a:lnTo>
                  <a:lnTo>
                    <a:pt x="581025" y="1158976"/>
                  </a:lnTo>
                  <a:close/>
                </a:path>
                <a:path w="3819525" h="1165225">
                  <a:moveTo>
                    <a:pt x="581025" y="773798"/>
                  </a:moveTo>
                  <a:lnTo>
                    <a:pt x="580567" y="772680"/>
                  </a:lnTo>
                  <a:lnTo>
                    <a:pt x="578700" y="770826"/>
                  </a:lnTo>
                  <a:lnTo>
                    <a:pt x="577583" y="770356"/>
                  </a:lnTo>
                  <a:lnTo>
                    <a:pt x="574954" y="770356"/>
                  </a:lnTo>
                  <a:lnTo>
                    <a:pt x="573836" y="770826"/>
                  </a:lnTo>
                  <a:lnTo>
                    <a:pt x="571969" y="772680"/>
                  </a:lnTo>
                  <a:lnTo>
                    <a:pt x="571500" y="773798"/>
                  </a:lnTo>
                  <a:lnTo>
                    <a:pt x="571500" y="776439"/>
                  </a:lnTo>
                  <a:lnTo>
                    <a:pt x="571969" y="777557"/>
                  </a:lnTo>
                  <a:lnTo>
                    <a:pt x="573836" y="779411"/>
                  </a:lnTo>
                  <a:lnTo>
                    <a:pt x="574954" y="779881"/>
                  </a:lnTo>
                  <a:lnTo>
                    <a:pt x="577583" y="779881"/>
                  </a:lnTo>
                  <a:lnTo>
                    <a:pt x="578700" y="779411"/>
                  </a:lnTo>
                  <a:lnTo>
                    <a:pt x="580567" y="777557"/>
                  </a:lnTo>
                  <a:lnTo>
                    <a:pt x="581025" y="776439"/>
                  </a:lnTo>
                  <a:lnTo>
                    <a:pt x="581025" y="773798"/>
                  </a:lnTo>
                  <a:close/>
                </a:path>
                <a:path w="3819525" h="1165225">
                  <a:moveTo>
                    <a:pt x="581025" y="388620"/>
                  </a:moveTo>
                  <a:lnTo>
                    <a:pt x="580567" y="387502"/>
                  </a:lnTo>
                  <a:lnTo>
                    <a:pt x="578700" y="385648"/>
                  </a:lnTo>
                  <a:lnTo>
                    <a:pt x="577583" y="385178"/>
                  </a:lnTo>
                  <a:lnTo>
                    <a:pt x="574954" y="385178"/>
                  </a:lnTo>
                  <a:lnTo>
                    <a:pt x="573836" y="385648"/>
                  </a:lnTo>
                  <a:lnTo>
                    <a:pt x="571969" y="387502"/>
                  </a:lnTo>
                  <a:lnTo>
                    <a:pt x="571500" y="388620"/>
                  </a:lnTo>
                  <a:lnTo>
                    <a:pt x="571500" y="391261"/>
                  </a:lnTo>
                  <a:lnTo>
                    <a:pt x="571969" y="392379"/>
                  </a:lnTo>
                  <a:lnTo>
                    <a:pt x="573836" y="394233"/>
                  </a:lnTo>
                  <a:lnTo>
                    <a:pt x="574954" y="394703"/>
                  </a:lnTo>
                  <a:lnTo>
                    <a:pt x="577583" y="394703"/>
                  </a:lnTo>
                  <a:lnTo>
                    <a:pt x="578700" y="394233"/>
                  </a:lnTo>
                  <a:lnTo>
                    <a:pt x="580567" y="392379"/>
                  </a:lnTo>
                  <a:lnTo>
                    <a:pt x="581025" y="391261"/>
                  </a:lnTo>
                  <a:lnTo>
                    <a:pt x="581025" y="388620"/>
                  </a:lnTo>
                  <a:close/>
                </a:path>
                <a:path w="3819525" h="1165225">
                  <a:moveTo>
                    <a:pt x="581025" y="3454"/>
                  </a:moveTo>
                  <a:lnTo>
                    <a:pt x="580567" y="2324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24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55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55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3819525" h="1165225">
                  <a:moveTo>
                    <a:pt x="628650" y="1158976"/>
                  </a:moveTo>
                  <a:lnTo>
                    <a:pt x="628192" y="1157859"/>
                  </a:lnTo>
                  <a:lnTo>
                    <a:pt x="626325" y="1156004"/>
                  </a:lnTo>
                  <a:lnTo>
                    <a:pt x="625208" y="1155534"/>
                  </a:lnTo>
                  <a:lnTo>
                    <a:pt x="622579" y="1155534"/>
                  </a:lnTo>
                  <a:lnTo>
                    <a:pt x="621461" y="1156004"/>
                  </a:lnTo>
                  <a:lnTo>
                    <a:pt x="619594" y="1157859"/>
                  </a:lnTo>
                  <a:lnTo>
                    <a:pt x="619125" y="1158976"/>
                  </a:lnTo>
                  <a:lnTo>
                    <a:pt x="619125" y="1161605"/>
                  </a:lnTo>
                  <a:lnTo>
                    <a:pt x="619594" y="1162735"/>
                  </a:lnTo>
                  <a:lnTo>
                    <a:pt x="621461" y="1164590"/>
                  </a:lnTo>
                  <a:lnTo>
                    <a:pt x="622579" y="1165059"/>
                  </a:lnTo>
                  <a:lnTo>
                    <a:pt x="625208" y="1165059"/>
                  </a:lnTo>
                  <a:lnTo>
                    <a:pt x="626325" y="1164590"/>
                  </a:lnTo>
                  <a:lnTo>
                    <a:pt x="628192" y="1162735"/>
                  </a:lnTo>
                  <a:lnTo>
                    <a:pt x="628650" y="1161605"/>
                  </a:lnTo>
                  <a:lnTo>
                    <a:pt x="628650" y="1158976"/>
                  </a:lnTo>
                  <a:close/>
                </a:path>
                <a:path w="3819525" h="1165225">
                  <a:moveTo>
                    <a:pt x="628650" y="773798"/>
                  </a:moveTo>
                  <a:lnTo>
                    <a:pt x="628192" y="772680"/>
                  </a:lnTo>
                  <a:lnTo>
                    <a:pt x="626325" y="770826"/>
                  </a:lnTo>
                  <a:lnTo>
                    <a:pt x="625208" y="770356"/>
                  </a:lnTo>
                  <a:lnTo>
                    <a:pt x="622579" y="770356"/>
                  </a:lnTo>
                  <a:lnTo>
                    <a:pt x="621461" y="770826"/>
                  </a:lnTo>
                  <a:lnTo>
                    <a:pt x="619594" y="772680"/>
                  </a:lnTo>
                  <a:lnTo>
                    <a:pt x="619125" y="773798"/>
                  </a:lnTo>
                  <a:lnTo>
                    <a:pt x="619125" y="776439"/>
                  </a:lnTo>
                  <a:lnTo>
                    <a:pt x="619594" y="777557"/>
                  </a:lnTo>
                  <a:lnTo>
                    <a:pt x="621461" y="779411"/>
                  </a:lnTo>
                  <a:lnTo>
                    <a:pt x="622579" y="779881"/>
                  </a:lnTo>
                  <a:lnTo>
                    <a:pt x="625208" y="779881"/>
                  </a:lnTo>
                  <a:lnTo>
                    <a:pt x="626325" y="779411"/>
                  </a:lnTo>
                  <a:lnTo>
                    <a:pt x="628192" y="777557"/>
                  </a:lnTo>
                  <a:lnTo>
                    <a:pt x="628650" y="776439"/>
                  </a:lnTo>
                  <a:lnTo>
                    <a:pt x="628650" y="773798"/>
                  </a:lnTo>
                  <a:close/>
                </a:path>
                <a:path w="3819525" h="1165225">
                  <a:moveTo>
                    <a:pt x="628650" y="388620"/>
                  </a:moveTo>
                  <a:lnTo>
                    <a:pt x="628192" y="387502"/>
                  </a:lnTo>
                  <a:lnTo>
                    <a:pt x="626325" y="385648"/>
                  </a:lnTo>
                  <a:lnTo>
                    <a:pt x="625208" y="385178"/>
                  </a:lnTo>
                  <a:lnTo>
                    <a:pt x="622579" y="385178"/>
                  </a:lnTo>
                  <a:lnTo>
                    <a:pt x="621461" y="385648"/>
                  </a:lnTo>
                  <a:lnTo>
                    <a:pt x="619594" y="387502"/>
                  </a:lnTo>
                  <a:lnTo>
                    <a:pt x="619125" y="388620"/>
                  </a:lnTo>
                  <a:lnTo>
                    <a:pt x="619125" y="391261"/>
                  </a:lnTo>
                  <a:lnTo>
                    <a:pt x="619594" y="392379"/>
                  </a:lnTo>
                  <a:lnTo>
                    <a:pt x="621461" y="394233"/>
                  </a:lnTo>
                  <a:lnTo>
                    <a:pt x="622579" y="394703"/>
                  </a:lnTo>
                  <a:lnTo>
                    <a:pt x="625208" y="394703"/>
                  </a:lnTo>
                  <a:lnTo>
                    <a:pt x="626325" y="394233"/>
                  </a:lnTo>
                  <a:lnTo>
                    <a:pt x="628192" y="392379"/>
                  </a:lnTo>
                  <a:lnTo>
                    <a:pt x="628650" y="391261"/>
                  </a:lnTo>
                  <a:lnTo>
                    <a:pt x="628650" y="388620"/>
                  </a:lnTo>
                  <a:close/>
                </a:path>
                <a:path w="3819525" h="1165225">
                  <a:moveTo>
                    <a:pt x="628650" y="3454"/>
                  </a:moveTo>
                  <a:lnTo>
                    <a:pt x="628192" y="2324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24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55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55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3819525" h="1165225">
                  <a:moveTo>
                    <a:pt x="676275" y="1158976"/>
                  </a:moveTo>
                  <a:lnTo>
                    <a:pt x="675817" y="1157859"/>
                  </a:lnTo>
                  <a:lnTo>
                    <a:pt x="673950" y="1156004"/>
                  </a:lnTo>
                  <a:lnTo>
                    <a:pt x="672833" y="1155534"/>
                  </a:lnTo>
                  <a:lnTo>
                    <a:pt x="670204" y="1155534"/>
                  </a:lnTo>
                  <a:lnTo>
                    <a:pt x="669086" y="1156004"/>
                  </a:lnTo>
                  <a:lnTo>
                    <a:pt x="667219" y="1157859"/>
                  </a:lnTo>
                  <a:lnTo>
                    <a:pt x="666750" y="1158976"/>
                  </a:lnTo>
                  <a:lnTo>
                    <a:pt x="666750" y="1161605"/>
                  </a:lnTo>
                  <a:lnTo>
                    <a:pt x="667219" y="1162735"/>
                  </a:lnTo>
                  <a:lnTo>
                    <a:pt x="669086" y="1164590"/>
                  </a:lnTo>
                  <a:lnTo>
                    <a:pt x="670204" y="1165059"/>
                  </a:lnTo>
                  <a:lnTo>
                    <a:pt x="672833" y="1165059"/>
                  </a:lnTo>
                  <a:lnTo>
                    <a:pt x="673950" y="1164590"/>
                  </a:lnTo>
                  <a:lnTo>
                    <a:pt x="675817" y="1162735"/>
                  </a:lnTo>
                  <a:lnTo>
                    <a:pt x="676275" y="1161605"/>
                  </a:lnTo>
                  <a:lnTo>
                    <a:pt x="676275" y="1158976"/>
                  </a:lnTo>
                  <a:close/>
                </a:path>
                <a:path w="3819525" h="1165225">
                  <a:moveTo>
                    <a:pt x="676275" y="773798"/>
                  </a:moveTo>
                  <a:lnTo>
                    <a:pt x="675817" y="772680"/>
                  </a:lnTo>
                  <a:lnTo>
                    <a:pt x="673950" y="770826"/>
                  </a:lnTo>
                  <a:lnTo>
                    <a:pt x="672833" y="770356"/>
                  </a:lnTo>
                  <a:lnTo>
                    <a:pt x="670204" y="770356"/>
                  </a:lnTo>
                  <a:lnTo>
                    <a:pt x="669086" y="770826"/>
                  </a:lnTo>
                  <a:lnTo>
                    <a:pt x="667219" y="772680"/>
                  </a:lnTo>
                  <a:lnTo>
                    <a:pt x="666750" y="773798"/>
                  </a:lnTo>
                  <a:lnTo>
                    <a:pt x="666750" y="776439"/>
                  </a:lnTo>
                  <a:lnTo>
                    <a:pt x="667219" y="777557"/>
                  </a:lnTo>
                  <a:lnTo>
                    <a:pt x="669086" y="779411"/>
                  </a:lnTo>
                  <a:lnTo>
                    <a:pt x="670204" y="779881"/>
                  </a:lnTo>
                  <a:lnTo>
                    <a:pt x="672833" y="779881"/>
                  </a:lnTo>
                  <a:lnTo>
                    <a:pt x="673950" y="779411"/>
                  </a:lnTo>
                  <a:lnTo>
                    <a:pt x="675817" y="777557"/>
                  </a:lnTo>
                  <a:lnTo>
                    <a:pt x="676275" y="776439"/>
                  </a:lnTo>
                  <a:lnTo>
                    <a:pt x="676275" y="773798"/>
                  </a:lnTo>
                  <a:close/>
                </a:path>
                <a:path w="3819525" h="1165225">
                  <a:moveTo>
                    <a:pt x="676275" y="388620"/>
                  </a:moveTo>
                  <a:lnTo>
                    <a:pt x="675817" y="387502"/>
                  </a:lnTo>
                  <a:lnTo>
                    <a:pt x="673950" y="385648"/>
                  </a:lnTo>
                  <a:lnTo>
                    <a:pt x="672833" y="385178"/>
                  </a:lnTo>
                  <a:lnTo>
                    <a:pt x="670204" y="385178"/>
                  </a:lnTo>
                  <a:lnTo>
                    <a:pt x="669086" y="385648"/>
                  </a:lnTo>
                  <a:lnTo>
                    <a:pt x="667219" y="387502"/>
                  </a:lnTo>
                  <a:lnTo>
                    <a:pt x="666750" y="388620"/>
                  </a:lnTo>
                  <a:lnTo>
                    <a:pt x="666750" y="391261"/>
                  </a:lnTo>
                  <a:lnTo>
                    <a:pt x="667219" y="392379"/>
                  </a:lnTo>
                  <a:lnTo>
                    <a:pt x="669086" y="394233"/>
                  </a:lnTo>
                  <a:lnTo>
                    <a:pt x="670204" y="394703"/>
                  </a:lnTo>
                  <a:lnTo>
                    <a:pt x="672833" y="394703"/>
                  </a:lnTo>
                  <a:lnTo>
                    <a:pt x="673950" y="394233"/>
                  </a:lnTo>
                  <a:lnTo>
                    <a:pt x="675817" y="392379"/>
                  </a:lnTo>
                  <a:lnTo>
                    <a:pt x="676275" y="391261"/>
                  </a:lnTo>
                  <a:lnTo>
                    <a:pt x="676275" y="388620"/>
                  </a:lnTo>
                  <a:close/>
                </a:path>
                <a:path w="3819525" h="1165225">
                  <a:moveTo>
                    <a:pt x="676275" y="3454"/>
                  </a:moveTo>
                  <a:lnTo>
                    <a:pt x="675817" y="2324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24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55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55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3819525" h="1165225">
                  <a:moveTo>
                    <a:pt x="723900" y="1158976"/>
                  </a:moveTo>
                  <a:lnTo>
                    <a:pt x="723442" y="1157859"/>
                  </a:lnTo>
                  <a:lnTo>
                    <a:pt x="721575" y="1156004"/>
                  </a:lnTo>
                  <a:lnTo>
                    <a:pt x="720458" y="1155534"/>
                  </a:lnTo>
                  <a:lnTo>
                    <a:pt x="717829" y="1155534"/>
                  </a:lnTo>
                  <a:lnTo>
                    <a:pt x="716711" y="1156004"/>
                  </a:lnTo>
                  <a:lnTo>
                    <a:pt x="714844" y="1157859"/>
                  </a:lnTo>
                  <a:lnTo>
                    <a:pt x="714375" y="1158976"/>
                  </a:lnTo>
                  <a:lnTo>
                    <a:pt x="714375" y="1161605"/>
                  </a:lnTo>
                  <a:lnTo>
                    <a:pt x="714844" y="1162735"/>
                  </a:lnTo>
                  <a:lnTo>
                    <a:pt x="716711" y="1164590"/>
                  </a:lnTo>
                  <a:lnTo>
                    <a:pt x="717829" y="1165059"/>
                  </a:lnTo>
                  <a:lnTo>
                    <a:pt x="720458" y="1165059"/>
                  </a:lnTo>
                  <a:lnTo>
                    <a:pt x="721575" y="1164590"/>
                  </a:lnTo>
                  <a:lnTo>
                    <a:pt x="723442" y="1162735"/>
                  </a:lnTo>
                  <a:lnTo>
                    <a:pt x="723900" y="1161605"/>
                  </a:lnTo>
                  <a:lnTo>
                    <a:pt x="723900" y="1158976"/>
                  </a:lnTo>
                  <a:close/>
                </a:path>
                <a:path w="3819525" h="1165225">
                  <a:moveTo>
                    <a:pt x="723900" y="773798"/>
                  </a:moveTo>
                  <a:lnTo>
                    <a:pt x="723442" y="772680"/>
                  </a:lnTo>
                  <a:lnTo>
                    <a:pt x="721575" y="770826"/>
                  </a:lnTo>
                  <a:lnTo>
                    <a:pt x="720458" y="770356"/>
                  </a:lnTo>
                  <a:lnTo>
                    <a:pt x="717829" y="770356"/>
                  </a:lnTo>
                  <a:lnTo>
                    <a:pt x="716711" y="770826"/>
                  </a:lnTo>
                  <a:lnTo>
                    <a:pt x="714844" y="772680"/>
                  </a:lnTo>
                  <a:lnTo>
                    <a:pt x="714375" y="773798"/>
                  </a:lnTo>
                  <a:lnTo>
                    <a:pt x="714375" y="776439"/>
                  </a:lnTo>
                  <a:lnTo>
                    <a:pt x="714844" y="777557"/>
                  </a:lnTo>
                  <a:lnTo>
                    <a:pt x="716711" y="779411"/>
                  </a:lnTo>
                  <a:lnTo>
                    <a:pt x="717829" y="779881"/>
                  </a:lnTo>
                  <a:lnTo>
                    <a:pt x="720458" y="779881"/>
                  </a:lnTo>
                  <a:lnTo>
                    <a:pt x="721575" y="779411"/>
                  </a:lnTo>
                  <a:lnTo>
                    <a:pt x="723442" y="777557"/>
                  </a:lnTo>
                  <a:lnTo>
                    <a:pt x="723900" y="776439"/>
                  </a:lnTo>
                  <a:lnTo>
                    <a:pt x="723900" y="773798"/>
                  </a:lnTo>
                  <a:close/>
                </a:path>
                <a:path w="3819525" h="1165225">
                  <a:moveTo>
                    <a:pt x="723900" y="388620"/>
                  </a:moveTo>
                  <a:lnTo>
                    <a:pt x="723442" y="387502"/>
                  </a:lnTo>
                  <a:lnTo>
                    <a:pt x="721575" y="385648"/>
                  </a:lnTo>
                  <a:lnTo>
                    <a:pt x="720458" y="385178"/>
                  </a:lnTo>
                  <a:lnTo>
                    <a:pt x="717829" y="385178"/>
                  </a:lnTo>
                  <a:lnTo>
                    <a:pt x="716711" y="385648"/>
                  </a:lnTo>
                  <a:lnTo>
                    <a:pt x="714844" y="387502"/>
                  </a:lnTo>
                  <a:lnTo>
                    <a:pt x="714375" y="388620"/>
                  </a:lnTo>
                  <a:lnTo>
                    <a:pt x="714375" y="391261"/>
                  </a:lnTo>
                  <a:lnTo>
                    <a:pt x="714844" y="392379"/>
                  </a:lnTo>
                  <a:lnTo>
                    <a:pt x="716711" y="394233"/>
                  </a:lnTo>
                  <a:lnTo>
                    <a:pt x="717829" y="394703"/>
                  </a:lnTo>
                  <a:lnTo>
                    <a:pt x="720458" y="394703"/>
                  </a:lnTo>
                  <a:lnTo>
                    <a:pt x="721575" y="394233"/>
                  </a:lnTo>
                  <a:lnTo>
                    <a:pt x="723442" y="392379"/>
                  </a:lnTo>
                  <a:lnTo>
                    <a:pt x="723900" y="391261"/>
                  </a:lnTo>
                  <a:lnTo>
                    <a:pt x="723900" y="388620"/>
                  </a:lnTo>
                  <a:close/>
                </a:path>
                <a:path w="3819525" h="1165225">
                  <a:moveTo>
                    <a:pt x="723900" y="3454"/>
                  </a:moveTo>
                  <a:lnTo>
                    <a:pt x="723442" y="2324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24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55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55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3819525" h="1165225">
                  <a:moveTo>
                    <a:pt x="771525" y="1158976"/>
                  </a:moveTo>
                  <a:lnTo>
                    <a:pt x="771067" y="1157859"/>
                  </a:lnTo>
                  <a:lnTo>
                    <a:pt x="769200" y="1156004"/>
                  </a:lnTo>
                  <a:lnTo>
                    <a:pt x="768083" y="1155534"/>
                  </a:lnTo>
                  <a:lnTo>
                    <a:pt x="765454" y="1155534"/>
                  </a:lnTo>
                  <a:lnTo>
                    <a:pt x="764336" y="1156004"/>
                  </a:lnTo>
                  <a:lnTo>
                    <a:pt x="762469" y="1157859"/>
                  </a:lnTo>
                  <a:lnTo>
                    <a:pt x="762000" y="1158976"/>
                  </a:lnTo>
                  <a:lnTo>
                    <a:pt x="762000" y="1161605"/>
                  </a:lnTo>
                  <a:lnTo>
                    <a:pt x="762469" y="1162735"/>
                  </a:lnTo>
                  <a:lnTo>
                    <a:pt x="764336" y="1164590"/>
                  </a:lnTo>
                  <a:lnTo>
                    <a:pt x="765454" y="1165059"/>
                  </a:lnTo>
                  <a:lnTo>
                    <a:pt x="768083" y="1165059"/>
                  </a:lnTo>
                  <a:lnTo>
                    <a:pt x="769200" y="1164590"/>
                  </a:lnTo>
                  <a:lnTo>
                    <a:pt x="771067" y="1162735"/>
                  </a:lnTo>
                  <a:lnTo>
                    <a:pt x="771525" y="1161605"/>
                  </a:lnTo>
                  <a:lnTo>
                    <a:pt x="771525" y="1158976"/>
                  </a:lnTo>
                  <a:close/>
                </a:path>
                <a:path w="3819525" h="1165225">
                  <a:moveTo>
                    <a:pt x="771525" y="773798"/>
                  </a:moveTo>
                  <a:lnTo>
                    <a:pt x="771067" y="772680"/>
                  </a:lnTo>
                  <a:lnTo>
                    <a:pt x="769200" y="770826"/>
                  </a:lnTo>
                  <a:lnTo>
                    <a:pt x="768083" y="770356"/>
                  </a:lnTo>
                  <a:lnTo>
                    <a:pt x="765454" y="770356"/>
                  </a:lnTo>
                  <a:lnTo>
                    <a:pt x="764336" y="770826"/>
                  </a:lnTo>
                  <a:lnTo>
                    <a:pt x="762469" y="772680"/>
                  </a:lnTo>
                  <a:lnTo>
                    <a:pt x="762000" y="773798"/>
                  </a:lnTo>
                  <a:lnTo>
                    <a:pt x="762000" y="776439"/>
                  </a:lnTo>
                  <a:lnTo>
                    <a:pt x="762469" y="777557"/>
                  </a:lnTo>
                  <a:lnTo>
                    <a:pt x="764336" y="779411"/>
                  </a:lnTo>
                  <a:lnTo>
                    <a:pt x="765454" y="779881"/>
                  </a:lnTo>
                  <a:lnTo>
                    <a:pt x="768083" y="779881"/>
                  </a:lnTo>
                  <a:lnTo>
                    <a:pt x="769200" y="779411"/>
                  </a:lnTo>
                  <a:lnTo>
                    <a:pt x="771067" y="777557"/>
                  </a:lnTo>
                  <a:lnTo>
                    <a:pt x="771525" y="776439"/>
                  </a:lnTo>
                  <a:lnTo>
                    <a:pt x="771525" y="773798"/>
                  </a:lnTo>
                  <a:close/>
                </a:path>
                <a:path w="3819525" h="1165225">
                  <a:moveTo>
                    <a:pt x="771525" y="388620"/>
                  </a:moveTo>
                  <a:lnTo>
                    <a:pt x="771067" y="387502"/>
                  </a:lnTo>
                  <a:lnTo>
                    <a:pt x="769200" y="385648"/>
                  </a:lnTo>
                  <a:lnTo>
                    <a:pt x="768083" y="385178"/>
                  </a:lnTo>
                  <a:lnTo>
                    <a:pt x="765454" y="385178"/>
                  </a:lnTo>
                  <a:lnTo>
                    <a:pt x="764336" y="385648"/>
                  </a:lnTo>
                  <a:lnTo>
                    <a:pt x="762469" y="387502"/>
                  </a:lnTo>
                  <a:lnTo>
                    <a:pt x="762000" y="388620"/>
                  </a:lnTo>
                  <a:lnTo>
                    <a:pt x="762000" y="391261"/>
                  </a:lnTo>
                  <a:lnTo>
                    <a:pt x="762469" y="392379"/>
                  </a:lnTo>
                  <a:lnTo>
                    <a:pt x="764336" y="394233"/>
                  </a:lnTo>
                  <a:lnTo>
                    <a:pt x="765454" y="394703"/>
                  </a:lnTo>
                  <a:lnTo>
                    <a:pt x="768083" y="394703"/>
                  </a:lnTo>
                  <a:lnTo>
                    <a:pt x="769200" y="394233"/>
                  </a:lnTo>
                  <a:lnTo>
                    <a:pt x="771067" y="392379"/>
                  </a:lnTo>
                  <a:lnTo>
                    <a:pt x="771525" y="391261"/>
                  </a:lnTo>
                  <a:lnTo>
                    <a:pt x="771525" y="388620"/>
                  </a:lnTo>
                  <a:close/>
                </a:path>
                <a:path w="3819525" h="1165225">
                  <a:moveTo>
                    <a:pt x="771525" y="3454"/>
                  </a:moveTo>
                  <a:lnTo>
                    <a:pt x="771067" y="2324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24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55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55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3819525" h="1165225">
                  <a:moveTo>
                    <a:pt x="819150" y="1158976"/>
                  </a:moveTo>
                  <a:lnTo>
                    <a:pt x="818692" y="1157859"/>
                  </a:lnTo>
                  <a:lnTo>
                    <a:pt x="816825" y="1156004"/>
                  </a:lnTo>
                  <a:lnTo>
                    <a:pt x="815708" y="1155534"/>
                  </a:lnTo>
                  <a:lnTo>
                    <a:pt x="813079" y="1155534"/>
                  </a:lnTo>
                  <a:lnTo>
                    <a:pt x="811961" y="1156004"/>
                  </a:lnTo>
                  <a:lnTo>
                    <a:pt x="810094" y="1157859"/>
                  </a:lnTo>
                  <a:lnTo>
                    <a:pt x="809625" y="1158976"/>
                  </a:lnTo>
                  <a:lnTo>
                    <a:pt x="809625" y="1161605"/>
                  </a:lnTo>
                  <a:lnTo>
                    <a:pt x="810094" y="1162735"/>
                  </a:lnTo>
                  <a:lnTo>
                    <a:pt x="811961" y="1164590"/>
                  </a:lnTo>
                  <a:lnTo>
                    <a:pt x="813079" y="1165059"/>
                  </a:lnTo>
                  <a:lnTo>
                    <a:pt x="815708" y="1165059"/>
                  </a:lnTo>
                  <a:lnTo>
                    <a:pt x="816825" y="1164590"/>
                  </a:lnTo>
                  <a:lnTo>
                    <a:pt x="818692" y="1162735"/>
                  </a:lnTo>
                  <a:lnTo>
                    <a:pt x="819150" y="1161605"/>
                  </a:lnTo>
                  <a:lnTo>
                    <a:pt x="819150" y="1158976"/>
                  </a:lnTo>
                  <a:close/>
                </a:path>
                <a:path w="3819525" h="1165225">
                  <a:moveTo>
                    <a:pt x="819150" y="773798"/>
                  </a:moveTo>
                  <a:lnTo>
                    <a:pt x="818692" y="772680"/>
                  </a:lnTo>
                  <a:lnTo>
                    <a:pt x="816825" y="770826"/>
                  </a:lnTo>
                  <a:lnTo>
                    <a:pt x="815708" y="770356"/>
                  </a:lnTo>
                  <a:lnTo>
                    <a:pt x="813079" y="770356"/>
                  </a:lnTo>
                  <a:lnTo>
                    <a:pt x="811961" y="770826"/>
                  </a:lnTo>
                  <a:lnTo>
                    <a:pt x="810094" y="772680"/>
                  </a:lnTo>
                  <a:lnTo>
                    <a:pt x="809625" y="773798"/>
                  </a:lnTo>
                  <a:lnTo>
                    <a:pt x="809625" y="776439"/>
                  </a:lnTo>
                  <a:lnTo>
                    <a:pt x="810094" y="777557"/>
                  </a:lnTo>
                  <a:lnTo>
                    <a:pt x="811961" y="779411"/>
                  </a:lnTo>
                  <a:lnTo>
                    <a:pt x="813079" y="779881"/>
                  </a:lnTo>
                  <a:lnTo>
                    <a:pt x="815708" y="779881"/>
                  </a:lnTo>
                  <a:lnTo>
                    <a:pt x="816825" y="779411"/>
                  </a:lnTo>
                  <a:lnTo>
                    <a:pt x="818692" y="777557"/>
                  </a:lnTo>
                  <a:lnTo>
                    <a:pt x="819150" y="776439"/>
                  </a:lnTo>
                  <a:lnTo>
                    <a:pt x="819150" y="773798"/>
                  </a:lnTo>
                  <a:close/>
                </a:path>
                <a:path w="3819525" h="1165225">
                  <a:moveTo>
                    <a:pt x="819150" y="388620"/>
                  </a:moveTo>
                  <a:lnTo>
                    <a:pt x="818692" y="387502"/>
                  </a:lnTo>
                  <a:lnTo>
                    <a:pt x="816825" y="385648"/>
                  </a:lnTo>
                  <a:lnTo>
                    <a:pt x="815708" y="385178"/>
                  </a:lnTo>
                  <a:lnTo>
                    <a:pt x="813079" y="385178"/>
                  </a:lnTo>
                  <a:lnTo>
                    <a:pt x="811961" y="385648"/>
                  </a:lnTo>
                  <a:lnTo>
                    <a:pt x="810094" y="387502"/>
                  </a:lnTo>
                  <a:lnTo>
                    <a:pt x="809625" y="388620"/>
                  </a:lnTo>
                  <a:lnTo>
                    <a:pt x="809625" y="391261"/>
                  </a:lnTo>
                  <a:lnTo>
                    <a:pt x="810094" y="392379"/>
                  </a:lnTo>
                  <a:lnTo>
                    <a:pt x="811961" y="394233"/>
                  </a:lnTo>
                  <a:lnTo>
                    <a:pt x="813079" y="394703"/>
                  </a:lnTo>
                  <a:lnTo>
                    <a:pt x="815708" y="394703"/>
                  </a:lnTo>
                  <a:lnTo>
                    <a:pt x="816825" y="394233"/>
                  </a:lnTo>
                  <a:lnTo>
                    <a:pt x="818692" y="392379"/>
                  </a:lnTo>
                  <a:lnTo>
                    <a:pt x="819150" y="391261"/>
                  </a:lnTo>
                  <a:lnTo>
                    <a:pt x="819150" y="388620"/>
                  </a:lnTo>
                  <a:close/>
                </a:path>
                <a:path w="3819525" h="1165225">
                  <a:moveTo>
                    <a:pt x="819150" y="3454"/>
                  </a:moveTo>
                  <a:lnTo>
                    <a:pt x="818692" y="2324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24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55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55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3819525" h="1165225">
                  <a:moveTo>
                    <a:pt x="866775" y="1158976"/>
                  </a:moveTo>
                  <a:lnTo>
                    <a:pt x="866317" y="1157859"/>
                  </a:lnTo>
                  <a:lnTo>
                    <a:pt x="864450" y="1156004"/>
                  </a:lnTo>
                  <a:lnTo>
                    <a:pt x="863333" y="1155534"/>
                  </a:lnTo>
                  <a:lnTo>
                    <a:pt x="860704" y="1155534"/>
                  </a:lnTo>
                  <a:lnTo>
                    <a:pt x="859586" y="1156004"/>
                  </a:lnTo>
                  <a:lnTo>
                    <a:pt x="857719" y="1157859"/>
                  </a:lnTo>
                  <a:lnTo>
                    <a:pt x="857250" y="1158976"/>
                  </a:lnTo>
                  <a:lnTo>
                    <a:pt x="857250" y="1161605"/>
                  </a:lnTo>
                  <a:lnTo>
                    <a:pt x="857719" y="1162735"/>
                  </a:lnTo>
                  <a:lnTo>
                    <a:pt x="859586" y="1164590"/>
                  </a:lnTo>
                  <a:lnTo>
                    <a:pt x="860704" y="1165059"/>
                  </a:lnTo>
                  <a:lnTo>
                    <a:pt x="863333" y="1165059"/>
                  </a:lnTo>
                  <a:lnTo>
                    <a:pt x="864450" y="1164590"/>
                  </a:lnTo>
                  <a:lnTo>
                    <a:pt x="866317" y="1162735"/>
                  </a:lnTo>
                  <a:lnTo>
                    <a:pt x="866775" y="1161605"/>
                  </a:lnTo>
                  <a:lnTo>
                    <a:pt x="866775" y="1158976"/>
                  </a:lnTo>
                  <a:close/>
                </a:path>
                <a:path w="3819525" h="1165225">
                  <a:moveTo>
                    <a:pt x="866775" y="773798"/>
                  </a:moveTo>
                  <a:lnTo>
                    <a:pt x="866317" y="772680"/>
                  </a:lnTo>
                  <a:lnTo>
                    <a:pt x="864450" y="770826"/>
                  </a:lnTo>
                  <a:lnTo>
                    <a:pt x="863333" y="770356"/>
                  </a:lnTo>
                  <a:lnTo>
                    <a:pt x="860704" y="770356"/>
                  </a:lnTo>
                  <a:lnTo>
                    <a:pt x="859586" y="770826"/>
                  </a:lnTo>
                  <a:lnTo>
                    <a:pt x="857719" y="772680"/>
                  </a:lnTo>
                  <a:lnTo>
                    <a:pt x="857250" y="773798"/>
                  </a:lnTo>
                  <a:lnTo>
                    <a:pt x="857250" y="776439"/>
                  </a:lnTo>
                  <a:lnTo>
                    <a:pt x="857719" y="777557"/>
                  </a:lnTo>
                  <a:lnTo>
                    <a:pt x="859586" y="779411"/>
                  </a:lnTo>
                  <a:lnTo>
                    <a:pt x="860704" y="779881"/>
                  </a:lnTo>
                  <a:lnTo>
                    <a:pt x="863333" y="779881"/>
                  </a:lnTo>
                  <a:lnTo>
                    <a:pt x="864450" y="779411"/>
                  </a:lnTo>
                  <a:lnTo>
                    <a:pt x="866317" y="777557"/>
                  </a:lnTo>
                  <a:lnTo>
                    <a:pt x="866775" y="776439"/>
                  </a:lnTo>
                  <a:lnTo>
                    <a:pt x="866775" y="773798"/>
                  </a:lnTo>
                  <a:close/>
                </a:path>
                <a:path w="3819525" h="1165225">
                  <a:moveTo>
                    <a:pt x="866775" y="388620"/>
                  </a:moveTo>
                  <a:lnTo>
                    <a:pt x="866317" y="387502"/>
                  </a:lnTo>
                  <a:lnTo>
                    <a:pt x="864450" y="385648"/>
                  </a:lnTo>
                  <a:lnTo>
                    <a:pt x="863333" y="385178"/>
                  </a:lnTo>
                  <a:lnTo>
                    <a:pt x="860704" y="385178"/>
                  </a:lnTo>
                  <a:lnTo>
                    <a:pt x="859586" y="385648"/>
                  </a:lnTo>
                  <a:lnTo>
                    <a:pt x="857719" y="387502"/>
                  </a:lnTo>
                  <a:lnTo>
                    <a:pt x="857250" y="388620"/>
                  </a:lnTo>
                  <a:lnTo>
                    <a:pt x="857250" y="391261"/>
                  </a:lnTo>
                  <a:lnTo>
                    <a:pt x="857719" y="392379"/>
                  </a:lnTo>
                  <a:lnTo>
                    <a:pt x="859586" y="394233"/>
                  </a:lnTo>
                  <a:lnTo>
                    <a:pt x="860704" y="394703"/>
                  </a:lnTo>
                  <a:lnTo>
                    <a:pt x="863333" y="394703"/>
                  </a:lnTo>
                  <a:lnTo>
                    <a:pt x="864450" y="394233"/>
                  </a:lnTo>
                  <a:lnTo>
                    <a:pt x="866317" y="392379"/>
                  </a:lnTo>
                  <a:lnTo>
                    <a:pt x="866775" y="391261"/>
                  </a:lnTo>
                  <a:lnTo>
                    <a:pt x="866775" y="388620"/>
                  </a:lnTo>
                  <a:close/>
                </a:path>
                <a:path w="3819525" h="1165225">
                  <a:moveTo>
                    <a:pt x="866775" y="3454"/>
                  </a:moveTo>
                  <a:lnTo>
                    <a:pt x="866317" y="2324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24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55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55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3819525" h="1165225">
                  <a:moveTo>
                    <a:pt x="914400" y="1158976"/>
                  </a:moveTo>
                  <a:lnTo>
                    <a:pt x="913942" y="1157859"/>
                  </a:lnTo>
                  <a:lnTo>
                    <a:pt x="912075" y="1156004"/>
                  </a:lnTo>
                  <a:lnTo>
                    <a:pt x="910958" y="1155534"/>
                  </a:lnTo>
                  <a:lnTo>
                    <a:pt x="908329" y="1155534"/>
                  </a:lnTo>
                  <a:lnTo>
                    <a:pt x="907211" y="1156004"/>
                  </a:lnTo>
                  <a:lnTo>
                    <a:pt x="905344" y="1157859"/>
                  </a:lnTo>
                  <a:lnTo>
                    <a:pt x="904875" y="1158976"/>
                  </a:lnTo>
                  <a:lnTo>
                    <a:pt x="904875" y="1161605"/>
                  </a:lnTo>
                  <a:lnTo>
                    <a:pt x="905344" y="1162735"/>
                  </a:lnTo>
                  <a:lnTo>
                    <a:pt x="907211" y="1164590"/>
                  </a:lnTo>
                  <a:lnTo>
                    <a:pt x="908329" y="1165059"/>
                  </a:lnTo>
                  <a:lnTo>
                    <a:pt x="910958" y="1165059"/>
                  </a:lnTo>
                  <a:lnTo>
                    <a:pt x="912075" y="1164590"/>
                  </a:lnTo>
                  <a:lnTo>
                    <a:pt x="913942" y="1162735"/>
                  </a:lnTo>
                  <a:lnTo>
                    <a:pt x="914400" y="1161605"/>
                  </a:lnTo>
                  <a:lnTo>
                    <a:pt x="914400" y="1158976"/>
                  </a:lnTo>
                  <a:close/>
                </a:path>
                <a:path w="3819525" h="1165225">
                  <a:moveTo>
                    <a:pt x="914400" y="773798"/>
                  </a:moveTo>
                  <a:lnTo>
                    <a:pt x="913942" y="772680"/>
                  </a:lnTo>
                  <a:lnTo>
                    <a:pt x="912075" y="770826"/>
                  </a:lnTo>
                  <a:lnTo>
                    <a:pt x="910958" y="770356"/>
                  </a:lnTo>
                  <a:lnTo>
                    <a:pt x="908329" y="770356"/>
                  </a:lnTo>
                  <a:lnTo>
                    <a:pt x="907211" y="770826"/>
                  </a:lnTo>
                  <a:lnTo>
                    <a:pt x="905344" y="772680"/>
                  </a:lnTo>
                  <a:lnTo>
                    <a:pt x="904875" y="773798"/>
                  </a:lnTo>
                  <a:lnTo>
                    <a:pt x="904875" y="776439"/>
                  </a:lnTo>
                  <a:lnTo>
                    <a:pt x="905344" y="777557"/>
                  </a:lnTo>
                  <a:lnTo>
                    <a:pt x="907211" y="779411"/>
                  </a:lnTo>
                  <a:lnTo>
                    <a:pt x="908329" y="779881"/>
                  </a:lnTo>
                  <a:lnTo>
                    <a:pt x="910958" y="779881"/>
                  </a:lnTo>
                  <a:lnTo>
                    <a:pt x="912075" y="779411"/>
                  </a:lnTo>
                  <a:lnTo>
                    <a:pt x="913942" y="777557"/>
                  </a:lnTo>
                  <a:lnTo>
                    <a:pt x="914400" y="776439"/>
                  </a:lnTo>
                  <a:lnTo>
                    <a:pt x="914400" y="773798"/>
                  </a:lnTo>
                  <a:close/>
                </a:path>
                <a:path w="3819525" h="1165225">
                  <a:moveTo>
                    <a:pt x="914400" y="388620"/>
                  </a:moveTo>
                  <a:lnTo>
                    <a:pt x="913942" y="387502"/>
                  </a:lnTo>
                  <a:lnTo>
                    <a:pt x="912075" y="385648"/>
                  </a:lnTo>
                  <a:lnTo>
                    <a:pt x="910958" y="385178"/>
                  </a:lnTo>
                  <a:lnTo>
                    <a:pt x="908329" y="385178"/>
                  </a:lnTo>
                  <a:lnTo>
                    <a:pt x="907211" y="385648"/>
                  </a:lnTo>
                  <a:lnTo>
                    <a:pt x="905344" y="387502"/>
                  </a:lnTo>
                  <a:lnTo>
                    <a:pt x="904875" y="388620"/>
                  </a:lnTo>
                  <a:lnTo>
                    <a:pt x="904875" y="391261"/>
                  </a:lnTo>
                  <a:lnTo>
                    <a:pt x="905344" y="392379"/>
                  </a:lnTo>
                  <a:lnTo>
                    <a:pt x="907211" y="394233"/>
                  </a:lnTo>
                  <a:lnTo>
                    <a:pt x="908329" y="394703"/>
                  </a:lnTo>
                  <a:lnTo>
                    <a:pt x="910958" y="394703"/>
                  </a:lnTo>
                  <a:lnTo>
                    <a:pt x="912075" y="394233"/>
                  </a:lnTo>
                  <a:lnTo>
                    <a:pt x="913942" y="392379"/>
                  </a:lnTo>
                  <a:lnTo>
                    <a:pt x="914400" y="391261"/>
                  </a:lnTo>
                  <a:lnTo>
                    <a:pt x="914400" y="388620"/>
                  </a:lnTo>
                  <a:close/>
                </a:path>
                <a:path w="3819525" h="1165225">
                  <a:moveTo>
                    <a:pt x="914400" y="3454"/>
                  </a:moveTo>
                  <a:lnTo>
                    <a:pt x="913942" y="2324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24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55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55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3819525" h="1165225">
                  <a:moveTo>
                    <a:pt x="962025" y="1158976"/>
                  </a:moveTo>
                  <a:lnTo>
                    <a:pt x="961567" y="1157859"/>
                  </a:lnTo>
                  <a:lnTo>
                    <a:pt x="959700" y="1156004"/>
                  </a:lnTo>
                  <a:lnTo>
                    <a:pt x="958583" y="1155534"/>
                  </a:lnTo>
                  <a:lnTo>
                    <a:pt x="955954" y="1155534"/>
                  </a:lnTo>
                  <a:lnTo>
                    <a:pt x="954836" y="1156004"/>
                  </a:lnTo>
                  <a:lnTo>
                    <a:pt x="952969" y="1157859"/>
                  </a:lnTo>
                  <a:lnTo>
                    <a:pt x="952500" y="1158976"/>
                  </a:lnTo>
                  <a:lnTo>
                    <a:pt x="952500" y="1161605"/>
                  </a:lnTo>
                  <a:lnTo>
                    <a:pt x="952969" y="1162735"/>
                  </a:lnTo>
                  <a:lnTo>
                    <a:pt x="954836" y="1164590"/>
                  </a:lnTo>
                  <a:lnTo>
                    <a:pt x="955954" y="1165059"/>
                  </a:lnTo>
                  <a:lnTo>
                    <a:pt x="958583" y="1165059"/>
                  </a:lnTo>
                  <a:lnTo>
                    <a:pt x="959700" y="1164590"/>
                  </a:lnTo>
                  <a:lnTo>
                    <a:pt x="961567" y="1162735"/>
                  </a:lnTo>
                  <a:lnTo>
                    <a:pt x="962025" y="1161605"/>
                  </a:lnTo>
                  <a:lnTo>
                    <a:pt x="962025" y="1158976"/>
                  </a:lnTo>
                  <a:close/>
                </a:path>
                <a:path w="3819525" h="1165225">
                  <a:moveTo>
                    <a:pt x="962025" y="773798"/>
                  </a:moveTo>
                  <a:lnTo>
                    <a:pt x="961567" y="772680"/>
                  </a:lnTo>
                  <a:lnTo>
                    <a:pt x="959700" y="770826"/>
                  </a:lnTo>
                  <a:lnTo>
                    <a:pt x="958583" y="770356"/>
                  </a:lnTo>
                  <a:lnTo>
                    <a:pt x="955954" y="770356"/>
                  </a:lnTo>
                  <a:lnTo>
                    <a:pt x="954836" y="770826"/>
                  </a:lnTo>
                  <a:lnTo>
                    <a:pt x="952969" y="772680"/>
                  </a:lnTo>
                  <a:lnTo>
                    <a:pt x="952500" y="773798"/>
                  </a:lnTo>
                  <a:lnTo>
                    <a:pt x="952500" y="776439"/>
                  </a:lnTo>
                  <a:lnTo>
                    <a:pt x="952969" y="777557"/>
                  </a:lnTo>
                  <a:lnTo>
                    <a:pt x="954836" y="779411"/>
                  </a:lnTo>
                  <a:lnTo>
                    <a:pt x="955954" y="779881"/>
                  </a:lnTo>
                  <a:lnTo>
                    <a:pt x="958583" y="779881"/>
                  </a:lnTo>
                  <a:lnTo>
                    <a:pt x="959700" y="779411"/>
                  </a:lnTo>
                  <a:lnTo>
                    <a:pt x="961567" y="777557"/>
                  </a:lnTo>
                  <a:lnTo>
                    <a:pt x="962025" y="776439"/>
                  </a:lnTo>
                  <a:lnTo>
                    <a:pt x="962025" y="773798"/>
                  </a:lnTo>
                  <a:close/>
                </a:path>
                <a:path w="3819525" h="1165225">
                  <a:moveTo>
                    <a:pt x="962025" y="388620"/>
                  </a:moveTo>
                  <a:lnTo>
                    <a:pt x="961567" y="387502"/>
                  </a:lnTo>
                  <a:lnTo>
                    <a:pt x="959700" y="385648"/>
                  </a:lnTo>
                  <a:lnTo>
                    <a:pt x="958583" y="385178"/>
                  </a:lnTo>
                  <a:lnTo>
                    <a:pt x="955954" y="385178"/>
                  </a:lnTo>
                  <a:lnTo>
                    <a:pt x="954836" y="385648"/>
                  </a:lnTo>
                  <a:lnTo>
                    <a:pt x="952969" y="387502"/>
                  </a:lnTo>
                  <a:lnTo>
                    <a:pt x="952500" y="388620"/>
                  </a:lnTo>
                  <a:lnTo>
                    <a:pt x="952500" y="391261"/>
                  </a:lnTo>
                  <a:lnTo>
                    <a:pt x="952969" y="392379"/>
                  </a:lnTo>
                  <a:lnTo>
                    <a:pt x="954836" y="394233"/>
                  </a:lnTo>
                  <a:lnTo>
                    <a:pt x="955954" y="394703"/>
                  </a:lnTo>
                  <a:lnTo>
                    <a:pt x="958583" y="394703"/>
                  </a:lnTo>
                  <a:lnTo>
                    <a:pt x="959700" y="394233"/>
                  </a:lnTo>
                  <a:lnTo>
                    <a:pt x="961567" y="392379"/>
                  </a:lnTo>
                  <a:lnTo>
                    <a:pt x="962025" y="391261"/>
                  </a:lnTo>
                  <a:lnTo>
                    <a:pt x="962025" y="388620"/>
                  </a:lnTo>
                  <a:close/>
                </a:path>
                <a:path w="3819525" h="1165225">
                  <a:moveTo>
                    <a:pt x="962025" y="3454"/>
                  </a:moveTo>
                  <a:lnTo>
                    <a:pt x="961567" y="2324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24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55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55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3819525" h="1165225">
                  <a:moveTo>
                    <a:pt x="1009650" y="1158976"/>
                  </a:moveTo>
                  <a:lnTo>
                    <a:pt x="1009192" y="1157859"/>
                  </a:lnTo>
                  <a:lnTo>
                    <a:pt x="1007325" y="1156004"/>
                  </a:lnTo>
                  <a:lnTo>
                    <a:pt x="1006208" y="1155534"/>
                  </a:lnTo>
                  <a:lnTo>
                    <a:pt x="1003579" y="1155534"/>
                  </a:lnTo>
                  <a:lnTo>
                    <a:pt x="1002461" y="1156004"/>
                  </a:lnTo>
                  <a:lnTo>
                    <a:pt x="1000594" y="1157859"/>
                  </a:lnTo>
                  <a:lnTo>
                    <a:pt x="1000125" y="1158976"/>
                  </a:lnTo>
                  <a:lnTo>
                    <a:pt x="1000125" y="1161605"/>
                  </a:lnTo>
                  <a:lnTo>
                    <a:pt x="1000594" y="1162735"/>
                  </a:lnTo>
                  <a:lnTo>
                    <a:pt x="1002461" y="1164590"/>
                  </a:lnTo>
                  <a:lnTo>
                    <a:pt x="1003579" y="1165059"/>
                  </a:lnTo>
                  <a:lnTo>
                    <a:pt x="1006208" y="1165059"/>
                  </a:lnTo>
                  <a:lnTo>
                    <a:pt x="1007325" y="1164590"/>
                  </a:lnTo>
                  <a:lnTo>
                    <a:pt x="1009192" y="1162735"/>
                  </a:lnTo>
                  <a:lnTo>
                    <a:pt x="1009650" y="1161605"/>
                  </a:lnTo>
                  <a:lnTo>
                    <a:pt x="1009650" y="1158976"/>
                  </a:lnTo>
                  <a:close/>
                </a:path>
                <a:path w="3819525" h="1165225">
                  <a:moveTo>
                    <a:pt x="1009650" y="773798"/>
                  </a:moveTo>
                  <a:lnTo>
                    <a:pt x="1009192" y="772680"/>
                  </a:lnTo>
                  <a:lnTo>
                    <a:pt x="1007325" y="770826"/>
                  </a:lnTo>
                  <a:lnTo>
                    <a:pt x="1006208" y="770356"/>
                  </a:lnTo>
                  <a:lnTo>
                    <a:pt x="1003579" y="770356"/>
                  </a:lnTo>
                  <a:lnTo>
                    <a:pt x="1002461" y="770826"/>
                  </a:lnTo>
                  <a:lnTo>
                    <a:pt x="1000594" y="772680"/>
                  </a:lnTo>
                  <a:lnTo>
                    <a:pt x="1000125" y="773798"/>
                  </a:lnTo>
                  <a:lnTo>
                    <a:pt x="1000125" y="776439"/>
                  </a:lnTo>
                  <a:lnTo>
                    <a:pt x="1000594" y="777557"/>
                  </a:lnTo>
                  <a:lnTo>
                    <a:pt x="1002461" y="779411"/>
                  </a:lnTo>
                  <a:lnTo>
                    <a:pt x="1003579" y="779881"/>
                  </a:lnTo>
                  <a:lnTo>
                    <a:pt x="1006208" y="779881"/>
                  </a:lnTo>
                  <a:lnTo>
                    <a:pt x="1007325" y="779411"/>
                  </a:lnTo>
                  <a:lnTo>
                    <a:pt x="1009192" y="777557"/>
                  </a:lnTo>
                  <a:lnTo>
                    <a:pt x="1009650" y="776439"/>
                  </a:lnTo>
                  <a:lnTo>
                    <a:pt x="1009650" y="773798"/>
                  </a:lnTo>
                  <a:close/>
                </a:path>
                <a:path w="3819525" h="1165225">
                  <a:moveTo>
                    <a:pt x="1009650" y="388620"/>
                  </a:moveTo>
                  <a:lnTo>
                    <a:pt x="1009192" y="387502"/>
                  </a:lnTo>
                  <a:lnTo>
                    <a:pt x="1007325" y="385648"/>
                  </a:lnTo>
                  <a:lnTo>
                    <a:pt x="1006208" y="385178"/>
                  </a:lnTo>
                  <a:lnTo>
                    <a:pt x="1003579" y="385178"/>
                  </a:lnTo>
                  <a:lnTo>
                    <a:pt x="1002461" y="385648"/>
                  </a:lnTo>
                  <a:lnTo>
                    <a:pt x="1000594" y="387502"/>
                  </a:lnTo>
                  <a:lnTo>
                    <a:pt x="1000125" y="388620"/>
                  </a:lnTo>
                  <a:lnTo>
                    <a:pt x="1000125" y="391261"/>
                  </a:lnTo>
                  <a:lnTo>
                    <a:pt x="1000594" y="392379"/>
                  </a:lnTo>
                  <a:lnTo>
                    <a:pt x="1002461" y="394233"/>
                  </a:lnTo>
                  <a:lnTo>
                    <a:pt x="1003579" y="394703"/>
                  </a:lnTo>
                  <a:lnTo>
                    <a:pt x="1006208" y="394703"/>
                  </a:lnTo>
                  <a:lnTo>
                    <a:pt x="1007325" y="394233"/>
                  </a:lnTo>
                  <a:lnTo>
                    <a:pt x="1009192" y="392379"/>
                  </a:lnTo>
                  <a:lnTo>
                    <a:pt x="1009650" y="391261"/>
                  </a:lnTo>
                  <a:lnTo>
                    <a:pt x="1009650" y="388620"/>
                  </a:lnTo>
                  <a:close/>
                </a:path>
                <a:path w="3819525" h="1165225">
                  <a:moveTo>
                    <a:pt x="1009650" y="3454"/>
                  </a:moveTo>
                  <a:lnTo>
                    <a:pt x="1009192" y="2324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24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55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55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3819525" h="1165225">
                  <a:moveTo>
                    <a:pt x="1057275" y="1158976"/>
                  </a:moveTo>
                  <a:lnTo>
                    <a:pt x="1056817" y="1157859"/>
                  </a:lnTo>
                  <a:lnTo>
                    <a:pt x="1054950" y="1156004"/>
                  </a:lnTo>
                  <a:lnTo>
                    <a:pt x="1053833" y="1155534"/>
                  </a:lnTo>
                  <a:lnTo>
                    <a:pt x="1051204" y="1155534"/>
                  </a:lnTo>
                  <a:lnTo>
                    <a:pt x="1050086" y="1156004"/>
                  </a:lnTo>
                  <a:lnTo>
                    <a:pt x="1048219" y="1157859"/>
                  </a:lnTo>
                  <a:lnTo>
                    <a:pt x="1047750" y="1158976"/>
                  </a:lnTo>
                  <a:lnTo>
                    <a:pt x="1047750" y="1161605"/>
                  </a:lnTo>
                  <a:lnTo>
                    <a:pt x="1048219" y="1162735"/>
                  </a:lnTo>
                  <a:lnTo>
                    <a:pt x="1050086" y="1164590"/>
                  </a:lnTo>
                  <a:lnTo>
                    <a:pt x="1051204" y="1165059"/>
                  </a:lnTo>
                  <a:lnTo>
                    <a:pt x="1053833" y="1165059"/>
                  </a:lnTo>
                  <a:lnTo>
                    <a:pt x="1054950" y="1164590"/>
                  </a:lnTo>
                  <a:lnTo>
                    <a:pt x="1056817" y="1162735"/>
                  </a:lnTo>
                  <a:lnTo>
                    <a:pt x="1057275" y="1161605"/>
                  </a:lnTo>
                  <a:lnTo>
                    <a:pt x="1057275" y="1158976"/>
                  </a:lnTo>
                  <a:close/>
                </a:path>
                <a:path w="3819525" h="1165225">
                  <a:moveTo>
                    <a:pt x="1057275" y="773798"/>
                  </a:moveTo>
                  <a:lnTo>
                    <a:pt x="1056817" y="772680"/>
                  </a:lnTo>
                  <a:lnTo>
                    <a:pt x="1054950" y="770826"/>
                  </a:lnTo>
                  <a:lnTo>
                    <a:pt x="1053833" y="770356"/>
                  </a:lnTo>
                  <a:lnTo>
                    <a:pt x="1051204" y="770356"/>
                  </a:lnTo>
                  <a:lnTo>
                    <a:pt x="1050086" y="770826"/>
                  </a:lnTo>
                  <a:lnTo>
                    <a:pt x="1048219" y="772680"/>
                  </a:lnTo>
                  <a:lnTo>
                    <a:pt x="1047750" y="773798"/>
                  </a:lnTo>
                  <a:lnTo>
                    <a:pt x="1047750" y="776439"/>
                  </a:lnTo>
                  <a:lnTo>
                    <a:pt x="1048219" y="777557"/>
                  </a:lnTo>
                  <a:lnTo>
                    <a:pt x="1050086" y="779411"/>
                  </a:lnTo>
                  <a:lnTo>
                    <a:pt x="1051204" y="779881"/>
                  </a:lnTo>
                  <a:lnTo>
                    <a:pt x="1053833" y="779881"/>
                  </a:lnTo>
                  <a:lnTo>
                    <a:pt x="1054950" y="779411"/>
                  </a:lnTo>
                  <a:lnTo>
                    <a:pt x="1056817" y="777557"/>
                  </a:lnTo>
                  <a:lnTo>
                    <a:pt x="1057275" y="776439"/>
                  </a:lnTo>
                  <a:lnTo>
                    <a:pt x="1057275" y="773798"/>
                  </a:lnTo>
                  <a:close/>
                </a:path>
                <a:path w="3819525" h="1165225">
                  <a:moveTo>
                    <a:pt x="1057275" y="388620"/>
                  </a:moveTo>
                  <a:lnTo>
                    <a:pt x="1056817" y="387502"/>
                  </a:lnTo>
                  <a:lnTo>
                    <a:pt x="1054950" y="385648"/>
                  </a:lnTo>
                  <a:lnTo>
                    <a:pt x="1053833" y="385178"/>
                  </a:lnTo>
                  <a:lnTo>
                    <a:pt x="1051204" y="385178"/>
                  </a:lnTo>
                  <a:lnTo>
                    <a:pt x="1050086" y="385648"/>
                  </a:lnTo>
                  <a:lnTo>
                    <a:pt x="1048219" y="387502"/>
                  </a:lnTo>
                  <a:lnTo>
                    <a:pt x="1047750" y="388620"/>
                  </a:lnTo>
                  <a:lnTo>
                    <a:pt x="1047750" y="391261"/>
                  </a:lnTo>
                  <a:lnTo>
                    <a:pt x="1048219" y="392379"/>
                  </a:lnTo>
                  <a:lnTo>
                    <a:pt x="1050086" y="394233"/>
                  </a:lnTo>
                  <a:lnTo>
                    <a:pt x="1051204" y="394703"/>
                  </a:lnTo>
                  <a:lnTo>
                    <a:pt x="1053833" y="394703"/>
                  </a:lnTo>
                  <a:lnTo>
                    <a:pt x="1054950" y="394233"/>
                  </a:lnTo>
                  <a:lnTo>
                    <a:pt x="1056817" y="392379"/>
                  </a:lnTo>
                  <a:lnTo>
                    <a:pt x="1057275" y="391261"/>
                  </a:lnTo>
                  <a:lnTo>
                    <a:pt x="1057275" y="388620"/>
                  </a:lnTo>
                  <a:close/>
                </a:path>
                <a:path w="3819525" h="1165225">
                  <a:moveTo>
                    <a:pt x="1057275" y="3454"/>
                  </a:moveTo>
                  <a:lnTo>
                    <a:pt x="1056817" y="2324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24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55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55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3819525" h="1165225">
                  <a:moveTo>
                    <a:pt x="1104900" y="1158976"/>
                  </a:moveTo>
                  <a:lnTo>
                    <a:pt x="1104442" y="1157859"/>
                  </a:lnTo>
                  <a:lnTo>
                    <a:pt x="1102575" y="1156004"/>
                  </a:lnTo>
                  <a:lnTo>
                    <a:pt x="1101458" y="1155534"/>
                  </a:lnTo>
                  <a:lnTo>
                    <a:pt x="1098829" y="1155534"/>
                  </a:lnTo>
                  <a:lnTo>
                    <a:pt x="1097711" y="1156004"/>
                  </a:lnTo>
                  <a:lnTo>
                    <a:pt x="1095844" y="1157859"/>
                  </a:lnTo>
                  <a:lnTo>
                    <a:pt x="1095375" y="1158976"/>
                  </a:lnTo>
                  <a:lnTo>
                    <a:pt x="1095375" y="1161605"/>
                  </a:lnTo>
                  <a:lnTo>
                    <a:pt x="1095844" y="1162735"/>
                  </a:lnTo>
                  <a:lnTo>
                    <a:pt x="1097711" y="1164590"/>
                  </a:lnTo>
                  <a:lnTo>
                    <a:pt x="1098829" y="1165059"/>
                  </a:lnTo>
                  <a:lnTo>
                    <a:pt x="1101458" y="1165059"/>
                  </a:lnTo>
                  <a:lnTo>
                    <a:pt x="1102575" y="1164590"/>
                  </a:lnTo>
                  <a:lnTo>
                    <a:pt x="1104442" y="1162735"/>
                  </a:lnTo>
                  <a:lnTo>
                    <a:pt x="1104900" y="1161605"/>
                  </a:lnTo>
                  <a:lnTo>
                    <a:pt x="1104900" y="1158976"/>
                  </a:lnTo>
                  <a:close/>
                </a:path>
                <a:path w="3819525" h="1165225">
                  <a:moveTo>
                    <a:pt x="1104900" y="773798"/>
                  </a:moveTo>
                  <a:lnTo>
                    <a:pt x="1104442" y="772680"/>
                  </a:lnTo>
                  <a:lnTo>
                    <a:pt x="1102575" y="770826"/>
                  </a:lnTo>
                  <a:lnTo>
                    <a:pt x="1101458" y="770356"/>
                  </a:lnTo>
                  <a:lnTo>
                    <a:pt x="1098829" y="770356"/>
                  </a:lnTo>
                  <a:lnTo>
                    <a:pt x="1097711" y="770826"/>
                  </a:lnTo>
                  <a:lnTo>
                    <a:pt x="1095844" y="772680"/>
                  </a:lnTo>
                  <a:lnTo>
                    <a:pt x="1095375" y="773798"/>
                  </a:lnTo>
                  <a:lnTo>
                    <a:pt x="1095375" y="776439"/>
                  </a:lnTo>
                  <a:lnTo>
                    <a:pt x="1095844" y="777557"/>
                  </a:lnTo>
                  <a:lnTo>
                    <a:pt x="1097711" y="779411"/>
                  </a:lnTo>
                  <a:lnTo>
                    <a:pt x="1098829" y="779881"/>
                  </a:lnTo>
                  <a:lnTo>
                    <a:pt x="1101458" y="779881"/>
                  </a:lnTo>
                  <a:lnTo>
                    <a:pt x="1102575" y="779411"/>
                  </a:lnTo>
                  <a:lnTo>
                    <a:pt x="1104442" y="777557"/>
                  </a:lnTo>
                  <a:lnTo>
                    <a:pt x="1104900" y="776439"/>
                  </a:lnTo>
                  <a:lnTo>
                    <a:pt x="1104900" y="773798"/>
                  </a:lnTo>
                  <a:close/>
                </a:path>
                <a:path w="3819525" h="1165225">
                  <a:moveTo>
                    <a:pt x="1104900" y="388620"/>
                  </a:moveTo>
                  <a:lnTo>
                    <a:pt x="1104442" y="387502"/>
                  </a:lnTo>
                  <a:lnTo>
                    <a:pt x="1102575" y="385648"/>
                  </a:lnTo>
                  <a:lnTo>
                    <a:pt x="1101458" y="385178"/>
                  </a:lnTo>
                  <a:lnTo>
                    <a:pt x="1098829" y="385178"/>
                  </a:lnTo>
                  <a:lnTo>
                    <a:pt x="1097711" y="385648"/>
                  </a:lnTo>
                  <a:lnTo>
                    <a:pt x="1095844" y="387502"/>
                  </a:lnTo>
                  <a:lnTo>
                    <a:pt x="1095375" y="388620"/>
                  </a:lnTo>
                  <a:lnTo>
                    <a:pt x="1095375" y="391261"/>
                  </a:lnTo>
                  <a:lnTo>
                    <a:pt x="1095844" y="392379"/>
                  </a:lnTo>
                  <a:lnTo>
                    <a:pt x="1097711" y="394233"/>
                  </a:lnTo>
                  <a:lnTo>
                    <a:pt x="1098829" y="394703"/>
                  </a:lnTo>
                  <a:lnTo>
                    <a:pt x="1101458" y="394703"/>
                  </a:lnTo>
                  <a:lnTo>
                    <a:pt x="1102575" y="394233"/>
                  </a:lnTo>
                  <a:lnTo>
                    <a:pt x="1104442" y="392379"/>
                  </a:lnTo>
                  <a:lnTo>
                    <a:pt x="1104900" y="391261"/>
                  </a:lnTo>
                  <a:lnTo>
                    <a:pt x="1104900" y="388620"/>
                  </a:lnTo>
                  <a:close/>
                </a:path>
                <a:path w="3819525" h="1165225">
                  <a:moveTo>
                    <a:pt x="1104900" y="3454"/>
                  </a:moveTo>
                  <a:lnTo>
                    <a:pt x="1104442" y="2324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24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55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55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3819525" h="1165225">
                  <a:moveTo>
                    <a:pt x="1152525" y="1158976"/>
                  </a:moveTo>
                  <a:lnTo>
                    <a:pt x="1152067" y="1157859"/>
                  </a:lnTo>
                  <a:lnTo>
                    <a:pt x="1150200" y="1156004"/>
                  </a:lnTo>
                  <a:lnTo>
                    <a:pt x="1149083" y="1155534"/>
                  </a:lnTo>
                  <a:lnTo>
                    <a:pt x="1146454" y="1155534"/>
                  </a:lnTo>
                  <a:lnTo>
                    <a:pt x="1145336" y="1156004"/>
                  </a:lnTo>
                  <a:lnTo>
                    <a:pt x="1143469" y="1157859"/>
                  </a:lnTo>
                  <a:lnTo>
                    <a:pt x="1143000" y="1158976"/>
                  </a:lnTo>
                  <a:lnTo>
                    <a:pt x="1143000" y="1161605"/>
                  </a:lnTo>
                  <a:lnTo>
                    <a:pt x="1143469" y="1162735"/>
                  </a:lnTo>
                  <a:lnTo>
                    <a:pt x="1145336" y="1164590"/>
                  </a:lnTo>
                  <a:lnTo>
                    <a:pt x="1146454" y="1165059"/>
                  </a:lnTo>
                  <a:lnTo>
                    <a:pt x="1149083" y="1165059"/>
                  </a:lnTo>
                  <a:lnTo>
                    <a:pt x="1150200" y="1164590"/>
                  </a:lnTo>
                  <a:lnTo>
                    <a:pt x="1152067" y="1162735"/>
                  </a:lnTo>
                  <a:lnTo>
                    <a:pt x="1152525" y="1161605"/>
                  </a:lnTo>
                  <a:lnTo>
                    <a:pt x="1152525" y="1158976"/>
                  </a:lnTo>
                  <a:close/>
                </a:path>
                <a:path w="3819525" h="1165225">
                  <a:moveTo>
                    <a:pt x="1152525" y="773798"/>
                  </a:moveTo>
                  <a:lnTo>
                    <a:pt x="1152067" y="772680"/>
                  </a:lnTo>
                  <a:lnTo>
                    <a:pt x="1150200" y="770826"/>
                  </a:lnTo>
                  <a:lnTo>
                    <a:pt x="1149083" y="770356"/>
                  </a:lnTo>
                  <a:lnTo>
                    <a:pt x="1146454" y="770356"/>
                  </a:lnTo>
                  <a:lnTo>
                    <a:pt x="1145336" y="770826"/>
                  </a:lnTo>
                  <a:lnTo>
                    <a:pt x="1143469" y="772680"/>
                  </a:lnTo>
                  <a:lnTo>
                    <a:pt x="1143000" y="773798"/>
                  </a:lnTo>
                  <a:lnTo>
                    <a:pt x="1143000" y="776439"/>
                  </a:lnTo>
                  <a:lnTo>
                    <a:pt x="1143469" y="777557"/>
                  </a:lnTo>
                  <a:lnTo>
                    <a:pt x="1145336" y="779411"/>
                  </a:lnTo>
                  <a:lnTo>
                    <a:pt x="1146454" y="779881"/>
                  </a:lnTo>
                  <a:lnTo>
                    <a:pt x="1149083" y="779881"/>
                  </a:lnTo>
                  <a:lnTo>
                    <a:pt x="1150200" y="779411"/>
                  </a:lnTo>
                  <a:lnTo>
                    <a:pt x="1152067" y="777557"/>
                  </a:lnTo>
                  <a:lnTo>
                    <a:pt x="1152525" y="776439"/>
                  </a:lnTo>
                  <a:lnTo>
                    <a:pt x="1152525" y="773798"/>
                  </a:lnTo>
                  <a:close/>
                </a:path>
                <a:path w="3819525" h="1165225">
                  <a:moveTo>
                    <a:pt x="1152525" y="388620"/>
                  </a:moveTo>
                  <a:lnTo>
                    <a:pt x="1152067" y="387502"/>
                  </a:lnTo>
                  <a:lnTo>
                    <a:pt x="1150200" y="385648"/>
                  </a:lnTo>
                  <a:lnTo>
                    <a:pt x="1149083" y="385178"/>
                  </a:lnTo>
                  <a:lnTo>
                    <a:pt x="1146454" y="385178"/>
                  </a:lnTo>
                  <a:lnTo>
                    <a:pt x="1145336" y="385648"/>
                  </a:lnTo>
                  <a:lnTo>
                    <a:pt x="1143469" y="387502"/>
                  </a:lnTo>
                  <a:lnTo>
                    <a:pt x="1143000" y="388620"/>
                  </a:lnTo>
                  <a:lnTo>
                    <a:pt x="1143000" y="391261"/>
                  </a:lnTo>
                  <a:lnTo>
                    <a:pt x="1143469" y="392379"/>
                  </a:lnTo>
                  <a:lnTo>
                    <a:pt x="1145336" y="394233"/>
                  </a:lnTo>
                  <a:lnTo>
                    <a:pt x="1146454" y="394703"/>
                  </a:lnTo>
                  <a:lnTo>
                    <a:pt x="1149083" y="394703"/>
                  </a:lnTo>
                  <a:lnTo>
                    <a:pt x="1150200" y="394233"/>
                  </a:lnTo>
                  <a:lnTo>
                    <a:pt x="1152067" y="392379"/>
                  </a:lnTo>
                  <a:lnTo>
                    <a:pt x="1152525" y="391261"/>
                  </a:lnTo>
                  <a:lnTo>
                    <a:pt x="1152525" y="388620"/>
                  </a:lnTo>
                  <a:close/>
                </a:path>
                <a:path w="3819525" h="1165225">
                  <a:moveTo>
                    <a:pt x="1152525" y="3454"/>
                  </a:moveTo>
                  <a:lnTo>
                    <a:pt x="1152067" y="2324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24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55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55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3819525" h="1165225">
                  <a:moveTo>
                    <a:pt x="1200150" y="1158976"/>
                  </a:moveTo>
                  <a:lnTo>
                    <a:pt x="1199692" y="1157859"/>
                  </a:lnTo>
                  <a:lnTo>
                    <a:pt x="1197825" y="1156004"/>
                  </a:lnTo>
                  <a:lnTo>
                    <a:pt x="1196708" y="1155534"/>
                  </a:lnTo>
                  <a:lnTo>
                    <a:pt x="1194079" y="1155534"/>
                  </a:lnTo>
                  <a:lnTo>
                    <a:pt x="1192961" y="1156004"/>
                  </a:lnTo>
                  <a:lnTo>
                    <a:pt x="1191094" y="1157859"/>
                  </a:lnTo>
                  <a:lnTo>
                    <a:pt x="1190625" y="1158976"/>
                  </a:lnTo>
                  <a:lnTo>
                    <a:pt x="1190625" y="1161605"/>
                  </a:lnTo>
                  <a:lnTo>
                    <a:pt x="1191094" y="1162735"/>
                  </a:lnTo>
                  <a:lnTo>
                    <a:pt x="1192961" y="1164590"/>
                  </a:lnTo>
                  <a:lnTo>
                    <a:pt x="1194079" y="1165059"/>
                  </a:lnTo>
                  <a:lnTo>
                    <a:pt x="1196708" y="1165059"/>
                  </a:lnTo>
                  <a:lnTo>
                    <a:pt x="1197825" y="1164590"/>
                  </a:lnTo>
                  <a:lnTo>
                    <a:pt x="1199692" y="1162735"/>
                  </a:lnTo>
                  <a:lnTo>
                    <a:pt x="1200150" y="1161605"/>
                  </a:lnTo>
                  <a:lnTo>
                    <a:pt x="1200150" y="1158976"/>
                  </a:lnTo>
                  <a:close/>
                </a:path>
                <a:path w="3819525" h="1165225">
                  <a:moveTo>
                    <a:pt x="1200150" y="773798"/>
                  </a:moveTo>
                  <a:lnTo>
                    <a:pt x="1199692" y="772680"/>
                  </a:lnTo>
                  <a:lnTo>
                    <a:pt x="1197825" y="770826"/>
                  </a:lnTo>
                  <a:lnTo>
                    <a:pt x="1196708" y="770356"/>
                  </a:lnTo>
                  <a:lnTo>
                    <a:pt x="1194079" y="770356"/>
                  </a:lnTo>
                  <a:lnTo>
                    <a:pt x="1192961" y="770826"/>
                  </a:lnTo>
                  <a:lnTo>
                    <a:pt x="1191094" y="772680"/>
                  </a:lnTo>
                  <a:lnTo>
                    <a:pt x="1190625" y="773798"/>
                  </a:lnTo>
                  <a:lnTo>
                    <a:pt x="1190625" y="776439"/>
                  </a:lnTo>
                  <a:lnTo>
                    <a:pt x="1191094" y="777557"/>
                  </a:lnTo>
                  <a:lnTo>
                    <a:pt x="1192961" y="779411"/>
                  </a:lnTo>
                  <a:lnTo>
                    <a:pt x="1194079" y="779881"/>
                  </a:lnTo>
                  <a:lnTo>
                    <a:pt x="1196708" y="779881"/>
                  </a:lnTo>
                  <a:lnTo>
                    <a:pt x="1197825" y="779411"/>
                  </a:lnTo>
                  <a:lnTo>
                    <a:pt x="1199692" y="777557"/>
                  </a:lnTo>
                  <a:lnTo>
                    <a:pt x="1200150" y="776439"/>
                  </a:lnTo>
                  <a:lnTo>
                    <a:pt x="1200150" y="773798"/>
                  </a:lnTo>
                  <a:close/>
                </a:path>
                <a:path w="3819525" h="1165225">
                  <a:moveTo>
                    <a:pt x="1200150" y="388620"/>
                  </a:moveTo>
                  <a:lnTo>
                    <a:pt x="1199692" y="387502"/>
                  </a:lnTo>
                  <a:lnTo>
                    <a:pt x="1197825" y="385648"/>
                  </a:lnTo>
                  <a:lnTo>
                    <a:pt x="1196708" y="385178"/>
                  </a:lnTo>
                  <a:lnTo>
                    <a:pt x="1194079" y="385178"/>
                  </a:lnTo>
                  <a:lnTo>
                    <a:pt x="1192961" y="385648"/>
                  </a:lnTo>
                  <a:lnTo>
                    <a:pt x="1191094" y="387502"/>
                  </a:lnTo>
                  <a:lnTo>
                    <a:pt x="1190625" y="388620"/>
                  </a:lnTo>
                  <a:lnTo>
                    <a:pt x="1190625" y="391261"/>
                  </a:lnTo>
                  <a:lnTo>
                    <a:pt x="1191094" y="392379"/>
                  </a:lnTo>
                  <a:lnTo>
                    <a:pt x="1192961" y="394233"/>
                  </a:lnTo>
                  <a:lnTo>
                    <a:pt x="1194079" y="394703"/>
                  </a:lnTo>
                  <a:lnTo>
                    <a:pt x="1196708" y="394703"/>
                  </a:lnTo>
                  <a:lnTo>
                    <a:pt x="1197825" y="394233"/>
                  </a:lnTo>
                  <a:lnTo>
                    <a:pt x="1199692" y="392379"/>
                  </a:lnTo>
                  <a:lnTo>
                    <a:pt x="1200150" y="391261"/>
                  </a:lnTo>
                  <a:lnTo>
                    <a:pt x="1200150" y="388620"/>
                  </a:lnTo>
                  <a:close/>
                </a:path>
                <a:path w="3819525" h="1165225">
                  <a:moveTo>
                    <a:pt x="1200150" y="3454"/>
                  </a:moveTo>
                  <a:lnTo>
                    <a:pt x="1199692" y="2324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24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55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55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3819525" h="1165225">
                  <a:moveTo>
                    <a:pt x="1247775" y="1158976"/>
                  </a:moveTo>
                  <a:lnTo>
                    <a:pt x="1247317" y="1157859"/>
                  </a:lnTo>
                  <a:lnTo>
                    <a:pt x="1245450" y="1156004"/>
                  </a:lnTo>
                  <a:lnTo>
                    <a:pt x="1244333" y="1155534"/>
                  </a:lnTo>
                  <a:lnTo>
                    <a:pt x="1241704" y="1155534"/>
                  </a:lnTo>
                  <a:lnTo>
                    <a:pt x="1240586" y="1156004"/>
                  </a:lnTo>
                  <a:lnTo>
                    <a:pt x="1238719" y="1157859"/>
                  </a:lnTo>
                  <a:lnTo>
                    <a:pt x="1238250" y="1158976"/>
                  </a:lnTo>
                  <a:lnTo>
                    <a:pt x="1238250" y="1161605"/>
                  </a:lnTo>
                  <a:lnTo>
                    <a:pt x="1238719" y="1162735"/>
                  </a:lnTo>
                  <a:lnTo>
                    <a:pt x="1240586" y="1164590"/>
                  </a:lnTo>
                  <a:lnTo>
                    <a:pt x="1241704" y="1165059"/>
                  </a:lnTo>
                  <a:lnTo>
                    <a:pt x="1244333" y="1165059"/>
                  </a:lnTo>
                  <a:lnTo>
                    <a:pt x="1245450" y="1164590"/>
                  </a:lnTo>
                  <a:lnTo>
                    <a:pt x="1247317" y="1162735"/>
                  </a:lnTo>
                  <a:lnTo>
                    <a:pt x="1247775" y="1161605"/>
                  </a:lnTo>
                  <a:lnTo>
                    <a:pt x="1247775" y="1158976"/>
                  </a:lnTo>
                  <a:close/>
                </a:path>
                <a:path w="3819525" h="1165225">
                  <a:moveTo>
                    <a:pt x="1247775" y="773798"/>
                  </a:moveTo>
                  <a:lnTo>
                    <a:pt x="1247317" y="772680"/>
                  </a:lnTo>
                  <a:lnTo>
                    <a:pt x="1245450" y="770826"/>
                  </a:lnTo>
                  <a:lnTo>
                    <a:pt x="1244333" y="770356"/>
                  </a:lnTo>
                  <a:lnTo>
                    <a:pt x="1241704" y="770356"/>
                  </a:lnTo>
                  <a:lnTo>
                    <a:pt x="1240586" y="770826"/>
                  </a:lnTo>
                  <a:lnTo>
                    <a:pt x="1238719" y="772680"/>
                  </a:lnTo>
                  <a:lnTo>
                    <a:pt x="1238250" y="773798"/>
                  </a:lnTo>
                  <a:lnTo>
                    <a:pt x="1238250" y="776439"/>
                  </a:lnTo>
                  <a:lnTo>
                    <a:pt x="1238719" y="777557"/>
                  </a:lnTo>
                  <a:lnTo>
                    <a:pt x="1240586" y="779411"/>
                  </a:lnTo>
                  <a:lnTo>
                    <a:pt x="1241704" y="779881"/>
                  </a:lnTo>
                  <a:lnTo>
                    <a:pt x="1244333" y="779881"/>
                  </a:lnTo>
                  <a:lnTo>
                    <a:pt x="1245450" y="779411"/>
                  </a:lnTo>
                  <a:lnTo>
                    <a:pt x="1247317" y="777557"/>
                  </a:lnTo>
                  <a:lnTo>
                    <a:pt x="1247775" y="776439"/>
                  </a:lnTo>
                  <a:lnTo>
                    <a:pt x="1247775" y="773798"/>
                  </a:lnTo>
                  <a:close/>
                </a:path>
                <a:path w="3819525" h="1165225">
                  <a:moveTo>
                    <a:pt x="1247775" y="388620"/>
                  </a:moveTo>
                  <a:lnTo>
                    <a:pt x="1247317" y="387502"/>
                  </a:lnTo>
                  <a:lnTo>
                    <a:pt x="1245450" y="385648"/>
                  </a:lnTo>
                  <a:lnTo>
                    <a:pt x="1244333" y="385178"/>
                  </a:lnTo>
                  <a:lnTo>
                    <a:pt x="1241704" y="385178"/>
                  </a:lnTo>
                  <a:lnTo>
                    <a:pt x="1240586" y="385648"/>
                  </a:lnTo>
                  <a:lnTo>
                    <a:pt x="1238719" y="387502"/>
                  </a:lnTo>
                  <a:lnTo>
                    <a:pt x="1238250" y="388620"/>
                  </a:lnTo>
                  <a:lnTo>
                    <a:pt x="1238250" y="391261"/>
                  </a:lnTo>
                  <a:lnTo>
                    <a:pt x="1238719" y="392379"/>
                  </a:lnTo>
                  <a:lnTo>
                    <a:pt x="1240586" y="394233"/>
                  </a:lnTo>
                  <a:lnTo>
                    <a:pt x="1241704" y="394703"/>
                  </a:lnTo>
                  <a:lnTo>
                    <a:pt x="1244333" y="394703"/>
                  </a:lnTo>
                  <a:lnTo>
                    <a:pt x="1245450" y="394233"/>
                  </a:lnTo>
                  <a:lnTo>
                    <a:pt x="1247317" y="392379"/>
                  </a:lnTo>
                  <a:lnTo>
                    <a:pt x="1247775" y="391261"/>
                  </a:lnTo>
                  <a:lnTo>
                    <a:pt x="1247775" y="388620"/>
                  </a:lnTo>
                  <a:close/>
                </a:path>
                <a:path w="3819525" h="1165225">
                  <a:moveTo>
                    <a:pt x="1247775" y="3454"/>
                  </a:moveTo>
                  <a:lnTo>
                    <a:pt x="1247317" y="2324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24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55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55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3819525" h="1165225">
                  <a:moveTo>
                    <a:pt x="1295400" y="1158976"/>
                  </a:moveTo>
                  <a:lnTo>
                    <a:pt x="1294942" y="1157859"/>
                  </a:lnTo>
                  <a:lnTo>
                    <a:pt x="1293075" y="1156004"/>
                  </a:lnTo>
                  <a:lnTo>
                    <a:pt x="1291958" y="1155534"/>
                  </a:lnTo>
                  <a:lnTo>
                    <a:pt x="1289329" y="1155534"/>
                  </a:lnTo>
                  <a:lnTo>
                    <a:pt x="1288211" y="1156004"/>
                  </a:lnTo>
                  <a:lnTo>
                    <a:pt x="1286344" y="1157859"/>
                  </a:lnTo>
                  <a:lnTo>
                    <a:pt x="1285875" y="1158976"/>
                  </a:lnTo>
                  <a:lnTo>
                    <a:pt x="1285875" y="1161605"/>
                  </a:lnTo>
                  <a:lnTo>
                    <a:pt x="1286344" y="1162735"/>
                  </a:lnTo>
                  <a:lnTo>
                    <a:pt x="1288211" y="1164590"/>
                  </a:lnTo>
                  <a:lnTo>
                    <a:pt x="1289329" y="1165059"/>
                  </a:lnTo>
                  <a:lnTo>
                    <a:pt x="1291958" y="1165059"/>
                  </a:lnTo>
                  <a:lnTo>
                    <a:pt x="1293075" y="1164590"/>
                  </a:lnTo>
                  <a:lnTo>
                    <a:pt x="1294942" y="1162735"/>
                  </a:lnTo>
                  <a:lnTo>
                    <a:pt x="1295400" y="1161605"/>
                  </a:lnTo>
                  <a:lnTo>
                    <a:pt x="1295400" y="1158976"/>
                  </a:lnTo>
                  <a:close/>
                </a:path>
                <a:path w="3819525" h="1165225">
                  <a:moveTo>
                    <a:pt x="1295400" y="773798"/>
                  </a:moveTo>
                  <a:lnTo>
                    <a:pt x="1294942" y="772680"/>
                  </a:lnTo>
                  <a:lnTo>
                    <a:pt x="1293075" y="770826"/>
                  </a:lnTo>
                  <a:lnTo>
                    <a:pt x="1291958" y="770356"/>
                  </a:lnTo>
                  <a:lnTo>
                    <a:pt x="1289329" y="770356"/>
                  </a:lnTo>
                  <a:lnTo>
                    <a:pt x="1288211" y="770826"/>
                  </a:lnTo>
                  <a:lnTo>
                    <a:pt x="1286344" y="772680"/>
                  </a:lnTo>
                  <a:lnTo>
                    <a:pt x="1285875" y="773798"/>
                  </a:lnTo>
                  <a:lnTo>
                    <a:pt x="1285875" y="776439"/>
                  </a:lnTo>
                  <a:lnTo>
                    <a:pt x="1286344" y="777557"/>
                  </a:lnTo>
                  <a:lnTo>
                    <a:pt x="1288211" y="779411"/>
                  </a:lnTo>
                  <a:lnTo>
                    <a:pt x="1289329" y="779881"/>
                  </a:lnTo>
                  <a:lnTo>
                    <a:pt x="1291958" y="779881"/>
                  </a:lnTo>
                  <a:lnTo>
                    <a:pt x="1293075" y="779411"/>
                  </a:lnTo>
                  <a:lnTo>
                    <a:pt x="1294942" y="777557"/>
                  </a:lnTo>
                  <a:lnTo>
                    <a:pt x="1295400" y="776439"/>
                  </a:lnTo>
                  <a:lnTo>
                    <a:pt x="1295400" y="773798"/>
                  </a:lnTo>
                  <a:close/>
                </a:path>
                <a:path w="3819525" h="1165225">
                  <a:moveTo>
                    <a:pt x="1295400" y="388620"/>
                  </a:moveTo>
                  <a:lnTo>
                    <a:pt x="1294942" y="387502"/>
                  </a:lnTo>
                  <a:lnTo>
                    <a:pt x="1293075" y="385648"/>
                  </a:lnTo>
                  <a:lnTo>
                    <a:pt x="1291958" y="385178"/>
                  </a:lnTo>
                  <a:lnTo>
                    <a:pt x="1289329" y="385178"/>
                  </a:lnTo>
                  <a:lnTo>
                    <a:pt x="1288211" y="385648"/>
                  </a:lnTo>
                  <a:lnTo>
                    <a:pt x="1286344" y="387502"/>
                  </a:lnTo>
                  <a:lnTo>
                    <a:pt x="1285875" y="388620"/>
                  </a:lnTo>
                  <a:lnTo>
                    <a:pt x="1285875" y="391261"/>
                  </a:lnTo>
                  <a:lnTo>
                    <a:pt x="1286344" y="392379"/>
                  </a:lnTo>
                  <a:lnTo>
                    <a:pt x="1288211" y="394233"/>
                  </a:lnTo>
                  <a:lnTo>
                    <a:pt x="1289329" y="394703"/>
                  </a:lnTo>
                  <a:lnTo>
                    <a:pt x="1291958" y="394703"/>
                  </a:lnTo>
                  <a:lnTo>
                    <a:pt x="1293075" y="394233"/>
                  </a:lnTo>
                  <a:lnTo>
                    <a:pt x="1294942" y="392379"/>
                  </a:lnTo>
                  <a:lnTo>
                    <a:pt x="1295400" y="391261"/>
                  </a:lnTo>
                  <a:lnTo>
                    <a:pt x="1295400" y="388620"/>
                  </a:lnTo>
                  <a:close/>
                </a:path>
                <a:path w="3819525" h="1165225">
                  <a:moveTo>
                    <a:pt x="1295400" y="3454"/>
                  </a:moveTo>
                  <a:lnTo>
                    <a:pt x="1294942" y="2324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24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55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55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3819525" h="1165225">
                  <a:moveTo>
                    <a:pt x="1343025" y="1158976"/>
                  </a:moveTo>
                  <a:lnTo>
                    <a:pt x="1342567" y="1157859"/>
                  </a:lnTo>
                  <a:lnTo>
                    <a:pt x="1340700" y="1156004"/>
                  </a:lnTo>
                  <a:lnTo>
                    <a:pt x="1339583" y="1155534"/>
                  </a:lnTo>
                  <a:lnTo>
                    <a:pt x="1336954" y="1155534"/>
                  </a:lnTo>
                  <a:lnTo>
                    <a:pt x="1335836" y="1156004"/>
                  </a:lnTo>
                  <a:lnTo>
                    <a:pt x="1333969" y="1157859"/>
                  </a:lnTo>
                  <a:lnTo>
                    <a:pt x="1333500" y="1158976"/>
                  </a:lnTo>
                  <a:lnTo>
                    <a:pt x="1333500" y="1161605"/>
                  </a:lnTo>
                  <a:lnTo>
                    <a:pt x="1333969" y="1162735"/>
                  </a:lnTo>
                  <a:lnTo>
                    <a:pt x="1335836" y="1164590"/>
                  </a:lnTo>
                  <a:lnTo>
                    <a:pt x="1336954" y="1165059"/>
                  </a:lnTo>
                  <a:lnTo>
                    <a:pt x="1339583" y="1165059"/>
                  </a:lnTo>
                  <a:lnTo>
                    <a:pt x="1340700" y="1164590"/>
                  </a:lnTo>
                  <a:lnTo>
                    <a:pt x="1342567" y="1162735"/>
                  </a:lnTo>
                  <a:lnTo>
                    <a:pt x="1343025" y="1161605"/>
                  </a:lnTo>
                  <a:lnTo>
                    <a:pt x="1343025" y="1158976"/>
                  </a:lnTo>
                  <a:close/>
                </a:path>
                <a:path w="3819525" h="1165225">
                  <a:moveTo>
                    <a:pt x="1343025" y="773798"/>
                  </a:moveTo>
                  <a:lnTo>
                    <a:pt x="1342567" y="772680"/>
                  </a:lnTo>
                  <a:lnTo>
                    <a:pt x="1340700" y="770826"/>
                  </a:lnTo>
                  <a:lnTo>
                    <a:pt x="1339583" y="770356"/>
                  </a:lnTo>
                  <a:lnTo>
                    <a:pt x="1336954" y="770356"/>
                  </a:lnTo>
                  <a:lnTo>
                    <a:pt x="1335836" y="770826"/>
                  </a:lnTo>
                  <a:lnTo>
                    <a:pt x="1333969" y="772680"/>
                  </a:lnTo>
                  <a:lnTo>
                    <a:pt x="1333500" y="773798"/>
                  </a:lnTo>
                  <a:lnTo>
                    <a:pt x="1333500" y="776439"/>
                  </a:lnTo>
                  <a:lnTo>
                    <a:pt x="1333969" y="777557"/>
                  </a:lnTo>
                  <a:lnTo>
                    <a:pt x="1335836" y="779411"/>
                  </a:lnTo>
                  <a:lnTo>
                    <a:pt x="1336954" y="779881"/>
                  </a:lnTo>
                  <a:lnTo>
                    <a:pt x="1339583" y="779881"/>
                  </a:lnTo>
                  <a:lnTo>
                    <a:pt x="1340700" y="779411"/>
                  </a:lnTo>
                  <a:lnTo>
                    <a:pt x="1342567" y="777557"/>
                  </a:lnTo>
                  <a:lnTo>
                    <a:pt x="1343025" y="776439"/>
                  </a:lnTo>
                  <a:lnTo>
                    <a:pt x="1343025" y="773798"/>
                  </a:lnTo>
                  <a:close/>
                </a:path>
                <a:path w="3819525" h="1165225">
                  <a:moveTo>
                    <a:pt x="1343025" y="388620"/>
                  </a:moveTo>
                  <a:lnTo>
                    <a:pt x="1342567" y="387502"/>
                  </a:lnTo>
                  <a:lnTo>
                    <a:pt x="1340700" y="385648"/>
                  </a:lnTo>
                  <a:lnTo>
                    <a:pt x="1339583" y="385178"/>
                  </a:lnTo>
                  <a:lnTo>
                    <a:pt x="1336954" y="385178"/>
                  </a:lnTo>
                  <a:lnTo>
                    <a:pt x="1335836" y="385648"/>
                  </a:lnTo>
                  <a:lnTo>
                    <a:pt x="1333969" y="387502"/>
                  </a:lnTo>
                  <a:lnTo>
                    <a:pt x="1333500" y="388620"/>
                  </a:lnTo>
                  <a:lnTo>
                    <a:pt x="1333500" y="391261"/>
                  </a:lnTo>
                  <a:lnTo>
                    <a:pt x="1333969" y="392379"/>
                  </a:lnTo>
                  <a:lnTo>
                    <a:pt x="1335836" y="394233"/>
                  </a:lnTo>
                  <a:lnTo>
                    <a:pt x="1336954" y="394703"/>
                  </a:lnTo>
                  <a:lnTo>
                    <a:pt x="1339583" y="394703"/>
                  </a:lnTo>
                  <a:lnTo>
                    <a:pt x="1340700" y="394233"/>
                  </a:lnTo>
                  <a:lnTo>
                    <a:pt x="1342567" y="392379"/>
                  </a:lnTo>
                  <a:lnTo>
                    <a:pt x="1343025" y="391261"/>
                  </a:lnTo>
                  <a:lnTo>
                    <a:pt x="1343025" y="388620"/>
                  </a:lnTo>
                  <a:close/>
                </a:path>
                <a:path w="3819525" h="1165225">
                  <a:moveTo>
                    <a:pt x="1343025" y="3454"/>
                  </a:moveTo>
                  <a:lnTo>
                    <a:pt x="1342567" y="2324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24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55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55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3819525" h="1165225">
                  <a:moveTo>
                    <a:pt x="1390650" y="1158976"/>
                  </a:moveTo>
                  <a:lnTo>
                    <a:pt x="1390192" y="1157859"/>
                  </a:lnTo>
                  <a:lnTo>
                    <a:pt x="1388325" y="1156004"/>
                  </a:lnTo>
                  <a:lnTo>
                    <a:pt x="1387208" y="1155534"/>
                  </a:lnTo>
                  <a:lnTo>
                    <a:pt x="1384579" y="1155534"/>
                  </a:lnTo>
                  <a:lnTo>
                    <a:pt x="1383461" y="1156004"/>
                  </a:lnTo>
                  <a:lnTo>
                    <a:pt x="1381594" y="1157859"/>
                  </a:lnTo>
                  <a:lnTo>
                    <a:pt x="1381125" y="1158976"/>
                  </a:lnTo>
                  <a:lnTo>
                    <a:pt x="1381125" y="1161605"/>
                  </a:lnTo>
                  <a:lnTo>
                    <a:pt x="1381594" y="1162735"/>
                  </a:lnTo>
                  <a:lnTo>
                    <a:pt x="1383461" y="1164590"/>
                  </a:lnTo>
                  <a:lnTo>
                    <a:pt x="1384579" y="1165059"/>
                  </a:lnTo>
                  <a:lnTo>
                    <a:pt x="1387208" y="1165059"/>
                  </a:lnTo>
                  <a:lnTo>
                    <a:pt x="1388325" y="1164590"/>
                  </a:lnTo>
                  <a:lnTo>
                    <a:pt x="1390192" y="1162735"/>
                  </a:lnTo>
                  <a:lnTo>
                    <a:pt x="1390650" y="1161605"/>
                  </a:lnTo>
                  <a:lnTo>
                    <a:pt x="1390650" y="1158976"/>
                  </a:lnTo>
                  <a:close/>
                </a:path>
                <a:path w="3819525" h="1165225">
                  <a:moveTo>
                    <a:pt x="1390650" y="773798"/>
                  </a:moveTo>
                  <a:lnTo>
                    <a:pt x="1390192" y="772680"/>
                  </a:lnTo>
                  <a:lnTo>
                    <a:pt x="1388325" y="770826"/>
                  </a:lnTo>
                  <a:lnTo>
                    <a:pt x="1387208" y="770356"/>
                  </a:lnTo>
                  <a:lnTo>
                    <a:pt x="1384579" y="770356"/>
                  </a:lnTo>
                  <a:lnTo>
                    <a:pt x="1383461" y="770826"/>
                  </a:lnTo>
                  <a:lnTo>
                    <a:pt x="1381594" y="772680"/>
                  </a:lnTo>
                  <a:lnTo>
                    <a:pt x="1381125" y="773798"/>
                  </a:lnTo>
                  <a:lnTo>
                    <a:pt x="1381125" y="776439"/>
                  </a:lnTo>
                  <a:lnTo>
                    <a:pt x="1381594" y="777557"/>
                  </a:lnTo>
                  <a:lnTo>
                    <a:pt x="1383461" y="779411"/>
                  </a:lnTo>
                  <a:lnTo>
                    <a:pt x="1384579" y="779881"/>
                  </a:lnTo>
                  <a:lnTo>
                    <a:pt x="1387208" y="779881"/>
                  </a:lnTo>
                  <a:lnTo>
                    <a:pt x="1388325" y="779411"/>
                  </a:lnTo>
                  <a:lnTo>
                    <a:pt x="1390192" y="777557"/>
                  </a:lnTo>
                  <a:lnTo>
                    <a:pt x="1390650" y="776439"/>
                  </a:lnTo>
                  <a:lnTo>
                    <a:pt x="1390650" y="773798"/>
                  </a:lnTo>
                  <a:close/>
                </a:path>
                <a:path w="3819525" h="1165225">
                  <a:moveTo>
                    <a:pt x="1390650" y="388620"/>
                  </a:moveTo>
                  <a:lnTo>
                    <a:pt x="1390192" y="387502"/>
                  </a:lnTo>
                  <a:lnTo>
                    <a:pt x="1388325" y="385648"/>
                  </a:lnTo>
                  <a:lnTo>
                    <a:pt x="1387208" y="385178"/>
                  </a:lnTo>
                  <a:lnTo>
                    <a:pt x="1384579" y="385178"/>
                  </a:lnTo>
                  <a:lnTo>
                    <a:pt x="1383461" y="385648"/>
                  </a:lnTo>
                  <a:lnTo>
                    <a:pt x="1381594" y="387502"/>
                  </a:lnTo>
                  <a:lnTo>
                    <a:pt x="1381125" y="388620"/>
                  </a:lnTo>
                  <a:lnTo>
                    <a:pt x="1381125" y="391261"/>
                  </a:lnTo>
                  <a:lnTo>
                    <a:pt x="1381594" y="392379"/>
                  </a:lnTo>
                  <a:lnTo>
                    <a:pt x="1383461" y="394233"/>
                  </a:lnTo>
                  <a:lnTo>
                    <a:pt x="1384579" y="394703"/>
                  </a:lnTo>
                  <a:lnTo>
                    <a:pt x="1387208" y="394703"/>
                  </a:lnTo>
                  <a:lnTo>
                    <a:pt x="1388325" y="394233"/>
                  </a:lnTo>
                  <a:lnTo>
                    <a:pt x="1390192" y="392379"/>
                  </a:lnTo>
                  <a:lnTo>
                    <a:pt x="1390650" y="391261"/>
                  </a:lnTo>
                  <a:lnTo>
                    <a:pt x="1390650" y="388620"/>
                  </a:lnTo>
                  <a:close/>
                </a:path>
                <a:path w="3819525" h="1165225">
                  <a:moveTo>
                    <a:pt x="1390650" y="3454"/>
                  </a:moveTo>
                  <a:lnTo>
                    <a:pt x="1390192" y="2324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24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55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55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3819525" h="1165225">
                  <a:moveTo>
                    <a:pt x="1438275" y="1158976"/>
                  </a:moveTo>
                  <a:lnTo>
                    <a:pt x="1437817" y="1157859"/>
                  </a:lnTo>
                  <a:lnTo>
                    <a:pt x="1435950" y="1156004"/>
                  </a:lnTo>
                  <a:lnTo>
                    <a:pt x="1434833" y="1155534"/>
                  </a:lnTo>
                  <a:lnTo>
                    <a:pt x="1432204" y="1155534"/>
                  </a:lnTo>
                  <a:lnTo>
                    <a:pt x="1431086" y="1156004"/>
                  </a:lnTo>
                  <a:lnTo>
                    <a:pt x="1429219" y="1157859"/>
                  </a:lnTo>
                  <a:lnTo>
                    <a:pt x="1428750" y="1158976"/>
                  </a:lnTo>
                  <a:lnTo>
                    <a:pt x="1428750" y="1161605"/>
                  </a:lnTo>
                  <a:lnTo>
                    <a:pt x="1429219" y="1162735"/>
                  </a:lnTo>
                  <a:lnTo>
                    <a:pt x="1431086" y="1164590"/>
                  </a:lnTo>
                  <a:lnTo>
                    <a:pt x="1432204" y="1165059"/>
                  </a:lnTo>
                  <a:lnTo>
                    <a:pt x="1434833" y="1165059"/>
                  </a:lnTo>
                  <a:lnTo>
                    <a:pt x="1435950" y="1164590"/>
                  </a:lnTo>
                  <a:lnTo>
                    <a:pt x="1437817" y="1162735"/>
                  </a:lnTo>
                  <a:lnTo>
                    <a:pt x="1438275" y="1161605"/>
                  </a:lnTo>
                  <a:lnTo>
                    <a:pt x="1438275" y="1158976"/>
                  </a:lnTo>
                  <a:close/>
                </a:path>
                <a:path w="3819525" h="1165225">
                  <a:moveTo>
                    <a:pt x="1438275" y="773798"/>
                  </a:moveTo>
                  <a:lnTo>
                    <a:pt x="1437817" y="772680"/>
                  </a:lnTo>
                  <a:lnTo>
                    <a:pt x="1435950" y="770826"/>
                  </a:lnTo>
                  <a:lnTo>
                    <a:pt x="1434833" y="770356"/>
                  </a:lnTo>
                  <a:lnTo>
                    <a:pt x="1432204" y="770356"/>
                  </a:lnTo>
                  <a:lnTo>
                    <a:pt x="1431086" y="770826"/>
                  </a:lnTo>
                  <a:lnTo>
                    <a:pt x="1429219" y="772680"/>
                  </a:lnTo>
                  <a:lnTo>
                    <a:pt x="1428750" y="773798"/>
                  </a:lnTo>
                  <a:lnTo>
                    <a:pt x="1428750" y="776439"/>
                  </a:lnTo>
                  <a:lnTo>
                    <a:pt x="1429219" y="777557"/>
                  </a:lnTo>
                  <a:lnTo>
                    <a:pt x="1431086" y="779411"/>
                  </a:lnTo>
                  <a:lnTo>
                    <a:pt x="1432204" y="779881"/>
                  </a:lnTo>
                  <a:lnTo>
                    <a:pt x="1434833" y="779881"/>
                  </a:lnTo>
                  <a:lnTo>
                    <a:pt x="1435950" y="779411"/>
                  </a:lnTo>
                  <a:lnTo>
                    <a:pt x="1437817" y="777557"/>
                  </a:lnTo>
                  <a:lnTo>
                    <a:pt x="1438275" y="776439"/>
                  </a:lnTo>
                  <a:lnTo>
                    <a:pt x="1438275" y="773798"/>
                  </a:lnTo>
                  <a:close/>
                </a:path>
                <a:path w="3819525" h="1165225">
                  <a:moveTo>
                    <a:pt x="1438275" y="388620"/>
                  </a:moveTo>
                  <a:lnTo>
                    <a:pt x="1437817" y="387502"/>
                  </a:lnTo>
                  <a:lnTo>
                    <a:pt x="1435950" y="385648"/>
                  </a:lnTo>
                  <a:lnTo>
                    <a:pt x="1434833" y="385178"/>
                  </a:lnTo>
                  <a:lnTo>
                    <a:pt x="1432204" y="385178"/>
                  </a:lnTo>
                  <a:lnTo>
                    <a:pt x="1431086" y="385648"/>
                  </a:lnTo>
                  <a:lnTo>
                    <a:pt x="1429219" y="387502"/>
                  </a:lnTo>
                  <a:lnTo>
                    <a:pt x="1428750" y="388620"/>
                  </a:lnTo>
                  <a:lnTo>
                    <a:pt x="1428750" y="391261"/>
                  </a:lnTo>
                  <a:lnTo>
                    <a:pt x="1429219" y="392379"/>
                  </a:lnTo>
                  <a:lnTo>
                    <a:pt x="1431086" y="394233"/>
                  </a:lnTo>
                  <a:lnTo>
                    <a:pt x="1432204" y="394703"/>
                  </a:lnTo>
                  <a:lnTo>
                    <a:pt x="1434833" y="394703"/>
                  </a:lnTo>
                  <a:lnTo>
                    <a:pt x="1435950" y="394233"/>
                  </a:lnTo>
                  <a:lnTo>
                    <a:pt x="1437817" y="392379"/>
                  </a:lnTo>
                  <a:lnTo>
                    <a:pt x="1438275" y="391261"/>
                  </a:lnTo>
                  <a:lnTo>
                    <a:pt x="1438275" y="388620"/>
                  </a:lnTo>
                  <a:close/>
                </a:path>
                <a:path w="3819525" h="1165225">
                  <a:moveTo>
                    <a:pt x="1438275" y="3454"/>
                  </a:moveTo>
                  <a:lnTo>
                    <a:pt x="1437817" y="2324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24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55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55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3819525" h="1165225">
                  <a:moveTo>
                    <a:pt x="1485900" y="1158976"/>
                  </a:moveTo>
                  <a:lnTo>
                    <a:pt x="1485442" y="1157859"/>
                  </a:lnTo>
                  <a:lnTo>
                    <a:pt x="1483575" y="1156004"/>
                  </a:lnTo>
                  <a:lnTo>
                    <a:pt x="1482458" y="1155534"/>
                  </a:lnTo>
                  <a:lnTo>
                    <a:pt x="1479829" y="1155534"/>
                  </a:lnTo>
                  <a:lnTo>
                    <a:pt x="1478711" y="1156004"/>
                  </a:lnTo>
                  <a:lnTo>
                    <a:pt x="1476844" y="1157859"/>
                  </a:lnTo>
                  <a:lnTo>
                    <a:pt x="1476375" y="1158976"/>
                  </a:lnTo>
                  <a:lnTo>
                    <a:pt x="1476375" y="1161605"/>
                  </a:lnTo>
                  <a:lnTo>
                    <a:pt x="1476844" y="1162735"/>
                  </a:lnTo>
                  <a:lnTo>
                    <a:pt x="1478711" y="1164590"/>
                  </a:lnTo>
                  <a:lnTo>
                    <a:pt x="1479829" y="1165059"/>
                  </a:lnTo>
                  <a:lnTo>
                    <a:pt x="1482458" y="1165059"/>
                  </a:lnTo>
                  <a:lnTo>
                    <a:pt x="1483575" y="1164590"/>
                  </a:lnTo>
                  <a:lnTo>
                    <a:pt x="1485442" y="1162735"/>
                  </a:lnTo>
                  <a:lnTo>
                    <a:pt x="1485900" y="1161605"/>
                  </a:lnTo>
                  <a:lnTo>
                    <a:pt x="1485900" y="1158976"/>
                  </a:lnTo>
                  <a:close/>
                </a:path>
                <a:path w="3819525" h="1165225">
                  <a:moveTo>
                    <a:pt x="1485900" y="773798"/>
                  </a:moveTo>
                  <a:lnTo>
                    <a:pt x="1485442" y="772680"/>
                  </a:lnTo>
                  <a:lnTo>
                    <a:pt x="1483575" y="770826"/>
                  </a:lnTo>
                  <a:lnTo>
                    <a:pt x="1482458" y="770356"/>
                  </a:lnTo>
                  <a:lnTo>
                    <a:pt x="1479829" y="770356"/>
                  </a:lnTo>
                  <a:lnTo>
                    <a:pt x="1478711" y="770826"/>
                  </a:lnTo>
                  <a:lnTo>
                    <a:pt x="1476844" y="772680"/>
                  </a:lnTo>
                  <a:lnTo>
                    <a:pt x="1476375" y="773798"/>
                  </a:lnTo>
                  <a:lnTo>
                    <a:pt x="1476375" y="776439"/>
                  </a:lnTo>
                  <a:lnTo>
                    <a:pt x="1476844" y="777557"/>
                  </a:lnTo>
                  <a:lnTo>
                    <a:pt x="1478711" y="779411"/>
                  </a:lnTo>
                  <a:lnTo>
                    <a:pt x="1479829" y="779881"/>
                  </a:lnTo>
                  <a:lnTo>
                    <a:pt x="1482458" y="779881"/>
                  </a:lnTo>
                  <a:lnTo>
                    <a:pt x="1483575" y="779411"/>
                  </a:lnTo>
                  <a:lnTo>
                    <a:pt x="1485442" y="777557"/>
                  </a:lnTo>
                  <a:lnTo>
                    <a:pt x="1485900" y="776439"/>
                  </a:lnTo>
                  <a:lnTo>
                    <a:pt x="1485900" y="773798"/>
                  </a:lnTo>
                  <a:close/>
                </a:path>
                <a:path w="3819525" h="1165225">
                  <a:moveTo>
                    <a:pt x="1485900" y="388620"/>
                  </a:moveTo>
                  <a:lnTo>
                    <a:pt x="1485442" y="387502"/>
                  </a:lnTo>
                  <a:lnTo>
                    <a:pt x="1483575" y="385648"/>
                  </a:lnTo>
                  <a:lnTo>
                    <a:pt x="1482458" y="385178"/>
                  </a:lnTo>
                  <a:lnTo>
                    <a:pt x="1479829" y="385178"/>
                  </a:lnTo>
                  <a:lnTo>
                    <a:pt x="1478711" y="385648"/>
                  </a:lnTo>
                  <a:lnTo>
                    <a:pt x="1476844" y="387502"/>
                  </a:lnTo>
                  <a:lnTo>
                    <a:pt x="1476375" y="388620"/>
                  </a:lnTo>
                  <a:lnTo>
                    <a:pt x="1476375" y="391261"/>
                  </a:lnTo>
                  <a:lnTo>
                    <a:pt x="1476844" y="392379"/>
                  </a:lnTo>
                  <a:lnTo>
                    <a:pt x="1478711" y="394233"/>
                  </a:lnTo>
                  <a:lnTo>
                    <a:pt x="1479829" y="394703"/>
                  </a:lnTo>
                  <a:lnTo>
                    <a:pt x="1482458" y="394703"/>
                  </a:lnTo>
                  <a:lnTo>
                    <a:pt x="1483575" y="394233"/>
                  </a:lnTo>
                  <a:lnTo>
                    <a:pt x="1485442" y="392379"/>
                  </a:lnTo>
                  <a:lnTo>
                    <a:pt x="1485900" y="391261"/>
                  </a:lnTo>
                  <a:lnTo>
                    <a:pt x="1485900" y="388620"/>
                  </a:lnTo>
                  <a:close/>
                </a:path>
                <a:path w="3819525" h="1165225">
                  <a:moveTo>
                    <a:pt x="1485900" y="3454"/>
                  </a:moveTo>
                  <a:lnTo>
                    <a:pt x="1485442" y="2324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24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55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55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3819525" h="1165225">
                  <a:moveTo>
                    <a:pt x="1533525" y="1158976"/>
                  </a:moveTo>
                  <a:lnTo>
                    <a:pt x="1533067" y="1157859"/>
                  </a:lnTo>
                  <a:lnTo>
                    <a:pt x="1531200" y="1156004"/>
                  </a:lnTo>
                  <a:lnTo>
                    <a:pt x="1530083" y="1155534"/>
                  </a:lnTo>
                  <a:lnTo>
                    <a:pt x="1527454" y="1155534"/>
                  </a:lnTo>
                  <a:lnTo>
                    <a:pt x="1526336" y="1156004"/>
                  </a:lnTo>
                  <a:lnTo>
                    <a:pt x="1524469" y="1157859"/>
                  </a:lnTo>
                  <a:lnTo>
                    <a:pt x="1524000" y="1158976"/>
                  </a:lnTo>
                  <a:lnTo>
                    <a:pt x="1524000" y="1161605"/>
                  </a:lnTo>
                  <a:lnTo>
                    <a:pt x="1524469" y="1162735"/>
                  </a:lnTo>
                  <a:lnTo>
                    <a:pt x="1526336" y="1164590"/>
                  </a:lnTo>
                  <a:lnTo>
                    <a:pt x="1527454" y="1165059"/>
                  </a:lnTo>
                  <a:lnTo>
                    <a:pt x="1530083" y="1165059"/>
                  </a:lnTo>
                  <a:lnTo>
                    <a:pt x="1531200" y="1164590"/>
                  </a:lnTo>
                  <a:lnTo>
                    <a:pt x="1533067" y="1162735"/>
                  </a:lnTo>
                  <a:lnTo>
                    <a:pt x="1533525" y="1161605"/>
                  </a:lnTo>
                  <a:lnTo>
                    <a:pt x="1533525" y="1158976"/>
                  </a:lnTo>
                  <a:close/>
                </a:path>
                <a:path w="3819525" h="1165225">
                  <a:moveTo>
                    <a:pt x="1533525" y="773798"/>
                  </a:moveTo>
                  <a:lnTo>
                    <a:pt x="1533067" y="772680"/>
                  </a:lnTo>
                  <a:lnTo>
                    <a:pt x="1531200" y="770826"/>
                  </a:lnTo>
                  <a:lnTo>
                    <a:pt x="1530083" y="770356"/>
                  </a:lnTo>
                  <a:lnTo>
                    <a:pt x="1527454" y="770356"/>
                  </a:lnTo>
                  <a:lnTo>
                    <a:pt x="1526336" y="770826"/>
                  </a:lnTo>
                  <a:lnTo>
                    <a:pt x="1524469" y="772680"/>
                  </a:lnTo>
                  <a:lnTo>
                    <a:pt x="1524000" y="773798"/>
                  </a:lnTo>
                  <a:lnTo>
                    <a:pt x="1524000" y="776439"/>
                  </a:lnTo>
                  <a:lnTo>
                    <a:pt x="1524469" y="777557"/>
                  </a:lnTo>
                  <a:lnTo>
                    <a:pt x="1526336" y="779411"/>
                  </a:lnTo>
                  <a:lnTo>
                    <a:pt x="1527454" y="779881"/>
                  </a:lnTo>
                  <a:lnTo>
                    <a:pt x="1530083" y="779881"/>
                  </a:lnTo>
                  <a:lnTo>
                    <a:pt x="1531200" y="779411"/>
                  </a:lnTo>
                  <a:lnTo>
                    <a:pt x="1533067" y="777557"/>
                  </a:lnTo>
                  <a:lnTo>
                    <a:pt x="1533525" y="776439"/>
                  </a:lnTo>
                  <a:lnTo>
                    <a:pt x="1533525" y="773798"/>
                  </a:lnTo>
                  <a:close/>
                </a:path>
                <a:path w="3819525" h="1165225">
                  <a:moveTo>
                    <a:pt x="1533525" y="388620"/>
                  </a:moveTo>
                  <a:lnTo>
                    <a:pt x="1533067" y="387502"/>
                  </a:lnTo>
                  <a:lnTo>
                    <a:pt x="1531200" y="385648"/>
                  </a:lnTo>
                  <a:lnTo>
                    <a:pt x="1530083" y="385178"/>
                  </a:lnTo>
                  <a:lnTo>
                    <a:pt x="1527454" y="385178"/>
                  </a:lnTo>
                  <a:lnTo>
                    <a:pt x="1526336" y="385648"/>
                  </a:lnTo>
                  <a:lnTo>
                    <a:pt x="1524469" y="387502"/>
                  </a:lnTo>
                  <a:lnTo>
                    <a:pt x="1524000" y="388620"/>
                  </a:lnTo>
                  <a:lnTo>
                    <a:pt x="1524000" y="391261"/>
                  </a:lnTo>
                  <a:lnTo>
                    <a:pt x="1524469" y="392379"/>
                  </a:lnTo>
                  <a:lnTo>
                    <a:pt x="1526336" y="394233"/>
                  </a:lnTo>
                  <a:lnTo>
                    <a:pt x="1527454" y="394703"/>
                  </a:lnTo>
                  <a:lnTo>
                    <a:pt x="1530083" y="394703"/>
                  </a:lnTo>
                  <a:lnTo>
                    <a:pt x="1531200" y="394233"/>
                  </a:lnTo>
                  <a:lnTo>
                    <a:pt x="1533067" y="392379"/>
                  </a:lnTo>
                  <a:lnTo>
                    <a:pt x="1533525" y="391261"/>
                  </a:lnTo>
                  <a:lnTo>
                    <a:pt x="1533525" y="388620"/>
                  </a:lnTo>
                  <a:close/>
                </a:path>
                <a:path w="3819525" h="1165225">
                  <a:moveTo>
                    <a:pt x="1533525" y="3454"/>
                  </a:moveTo>
                  <a:lnTo>
                    <a:pt x="1533067" y="2324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24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55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55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3819525" h="1165225">
                  <a:moveTo>
                    <a:pt x="1581150" y="1158976"/>
                  </a:moveTo>
                  <a:lnTo>
                    <a:pt x="1580692" y="1157859"/>
                  </a:lnTo>
                  <a:lnTo>
                    <a:pt x="1578825" y="1156004"/>
                  </a:lnTo>
                  <a:lnTo>
                    <a:pt x="1577708" y="1155534"/>
                  </a:lnTo>
                  <a:lnTo>
                    <a:pt x="1575079" y="1155534"/>
                  </a:lnTo>
                  <a:lnTo>
                    <a:pt x="1573961" y="1156004"/>
                  </a:lnTo>
                  <a:lnTo>
                    <a:pt x="1572094" y="1157859"/>
                  </a:lnTo>
                  <a:lnTo>
                    <a:pt x="1571625" y="1158976"/>
                  </a:lnTo>
                  <a:lnTo>
                    <a:pt x="1571625" y="1161605"/>
                  </a:lnTo>
                  <a:lnTo>
                    <a:pt x="1572094" y="1162735"/>
                  </a:lnTo>
                  <a:lnTo>
                    <a:pt x="1573961" y="1164590"/>
                  </a:lnTo>
                  <a:lnTo>
                    <a:pt x="1575079" y="1165059"/>
                  </a:lnTo>
                  <a:lnTo>
                    <a:pt x="1577708" y="1165059"/>
                  </a:lnTo>
                  <a:lnTo>
                    <a:pt x="1578825" y="1164590"/>
                  </a:lnTo>
                  <a:lnTo>
                    <a:pt x="1580692" y="1162735"/>
                  </a:lnTo>
                  <a:lnTo>
                    <a:pt x="1581150" y="1161605"/>
                  </a:lnTo>
                  <a:lnTo>
                    <a:pt x="1581150" y="1158976"/>
                  </a:lnTo>
                  <a:close/>
                </a:path>
                <a:path w="3819525" h="1165225">
                  <a:moveTo>
                    <a:pt x="1581150" y="773798"/>
                  </a:moveTo>
                  <a:lnTo>
                    <a:pt x="1580692" y="772680"/>
                  </a:lnTo>
                  <a:lnTo>
                    <a:pt x="1578825" y="770826"/>
                  </a:lnTo>
                  <a:lnTo>
                    <a:pt x="1577708" y="770356"/>
                  </a:lnTo>
                  <a:lnTo>
                    <a:pt x="1575079" y="770356"/>
                  </a:lnTo>
                  <a:lnTo>
                    <a:pt x="1573961" y="770826"/>
                  </a:lnTo>
                  <a:lnTo>
                    <a:pt x="1572094" y="772680"/>
                  </a:lnTo>
                  <a:lnTo>
                    <a:pt x="1571625" y="773798"/>
                  </a:lnTo>
                  <a:lnTo>
                    <a:pt x="1571625" y="776439"/>
                  </a:lnTo>
                  <a:lnTo>
                    <a:pt x="1572094" y="777557"/>
                  </a:lnTo>
                  <a:lnTo>
                    <a:pt x="1573961" y="779411"/>
                  </a:lnTo>
                  <a:lnTo>
                    <a:pt x="1575079" y="779881"/>
                  </a:lnTo>
                  <a:lnTo>
                    <a:pt x="1577708" y="779881"/>
                  </a:lnTo>
                  <a:lnTo>
                    <a:pt x="1578825" y="779411"/>
                  </a:lnTo>
                  <a:lnTo>
                    <a:pt x="1580692" y="777557"/>
                  </a:lnTo>
                  <a:lnTo>
                    <a:pt x="1581150" y="776439"/>
                  </a:lnTo>
                  <a:lnTo>
                    <a:pt x="1581150" y="773798"/>
                  </a:lnTo>
                  <a:close/>
                </a:path>
                <a:path w="3819525" h="1165225">
                  <a:moveTo>
                    <a:pt x="1581150" y="388620"/>
                  </a:moveTo>
                  <a:lnTo>
                    <a:pt x="1580692" y="387502"/>
                  </a:lnTo>
                  <a:lnTo>
                    <a:pt x="1578825" y="385648"/>
                  </a:lnTo>
                  <a:lnTo>
                    <a:pt x="1577708" y="385178"/>
                  </a:lnTo>
                  <a:lnTo>
                    <a:pt x="1575079" y="385178"/>
                  </a:lnTo>
                  <a:lnTo>
                    <a:pt x="1573961" y="385648"/>
                  </a:lnTo>
                  <a:lnTo>
                    <a:pt x="1572094" y="387502"/>
                  </a:lnTo>
                  <a:lnTo>
                    <a:pt x="1571625" y="388620"/>
                  </a:lnTo>
                  <a:lnTo>
                    <a:pt x="1571625" y="391261"/>
                  </a:lnTo>
                  <a:lnTo>
                    <a:pt x="1572094" y="392379"/>
                  </a:lnTo>
                  <a:lnTo>
                    <a:pt x="1573961" y="394233"/>
                  </a:lnTo>
                  <a:lnTo>
                    <a:pt x="1575079" y="394703"/>
                  </a:lnTo>
                  <a:lnTo>
                    <a:pt x="1577708" y="394703"/>
                  </a:lnTo>
                  <a:lnTo>
                    <a:pt x="1578825" y="394233"/>
                  </a:lnTo>
                  <a:lnTo>
                    <a:pt x="1580692" y="392379"/>
                  </a:lnTo>
                  <a:lnTo>
                    <a:pt x="1581150" y="391261"/>
                  </a:lnTo>
                  <a:lnTo>
                    <a:pt x="1581150" y="388620"/>
                  </a:lnTo>
                  <a:close/>
                </a:path>
                <a:path w="3819525" h="1165225">
                  <a:moveTo>
                    <a:pt x="1581150" y="3454"/>
                  </a:moveTo>
                  <a:lnTo>
                    <a:pt x="1580692" y="2324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24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55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55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3819525" h="1165225">
                  <a:moveTo>
                    <a:pt x="1628775" y="1158976"/>
                  </a:moveTo>
                  <a:lnTo>
                    <a:pt x="1628317" y="1157859"/>
                  </a:lnTo>
                  <a:lnTo>
                    <a:pt x="1626450" y="1156004"/>
                  </a:lnTo>
                  <a:lnTo>
                    <a:pt x="1625333" y="1155534"/>
                  </a:lnTo>
                  <a:lnTo>
                    <a:pt x="1622704" y="1155534"/>
                  </a:lnTo>
                  <a:lnTo>
                    <a:pt x="1621586" y="1156004"/>
                  </a:lnTo>
                  <a:lnTo>
                    <a:pt x="1619719" y="1157859"/>
                  </a:lnTo>
                  <a:lnTo>
                    <a:pt x="1619250" y="1158976"/>
                  </a:lnTo>
                  <a:lnTo>
                    <a:pt x="1619250" y="1161605"/>
                  </a:lnTo>
                  <a:lnTo>
                    <a:pt x="1619719" y="1162735"/>
                  </a:lnTo>
                  <a:lnTo>
                    <a:pt x="1621586" y="1164590"/>
                  </a:lnTo>
                  <a:lnTo>
                    <a:pt x="1622704" y="1165059"/>
                  </a:lnTo>
                  <a:lnTo>
                    <a:pt x="1625333" y="1165059"/>
                  </a:lnTo>
                  <a:lnTo>
                    <a:pt x="1626450" y="1164590"/>
                  </a:lnTo>
                  <a:lnTo>
                    <a:pt x="1628317" y="1162735"/>
                  </a:lnTo>
                  <a:lnTo>
                    <a:pt x="1628775" y="1161605"/>
                  </a:lnTo>
                  <a:lnTo>
                    <a:pt x="1628775" y="1158976"/>
                  </a:lnTo>
                  <a:close/>
                </a:path>
                <a:path w="3819525" h="1165225">
                  <a:moveTo>
                    <a:pt x="1628775" y="773798"/>
                  </a:moveTo>
                  <a:lnTo>
                    <a:pt x="1628317" y="772680"/>
                  </a:lnTo>
                  <a:lnTo>
                    <a:pt x="1626450" y="770826"/>
                  </a:lnTo>
                  <a:lnTo>
                    <a:pt x="1625333" y="770356"/>
                  </a:lnTo>
                  <a:lnTo>
                    <a:pt x="1622704" y="770356"/>
                  </a:lnTo>
                  <a:lnTo>
                    <a:pt x="1621586" y="770826"/>
                  </a:lnTo>
                  <a:lnTo>
                    <a:pt x="1619719" y="772680"/>
                  </a:lnTo>
                  <a:lnTo>
                    <a:pt x="1619250" y="773798"/>
                  </a:lnTo>
                  <a:lnTo>
                    <a:pt x="1619250" y="776439"/>
                  </a:lnTo>
                  <a:lnTo>
                    <a:pt x="1619719" y="777557"/>
                  </a:lnTo>
                  <a:lnTo>
                    <a:pt x="1621586" y="779411"/>
                  </a:lnTo>
                  <a:lnTo>
                    <a:pt x="1622704" y="779881"/>
                  </a:lnTo>
                  <a:lnTo>
                    <a:pt x="1625333" y="779881"/>
                  </a:lnTo>
                  <a:lnTo>
                    <a:pt x="1626450" y="779411"/>
                  </a:lnTo>
                  <a:lnTo>
                    <a:pt x="1628317" y="777557"/>
                  </a:lnTo>
                  <a:lnTo>
                    <a:pt x="1628775" y="776439"/>
                  </a:lnTo>
                  <a:lnTo>
                    <a:pt x="1628775" y="773798"/>
                  </a:lnTo>
                  <a:close/>
                </a:path>
                <a:path w="3819525" h="1165225">
                  <a:moveTo>
                    <a:pt x="1628775" y="388620"/>
                  </a:moveTo>
                  <a:lnTo>
                    <a:pt x="1628317" y="387502"/>
                  </a:lnTo>
                  <a:lnTo>
                    <a:pt x="1626450" y="385648"/>
                  </a:lnTo>
                  <a:lnTo>
                    <a:pt x="1625333" y="385178"/>
                  </a:lnTo>
                  <a:lnTo>
                    <a:pt x="1622704" y="385178"/>
                  </a:lnTo>
                  <a:lnTo>
                    <a:pt x="1621586" y="385648"/>
                  </a:lnTo>
                  <a:lnTo>
                    <a:pt x="1619719" y="387502"/>
                  </a:lnTo>
                  <a:lnTo>
                    <a:pt x="1619250" y="388620"/>
                  </a:lnTo>
                  <a:lnTo>
                    <a:pt x="1619250" y="391261"/>
                  </a:lnTo>
                  <a:lnTo>
                    <a:pt x="1619719" y="392379"/>
                  </a:lnTo>
                  <a:lnTo>
                    <a:pt x="1621586" y="394233"/>
                  </a:lnTo>
                  <a:lnTo>
                    <a:pt x="1622704" y="394703"/>
                  </a:lnTo>
                  <a:lnTo>
                    <a:pt x="1625333" y="394703"/>
                  </a:lnTo>
                  <a:lnTo>
                    <a:pt x="1626450" y="394233"/>
                  </a:lnTo>
                  <a:lnTo>
                    <a:pt x="1628317" y="392379"/>
                  </a:lnTo>
                  <a:lnTo>
                    <a:pt x="1628775" y="391261"/>
                  </a:lnTo>
                  <a:lnTo>
                    <a:pt x="1628775" y="388620"/>
                  </a:lnTo>
                  <a:close/>
                </a:path>
                <a:path w="3819525" h="1165225">
                  <a:moveTo>
                    <a:pt x="1628775" y="3454"/>
                  </a:moveTo>
                  <a:lnTo>
                    <a:pt x="1628317" y="2324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24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55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55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3819525" h="1165225">
                  <a:moveTo>
                    <a:pt x="1676400" y="1158976"/>
                  </a:moveTo>
                  <a:lnTo>
                    <a:pt x="1675942" y="1157859"/>
                  </a:lnTo>
                  <a:lnTo>
                    <a:pt x="1674075" y="1156004"/>
                  </a:lnTo>
                  <a:lnTo>
                    <a:pt x="1672958" y="1155534"/>
                  </a:lnTo>
                  <a:lnTo>
                    <a:pt x="1670329" y="1155534"/>
                  </a:lnTo>
                  <a:lnTo>
                    <a:pt x="1669211" y="1156004"/>
                  </a:lnTo>
                  <a:lnTo>
                    <a:pt x="1667344" y="1157859"/>
                  </a:lnTo>
                  <a:lnTo>
                    <a:pt x="1666875" y="1158976"/>
                  </a:lnTo>
                  <a:lnTo>
                    <a:pt x="1666875" y="1161605"/>
                  </a:lnTo>
                  <a:lnTo>
                    <a:pt x="1667344" y="1162735"/>
                  </a:lnTo>
                  <a:lnTo>
                    <a:pt x="1669211" y="1164590"/>
                  </a:lnTo>
                  <a:lnTo>
                    <a:pt x="1670329" y="1165059"/>
                  </a:lnTo>
                  <a:lnTo>
                    <a:pt x="1672958" y="1165059"/>
                  </a:lnTo>
                  <a:lnTo>
                    <a:pt x="1674075" y="1164590"/>
                  </a:lnTo>
                  <a:lnTo>
                    <a:pt x="1675942" y="1162735"/>
                  </a:lnTo>
                  <a:lnTo>
                    <a:pt x="1676400" y="1161605"/>
                  </a:lnTo>
                  <a:lnTo>
                    <a:pt x="1676400" y="1158976"/>
                  </a:lnTo>
                  <a:close/>
                </a:path>
                <a:path w="3819525" h="1165225">
                  <a:moveTo>
                    <a:pt x="1676400" y="773798"/>
                  </a:moveTo>
                  <a:lnTo>
                    <a:pt x="1675942" y="772680"/>
                  </a:lnTo>
                  <a:lnTo>
                    <a:pt x="1674075" y="770826"/>
                  </a:lnTo>
                  <a:lnTo>
                    <a:pt x="1672958" y="770356"/>
                  </a:lnTo>
                  <a:lnTo>
                    <a:pt x="1670329" y="770356"/>
                  </a:lnTo>
                  <a:lnTo>
                    <a:pt x="1669211" y="770826"/>
                  </a:lnTo>
                  <a:lnTo>
                    <a:pt x="1667344" y="772680"/>
                  </a:lnTo>
                  <a:lnTo>
                    <a:pt x="1666875" y="773798"/>
                  </a:lnTo>
                  <a:lnTo>
                    <a:pt x="1666875" y="776439"/>
                  </a:lnTo>
                  <a:lnTo>
                    <a:pt x="1667344" y="777557"/>
                  </a:lnTo>
                  <a:lnTo>
                    <a:pt x="1669211" y="779411"/>
                  </a:lnTo>
                  <a:lnTo>
                    <a:pt x="1670329" y="779881"/>
                  </a:lnTo>
                  <a:lnTo>
                    <a:pt x="1672958" y="779881"/>
                  </a:lnTo>
                  <a:lnTo>
                    <a:pt x="1674075" y="779411"/>
                  </a:lnTo>
                  <a:lnTo>
                    <a:pt x="1675942" y="777557"/>
                  </a:lnTo>
                  <a:lnTo>
                    <a:pt x="1676400" y="776439"/>
                  </a:lnTo>
                  <a:lnTo>
                    <a:pt x="1676400" y="773798"/>
                  </a:lnTo>
                  <a:close/>
                </a:path>
                <a:path w="3819525" h="1165225">
                  <a:moveTo>
                    <a:pt x="1676400" y="388620"/>
                  </a:moveTo>
                  <a:lnTo>
                    <a:pt x="1675942" y="387502"/>
                  </a:lnTo>
                  <a:lnTo>
                    <a:pt x="1674075" y="385648"/>
                  </a:lnTo>
                  <a:lnTo>
                    <a:pt x="1672958" y="385178"/>
                  </a:lnTo>
                  <a:lnTo>
                    <a:pt x="1670329" y="385178"/>
                  </a:lnTo>
                  <a:lnTo>
                    <a:pt x="1669211" y="385648"/>
                  </a:lnTo>
                  <a:lnTo>
                    <a:pt x="1667344" y="387502"/>
                  </a:lnTo>
                  <a:lnTo>
                    <a:pt x="1666875" y="388620"/>
                  </a:lnTo>
                  <a:lnTo>
                    <a:pt x="1666875" y="391261"/>
                  </a:lnTo>
                  <a:lnTo>
                    <a:pt x="1667344" y="392379"/>
                  </a:lnTo>
                  <a:lnTo>
                    <a:pt x="1669211" y="394233"/>
                  </a:lnTo>
                  <a:lnTo>
                    <a:pt x="1670329" y="394703"/>
                  </a:lnTo>
                  <a:lnTo>
                    <a:pt x="1672958" y="394703"/>
                  </a:lnTo>
                  <a:lnTo>
                    <a:pt x="1674075" y="394233"/>
                  </a:lnTo>
                  <a:lnTo>
                    <a:pt x="1675942" y="392379"/>
                  </a:lnTo>
                  <a:lnTo>
                    <a:pt x="1676400" y="391261"/>
                  </a:lnTo>
                  <a:lnTo>
                    <a:pt x="1676400" y="388620"/>
                  </a:lnTo>
                  <a:close/>
                </a:path>
                <a:path w="3819525" h="1165225">
                  <a:moveTo>
                    <a:pt x="1676400" y="3454"/>
                  </a:moveTo>
                  <a:lnTo>
                    <a:pt x="1675942" y="2324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24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55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55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3819525" h="1165225">
                  <a:moveTo>
                    <a:pt x="1724025" y="1158976"/>
                  </a:moveTo>
                  <a:lnTo>
                    <a:pt x="1723567" y="1157859"/>
                  </a:lnTo>
                  <a:lnTo>
                    <a:pt x="1721700" y="1156004"/>
                  </a:lnTo>
                  <a:lnTo>
                    <a:pt x="1720583" y="1155534"/>
                  </a:lnTo>
                  <a:lnTo>
                    <a:pt x="1717954" y="1155534"/>
                  </a:lnTo>
                  <a:lnTo>
                    <a:pt x="1716836" y="1156004"/>
                  </a:lnTo>
                  <a:lnTo>
                    <a:pt x="1714969" y="1157859"/>
                  </a:lnTo>
                  <a:lnTo>
                    <a:pt x="1714500" y="1158976"/>
                  </a:lnTo>
                  <a:lnTo>
                    <a:pt x="1714500" y="1161605"/>
                  </a:lnTo>
                  <a:lnTo>
                    <a:pt x="1714969" y="1162735"/>
                  </a:lnTo>
                  <a:lnTo>
                    <a:pt x="1716836" y="1164590"/>
                  </a:lnTo>
                  <a:lnTo>
                    <a:pt x="1717954" y="1165059"/>
                  </a:lnTo>
                  <a:lnTo>
                    <a:pt x="1720583" y="1165059"/>
                  </a:lnTo>
                  <a:lnTo>
                    <a:pt x="1721700" y="1164590"/>
                  </a:lnTo>
                  <a:lnTo>
                    <a:pt x="1723567" y="1162735"/>
                  </a:lnTo>
                  <a:lnTo>
                    <a:pt x="1724025" y="1161605"/>
                  </a:lnTo>
                  <a:lnTo>
                    <a:pt x="1724025" y="1158976"/>
                  </a:lnTo>
                  <a:close/>
                </a:path>
                <a:path w="3819525" h="1165225">
                  <a:moveTo>
                    <a:pt x="1724025" y="773798"/>
                  </a:moveTo>
                  <a:lnTo>
                    <a:pt x="1723567" y="772680"/>
                  </a:lnTo>
                  <a:lnTo>
                    <a:pt x="1721700" y="770826"/>
                  </a:lnTo>
                  <a:lnTo>
                    <a:pt x="1720583" y="770356"/>
                  </a:lnTo>
                  <a:lnTo>
                    <a:pt x="1717954" y="770356"/>
                  </a:lnTo>
                  <a:lnTo>
                    <a:pt x="1716836" y="770826"/>
                  </a:lnTo>
                  <a:lnTo>
                    <a:pt x="1714969" y="772680"/>
                  </a:lnTo>
                  <a:lnTo>
                    <a:pt x="1714500" y="773798"/>
                  </a:lnTo>
                  <a:lnTo>
                    <a:pt x="1714500" y="776439"/>
                  </a:lnTo>
                  <a:lnTo>
                    <a:pt x="1714969" y="777557"/>
                  </a:lnTo>
                  <a:lnTo>
                    <a:pt x="1716836" y="779411"/>
                  </a:lnTo>
                  <a:lnTo>
                    <a:pt x="1717954" y="779881"/>
                  </a:lnTo>
                  <a:lnTo>
                    <a:pt x="1720583" y="779881"/>
                  </a:lnTo>
                  <a:lnTo>
                    <a:pt x="1721700" y="779411"/>
                  </a:lnTo>
                  <a:lnTo>
                    <a:pt x="1723567" y="777557"/>
                  </a:lnTo>
                  <a:lnTo>
                    <a:pt x="1724025" y="776439"/>
                  </a:lnTo>
                  <a:lnTo>
                    <a:pt x="1724025" y="773798"/>
                  </a:lnTo>
                  <a:close/>
                </a:path>
                <a:path w="3819525" h="1165225">
                  <a:moveTo>
                    <a:pt x="1724025" y="388620"/>
                  </a:moveTo>
                  <a:lnTo>
                    <a:pt x="1723567" y="387502"/>
                  </a:lnTo>
                  <a:lnTo>
                    <a:pt x="1721700" y="385648"/>
                  </a:lnTo>
                  <a:lnTo>
                    <a:pt x="1720583" y="385178"/>
                  </a:lnTo>
                  <a:lnTo>
                    <a:pt x="1717954" y="385178"/>
                  </a:lnTo>
                  <a:lnTo>
                    <a:pt x="1716836" y="385648"/>
                  </a:lnTo>
                  <a:lnTo>
                    <a:pt x="1714969" y="387502"/>
                  </a:lnTo>
                  <a:lnTo>
                    <a:pt x="1714500" y="388620"/>
                  </a:lnTo>
                  <a:lnTo>
                    <a:pt x="1714500" y="391261"/>
                  </a:lnTo>
                  <a:lnTo>
                    <a:pt x="1714969" y="392379"/>
                  </a:lnTo>
                  <a:lnTo>
                    <a:pt x="1716836" y="394233"/>
                  </a:lnTo>
                  <a:lnTo>
                    <a:pt x="1717954" y="394703"/>
                  </a:lnTo>
                  <a:lnTo>
                    <a:pt x="1720583" y="394703"/>
                  </a:lnTo>
                  <a:lnTo>
                    <a:pt x="1721700" y="394233"/>
                  </a:lnTo>
                  <a:lnTo>
                    <a:pt x="1723567" y="392379"/>
                  </a:lnTo>
                  <a:lnTo>
                    <a:pt x="1724025" y="391261"/>
                  </a:lnTo>
                  <a:lnTo>
                    <a:pt x="1724025" y="388620"/>
                  </a:lnTo>
                  <a:close/>
                </a:path>
                <a:path w="3819525" h="1165225">
                  <a:moveTo>
                    <a:pt x="1724025" y="3454"/>
                  </a:moveTo>
                  <a:lnTo>
                    <a:pt x="1723567" y="2324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24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55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55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3819525" h="1165225">
                  <a:moveTo>
                    <a:pt x="1771650" y="1158976"/>
                  </a:moveTo>
                  <a:lnTo>
                    <a:pt x="1771192" y="1157859"/>
                  </a:lnTo>
                  <a:lnTo>
                    <a:pt x="1769325" y="1156004"/>
                  </a:lnTo>
                  <a:lnTo>
                    <a:pt x="1768208" y="1155534"/>
                  </a:lnTo>
                  <a:lnTo>
                    <a:pt x="1765579" y="1155534"/>
                  </a:lnTo>
                  <a:lnTo>
                    <a:pt x="1764461" y="1156004"/>
                  </a:lnTo>
                  <a:lnTo>
                    <a:pt x="1762594" y="1157859"/>
                  </a:lnTo>
                  <a:lnTo>
                    <a:pt x="1762125" y="1158976"/>
                  </a:lnTo>
                  <a:lnTo>
                    <a:pt x="1762125" y="1161605"/>
                  </a:lnTo>
                  <a:lnTo>
                    <a:pt x="1762594" y="1162735"/>
                  </a:lnTo>
                  <a:lnTo>
                    <a:pt x="1764461" y="1164590"/>
                  </a:lnTo>
                  <a:lnTo>
                    <a:pt x="1765579" y="1165059"/>
                  </a:lnTo>
                  <a:lnTo>
                    <a:pt x="1768208" y="1165059"/>
                  </a:lnTo>
                  <a:lnTo>
                    <a:pt x="1769325" y="1164590"/>
                  </a:lnTo>
                  <a:lnTo>
                    <a:pt x="1771192" y="1162735"/>
                  </a:lnTo>
                  <a:lnTo>
                    <a:pt x="1771650" y="1161605"/>
                  </a:lnTo>
                  <a:lnTo>
                    <a:pt x="1771650" y="1158976"/>
                  </a:lnTo>
                  <a:close/>
                </a:path>
                <a:path w="3819525" h="1165225">
                  <a:moveTo>
                    <a:pt x="1771650" y="773798"/>
                  </a:moveTo>
                  <a:lnTo>
                    <a:pt x="1771192" y="772680"/>
                  </a:lnTo>
                  <a:lnTo>
                    <a:pt x="1769325" y="770826"/>
                  </a:lnTo>
                  <a:lnTo>
                    <a:pt x="1768208" y="770356"/>
                  </a:lnTo>
                  <a:lnTo>
                    <a:pt x="1765579" y="770356"/>
                  </a:lnTo>
                  <a:lnTo>
                    <a:pt x="1764461" y="770826"/>
                  </a:lnTo>
                  <a:lnTo>
                    <a:pt x="1762594" y="772680"/>
                  </a:lnTo>
                  <a:lnTo>
                    <a:pt x="1762125" y="773798"/>
                  </a:lnTo>
                  <a:lnTo>
                    <a:pt x="1762125" y="776439"/>
                  </a:lnTo>
                  <a:lnTo>
                    <a:pt x="1762594" y="777557"/>
                  </a:lnTo>
                  <a:lnTo>
                    <a:pt x="1764461" y="779411"/>
                  </a:lnTo>
                  <a:lnTo>
                    <a:pt x="1765579" y="779881"/>
                  </a:lnTo>
                  <a:lnTo>
                    <a:pt x="1768208" y="779881"/>
                  </a:lnTo>
                  <a:lnTo>
                    <a:pt x="1769325" y="779411"/>
                  </a:lnTo>
                  <a:lnTo>
                    <a:pt x="1771192" y="777557"/>
                  </a:lnTo>
                  <a:lnTo>
                    <a:pt x="1771650" y="776439"/>
                  </a:lnTo>
                  <a:lnTo>
                    <a:pt x="1771650" y="773798"/>
                  </a:lnTo>
                  <a:close/>
                </a:path>
                <a:path w="3819525" h="1165225">
                  <a:moveTo>
                    <a:pt x="1771650" y="388620"/>
                  </a:moveTo>
                  <a:lnTo>
                    <a:pt x="1771192" y="387502"/>
                  </a:lnTo>
                  <a:lnTo>
                    <a:pt x="1769325" y="385648"/>
                  </a:lnTo>
                  <a:lnTo>
                    <a:pt x="1768208" y="385178"/>
                  </a:lnTo>
                  <a:lnTo>
                    <a:pt x="1765579" y="385178"/>
                  </a:lnTo>
                  <a:lnTo>
                    <a:pt x="1764461" y="385648"/>
                  </a:lnTo>
                  <a:lnTo>
                    <a:pt x="1762594" y="387502"/>
                  </a:lnTo>
                  <a:lnTo>
                    <a:pt x="1762125" y="388620"/>
                  </a:lnTo>
                  <a:lnTo>
                    <a:pt x="1762125" y="391261"/>
                  </a:lnTo>
                  <a:lnTo>
                    <a:pt x="1762594" y="392379"/>
                  </a:lnTo>
                  <a:lnTo>
                    <a:pt x="1764461" y="394233"/>
                  </a:lnTo>
                  <a:lnTo>
                    <a:pt x="1765579" y="394703"/>
                  </a:lnTo>
                  <a:lnTo>
                    <a:pt x="1768208" y="394703"/>
                  </a:lnTo>
                  <a:lnTo>
                    <a:pt x="1769325" y="394233"/>
                  </a:lnTo>
                  <a:lnTo>
                    <a:pt x="1771192" y="392379"/>
                  </a:lnTo>
                  <a:lnTo>
                    <a:pt x="1771650" y="391261"/>
                  </a:lnTo>
                  <a:lnTo>
                    <a:pt x="1771650" y="388620"/>
                  </a:lnTo>
                  <a:close/>
                </a:path>
                <a:path w="3819525" h="1165225">
                  <a:moveTo>
                    <a:pt x="1771650" y="3454"/>
                  </a:moveTo>
                  <a:lnTo>
                    <a:pt x="1771192" y="2324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24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55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55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3819525" h="1165225">
                  <a:moveTo>
                    <a:pt x="1819275" y="1158976"/>
                  </a:moveTo>
                  <a:lnTo>
                    <a:pt x="1818817" y="1157859"/>
                  </a:lnTo>
                  <a:lnTo>
                    <a:pt x="1816950" y="1156004"/>
                  </a:lnTo>
                  <a:lnTo>
                    <a:pt x="1815833" y="1155534"/>
                  </a:lnTo>
                  <a:lnTo>
                    <a:pt x="1813204" y="1155534"/>
                  </a:lnTo>
                  <a:lnTo>
                    <a:pt x="1812086" y="1156004"/>
                  </a:lnTo>
                  <a:lnTo>
                    <a:pt x="1810219" y="1157859"/>
                  </a:lnTo>
                  <a:lnTo>
                    <a:pt x="1809750" y="1158976"/>
                  </a:lnTo>
                  <a:lnTo>
                    <a:pt x="1809750" y="1161605"/>
                  </a:lnTo>
                  <a:lnTo>
                    <a:pt x="1810219" y="1162735"/>
                  </a:lnTo>
                  <a:lnTo>
                    <a:pt x="1812086" y="1164590"/>
                  </a:lnTo>
                  <a:lnTo>
                    <a:pt x="1813204" y="1165059"/>
                  </a:lnTo>
                  <a:lnTo>
                    <a:pt x="1815833" y="1165059"/>
                  </a:lnTo>
                  <a:lnTo>
                    <a:pt x="1816950" y="1164590"/>
                  </a:lnTo>
                  <a:lnTo>
                    <a:pt x="1818817" y="1162735"/>
                  </a:lnTo>
                  <a:lnTo>
                    <a:pt x="1819275" y="1161605"/>
                  </a:lnTo>
                  <a:lnTo>
                    <a:pt x="1819275" y="1158976"/>
                  </a:lnTo>
                  <a:close/>
                </a:path>
                <a:path w="3819525" h="1165225">
                  <a:moveTo>
                    <a:pt x="1819275" y="773798"/>
                  </a:moveTo>
                  <a:lnTo>
                    <a:pt x="1818817" y="772680"/>
                  </a:lnTo>
                  <a:lnTo>
                    <a:pt x="1816950" y="770826"/>
                  </a:lnTo>
                  <a:lnTo>
                    <a:pt x="1815833" y="770356"/>
                  </a:lnTo>
                  <a:lnTo>
                    <a:pt x="1813204" y="770356"/>
                  </a:lnTo>
                  <a:lnTo>
                    <a:pt x="1812086" y="770826"/>
                  </a:lnTo>
                  <a:lnTo>
                    <a:pt x="1810219" y="772680"/>
                  </a:lnTo>
                  <a:lnTo>
                    <a:pt x="1809750" y="773798"/>
                  </a:lnTo>
                  <a:lnTo>
                    <a:pt x="1809750" y="776439"/>
                  </a:lnTo>
                  <a:lnTo>
                    <a:pt x="1810219" y="777557"/>
                  </a:lnTo>
                  <a:lnTo>
                    <a:pt x="1812086" y="779411"/>
                  </a:lnTo>
                  <a:lnTo>
                    <a:pt x="1813204" y="779881"/>
                  </a:lnTo>
                  <a:lnTo>
                    <a:pt x="1815833" y="779881"/>
                  </a:lnTo>
                  <a:lnTo>
                    <a:pt x="1816950" y="779411"/>
                  </a:lnTo>
                  <a:lnTo>
                    <a:pt x="1818817" y="777557"/>
                  </a:lnTo>
                  <a:lnTo>
                    <a:pt x="1819275" y="776439"/>
                  </a:lnTo>
                  <a:lnTo>
                    <a:pt x="1819275" y="773798"/>
                  </a:lnTo>
                  <a:close/>
                </a:path>
                <a:path w="3819525" h="1165225">
                  <a:moveTo>
                    <a:pt x="1819275" y="388620"/>
                  </a:moveTo>
                  <a:lnTo>
                    <a:pt x="1818817" y="387502"/>
                  </a:lnTo>
                  <a:lnTo>
                    <a:pt x="1816950" y="385648"/>
                  </a:lnTo>
                  <a:lnTo>
                    <a:pt x="1815833" y="385178"/>
                  </a:lnTo>
                  <a:lnTo>
                    <a:pt x="1813204" y="385178"/>
                  </a:lnTo>
                  <a:lnTo>
                    <a:pt x="1812086" y="385648"/>
                  </a:lnTo>
                  <a:lnTo>
                    <a:pt x="1810219" y="387502"/>
                  </a:lnTo>
                  <a:lnTo>
                    <a:pt x="1809750" y="388620"/>
                  </a:lnTo>
                  <a:lnTo>
                    <a:pt x="1809750" y="391261"/>
                  </a:lnTo>
                  <a:lnTo>
                    <a:pt x="1810219" y="392379"/>
                  </a:lnTo>
                  <a:lnTo>
                    <a:pt x="1812086" y="394233"/>
                  </a:lnTo>
                  <a:lnTo>
                    <a:pt x="1813204" y="394703"/>
                  </a:lnTo>
                  <a:lnTo>
                    <a:pt x="1815833" y="394703"/>
                  </a:lnTo>
                  <a:lnTo>
                    <a:pt x="1816950" y="394233"/>
                  </a:lnTo>
                  <a:lnTo>
                    <a:pt x="1818817" y="392379"/>
                  </a:lnTo>
                  <a:lnTo>
                    <a:pt x="1819275" y="391261"/>
                  </a:lnTo>
                  <a:lnTo>
                    <a:pt x="1819275" y="388620"/>
                  </a:lnTo>
                  <a:close/>
                </a:path>
                <a:path w="3819525" h="1165225">
                  <a:moveTo>
                    <a:pt x="1819275" y="3454"/>
                  </a:moveTo>
                  <a:lnTo>
                    <a:pt x="1818817" y="2324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24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55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55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3819525" h="1165225">
                  <a:moveTo>
                    <a:pt x="1866900" y="1158976"/>
                  </a:moveTo>
                  <a:lnTo>
                    <a:pt x="1866442" y="1157859"/>
                  </a:lnTo>
                  <a:lnTo>
                    <a:pt x="1864575" y="1156004"/>
                  </a:lnTo>
                  <a:lnTo>
                    <a:pt x="1863458" y="1155534"/>
                  </a:lnTo>
                  <a:lnTo>
                    <a:pt x="1860829" y="1155534"/>
                  </a:lnTo>
                  <a:lnTo>
                    <a:pt x="1859711" y="1156004"/>
                  </a:lnTo>
                  <a:lnTo>
                    <a:pt x="1857844" y="1157859"/>
                  </a:lnTo>
                  <a:lnTo>
                    <a:pt x="1857375" y="1158976"/>
                  </a:lnTo>
                  <a:lnTo>
                    <a:pt x="1857375" y="1161605"/>
                  </a:lnTo>
                  <a:lnTo>
                    <a:pt x="1857844" y="1162735"/>
                  </a:lnTo>
                  <a:lnTo>
                    <a:pt x="1859711" y="1164590"/>
                  </a:lnTo>
                  <a:lnTo>
                    <a:pt x="1860829" y="1165059"/>
                  </a:lnTo>
                  <a:lnTo>
                    <a:pt x="1863458" y="1165059"/>
                  </a:lnTo>
                  <a:lnTo>
                    <a:pt x="1864575" y="1164590"/>
                  </a:lnTo>
                  <a:lnTo>
                    <a:pt x="1866442" y="1162735"/>
                  </a:lnTo>
                  <a:lnTo>
                    <a:pt x="1866900" y="1161605"/>
                  </a:lnTo>
                  <a:lnTo>
                    <a:pt x="1866900" y="1158976"/>
                  </a:lnTo>
                  <a:close/>
                </a:path>
                <a:path w="3819525" h="1165225">
                  <a:moveTo>
                    <a:pt x="1866900" y="773798"/>
                  </a:moveTo>
                  <a:lnTo>
                    <a:pt x="1866442" y="772680"/>
                  </a:lnTo>
                  <a:lnTo>
                    <a:pt x="1864575" y="770826"/>
                  </a:lnTo>
                  <a:lnTo>
                    <a:pt x="1863458" y="770356"/>
                  </a:lnTo>
                  <a:lnTo>
                    <a:pt x="1860829" y="770356"/>
                  </a:lnTo>
                  <a:lnTo>
                    <a:pt x="1859711" y="770826"/>
                  </a:lnTo>
                  <a:lnTo>
                    <a:pt x="1857844" y="772680"/>
                  </a:lnTo>
                  <a:lnTo>
                    <a:pt x="1857375" y="773798"/>
                  </a:lnTo>
                  <a:lnTo>
                    <a:pt x="1857375" y="776439"/>
                  </a:lnTo>
                  <a:lnTo>
                    <a:pt x="1857844" y="777557"/>
                  </a:lnTo>
                  <a:lnTo>
                    <a:pt x="1859711" y="779411"/>
                  </a:lnTo>
                  <a:lnTo>
                    <a:pt x="1860829" y="779881"/>
                  </a:lnTo>
                  <a:lnTo>
                    <a:pt x="1863458" y="779881"/>
                  </a:lnTo>
                  <a:lnTo>
                    <a:pt x="1864575" y="779411"/>
                  </a:lnTo>
                  <a:lnTo>
                    <a:pt x="1866442" y="777557"/>
                  </a:lnTo>
                  <a:lnTo>
                    <a:pt x="1866900" y="776439"/>
                  </a:lnTo>
                  <a:lnTo>
                    <a:pt x="1866900" y="773798"/>
                  </a:lnTo>
                  <a:close/>
                </a:path>
                <a:path w="3819525" h="1165225">
                  <a:moveTo>
                    <a:pt x="1866900" y="388620"/>
                  </a:moveTo>
                  <a:lnTo>
                    <a:pt x="1866442" y="387502"/>
                  </a:lnTo>
                  <a:lnTo>
                    <a:pt x="1864575" y="385648"/>
                  </a:lnTo>
                  <a:lnTo>
                    <a:pt x="1863458" y="385178"/>
                  </a:lnTo>
                  <a:lnTo>
                    <a:pt x="1860829" y="385178"/>
                  </a:lnTo>
                  <a:lnTo>
                    <a:pt x="1859711" y="385648"/>
                  </a:lnTo>
                  <a:lnTo>
                    <a:pt x="1857844" y="387502"/>
                  </a:lnTo>
                  <a:lnTo>
                    <a:pt x="1857375" y="388620"/>
                  </a:lnTo>
                  <a:lnTo>
                    <a:pt x="1857375" y="391261"/>
                  </a:lnTo>
                  <a:lnTo>
                    <a:pt x="1857844" y="392379"/>
                  </a:lnTo>
                  <a:lnTo>
                    <a:pt x="1859711" y="394233"/>
                  </a:lnTo>
                  <a:lnTo>
                    <a:pt x="1860829" y="394703"/>
                  </a:lnTo>
                  <a:lnTo>
                    <a:pt x="1863458" y="394703"/>
                  </a:lnTo>
                  <a:lnTo>
                    <a:pt x="1864575" y="394233"/>
                  </a:lnTo>
                  <a:lnTo>
                    <a:pt x="1866442" y="392379"/>
                  </a:lnTo>
                  <a:lnTo>
                    <a:pt x="1866900" y="391261"/>
                  </a:lnTo>
                  <a:lnTo>
                    <a:pt x="1866900" y="388620"/>
                  </a:lnTo>
                  <a:close/>
                </a:path>
                <a:path w="3819525" h="1165225">
                  <a:moveTo>
                    <a:pt x="1866900" y="3454"/>
                  </a:moveTo>
                  <a:lnTo>
                    <a:pt x="1866442" y="2324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24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55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55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3819525" h="1165225">
                  <a:moveTo>
                    <a:pt x="1914525" y="1158976"/>
                  </a:moveTo>
                  <a:lnTo>
                    <a:pt x="1914067" y="1157859"/>
                  </a:lnTo>
                  <a:lnTo>
                    <a:pt x="1912200" y="1156004"/>
                  </a:lnTo>
                  <a:lnTo>
                    <a:pt x="1911083" y="1155534"/>
                  </a:lnTo>
                  <a:lnTo>
                    <a:pt x="1908454" y="1155534"/>
                  </a:lnTo>
                  <a:lnTo>
                    <a:pt x="1907336" y="1156004"/>
                  </a:lnTo>
                  <a:lnTo>
                    <a:pt x="1905469" y="1157859"/>
                  </a:lnTo>
                  <a:lnTo>
                    <a:pt x="1905000" y="1158976"/>
                  </a:lnTo>
                  <a:lnTo>
                    <a:pt x="1905000" y="1161605"/>
                  </a:lnTo>
                  <a:lnTo>
                    <a:pt x="1905469" y="1162735"/>
                  </a:lnTo>
                  <a:lnTo>
                    <a:pt x="1907336" y="1164590"/>
                  </a:lnTo>
                  <a:lnTo>
                    <a:pt x="1908454" y="1165059"/>
                  </a:lnTo>
                  <a:lnTo>
                    <a:pt x="1911083" y="1165059"/>
                  </a:lnTo>
                  <a:lnTo>
                    <a:pt x="1912200" y="1164590"/>
                  </a:lnTo>
                  <a:lnTo>
                    <a:pt x="1914067" y="1162735"/>
                  </a:lnTo>
                  <a:lnTo>
                    <a:pt x="1914525" y="1161605"/>
                  </a:lnTo>
                  <a:lnTo>
                    <a:pt x="1914525" y="1158976"/>
                  </a:lnTo>
                  <a:close/>
                </a:path>
                <a:path w="3819525" h="1165225">
                  <a:moveTo>
                    <a:pt x="1914525" y="773798"/>
                  </a:moveTo>
                  <a:lnTo>
                    <a:pt x="1914067" y="772680"/>
                  </a:lnTo>
                  <a:lnTo>
                    <a:pt x="1912200" y="770826"/>
                  </a:lnTo>
                  <a:lnTo>
                    <a:pt x="1911083" y="770356"/>
                  </a:lnTo>
                  <a:lnTo>
                    <a:pt x="1908454" y="770356"/>
                  </a:lnTo>
                  <a:lnTo>
                    <a:pt x="1907336" y="770826"/>
                  </a:lnTo>
                  <a:lnTo>
                    <a:pt x="1905469" y="772680"/>
                  </a:lnTo>
                  <a:lnTo>
                    <a:pt x="1905000" y="773798"/>
                  </a:lnTo>
                  <a:lnTo>
                    <a:pt x="1905000" y="776439"/>
                  </a:lnTo>
                  <a:lnTo>
                    <a:pt x="1905469" y="777557"/>
                  </a:lnTo>
                  <a:lnTo>
                    <a:pt x="1907336" y="779411"/>
                  </a:lnTo>
                  <a:lnTo>
                    <a:pt x="1908454" y="779881"/>
                  </a:lnTo>
                  <a:lnTo>
                    <a:pt x="1911083" y="779881"/>
                  </a:lnTo>
                  <a:lnTo>
                    <a:pt x="1912200" y="779411"/>
                  </a:lnTo>
                  <a:lnTo>
                    <a:pt x="1914067" y="777557"/>
                  </a:lnTo>
                  <a:lnTo>
                    <a:pt x="1914525" y="776439"/>
                  </a:lnTo>
                  <a:lnTo>
                    <a:pt x="1914525" y="773798"/>
                  </a:lnTo>
                  <a:close/>
                </a:path>
                <a:path w="3819525" h="1165225">
                  <a:moveTo>
                    <a:pt x="1914525" y="388620"/>
                  </a:moveTo>
                  <a:lnTo>
                    <a:pt x="1914067" y="387502"/>
                  </a:lnTo>
                  <a:lnTo>
                    <a:pt x="1912200" y="385648"/>
                  </a:lnTo>
                  <a:lnTo>
                    <a:pt x="1911083" y="385178"/>
                  </a:lnTo>
                  <a:lnTo>
                    <a:pt x="1908454" y="385178"/>
                  </a:lnTo>
                  <a:lnTo>
                    <a:pt x="1907336" y="385648"/>
                  </a:lnTo>
                  <a:lnTo>
                    <a:pt x="1905469" y="387502"/>
                  </a:lnTo>
                  <a:lnTo>
                    <a:pt x="1905000" y="388620"/>
                  </a:lnTo>
                  <a:lnTo>
                    <a:pt x="1905000" y="391261"/>
                  </a:lnTo>
                  <a:lnTo>
                    <a:pt x="1905469" y="392379"/>
                  </a:lnTo>
                  <a:lnTo>
                    <a:pt x="1907336" y="394233"/>
                  </a:lnTo>
                  <a:lnTo>
                    <a:pt x="1908454" y="394703"/>
                  </a:lnTo>
                  <a:lnTo>
                    <a:pt x="1911083" y="394703"/>
                  </a:lnTo>
                  <a:lnTo>
                    <a:pt x="1912200" y="394233"/>
                  </a:lnTo>
                  <a:lnTo>
                    <a:pt x="1914067" y="392379"/>
                  </a:lnTo>
                  <a:lnTo>
                    <a:pt x="1914525" y="391261"/>
                  </a:lnTo>
                  <a:lnTo>
                    <a:pt x="1914525" y="388620"/>
                  </a:lnTo>
                  <a:close/>
                </a:path>
                <a:path w="3819525" h="1165225">
                  <a:moveTo>
                    <a:pt x="1914525" y="3454"/>
                  </a:moveTo>
                  <a:lnTo>
                    <a:pt x="1914067" y="2324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24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55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55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3819525" h="1165225">
                  <a:moveTo>
                    <a:pt x="1962150" y="1158976"/>
                  </a:moveTo>
                  <a:lnTo>
                    <a:pt x="1961692" y="1157859"/>
                  </a:lnTo>
                  <a:lnTo>
                    <a:pt x="1959825" y="1156004"/>
                  </a:lnTo>
                  <a:lnTo>
                    <a:pt x="1958708" y="1155534"/>
                  </a:lnTo>
                  <a:lnTo>
                    <a:pt x="1956079" y="1155534"/>
                  </a:lnTo>
                  <a:lnTo>
                    <a:pt x="1954961" y="1156004"/>
                  </a:lnTo>
                  <a:lnTo>
                    <a:pt x="1953094" y="1157859"/>
                  </a:lnTo>
                  <a:lnTo>
                    <a:pt x="1952625" y="1158976"/>
                  </a:lnTo>
                  <a:lnTo>
                    <a:pt x="1952625" y="1161605"/>
                  </a:lnTo>
                  <a:lnTo>
                    <a:pt x="1953094" y="1162735"/>
                  </a:lnTo>
                  <a:lnTo>
                    <a:pt x="1954961" y="1164590"/>
                  </a:lnTo>
                  <a:lnTo>
                    <a:pt x="1956079" y="1165059"/>
                  </a:lnTo>
                  <a:lnTo>
                    <a:pt x="1958708" y="1165059"/>
                  </a:lnTo>
                  <a:lnTo>
                    <a:pt x="1959825" y="1164590"/>
                  </a:lnTo>
                  <a:lnTo>
                    <a:pt x="1961692" y="1162735"/>
                  </a:lnTo>
                  <a:lnTo>
                    <a:pt x="1962150" y="1161605"/>
                  </a:lnTo>
                  <a:lnTo>
                    <a:pt x="1962150" y="1158976"/>
                  </a:lnTo>
                  <a:close/>
                </a:path>
                <a:path w="3819525" h="1165225">
                  <a:moveTo>
                    <a:pt x="1962150" y="773798"/>
                  </a:moveTo>
                  <a:lnTo>
                    <a:pt x="1961692" y="772680"/>
                  </a:lnTo>
                  <a:lnTo>
                    <a:pt x="1959825" y="770826"/>
                  </a:lnTo>
                  <a:lnTo>
                    <a:pt x="1958708" y="770356"/>
                  </a:lnTo>
                  <a:lnTo>
                    <a:pt x="1956079" y="770356"/>
                  </a:lnTo>
                  <a:lnTo>
                    <a:pt x="1954961" y="770826"/>
                  </a:lnTo>
                  <a:lnTo>
                    <a:pt x="1953094" y="772680"/>
                  </a:lnTo>
                  <a:lnTo>
                    <a:pt x="1952625" y="773798"/>
                  </a:lnTo>
                  <a:lnTo>
                    <a:pt x="1952625" y="776439"/>
                  </a:lnTo>
                  <a:lnTo>
                    <a:pt x="1953094" y="777557"/>
                  </a:lnTo>
                  <a:lnTo>
                    <a:pt x="1954961" y="779411"/>
                  </a:lnTo>
                  <a:lnTo>
                    <a:pt x="1956079" y="779881"/>
                  </a:lnTo>
                  <a:lnTo>
                    <a:pt x="1958708" y="779881"/>
                  </a:lnTo>
                  <a:lnTo>
                    <a:pt x="1959825" y="779411"/>
                  </a:lnTo>
                  <a:lnTo>
                    <a:pt x="1961692" y="777557"/>
                  </a:lnTo>
                  <a:lnTo>
                    <a:pt x="1962150" y="776439"/>
                  </a:lnTo>
                  <a:lnTo>
                    <a:pt x="1962150" y="773798"/>
                  </a:lnTo>
                  <a:close/>
                </a:path>
                <a:path w="3819525" h="1165225">
                  <a:moveTo>
                    <a:pt x="1962150" y="388620"/>
                  </a:moveTo>
                  <a:lnTo>
                    <a:pt x="1961692" y="387502"/>
                  </a:lnTo>
                  <a:lnTo>
                    <a:pt x="1959825" y="385648"/>
                  </a:lnTo>
                  <a:lnTo>
                    <a:pt x="1958708" y="385178"/>
                  </a:lnTo>
                  <a:lnTo>
                    <a:pt x="1956079" y="385178"/>
                  </a:lnTo>
                  <a:lnTo>
                    <a:pt x="1954961" y="385648"/>
                  </a:lnTo>
                  <a:lnTo>
                    <a:pt x="1953094" y="387502"/>
                  </a:lnTo>
                  <a:lnTo>
                    <a:pt x="1952625" y="388620"/>
                  </a:lnTo>
                  <a:lnTo>
                    <a:pt x="1952625" y="391261"/>
                  </a:lnTo>
                  <a:lnTo>
                    <a:pt x="1953094" y="392379"/>
                  </a:lnTo>
                  <a:lnTo>
                    <a:pt x="1954961" y="394233"/>
                  </a:lnTo>
                  <a:lnTo>
                    <a:pt x="1956079" y="394703"/>
                  </a:lnTo>
                  <a:lnTo>
                    <a:pt x="1958708" y="394703"/>
                  </a:lnTo>
                  <a:lnTo>
                    <a:pt x="1959825" y="394233"/>
                  </a:lnTo>
                  <a:lnTo>
                    <a:pt x="1961692" y="392379"/>
                  </a:lnTo>
                  <a:lnTo>
                    <a:pt x="1962150" y="391261"/>
                  </a:lnTo>
                  <a:lnTo>
                    <a:pt x="1962150" y="388620"/>
                  </a:lnTo>
                  <a:close/>
                </a:path>
                <a:path w="3819525" h="1165225">
                  <a:moveTo>
                    <a:pt x="1962150" y="3454"/>
                  </a:moveTo>
                  <a:lnTo>
                    <a:pt x="1961692" y="2324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24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55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55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3819525" h="1165225">
                  <a:moveTo>
                    <a:pt x="2009775" y="1158976"/>
                  </a:moveTo>
                  <a:lnTo>
                    <a:pt x="2009317" y="1157859"/>
                  </a:lnTo>
                  <a:lnTo>
                    <a:pt x="2007450" y="1156004"/>
                  </a:lnTo>
                  <a:lnTo>
                    <a:pt x="2006333" y="1155534"/>
                  </a:lnTo>
                  <a:lnTo>
                    <a:pt x="2003704" y="1155534"/>
                  </a:lnTo>
                  <a:lnTo>
                    <a:pt x="2002586" y="1156004"/>
                  </a:lnTo>
                  <a:lnTo>
                    <a:pt x="2000719" y="1157859"/>
                  </a:lnTo>
                  <a:lnTo>
                    <a:pt x="2000250" y="1158976"/>
                  </a:lnTo>
                  <a:lnTo>
                    <a:pt x="2000250" y="1161605"/>
                  </a:lnTo>
                  <a:lnTo>
                    <a:pt x="2000719" y="1162735"/>
                  </a:lnTo>
                  <a:lnTo>
                    <a:pt x="2002586" y="1164590"/>
                  </a:lnTo>
                  <a:lnTo>
                    <a:pt x="2003704" y="1165059"/>
                  </a:lnTo>
                  <a:lnTo>
                    <a:pt x="2006333" y="1165059"/>
                  </a:lnTo>
                  <a:lnTo>
                    <a:pt x="2007450" y="1164590"/>
                  </a:lnTo>
                  <a:lnTo>
                    <a:pt x="2009317" y="1162735"/>
                  </a:lnTo>
                  <a:lnTo>
                    <a:pt x="2009775" y="1161605"/>
                  </a:lnTo>
                  <a:lnTo>
                    <a:pt x="2009775" y="1158976"/>
                  </a:lnTo>
                  <a:close/>
                </a:path>
                <a:path w="3819525" h="1165225">
                  <a:moveTo>
                    <a:pt x="2009775" y="773798"/>
                  </a:moveTo>
                  <a:lnTo>
                    <a:pt x="2009317" y="772680"/>
                  </a:lnTo>
                  <a:lnTo>
                    <a:pt x="2007450" y="770826"/>
                  </a:lnTo>
                  <a:lnTo>
                    <a:pt x="2006333" y="770356"/>
                  </a:lnTo>
                  <a:lnTo>
                    <a:pt x="2003704" y="770356"/>
                  </a:lnTo>
                  <a:lnTo>
                    <a:pt x="2002586" y="770826"/>
                  </a:lnTo>
                  <a:lnTo>
                    <a:pt x="2000719" y="772680"/>
                  </a:lnTo>
                  <a:lnTo>
                    <a:pt x="2000250" y="773798"/>
                  </a:lnTo>
                  <a:lnTo>
                    <a:pt x="2000250" y="776439"/>
                  </a:lnTo>
                  <a:lnTo>
                    <a:pt x="2000719" y="777557"/>
                  </a:lnTo>
                  <a:lnTo>
                    <a:pt x="2002586" y="779411"/>
                  </a:lnTo>
                  <a:lnTo>
                    <a:pt x="2003704" y="779881"/>
                  </a:lnTo>
                  <a:lnTo>
                    <a:pt x="2006333" y="779881"/>
                  </a:lnTo>
                  <a:lnTo>
                    <a:pt x="2007450" y="779411"/>
                  </a:lnTo>
                  <a:lnTo>
                    <a:pt x="2009317" y="777557"/>
                  </a:lnTo>
                  <a:lnTo>
                    <a:pt x="2009775" y="776439"/>
                  </a:lnTo>
                  <a:lnTo>
                    <a:pt x="2009775" y="773798"/>
                  </a:lnTo>
                  <a:close/>
                </a:path>
                <a:path w="3819525" h="1165225">
                  <a:moveTo>
                    <a:pt x="2009775" y="388620"/>
                  </a:moveTo>
                  <a:lnTo>
                    <a:pt x="2009317" y="387502"/>
                  </a:lnTo>
                  <a:lnTo>
                    <a:pt x="2007450" y="385648"/>
                  </a:lnTo>
                  <a:lnTo>
                    <a:pt x="2006333" y="385178"/>
                  </a:lnTo>
                  <a:lnTo>
                    <a:pt x="2003704" y="385178"/>
                  </a:lnTo>
                  <a:lnTo>
                    <a:pt x="2002586" y="385648"/>
                  </a:lnTo>
                  <a:lnTo>
                    <a:pt x="2000719" y="387502"/>
                  </a:lnTo>
                  <a:lnTo>
                    <a:pt x="2000250" y="388620"/>
                  </a:lnTo>
                  <a:lnTo>
                    <a:pt x="2000250" y="391261"/>
                  </a:lnTo>
                  <a:lnTo>
                    <a:pt x="2000719" y="392379"/>
                  </a:lnTo>
                  <a:lnTo>
                    <a:pt x="2002586" y="394233"/>
                  </a:lnTo>
                  <a:lnTo>
                    <a:pt x="2003704" y="394703"/>
                  </a:lnTo>
                  <a:lnTo>
                    <a:pt x="2006333" y="394703"/>
                  </a:lnTo>
                  <a:lnTo>
                    <a:pt x="2007450" y="394233"/>
                  </a:lnTo>
                  <a:lnTo>
                    <a:pt x="2009317" y="392379"/>
                  </a:lnTo>
                  <a:lnTo>
                    <a:pt x="2009775" y="391261"/>
                  </a:lnTo>
                  <a:lnTo>
                    <a:pt x="2009775" y="388620"/>
                  </a:lnTo>
                  <a:close/>
                </a:path>
                <a:path w="3819525" h="1165225">
                  <a:moveTo>
                    <a:pt x="2009775" y="3454"/>
                  </a:moveTo>
                  <a:lnTo>
                    <a:pt x="2009317" y="2324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24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55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55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3819525" h="1165225">
                  <a:moveTo>
                    <a:pt x="2057400" y="1158976"/>
                  </a:moveTo>
                  <a:lnTo>
                    <a:pt x="2056942" y="1157859"/>
                  </a:lnTo>
                  <a:lnTo>
                    <a:pt x="2055075" y="1156004"/>
                  </a:lnTo>
                  <a:lnTo>
                    <a:pt x="2053958" y="1155534"/>
                  </a:lnTo>
                  <a:lnTo>
                    <a:pt x="2051329" y="1155534"/>
                  </a:lnTo>
                  <a:lnTo>
                    <a:pt x="2050211" y="1156004"/>
                  </a:lnTo>
                  <a:lnTo>
                    <a:pt x="2048344" y="1157859"/>
                  </a:lnTo>
                  <a:lnTo>
                    <a:pt x="2047875" y="1158976"/>
                  </a:lnTo>
                  <a:lnTo>
                    <a:pt x="2047875" y="1161605"/>
                  </a:lnTo>
                  <a:lnTo>
                    <a:pt x="2048344" y="1162735"/>
                  </a:lnTo>
                  <a:lnTo>
                    <a:pt x="2050211" y="1164590"/>
                  </a:lnTo>
                  <a:lnTo>
                    <a:pt x="2051329" y="1165059"/>
                  </a:lnTo>
                  <a:lnTo>
                    <a:pt x="2053958" y="1165059"/>
                  </a:lnTo>
                  <a:lnTo>
                    <a:pt x="2055075" y="1164590"/>
                  </a:lnTo>
                  <a:lnTo>
                    <a:pt x="2056942" y="1162735"/>
                  </a:lnTo>
                  <a:lnTo>
                    <a:pt x="2057400" y="1161605"/>
                  </a:lnTo>
                  <a:lnTo>
                    <a:pt x="2057400" y="1158976"/>
                  </a:lnTo>
                  <a:close/>
                </a:path>
                <a:path w="3819525" h="1165225">
                  <a:moveTo>
                    <a:pt x="2057400" y="773798"/>
                  </a:moveTo>
                  <a:lnTo>
                    <a:pt x="2056942" y="772680"/>
                  </a:lnTo>
                  <a:lnTo>
                    <a:pt x="2055075" y="770826"/>
                  </a:lnTo>
                  <a:lnTo>
                    <a:pt x="2053958" y="770356"/>
                  </a:lnTo>
                  <a:lnTo>
                    <a:pt x="2051329" y="770356"/>
                  </a:lnTo>
                  <a:lnTo>
                    <a:pt x="2050211" y="770826"/>
                  </a:lnTo>
                  <a:lnTo>
                    <a:pt x="2048344" y="772680"/>
                  </a:lnTo>
                  <a:lnTo>
                    <a:pt x="2047875" y="773798"/>
                  </a:lnTo>
                  <a:lnTo>
                    <a:pt x="2047875" y="776439"/>
                  </a:lnTo>
                  <a:lnTo>
                    <a:pt x="2048344" y="777557"/>
                  </a:lnTo>
                  <a:lnTo>
                    <a:pt x="2050211" y="779411"/>
                  </a:lnTo>
                  <a:lnTo>
                    <a:pt x="2051329" y="779881"/>
                  </a:lnTo>
                  <a:lnTo>
                    <a:pt x="2053958" y="779881"/>
                  </a:lnTo>
                  <a:lnTo>
                    <a:pt x="2055075" y="779411"/>
                  </a:lnTo>
                  <a:lnTo>
                    <a:pt x="2056942" y="777557"/>
                  </a:lnTo>
                  <a:lnTo>
                    <a:pt x="2057400" y="776439"/>
                  </a:lnTo>
                  <a:lnTo>
                    <a:pt x="2057400" y="773798"/>
                  </a:lnTo>
                  <a:close/>
                </a:path>
                <a:path w="3819525" h="1165225">
                  <a:moveTo>
                    <a:pt x="2057400" y="388620"/>
                  </a:moveTo>
                  <a:lnTo>
                    <a:pt x="2056942" y="387502"/>
                  </a:lnTo>
                  <a:lnTo>
                    <a:pt x="2055075" y="385648"/>
                  </a:lnTo>
                  <a:lnTo>
                    <a:pt x="2053958" y="385178"/>
                  </a:lnTo>
                  <a:lnTo>
                    <a:pt x="2051329" y="385178"/>
                  </a:lnTo>
                  <a:lnTo>
                    <a:pt x="2050211" y="385648"/>
                  </a:lnTo>
                  <a:lnTo>
                    <a:pt x="2048344" y="387502"/>
                  </a:lnTo>
                  <a:lnTo>
                    <a:pt x="2047875" y="388620"/>
                  </a:lnTo>
                  <a:lnTo>
                    <a:pt x="2047875" y="391261"/>
                  </a:lnTo>
                  <a:lnTo>
                    <a:pt x="2048344" y="392379"/>
                  </a:lnTo>
                  <a:lnTo>
                    <a:pt x="2050211" y="394233"/>
                  </a:lnTo>
                  <a:lnTo>
                    <a:pt x="2051329" y="394703"/>
                  </a:lnTo>
                  <a:lnTo>
                    <a:pt x="2053958" y="394703"/>
                  </a:lnTo>
                  <a:lnTo>
                    <a:pt x="2055075" y="394233"/>
                  </a:lnTo>
                  <a:lnTo>
                    <a:pt x="2056942" y="392379"/>
                  </a:lnTo>
                  <a:lnTo>
                    <a:pt x="2057400" y="391261"/>
                  </a:lnTo>
                  <a:lnTo>
                    <a:pt x="2057400" y="388620"/>
                  </a:lnTo>
                  <a:close/>
                </a:path>
                <a:path w="3819525" h="1165225">
                  <a:moveTo>
                    <a:pt x="2057400" y="3454"/>
                  </a:moveTo>
                  <a:lnTo>
                    <a:pt x="2056942" y="2324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24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55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55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3819525" h="1165225">
                  <a:moveTo>
                    <a:pt x="2105025" y="1158976"/>
                  </a:moveTo>
                  <a:lnTo>
                    <a:pt x="2104567" y="1157859"/>
                  </a:lnTo>
                  <a:lnTo>
                    <a:pt x="2102700" y="1156004"/>
                  </a:lnTo>
                  <a:lnTo>
                    <a:pt x="2101583" y="1155534"/>
                  </a:lnTo>
                  <a:lnTo>
                    <a:pt x="2098954" y="1155534"/>
                  </a:lnTo>
                  <a:lnTo>
                    <a:pt x="2097836" y="1156004"/>
                  </a:lnTo>
                  <a:lnTo>
                    <a:pt x="2095969" y="1157859"/>
                  </a:lnTo>
                  <a:lnTo>
                    <a:pt x="2095500" y="1158976"/>
                  </a:lnTo>
                  <a:lnTo>
                    <a:pt x="2095500" y="1161605"/>
                  </a:lnTo>
                  <a:lnTo>
                    <a:pt x="2095969" y="1162735"/>
                  </a:lnTo>
                  <a:lnTo>
                    <a:pt x="2097836" y="1164590"/>
                  </a:lnTo>
                  <a:lnTo>
                    <a:pt x="2098954" y="1165059"/>
                  </a:lnTo>
                  <a:lnTo>
                    <a:pt x="2101583" y="1165059"/>
                  </a:lnTo>
                  <a:lnTo>
                    <a:pt x="2102700" y="1164590"/>
                  </a:lnTo>
                  <a:lnTo>
                    <a:pt x="2104567" y="1162735"/>
                  </a:lnTo>
                  <a:lnTo>
                    <a:pt x="2105025" y="1161605"/>
                  </a:lnTo>
                  <a:lnTo>
                    <a:pt x="2105025" y="1158976"/>
                  </a:lnTo>
                  <a:close/>
                </a:path>
                <a:path w="3819525" h="1165225">
                  <a:moveTo>
                    <a:pt x="2105025" y="773798"/>
                  </a:moveTo>
                  <a:lnTo>
                    <a:pt x="2104567" y="772680"/>
                  </a:lnTo>
                  <a:lnTo>
                    <a:pt x="2102700" y="770826"/>
                  </a:lnTo>
                  <a:lnTo>
                    <a:pt x="2101583" y="770356"/>
                  </a:lnTo>
                  <a:lnTo>
                    <a:pt x="2098954" y="770356"/>
                  </a:lnTo>
                  <a:lnTo>
                    <a:pt x="2097836" y="770826"/>
                  </a:lnTo>
                  <a:lnTo>
                    <a:pt x="2095969" y="772680"/>
                  </a:lnTo>
                  <a:lnTo>
                    <a:pt x="2095500" y="773798"/>
                  </a:lnTo>
                  <a:lnTo>
                    <a:pt x="2095500" y="776439"/>
                  </a:lnTo>
                  <a:lnTo>
                    <a:pt x="2095969" y="777557"/>
                  </a:lnTo>
                  <a:lnTo>
                    <a:pt x="2097836" y="779411"/>
                  </a:lnTo>
                  <a:lnTo>
                    <a:pt x="2098954" y="779881"/>
                  </a:lnTo>
                  <a:lnTo>
                    <a:pt x="2101583" y="779881"/>
                  </a:lnTo>
                  <a:lnTo>
                    <a:pt x="2102700" y="779411"/>
                  </a:lnTo>
                  <a:lnTo>
                    <a:pt x="2104567" y="777557"/>
                  </a:lnTo>
                  <a:lnTo>
                    <a:pt x="2105025" y="776439"/>
                  </a:lnTo>
                  <a:lnTo>
                    <a:pt x="2105025" y="773798"/>
                  </a:lnTo>
                  <a:close/>
                </a:path>
                <a:path w="3819525" h="1165225">
                  <a:moveTo>
                    <a:pt x="2105025" y="388620"/>
                  </a:moveTo>
                  <a:lnTo>
                    <a:pt x="2104567" y="387502"/>
                  </a:lnTo>
                  <a:lnTo>
                    <a:pt x="2102700" y="385648"/>
                  </a:lnTo>
                  <a:lnTo>
                    <a:pt x="2101583" y="385178"/>
                  </a:lnTo>
                  <a:lnTo>
                    <a:pt x="2098954" y="385178"/>
                  </a:lnTo>
                  <a:lnTo>
                    <a:pt x="2097836" y="385648"/>
                  </a:lnTo>
                  <a:lnTo>
                    <a:pt x="2095969" y="387502"/>
                  </a:lnTo>
                  <a:lnTo>
                    <a:pt x="2095500" y="388620"/>
                  </a:lnTo>
                  <a:lnTo>
                    <a:pt x="2095500" y="391261"/>
                  </a:lnTo>
                  <a:lnTo>
                    <a:pt x="2095969" y="392379"/>
                  </a:lnTo>
                  <a:lnTo>
                    <a:pt x="2097836" y="394233"/>
                  </a:lnTo>
                  <a:lnTo>
                    <a:pt x="2098954" y="394703"/>
                  </a:lnTo>
                  <a:lnTo>
                    <a:pt x="2101583" y="394703"/>
                  </a:lnTo>
                  <a:lnTo>
                    <a:pt x="2102700" y="394233"/>
                  </a:lnTo>
                  <a:lnTo>
                    <a:pt x="2104567" y="392379"/>
                  </a:lnTo>
                  <a:lnTo>
                    <a:pt x="2105025" y="391261"/>
                  </a:lnTo>
                  <a:lnTo>
                    <a:pt x="2105025" y="388620"/>
                  </a:lnTo>
                  <a:close/>
                </a:path>
                <a:path w="3819525" h="1165225">
                  <a:moveTo>
                    <a:pt x="2105025" y="3454"/>
                  </a:moveTo>
                  <a:lnTo>
                    <a:pt x="2104567" y="2324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24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55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55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3819525" h="1165225">
                  <a:moveTo>
                    <a:pt x="2152650" y="1158976"/>
                  </a:moveTo>
                  <a:lnTo>
                    <a:pt x="2152192" y="1157859"/>
                  </a:lnTo>
                  <a:lnTo>
                    <a:pt x="2150326" y="1156004"/>
                  </a:lnTo>
                  <a:lnTo>
                    <a:pt x="2149208" y="1155534"/>
                  </a:lnTo>
                  <a:lnTo>
                    <a:pt x="2146579" y="1155534"/>
                  </a:lnTo>
                  <a:lnTo>
                    <a:pt x="2145461" y="1156004"/>
                  </a:lnTo>
                  <a:lnTo>
                    <a:pt x="2143595" y="1157859"/>
                  </a:lnTo>
                  <a:lnTo>
                    <a:pt x="2143125" y="1158976"/>
                  </a:lnTo>
                  <a:lnTo>
                    <a:pt x="2143125" y="1161605"/>
                  </a:lnTo>
                  <a:lnTo>
                    <a:pt x="2143595" y="1162735"/>
                  </a:lnTo>
                  <a:lnTo>
                    <a:pt x="2145461" y="1164590"/>
                  </a:lnTo>
                  <a:lnTo>
                    <a:pt x="2146579" y="1165059"/>
                  </a:lnTo>
                  <a:lnTo>
                    <a:pt x="2149208" y="1165059"/>
                  </a:lnTo>
                  <a:lnTo>
                    <a:pt x="2150326" y="1164590"/>
                  </a:lnTo>
                  <a:lnTo>
                    <a:pt x="2152192" y="1162735"/>
                  </a:lnTo>
                  <a:lnTo>
                    <a:pt x="2152650" y="1161605"/>
                  </a:lnTo>
                  <a:lnTo>
                    <a:pt x="2152650" y="1158976"/>
                  </a:lnTo>
                  <a:close/>
                </a:path>
                <a:path w="3819525" h="1165225">
                  <a:moveTo>
                    <a:pt x="2152650" y="773798"/>
                  </a:moveTo>
                  <a:lnTo>
                    <a:pt x="2152192" y="772680"/>
                  </a:lnTo>
                  <a:lnTo>
                    <a:pt x="2150326" y="770826"/>
                  </a:lnTo>
                  <a:lnTo>
                    <a:pt x="2149208" y="770356"/>
                  </a:lnTo>
                  <a:lnTo>
                    <a:pt x="2146579" y="770356"/>
                  </a:lnTo>
                  <a:lnTo>
                    <a:pt x="2145461" y="770826"/>
                  </a:lnTo>
                  <a:lnTo>
                    <a:pt x="2143595" y="772680"/>
                  </a:lnTo>
                  <a:lnTo>
                    <a:pt x="2143125" y="773798"/>
                  </a:lnTo>
                  <a:lnTo>
                    <a:pt x="2143125" y="776439"/>
                  </a:lnTo>
                  <a:lnTo>
                    <a:pt x="2143595" y="777557"/>
                  </a:lnTo>
                  <a:lnTo>
                    <a:pt x="2145461" y="779411"/>
                  </a:lnTo>
                  <a:lnTo>
                    <a:pt x="2146579" y="779881"/>
                  </a:lnTo>
                  <a:lnTo>
                    <a:pt x="2149208" y="779881"/>
                  </a:lnTo>
                  <a:lnTo>
                    <a:pt x="2150326" y="779411"/>
                  </a:lnTo>
                  <a:lnTo>
                    <a:pt x="2152192" y="777557"/>
                  </a:lnTo>
                  <a:lnTo>
                    <a:pt x="2152650" y="776439"/>
                  </a:lnTo>
                  <a:lnTo>
                    <a:pt x="2152650" y="773798"/>
                  </a:lnTo>
                  <a:close/>
                </a:path>
                <a:path w="3819525" h="1165225">
                  <a:moveTo>
                    <a:pt x="2152650" y="388620"/>
                  </a:moveTo>
                  <a:lnTo>
                    <a:pt x="2152192" y="387502"/>
                  </a:lnTo>
                  <a:lnTo>
                    <a:pt x="2150326" y="385648"/>
                  </a:lnTo>
                  <a:lnTo>
                    <a:pt x="2149208" y="385178"/>
                  </a:lnTo>
                  <a:lnTo>
                    <a:pt x="2146579" y="385178"/>
                  </a:lnTo>
                  <a:lnTo>
                    <a:pt x="2145461" y="385648"/>
                  </a:lnTo>
                  <a:lnTo>
                    <a:pt x="2143595" y="387502"/>
                  </a:lnTo>
                  <a:lnTo>
                    <a:pt x="2143125" y="388620"/>
                  </a:lnTo>
                  <a:lnTo>
                    <a:pt x="2143125" y="391261"/>
                  </a:lnTo>
                  <a:lnTo>
                    <a:pt x="2143595" y="392379"/>
                  </a:lnTo>
                  <a:lnTo>
                    <a:pt x="2145461" y="394233"/>
                  </a:lnTo>
                  <a:lnTo>
                    <a:pt x="2146579" y="394703"/>
                  </a:lnTo>
                  <a:lnTo>
                    <a:pt x="2149208" y="394703"/>
                  </a:lnTo>
                  <a:lnTo>
                    <a:pt x="2150326" y="394233"/>
                  </a:lnTo>
                  <a:lnTo>
                    <a:pt x="2152192" y="392379"/>
                  </a:lnTo>
                  <a:lnTo>
                    <a:pt x="2152650" y="391261"/>
                  </a:lnTo>
                  <a:lnTo>
                    <a:pt x="2152650" y="388620"/>
                  </a:lnTo>
                  <a:close/>
                </a:path>
                <a:path w="3819525" h="1165225">
                  <a:moveTo>
                    <a:pt x="2152650" y="3454"/>
                  </a:moveTo>
                  <a:lnTo>
                    <a:pt x="2152192" y="2324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24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55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55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3819525" h="1165225">
                  <a:moveTo>
                    <a:pt x="2200275" y="1158976"/>
                  </a:moveTo>
                  <a:lnTo>
                    <a:pt x="2199817" y="1157859"/>
                  </a:lnTo>
                  <a:lnTo>
                    <a:pt x="2197951" y="1156004"/>
                  </a:lnTo>
                  <a:lnTo>
                    <a:pt x="2196833" y="1155534"/>
                  </a:lnTo>
                  <a:lnTo>
                    <a:pt x="2194204" y="1155534"/>
                  </a:lnTo>
                  <a:lnTo>
                    <a:pt x="2193086" y="1156004"/>
                  </a:lnTo>
                  <a:lnTo>
                    <a:pt x="2191220" y="1157859"/>
                  </a:lnTo>
                  <a:lnTo>
                    <a:pt x="2190750" y="1158976"/>
                  </a:lnTo>
                  <a:lnTo>
                    <a:pt x="2190750" y="1161605"/>
                  </a:lnTo>
                  <a:lnTo>
                    <a:pt x="2191220" y="1162735"/>
                  </a:lnTo>
                  <a:lnTo>
                    <a:pt x="2193086" y="1164590"/>
                  </a:lnTo>
                  <a:lnTo>
                    <a:pt x="2194204" y="1165059"/>
                  </a:lnTo>
                  <a:lnTo>
                    <a:pt x="2196833" y="1165059"/>
                  </a:lnTo>
                  <a:lnTo>
                    <a:pt x="2197951" y="1164590"/>
                  </a:lnTo>
                  <a:lnTo>
                    <a:pt x="2199817" y="1162735"/>
                  </a:lnTo>
                  <a:lnTo>
                    <a:pt x="2200275" y="1161605"/>
                  </a:lnTo>
                  <a:lnTo>
                    <a:pt x="2200275" y="1158976"/>
                  </a:lnTo>
                  <a:close/>
                </a:path>
                <a:path w="3819525" h="1165225">
                  <a:moveTo>
                    <a:pt x="2200275" y="773798"/>
                  </a:moveTo>
                  <a:lnTo>
                    <a:pt x="2199817" y="772680"/>
                  </a:lnTo>
                  <a:lnTo>
                    <a:pt x="2197951" y="770826"/>
                  </a:lnTo>
                  <a:lnTo>
                    <a:pt x="2196833" y="770356"/>
                  </a:lnTo>
                  <a:lnTo>
                    <a:pt x="2194204" y="770356"/>
                  </a:lnTo>
                  <a:lnTo>
                    <a:pt x="2193086" y="770826"/>
                  </a:lnTo>
                  <a:lnTo>
                    <a:pt x="2191220" y="772680"/>
                  </a:lnTo>
                  <a:lnTo>
                    <a:pt x="2190750" y="773798"/>
                  </a:lnTo>
                  <a:lnTo>
                    <a:pt x="2190750" y="776439"/>
                  </a:lnTo>
                  <a:lnTo>
                    <a:pt x="2191220" y="777557"/>
                  </a:lnTo>
                  <a:lnTo>
                    <a:pt x="2193086" y="779411"/>
                  </a:lnTo>
                  <a:lnTo>
                    <a:pt x="2194204" y="779881"/>
                  </a:lnTo>
                  <a:lnTo>
                    <a:pt x="2196833" y="779881"/>
                  </a:lnTo>
                  <a:lnTo>
                    <a:pt x="2197951" y="779411"/>
                  </a:lnTo>
                  <a:lnTo>
                    <a:pt x="2199817" y="777557"/>
                  </a:lnTo>
                  <a:lnTo>
                    <a:pt x="2200275" y="776439"/>
                  </a:lnTo>
                  <a:lnTo>
                    <a:pt x="2200275" y="773798"/>
                  </a:lnTo>
                  <a:close/>
                </a:path>
                <a:path w="3819525" h="1165225">
                  <a:moveTo>
                    <a:pt x="2200275" y="388620"/>
                  </a:moveTo>
                  <a:lnTo>
                    <a:pt x="2199817" y="387502"/>
                  </a:lnTo>
                  <a:lnTo>
                    <a:pt x="2197951" y="385648"/>
                  </a:lnTo>
                  <a:lnTo>
                    <a:pt x="2196833" y="385178"/>
                  </a:lnTo>
                  <a:lnTo>
                    <a:pt x="2194204" y="385178"/>
                  </a:lnTo>
                  <a:lnTo>
                    <a:pt x="2193086" y="385648"/>
                  </a:lnTo>
                  <a:lnTo>
                    <a:pt x="2191220" y="387502"/>
                  </a:lnTo>
                  <a:lnTo>
                    <a:pt x="2190750" y="388620"/>
                  </a:lnTo>
                  <a:lnTo>
                    <a:pt x="2190750" y="391261"/>
                  </a:lnTo>
                  <a:lnTo>
                    <a:pt x="2191220" y="392379"/>
                  </a:lnTo>
                  <a:lnTo>
                    <a:pt x="2193086" y="394233"/>
                  </a:lnTo>
                  <a:lnTo>
                    <a:pt x="2194204" y="394703"/>
                  </a:lnTo>
                  <a:lnTo>
                    <a:pt x="2196833" y="394703"/>
                  </a:lnTo>
                  <a:lnTo>
                    <a:pt x="2197951" y="394233"/>
                  </a:lnTo>
                  <a:lnTo>
                    <a:pt x="2199817" y="392379"/>
                  </a:lnTo>
                  <a:lnTo>
                    <a:pt x="2200275" y="391261"/>
                  </a:lnTo>
                  <a:lnTo>
                    <a:pt x="2200275" y="388620"/>
                  </a:lnTo>
                  <a:close/>
                </a:path>
                <a:path w="3819525" h="1165225">
                  <a:moveTo>
                    <a:pt x="2200275" y="3454"/>
                  </a:moveTo>
                  <a:lnTo>
                    <a:pt x="2199817" y="2324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24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55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55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3819525" h="1165225">
                  <a:moveTo>
                    <a:pt x="2247900" y="1158976"/>
                  </a:moveTo>
                  <a:lnTo>
                    <a:pt x="2247442" y="1157859"/>
                  </a:lnTo>
                  <a:lnTo>
                    <a:pt x="2245576" y="1156004"/>
                  </a:lnTo>
                  <a:lnTo>
                    <a:pt x="2244458" y="1155534"/>
                  </a:lnTo>
                  <a:lnTo>
                    <a:pt x="2241829" y="1155534"/>
                  </a:lnTo>
                  <a:lnTo>
                    <a:pt x="2240711" y="1156004"/>
                  </a:lnTo>
                  <a:lnTo>
                    <a:pt x="2238845" y="1157859"/>
                  </a:lnTo>
                  <a:lnTo>
                    <a:pt x="2238375" y="1158976"/>
                  </a:lnTo>
                  <a:lnTo>
                    <a:pt x="2238375" y="1161605"/>
                  </a:lnTo>
                  <a:lnTo>
                    <a:pt x="2238845" y="1162735"/>
                  </a:lnTo>
                  <a:lnTo>
                    <a:pt x="2240711" y="1164590"/>
                  </a:lnTo>
                  <a:lnTo>
                    <a:pt x="2241829" y="1165059"/>
                  </a:lnTo>
                  <a:lnTo>
                    <a:pt x="2244458" y="1165059"/>
                  </a:lnTo>
                  <a:lnTo>
                    <a:pt x="2245576" y="1164590"/>
                  </a:lnTo>
                  <a:lnTo>
                    <a:pt x="2247442" y="1162735"/>
                  </a:lnTo>
                  <a:lnTo>
                    <a:pt x="2247900" y="1161605"/>
                  </a:lnTo>
                  <a:lnTo>
                    <a:pt x="2247900" y="1158976"/>
                  </a:lnTo>
                  <a:close/>
                </a:path>
                <a:path w="3819525" h="1165225">
                  <a:moveTo>
                    <a:pt x="2247900" y="773798"/>
                  </a:moveTo>
                  <a:lnTo>
                    <a:pt x="2247442" y="772680"/>
                  </a:lnTo>
                  <a:lnTo>
                    <a:pt x="2245576" y="770826"/>
                  </a:lnTo>
                  <a:lnTo>
                    <a:pt x="2244458" y="770356"/>
                  </a:lnTo>
                  <a:lnTo>
                    <a:pt x="2241829" y="770356"/>
                  </a:lnTo>
                  <a:lnTo>
                    <a:pt x="2240711" y="770826"/>
                  </a:lnTo>
                  <a:lnTo>
                    <a:pt x="2238845" y="772680"/>
                  </a:lnTo>
                  <a:lnTo>
                    <a:pt x="2238375" y="773798"/>
                  </a:lnTo>
                  <a:lnTo>
                    <a:pt x="2238375" y="776439"/>
                  </a:lnTo>
                  <a:lnTo>
                    <a:pt x="2238845" y="777557"/>
                  </a:lnTo>
                  <a:lnTo>
                    <a:pt x="2240711" y="779411"/>
                  </a:lnTo>
                  <a:lnTo>
                    <a:pt x="2241829" y="779881"/>
                  </a:lnTo>
                  <a:lnTo>
                    <a:pt x="2244458" y="779881"/>
                  </a:lnTo>
                  <a:lnTo>
                    <a:pt x="2245576" y="779411"/>
                  </a:lnTo>
                  <a:lnTo>
                    <a:pt x="2247442" y="777557"/>
                  </a:lnTo>
                  <a:lnTo>
                    <a:pt x="2247900" y="776439"/>
                  </a:lnTo>
                  <a:lnTo>
                    <a:pt x="2247900" y="773798"/>
                  </a:lnTo>
                  <a:close/>
                </a:path>
                <a:path w="3819525" h="1165225">
                  <a:moveTo>
                    <a:pt x="2247900" y="388620"/>
                  </a:moveTo>
                  <a:lnTo>
                    <a:pt x="2247442" y="387502"/>
                  </a:lnTo>
                  <a:lnTo>
                    <a:pt x="2245576" y="385648"/>
                  </a:lnTo>
                  <a:lnTo>
                    <a:pt x="2244458" y="385178"/>
                  </a:lnTo>
                  <a:lnTo>
                    <a:pt x="2241829" y="385178"/>
                  </a:lnTo>
                  <a:lnTo>
                    <a:pt x="2240711" y="385648"/>
                  </a:lnTo>
                  <a:lnTo>
                    <a:pt x="2238845" y="387502"/>
                  </a:lnTo>
                  <a:lnTo>
                    <a:pt x="2238375" y="388620"/>
                  </a:lnTo>
                  <a:lnTo>
                    <a:pt x="2238375" y="391261"/>
                  </a:lnTo>
                  <a:lnTo>
                    <a:pt x="2238845" y="392379"/>
                  </a:lnTo>
                  <a:lnTo>
                    <a:pt x="2240711" y="394233"/>
                  </a:lnTo>
                  <a:lnTo>
                    <a:pt x="2241829" y="394703"/>
                  </a:lnTo>
                  <a:lnTo>
                    <a:pt x="2244458" y="394703"/>
                  </a:lnTo>
                  <a:lnTo>
                    <a:pt x="2245576" y="394233"/>
                  </a:lnTo>
                  <a:lnTo>
                    <a:pt x="2247442" y="392379"/>
                  </a:lnTo>
                  <a:lnTo>
                    <a:pt x="2247900" y="391261"/>
                  </a:lnTo>
                  <a:lnTo>
                    <a:pt x="2247900" y="388620"/>
                  </a:lnTo>
                  <a:close/>
                </a:path>
                <a:path w="3819525" h="1165225">
                  <a:moveTo>
                    <a:pt x="2247900" y="3454"/>
                  </a:moveTo>
                  <a:lnTo>
                    <a:pt x="2247442" y="2324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24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55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55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3819525" h="1165225">
                  <a:moveTo>
                    <a:pt x="2295525" y="1158976"/>
                  </a:moveTo>
                  <a:lnTo>
                    <a:pt x="2295067" y="1157859"/>
                  </a:lnTo>
                  <a:lnTo>
                    <a:pt x="2293201" y="1156004"/>
                  </a:lnTo>
                  <a:lnTo>
                    <a:pt x="2292083" y="1155534"/>
                  </a:lnTo>
                  <a:lnTo>
                    <a:pt x="2289454" y="1155534"/>
                  </a:lnTo>
                  <a:lnTo>
                    <a:pt x="2288336" y="1156004"/>
                  </a:lnTo>
                  <a:lnTo>
                    <a:pt x="2286470" y="1157859"/>
                  </a:lnTo>
                  <a:lnTo>
                    <a:pt x="2286000" y="1158976"/>
                  </a:lnTo>
                  <a:lnTo>
                    <a:pt x="2286000" y="1161605"/>
                  </a:lnTo>
                  <a:lnTo>
                    <a:pt x="2286470" y="1162735"/>
                  </a:lnTo>
                  <a:lnTo>
                    <a:pt x="2288336" y="1164590"/>
                  </a:lnTo>
                  <a:lnTo>
                    <a:pt x="2289454" y="1165059"/>
                  </a:lnTo>
                  <a:lnTo>
                    <a:pt x="2292083" y="1165059"/>
                  </a:lnTo>
                  <a:lnTo>
                    <a:pt x="2293201" y="1164590"/>
                  </a:lnTo>
                  <a:lnTo>
                    <a:pt x="2295067" y="1162735"/>
                  </a:lnTo>
                  <a:lnTo>
                    <a:pt x="2295525" y="1161605"/>
                  </a:lnTo>
                  <a:lnTo>
                    <a:pt x="2295525" y="1158976"/>
                  </a:lnTo>
                  <a:close/>
                </a:path>
                <a:path w="3819525" h="1165225">
                  <a:moveTo>
                    <a:pt x="2295525" y="773798"/>
                  </a:moveTo>
                  <a:lnTo>
                    <a:pt x="2295067" y="772680"/>
                  </a:lnTo>
                  <a:lnTo>
                    <a:pt x="2293201" y="770826"/>
                  </a:lnTo>
                  <a:lnTo>
                    <a:pt x="2292083" y="770356"/>
                  </a:lnTo>
                  <a:lnTo>
                    <a:pt x="2289454" y="770356"/>
                  </a:lnTo>
                  <a:lnTo>
                    <a:pt x="2288336" y="770826"/>
                  </a:lnTo>
                  <a:lnTo>
                    <a:pt x="2286470" y="772680"/>
                  </a:lnTo>
                  <a:lnTo>
                    <a:pt x="2286000" y="773798"/>
                  </a:lnTo>
                  <a:lnTo>
                    <a:pt x="2286000" y="776439"/>
                  </a:lnTo>
                  <a:lnTo>
                    <a:pt x="2286470" y="777557"/>
                  </a:lnTo>
                  <a:lnTo>
                    <a:pt x="2288336" y="779411"/>
                  </a:lnTo>
                  <a:lnTo>
                    <a:pt x="2289454" y="779881"/>
                  </a:lnTo>
                  <a:lnTo>
                    <a:pt x="2292083" y="779881"/>
                  </a:lnTo>
                  <a:lnTo>
                    <a:pt x="2293201" y="779411"/>
                  </a:lnTo>
                  <a:lnTo>
                    <a:pt x="2295067" y="777557"/>
                  </a:lnTo>
                  <a:lnTo>
                    <a:pt x="2295525" y="776439"/>
                  </a:lnTo>
                  <a:lnTo>
                    <a:pt x="2295525" y="773798"/>
                  </a:lnTo>
                  <a:close/>
                </a:path>
                <a:path w="3819525" h="1165225">
                  <a:moveTo>
                    <a:pt x="2295525" y="388620"/>
                  </a:moveTo>
                  <a:lnTo>
                    <a:pt x="2295067" y="387502"/>
                  </a:lnTo>
                  <a:lnTo>
                    <a:pt x="2293201" y="385648"/>
                  </a:lnTo>
                  <a:lnTo>
                    <a:pt x="2292083" y="385178"/>
                  </a:lnTo>
                  <a:lnTo>
                    <a:pt x="2289454" y="385178"/>
                  </a:lnTo>
                  <a:lnTo>
                    <a:pt x="2288336" y="385648"/>
                  </a:lnTo>
                  <a:lnTo>
                    <a:pt x="2286470" y="387502"/>
                  </a:lnTo>
                  <a:lnTo>
                    <a:pt x="2286000" y="388620"/>
                  </a:lnTo>
                  <a:lnTo>
                    <a:pt x="2286000" y="391261"/>
                  </a:lnTo>
                  <a:lnTo>
                    <a:pt x="2286470" y="392379"/>
                  </a:lnTo>
                  <a:lnTo>
                    <a:pt x="2288336" y="394233"/>
                  </a:lnTo>
                  <a:lnTo>
                    <a:pt x="2289454" y="394703"/>
                  </a:lnTo>
                  <a:lnTo>
                    <a:pt x="2292083" y="394703"/>
                  </a:lnTo>
                  <a:lnTo>
                    <a:pt x="2293201" y="394233"/>
                  </a:lnTo>
                  <a:lnTo>
                    <a:pt x="2295067" y="392379"/>
                  </a:lnTo>
                  <a:lnTo>
                    <a:pt x="2295525" y="391261"/>
                  </a:lnTo>
                  <a:lnTo>
                    <a:pt x="2295525" y="388620"/>
                  </a:lnTo>
                  <a:close/>
                </a:path>
                <a:path w="3819525" h="1165225">
                  <a:moveTo>
                    <a:pt x="2295525" y="3454"/>
                  </a:moveTo>
                  <a:lnTo>
                    <a:pt x="2295067" y="2324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24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55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55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3819525" h="1165225">
                  <a:moveTo>
                    <a:pt x="2343150" y="1158976"/>
                  </a:moveTo>
                  <a:lnTo>
                    <a:pt x="2342692" y="1157859"/>
                  </a:lnTo>
                  <a:lnTo>
                    <a:pt x="2340826" y="1156004"/>
                  </a:lnTo>
                  <a:lnTo>
                    <a:pt x="2339708" y="1155534"/>
                  </a:lnTo>
                  <a:lnTo>
                    <a:pt x="2337079" y="1155534"/>
                  </a:lnTo>
                  <a:lnTo>
                    <a:pt x="2335961" y="1156004"/>
                  </a:lnTo>
                  <a:lnTo>
                    <a:pt x="2334095" y="1157859"/>
                  </a:lnTo>
                  <a:lnTo>
                    <a:pt x="2333625" y="1158976"/>
                  </a:lnTo>
                  <a:lnTo>
                    <a:pt x="2333625" y="1161605"/>
                  </a:lnTo>
                  <a:lnTo>
                    <a:pt x="2334095" y="1162735"/>
                  </a:lnTo>
                  <a:lnTo>
                    <a:pt x="2335961" y="1164590"/>
                  </a:lnTo>
                  <a:lnTo>
                    <a:pt x="2337079" y="1165059"/>
                  </a:lnTo>
                  <a:lnTo>
                    <a:pt x="2339708" y="1165059"/>
                  </a:lnTo>
                  <a:lnTo>
                    <a:pt x="2340826" y="1164590"/>
                  </a:lnTo>
                  <a:lnTo>
                    <a:pt x="2342692" y="1162735"/>
                  </a:lnTo>
                  <a:lnTo>
                    <a:pt x="2343150" y="1161605"/>
                  </a:lnTo>
                  <a:lnTo>
                    <a:pt x="2343150" y="1158976"/>
                  </a:lnTo>
                  <a:close/>
                </a:path>
                <a:path w="3819525" h="1165225">
                  <a:moveTo>
                    <a:pt x="2343150" y="773798"/>
                  </a:moveTo>
                  <a:lnTo>
                    <a:pt x="2342692" y="772680"/>
                  </a:lnTo>
                  <a:lnTo>
                    <a:pt x="2340826" y="770826"/>
                  </a:lnTo>
                  <a:lnTo>
                    <a:pt x="2339708" y="770356"/>
                  </a:lnTo>
                  <a:lnTo>
                    <a:pt x="2337079" y="770356"/>
                  </a:lnTo>
                  <a:lnTo>
                    <a:pt x="2335961" y="770826"/>
                  </a:lnTo>
                  <a:lnTo>
                    <a:pt x="2334095" y="772680"/>
                  </a:lnTo>
                  <a:lnTo>
                    <a:pt x="2333625" y="773798"/>
                  </a:lnTo>
                  <a:lnTo>
                    <a:pt x="2333625" y="776439"/>
                  </a:lnTo>
                  <a:lnTo>
                    <a:pt x="2334095" y="777557"/>
                  </a:lnTo>
                  <a:lnTo>
                    <a:pt x="2335961" y="779411"/>
                  </a:lnTo>
                  <a:lnTo>
                    <a:pt x="2337079" y="779881"/>
                  </a:lnTo>
                  <a:lnTo>
                    <a:pt x="2339708" y="779881"/>
                  </a:lnTo>
                  <a:lnTo>
                    <a:pt x="2340826" y="779411"/>
                  </a:lnTo>
                  <a:lnTo>
                    <a:pt x="2342692" y="777557"/>
                  </a:lnTo>
                  <a:lnTo>
                    <a:pt x="2343150" y="776439"/>
                  </a:lnTo>
                  <a:lnTo>
                    <a:pt x="2343150" y="773798"/>
                  </a:lnTo>
                  <a:close/>
                </a:path>
                <a:path w="3819525" h="1165225">
                  <a:moveTo>
                    <a:pt x="2343150" y="388620"/>
                  </a:moveTo>
                  <a:lnTo>
                    <a:pt x="2342692" y="387502"/>
                  </a:lnTo>
                  <a:lnTo>
                    <a:pt x="2340826" y="385648"/>
                  </a:lnTo>
                  <a:lnTo>
                    <a:pt x="2339708" y="385178"/>
                  </a:lnTo>
                  <a:lnTo>
                    <a:pt x="2337079" y="385178"/>
                  </a:lnTo>
                  <a:lnTo>
                    <a:pt x="2335961" y="385648"/>
                  </a:lnTo>
                  <a:lnTo>
                    <a:pt x="2334095" y="387502"/>
                  </a:lnTo>
                  <a:lnTo>
                    <a:pt x="2333625" y="388620"/>
                  </a:lnTo>
                  <a:lnTo>
                    <a:pt x="2333625" y="391261"/>
                  </a:lnTo>
                  <a:lnTo>
                    <a:pt x="2334095" y="392379"/>
                  </a:lnTo>
                  <a:lnTo>
                    <a:pt x="2335961" y="394233"/>
                  </a:lnTo>
                  <a:lnTo>
                    <a:pt x="2337079" y="394703"/>
                  </a:lnTo>
                  <a:lnTo>
                    <a:pt x="2339708" y="394703"/>
                  </a:lnTo>
                  <a:lnTo>
                    <a:pt x="2340826" y="394233"/>
                  </a:lnTo>
                  <a:lnTo>
                    <a:pt x="2342692" y="392379"/>
                  </a:lnTo>
                  <a:lnTo>
                    <a:pt x="2343150" y="391261"/>
                  </a:lnTo>
                  <a:lnTo>
                    <a:pt x="2343150" y="388620"/>
                  </a:lnTo>
                  <a:close/>
                </a:path>
                <a:path w="3819525" h="1165225">
                  <a:moveTo>
                    <a:pt x="2343150" y="3454"/>
                  </a:moveTo>
                  <a:lnTo>
                    <a:pt x="2342692" y="2324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24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55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55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3819525" h="1165225">
                  <a:moveTo>
                    <a:pt x="2390775" y="1158976"/>
                  </a:moveTo>
                  <a:lnTo>
                    <a:pt x="2390317" y="1157859"/>
                  </a:lnTo>
                  <a:lnTo>
                    <a:pt x="2388451" y="1156004"/>
                  </a:lnTo>
                  <a:lnTo>
                    <a:pt x="2387333" y="1155534"/>
                  </a:lnTo>
                  <a:lnTo>
                    <a:pt x="2384704" y="1155534"/>
                  </a:lnTo>
                  <a:lnTo>
                    <a:pt x="2383586" y="1156004"/>
                  </a:lnTo>
                  <a:lnTo>
                    <a:pt x="2381720" y="1157859"/>
                  </a:lnTo>
                  <a:lnTo>
                    <a:pt x="2381250" y="1158976"/>
                  </a:lnTo>
                  <a:lnTo>
                    <a:pt x="2381250" y="1161605"/>
                  </a:lnTo>
                  <a:lnTo>
                    <a:pt x="2381720" y="1162735"/>
                  </a:lnTo>
                  <a:lnTo>
                    <a:pt x="2383586" y="1164590"/>
                  </a:lnTo>
                  <a:lnTo>
                    <a:pt x="2384704" y="1165059"/>
                  </a:lnTo>
                  <a:lnTo>
                    <a:pt x="2387333" y="1165059"/>
                  </a:lnTo>
                  <a:lnTo>
                    <a:pt x="2388451" y="1164590"/>
                  </a:lnTo>
                  <a:lnTo>
                    <a:pt x="2390317" y="1162735"/>
                  </a:lnTo>
                  <a:lnTo>
                    <a:pt x="2390775" y="1161605"/>
                  </a:lnTo>
                  <a:lnTo>
                    <a:pt x="2390775" y="1158976"/>
                  </a:lnTo>
                  <a:close/>
                </a:path>
                <a:path w="3819525" h="1165225">
                  <a:moveTo>
                    <a:pt x="2390775" y="773798"/>
                  </a:moveTo>
                  <a:lnTo>
                    <a:pt x="2390317" y="772680"/>
                  </a:lnTo>
                  <a:lnTo>
                    <a:pt x="2388451" y="770826"/>
                  </a:lnTo>
                  <a:lnTo>
                    <a:pt x="2387333" y="770356"/>
                  </a:lnTo>
                  <a:lnTo>
                    <a:pt x="2384704" y="770356"/>
                  </a:lnTo>
                  <a:lnTo>
                    <a:pt x="2383586" y="770826"/>
                  </a:lnTo>
                  <a:lnTo>
                    <a:pt x="2381720" y="772680"/>
                  </a:lnTo>
                  <a:lnTo>
                    <a:pt x="2381250" y="773798"/>
                  </a:lnTo>
                  <a:lnTo>
                    <a:pt x="2381250" y="776439"/>
                  </a:lnTo>
                  <a:lnTo>
                    <a:pt x="2381720" y="777557"/>
                  </a:lnTo>
                  <a:lnTo>
                    <a:pt x="2383586" y="779411"/>
                  </a:lnTo>
                  <a:lnTo>
                    <a:pt x="2384704" y="779881"/>
                  </a:lnTo>
                  <a:lnTo>
                    <a:pt x="2387333" y="779881"/>
                  </a:lnTo>
                  <a:lnTo>
                    <a:pt x="2388451" y="779411"/>
                  </a:lnTo>
                  <a:lnTo>
                    <a:pt x="2390317" y="777557"/>
                  </a:lnTo>
                  <a:lnTo>
                    <a:pt x="2390775" y="776439"/>
                  </a:lnTo>
                  <a:lnTo>
                    <a:pt x="2390775" y="773798"/>
                  </a:lnTo>
                  <a:close/>
                </a:path>
                <a:path w="3819525" h="1165225">
                  <a:moveTo>
                    <a:pt x="2390775" y="388620"/>
                  </a:moveTo>
                  <a:lnTo>
                    <a:pt x="2390317" y="387502"/>
                  </a:lnTo>
                  <a:lnTo>
                    <a:pt x="2388451" y="385648"/>
                  </a:lnTo>
                  <a:lnTo>
                    <a:pt x="2387333" y="385178"/>
                  </a:lnTo>
                  <a:lnTo>
                    <a:pt x="2384704" y="385178"/>
                  </a:lnTo>
                  <a:lnTo>
                    <a:pt x="2383586" y="385648"/>
                  </a:lnTo>
                  <a:lnTo>
                    <a:pt x="2381720" y="387502"/>
                  </a:lnTo>
                  <a:lnTo>
                    <a:pt x="2381250" y="388620"/>
                  </a:lnTo>
                  <a:lnTo>
                    <a:pt x="2381250" y="391261"/>
                  </a:lnTo>
                  <a:lnTo>
                    <a:pt x="2381720" y="392379"/>
                  </a:lnTo>
                  <a:lnTo>
                    <a:pt x="2383586" y="394233"/>
                  </a:lnTo>
                  <a:lnTo>
                    <a:pt x="2384704" y="394703"/>
                  </a:lnTo>
                  <a:lnTo>
                    <a:pt x="2387333" y="394703"/>
                  </a:lnTo>
                  <a:lnTo>
                    <a:pt x="2388451" y="394233"/>
                  </a:lnTo>
                  <a:lnTo>
                    <a:pt x="2390317" y="392379"/>
                  </a:lnTo>
                  <a:lnTo>
                    <a:pt x="2390775" y="391261"/>
                  </a:lnTo>
                  <a:lnTo>
                    <a:pt x="2390775" y="388620"/>
                  </a:lnTo>
                  <a:close/>
                </a:path>
                <a:path w="3819525" h="1165225">
                  <a:moveTo>
                    <a:pt x="2390775" y="3454"/>
                  </a:moveTo>
                  <a:lnTo>
                    <a:pt x="2390317" y="2324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24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55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55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3819525" h="1165225">
                  <a:moveTo>
                    <a:pt x="2438400" y="1158976"/>
                  </a:moveTo>
                  <a:lnTo>
                    <a:pt x="2437942" y="1157859"/>
                  </a:lnTo>
                  <a:lnTo>
                    <a:pt x="2436076" y="1156004"/>
                  </a:lnTo>
                  <a:lnTo>
                    <a:pt x="2434958" y="1155534"/>
                  </a:lnTo>
                  <a:lnTo>
                    <a:pt x="2432329" y="1155534"/>
                  </a:lnTo>
                  <a:lnTo>
                    <a:pt x="2431211" y="1156004"/>
                  </a:lnTo>
                  <a:lnTo>
                    <a:pt x="2429345" y="1157859"/>
                  </a:lnTo>
                  <a:lnTo>
                    <a:pt x="2428875" y="1158976"/>
                  </a:lnTo>
                  <a:lnTo>
                    <a:pt x="2428875" y="1161605"/>
                  </a:lnTo>
                  <a:lnTo>
                    <a:pt x="2429345" y="1162735"/>
                  </a:lnTo>
                  <a:lnTo>
                    <a:pt x="2431211" y="1164590"/>
                  </a:lnTo>
                  <a:lnTo>
                    <a:pt x="2432329" y="1165059"/>
                  </a:lnTo>
                  <a:lnTo>
                    <a:pt x="2434958" y="1165059"/>
                  </a:lnTo>
                  <a:lnTo>
                    <a:pt x="2436076" y="1164590"/>
                  </a:lnTo>
                  <a:lnTo>
                    <a:pt x="2437942" y="1162735"/>
                  </a:lnTo>
                  <a:lnTo>
                    <a:pt x="2438400" y="1161605"/>
                  </a:lnTo>
                  <a:lnTo>
                    <a:pt x="2438400" y="1158976"/>
                  </a:lnTo>
                  <a:close/>
                </a:path>
                <a:path w="3819525" h="1165225">
                  <a:moveTo>
                    <a:pt x="2438400" y="773798"/>
                  </a:moveTo>
                  <a:lnTo>
                    <a:pt x="2437942" y="772680"/>
                  </a:lnTo>
                  <a:lnTo>
                    <a:pt x="2436076" y="770826"/>
                  </a:lnTo>
                  <a:lnTo>
                    <a:pt x="2434958" y="770356"/>
                  </a:lnTo>
                  <a:lnTo>
                    <a:pt x="2432329" y="770356"/>
                  </a:lnTo>
                  <a:lnTo>
                    <a:pt x="2431211" y="770826"/>
                  </a:lnTo>
                  <a:lnTo>
                    <a:pt x="2429345" y="772680"/>
                  </a:lnTo>
                  <a:lnTo>
                    <a:pt x="2428875" y="773798"/>
                  </a:lnTo>
                  <a:lnTo>
                    <a:pt x="2428875" y="776439"/>
                  </a:lnTo>
                  <a:lnTo>
                    <a:pt x="2429345" y="777557"/>
                  </a:lnTo>
                  <a:lnTo>
                    <a:pt x="2431211" y="779411"/>
                  </a:lnTo>
                  <a:lnTo>
                    <a:pt x="2432329" y="779881"/>
                  </a:lnTo>
                  <a:lnTo>
                    <a:pt x="2434958" y="779881"/>
                  </a:lnTo>
                  <a:lnTo>
                    <a:pt x="2436076" y="779411"/>
                  </a:lnTo>
                  <a:lnTo>
                    <a:pt x="2437942" y="777557"/>
                  </a:lnTo>
                  <a:lnTo>
                    <a:pt x="2438400" y="776439"/>
                  </a:lnTo>
                  <a:lnTo>
                    <a:pt x="2438400" y="773798"/>
                  </a:lnTo>
                  <a:close/>
                </a:path>
                <a:path w="3819525" h="1165225">
                  <a:moveTo>
                    <a:pt x="2438400" y="388620"/>
                  </a:moveTo>
                  <a:lnTo>
                    <a:pt x="2437942" y="387502"/>
                  </a:lnTo>
                  <a:lnTo>
                    <a:pt x="2436076" y="385648"/>
                  </a:lnTo>
                  <a:lnTo>
                    <a:pt x="2434958" y="385178"/>
                  </a:lnTo>
                  <a:lnTo>
                    <a:pt x="2432329" y="385178"/>
                  </a:lnTo>
                  <a:lnTo>
                    <a:pt x="2431211" y="385648"/>
                  </a:lnTo>
                  <a:lnTo>
                    <a:pt x="2429345" y="387502"/>
                  </a:lnTo>
                  <a:lnTo>
                    <a:pt x="2428875" y="388620"/>
                  </a:lnTo>
                  <a:lnTo>
                    <a:pt x="2428875" y="391261"/>
                  </a:lnTo>
                  <a:lnTo>
                    <a:pt x="2429345" y="392379"/>
                  </a:lnTo>
                  <a:lnTo>
                    <a:pt x="2431211" y="394233"/>
                  </a:lnTo>
                  <a:lnTo>
                    <a:pt x="2432329" y="394703"/>
                  </a:lnTo>
                  <a:lnTo>
                    <a:pt x="2434958" y="394703"/>
                  </a:lnTo>
                  <a:lnTo>
                    <a:pt x="2436076" y="394233"/>
                  </a:lnTo>
                  <a:lnTo>
                    <a:pt x="2437942" y="392379"/>
                  </a:lnTo>
                  <a:lnTo>
                    <a:pt x="2438400" y="391261"/>
                  </a:lnTo>
                  <a:lnTo>
                    <a:pt x="2438400" y="388620"/>
                  </a:lnTo>
                  <a:close/>
                </a:path>
                <a:path w="3819525" h="1165225">
                  <a:moveTo>
                    <a:pt x="2438400" y="3454"/>
                  </a:moveTo>
                  <a:lnTo>
                    <a:pt x="2437942" y="2324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24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55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55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3819525" h="1165225">
                  <a:moveTo>
                    <a:pt x="2486025" y="1158976"/>
                  </a:moveTo>
                  <a:lnTo>
                    <a:pt x="2485567" y="1157859"/>
                  </a:lnTo>
                  <a:lnTo>
                    <a:pt x="2483701" y="1156004"/>
                  </a:lnTo>
                  <a:lnTo>
                    <a:pt x="2482583" y="1155534"/>
                  </a:lnTo>
                  <a:lnTo>
                    <a:pt x="2479954" y="1155534"/>
                  </a:lnTo>
                  <a:lnTo>
                    <a:pt x="2478836" y="1156004"/>
                  </a:lnTo>
                  <a:lnTo>
                    <a:pt x="2476970" y="1157859"/>
                  </a:lnTo>
                  <a:lnTo>
                    <a:pt x="2476500" y="1158976"/>
                  </a:lnTo>
                  <a:lnTo>
                    <a:pt x="2476500" y="1161605"/>
                  </a:lnTo>
                  <a:lnTo>
                    <a:pt x="2476970" y="1162735"/>
                  </a:lnTo>
                  <a:lnTo>
                    <a:pt x="2478836" y="1164590"/>
                  </a:lnTo>
                  <a:lnTo>
                    <a:pt x="2479954" y="1165059"/>
                  </a:lnTo>
                  <a:lnTo>
                    <a:pt x="2482583" y="1165059"/>
                  </a:lnTo>
                  <a:lnTo>
                    <a:pt x="2483701" y="1164590"/>
                  </a:lnTo>
                  <a:lnTo>
                    <a:pt x="2485567" y="1162735"/>
                  </a:lnTo>
                  <a:lnTo>
                    <a:pt x="2486025" y="1161605"/>
                  </a:lnTo>
                  <a:lnTo>
                    <a:pt x="2486025" y="1158976"/>
                  </a:lnTo>
                  <a:close/>
                </a:path>
                <a:path w="3819525" h="1165225">
                  <a:moveTo>
                    <a:pt x="2486025" y="773798"/>
                  </a:moveTo>
                  <a:lnTo>
                    <a:pt x="2485567" y="772680"/>
                  </a:lnTo>
                  <a:lnTo>
                    <a:pt x="2483701" y="770826"/>
                  </a:lnTo>
                  <a:lnTo>
                    <a:pt x="2482583" y="770356"/>
                  </a:lnTo>
                  <a:lnTo>
                    <a:pt x="2479954" y="770356"/>
                  </a:lnTo>
                  <a:lnTo>
                    <a:pt x="2478836" y="770826"/>
                  </a:lnTo>
                  <a:lnTo>
                    <a:pt x="2476970" y="772680"/>
                  </a:lnTo>
                  <a:lnTo>
                    <a:pt x="2476500" y="773798"/>
                  </a:lnTo>
                  <a:lnTo>
                    <a:pt x="2476500" y="776439"/>
                  </a:lnTo>
                  <a:lnTo>
                    <a:pt x="2476970" y="777557"/>
                  </a:lnTo>
                  <a:lnTo>
                    <a:pt x="2478836" y="779411"/>
                  </a:lnTo>
                  <a:lnTo>
                    <a:pt x="2479954" y="779881"/>
                  </a:lnTo>
                  <a:lnTo>
                    <a:pt x="2482583" y="779881"/>
                  </a:lnTo>
                  <a:lnTo>
                    <a:pt x="2483701" y="779411"/>
                  </a:lnTo>
                  <a:lnTo>
                    <a:pt x="2485567" y="777557"/>
                  </a:lnTo>
                  <a:lnTo>
                    <a:pt x="2486025" y="776439"/>
                  </a:lnTo>
                  <a:lnTo>
                    <a:pt x="2486025" y="773798"/>
                  </a:lnTo>
                  <a:close/>
                </a:path>
                <a:path w="3819525" h="1165225">
                  <a:moveTo>
                    <a:pt x="2486025" y="388620"/>
                  </a:moveTo>
                  <a:lnTo>
                    <a:pt x="2485567" y="387502"/>
                  </a:lnTo>
                  <a:lnTo>
                    <a:pt x="2483701" y="385648"/>
                  </a:lnTo>
                  <a:lnTo>
                    <a:pt x="2482583" y="385178"/>
                  </a:lnTo>
                  <a:lnTo>
                    <a:pt x="2479954" y="385178"/>
                  </a:lnTo>
                  <a:lnTo>
                    <a:pt x="2478836" y="385648"/>
                  </a:lnTo>
                  <a:lnTo>
                    <a:pt x="2476970" y="387502"/>
                  </a:lnTo>
                  <a:lnTo>
                    <a:pt x="2476500" y="388620"/>
                  </a:lnTo>
                  <a:lnTo>
                    <a:pt x="2476500" y="391261"/>
                  </a:lnTo>
                  <a:lnTo>
                    <a:pt x="2476970" y="392379"/>
                  </a:lnTo>
                  <a:lnTo>
                    <a:pt x="2478836" y="394233"/>
                  </a:lnTo>
                  <a:lnTo>
                    <a:pt x="2479954" y="394703"/>
                  </a:lnTo>
                  <a:lnTo>
                    <a:pt x="2482583" y="394703"/>
                  </a:lnTo>
                  <a:lnTo>
                    <a:pt x="2483701" y="394233"/>
                  </a:lnTo>
                  <a:lnTo>
                    <a:pt x="2485567" y="392379"/>
                  </a:lnTo>
                  <a:lnTo>
                    <a:pt x="2486025" y="391261"/>
                  </a:lnTo>
                  <a:lnTo>
                    <a:pt x="2486025" y="388620"/>
                  </a:lnTo>
                  <a:close/>
                </a:path>
                <a:path w="3819525" h="1165225">
                  <a:moveTo>
                    <a:pt x="2486025" y="3454"/>
                  </a:moveTo>
                  <a:lnTo>
                    <a:pt x="2485567" y="2324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24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55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55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3819525" h="1165225">
                  <a:moveTo>
                    <a:pt x="2533650" y="1158976"/>
                  </a:moveTo>
                  <a:lnTo>
                    <a:pt x="2533192" y="1157859"/>
                  </a:lnTo>
                  <a:lnTo>
                    <a:pt x="2531326" y="1156004"/>
                  </a:lnTo>
                  <a:lnTo>
                    <a:pt x="2530208" y="1155534"/>
                  </a:lnTo>
                  <a:lnTo>
                    <a:pt x="2527579" y="1155534"/>
                  </a:lnTo>
                  <a:lnTo>
                    <a:pt x="2526461" y="1156004"/>
                  </a:lnTo>
                  <a:lnTo>
                    <a:pt x="2524595" y="1157859"/>
                  </a:lnTo>
                  <a:lnTo>
                    <a:pt x="2524125" y="1158976"/>
                  </a:lnTo>
                  <a:lnTo>
                    <a:pt x="2524125" y="1161605"/>
                  </a:lnTo>
                  <a:lnTo>
                    <a:pt x="2524595" y="1162735"/>
                  </a:lnTo>
                  <a:lnTo>
                    <a:pt x="2526461" y="1164590"/>
                  </a:lnTo>
                  <a:lnTo>
                    <a:pt x="2527579" y="1165059"/>
                  </a:lnTo>
                  <a:lnTo>
                    <a:pt x="2530208" y="1165059"/>
                  </a:lnTo>
                  <a:lnTo>
                    <a:pt x="2531326" y="1164590"/>
                  </a:lnTo>
                  <a:lnTo>
                    <a:pt x="2533192" y="1162735"/>
                  </a:lnTo>
                  <a:lnTo>
                    <a:pt x="2533650" y="1161605"/>
                  </a:lnTo>
                  <a:lnTo>
                    <a:pt x="2533650" y="1158976"/>
                  </a:lnTo>
                  <a:close/>
                </a:path>
                <a:path w="3819525" h="1165225">
                  <a:moveTo>
                    <a:pt x="2533650" y="773798"/>
                  </a:moveTo>
                  <a:lnTo>
                    <a:pt x="2533192" y="772680"/>
                  </a:lnTo>
                  <a:lnTo>
                    <a:pt x="2531326" y="770826"/>
                  </a:lnTo>
                  <a:lnTo>
                    <a:pt x="2530208" y="770356"/>
                  </a:lnTo>
                  <a:lnTo>
                    <a:pt x="2527579" y="770356"/>
                  </a:lnTo>
                  <a:lnTo>
                    <a:pt x="2526461" y="770826"/>
                  </a:lnTo>
                  <a:lnTo>
                    <a:pt x="2524595" y="772680"/>
                  </a:lnTo>
                  <a:lnTo>
                    <a:pt x="2524125" y="773798"/>
                  </a:lnTo>
                  <a:lnTo>
                    <a:pt x="2524125" y="776439"/>
                  </a:lnTo>
                  <a:lnTo>
                    <a:pt x="2524595" y="777557"/>
                  </a:lnTo>
                  <a:lnTo>
                    <a:pt x="2526461" y="779411"/>
                  </a:lnTo>
                  <a:lnTo>
                    <a:pt x="2527579" y="779881"/>
                  </a:lnTo>
                  <a:lnTo>
                    <a:pt x="2530208" y="779881"/>
                  </a:lnTo>
                  <a:lnTo>
                    <a:pt x="2531326" y="779411"/>
                  </a:lnTo>
                  <a:lnTo>
                    <a:pt x="2533192" y="777557"/>
                  </a:lnTo>
                  <a:lnTo>
                    <a:pt x="2533650" y="776439"/>
                  </a:lnTo>
                  <a:lnTo>
                    <a:pt x="2533650" y="773798"/>
                  </a:lnTo>
                  <a:close/>
                </a:path>
                <a:path w="3819525" h="1165225">
                  <a:moveTo>
                    <a:pt x="2533650" y="388620"/>
                  </a:moveTo>
                  <a:lnTo>
                    <a:pt x="2533192" y="387502"/>
                  </a:lnTo>
                  <a:lnTo>
                    <a:pt x="2531326" y="385648"/>
                  </a:lnTo>
                  <a:lnTo>
                    <a:pt x="2530208" y="385178"/>
                  </a:lnTo>
                  <a:lnTo>
                    <a:pt x="2527579" y="385178"/>
                  </a:lnTo>
                  <a:lnTo>
                    <a:pt x="2526461" y="385648"/>
                  </a:lnTo>
                  <a:lnTo>
                    <a:pt x="2524595" y="387502"/>
                  </a:lnTo>
                  <a:lnTo>
                    <a:pt x="2524125" y="388620"/>
                  </a:lnTo>
                  <a:lnTo>
                    <a:pt x="2524125" y="391261"/>
                  </a:lnTo>
                  <a:lnTo>
                    <a:pt x="2524595" y="392379"/>
                  </a:lnTo>
                  <a:lnTo>
                    <a:pt x="2526461" y="394233"/>
                  </a:lnTo>
                  <a:lnTo>
                    <a:pt x="2527579" y="394703"/>
                  </a:lnTo>
                  <a:lnTo>
                    <a:pt x="2530208" y="394703"/>
                  </a:lnTo>
                  <a:lnTo>
                    <a:pt x="2531326" y="394233"/>
                  </a:lnTo>
                  <a:lnTo>
                    <a:pt x="2533192" y="392379"/>
                  </a:lnTo>
                  <a:lnTo>
                    <a:pt x="2533650" y="391261"/>
                  </a:lnTo>
                  <a:lnTo>
                    <a:pt x="2533650" y="388620"/>
                  </a:lnTo>
                  <a:close/>
                </a:path>
                <a:path w="3819525" h="1165225">
                  <a:moveTo>
                    <a:pt x="2533650" y="3454"/>
                  </a:moveTo>
                  <a:lnTo>
                    <a:pt x="2533192" y="2324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24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55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55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3819525" h="1165225">
                  <a:moveTo>
                    <a:pt x="2581275" y="1158976"/>
                  </a:moveTo>
                  <a:lnTo>
                    <a:pt x="2580817" y="1157859"/>
                  </a:lnTo>
                  <a:lnTo>
                    <a:pt x="2578951" y="1156004"/>
                  </a:lnTo>
                  <a:lnTo>
                    <a:pt x="2577833" y="1155534"/>
                  </a:lnTo>
                  <a:lnTo>
                    <a:pt x="2575204" y="1155534"/>
                  </a:lnTo>
                  <a:lnTo>
                    <a:pt x="2574086" y="1156004"/>
                  </a:lnTo>
                  <a:lnTo>
                    <a:pt x="2572220" y="1157859"/>
                  </a:lnTo>
                  <a:lnTo>
                    <a:pt x="2571750" y="1158976"/>
                  </a:lnTo>
                  <a:lnTo>
                    <a:pt x="2571750" y="1161605"/>
                  </a:lnTo>
                  <a:lnTo>
                    <a:pt x="2572220" y="1162735"/>
                  </a:lnTo>
                  <a:lnTo>
                    <a:pt x="2574086" y="1164590"/>
                  </a:lnTo>
                  <a:lnTo>
                    <a:pt x="2575204" y="1165059"/>
                  </a:lnTo>
                  <a:lnTo>
                    <a:pt x="2577833" y="1165059"/>
                  </a:lnTo>
                  <a:lnTo>
                    <a:pt x="2578951" y="1164590"/>
                  </a:lnTo>
                  <a:lnTo>
                    <a:pt x="2580817" y="1162735"/>
                  </a:lnTo>
                  <a:lnTo>
                    <a:pt x="2581275" y="1161605"/>
                  </a:lnTo>
                  <a:lnTo>
                    <a:pt x="2581275" y="1158976"/>
                  </a:lnTo>
                  <a:close/>
                </a:path>
                <a:path w="3819525" h="1165225">
                  <a:moveTo>
                    <a:pt x="2581275" y="773798"/>
                  </a:moveTo>
                  <a:lnTo>
                    <a:pt x="2580817" y="772680"/>
                  </a:lnTo>
                  <a:lnTo>
                    <a:pt x="2578951" y="770826"/>
                  </a:lnTo>
                  <a:lnTo>
                    <a:pt x="2577833" y="770356"/>
                  </a:lnTo>
                  <a:lnTo>
                    <a:pt x="2575204" y="770356"/>
                  </a:lnTo>
                  <a:lnTo>
                    <a:pt x="2574086" y="770826"/>
                  </a:lnTo>
                  <a:lnTo>
                    <a:pt x="2572220" y="772680"/>
                  </a:lnTo>
                  <a:lnTo>
                    <a:pt x="2571750" y="773798"/>
                  </a:lnTo>
                  <a:lnTo>
                    <a:pt x="2571750" y="776439"/>
                  </a:lnTo>
                  <a:lnTo>
                    <a:pt x="2572220" y="777557"/>
                  </a:lnTo>
                  <a:lnTo>
                    <a:pt x="2574086" y="779411"/>
                  </a:lnTo>
                  <a:lnTo>
                    <a:pt x="2575204" y="779881"/>
                  </a:lnTo>
                  <a:lnTo>
                    <a:pt x="2577833" y="779881"/>
                  </a:lnTo>
                  <a:lnTo>
                    <a:pt x="2578951" y="779411"/>
                  </a:lnTo>
                  <a:lnTo>
                    <a:pt x="2580817" y="777557"/>
                  </a:lnTo>
                  <a:lnTo>
                    <a:pt x="2581275" y="776439"/>
                  </a:lnTo>
                  <a:lnTo>
                    <a:pt x="2581275" y="773798"/>
                  </a:lnTo>
                  <a:close/>
                </a:path>
                <a:path w="3819525" h="1165225">
                  <a:moveTo>
                    <a:pt x="2581275" y="388620"/>
                  </a:moveTo>
                  <a:lnTo>
                    <a:pt x="2580817" y="387502"/>
                  </a:lnTo>
                  <a:lnTo>
                    <a:pt x="2578951" y="385648"/>
                  </a:lnTo>
                  <a:lnTo>
                    <a:pt x="2577833" y="385178"/>
                  </a:lnTo>
                  <a:lnTo>
                    <a:pt x="2575204" y="385178"/>
                  </a:lnTo>
                  <a:lnTo>
                    <a:pt x="2574086" y="385648"/>
                  </a:lnTo>
                  <a:lnTo>
                    <a:pt x="2572220" y="387502"/>
                  </a:lnTo>
                  <a:lnTo>
                    <a:pt x="2571750" y="388620"/>
                  </a:lnTo>
                  <a:lnTo>
                    <a:pt x="2571750" y="391261"/>
                  </a:lnTo>
                  <a:lnTo>
                    <a:pt x="2572220" y="392379"/>
                  </a:lnTo>
                  <a:lnTo>
                    <a:pt x="2574086" y="394233"/>
                  </a:lnTo>
                  <a:lnTo>
                    <a:pt x="2575204" y="394703"/>
                  </a:lnTo>
                  <a:lnTo>
                    <a:pt x="2577833" y="394703"/>
                  </a:lnTo>
                  <a:lnTo>
                    <a:pt x="2578951" y="394233"/>
                  </a:lnTo>
                  <a:lnTo>
                    <a:pt x="2580817" y="392379"/>
                  </a:lnTo>
                  <a:lnTo>
                    <a:pt x="2581275" y="391261"/>
                  </a:lnTo>
                  <a:lnTo>
                    <a:pt x="2581275" y="388620"/>
                  </a:lnTo>
                  <a:close/>
                </a:path>
                <a:path w="3819525" h="1165225">
                  <a:moveTo>
                    <a:pt x="2581275" y="3454"/>
                  </a:moveTo>
                  <a:lnTo>
                    <a:pt x="2580817" y="2324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24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55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55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3819525" h="1165225">
                  <a:moveTo>
                    <a:pt x="2628900" y="1158976"/>
                  </a:moveTo>
                  <a:lnTo>
                    <a:pt x="2628442" y="1157859"/>
                  </a:lnTo>
                  <a:lnTo>
                    <a:pt x="2626576" y="1156004"/>
                  </a:lnTo>
                  <a:lnTo>
                    <a:pt x="2625458" y="1155534"/>
                  </a:lnTo>
                  <a:lnTo>
                    <a:pt x="2622829" y="1155534"/>
                  </a:lnTo>
                  <a:lnTo>
                    <a:pt x="2621711" y="1156004"/>
                  </a:lnTo>
                  <a:lnTo>
                    <a:pt x="2619845" y="1157859"/>
                  </a:lnTo>
                  <a:lnTo>
                    <a:pt x="2619375" y="1158976"/>
                  </a:lnTo>
                  <a:lnTo>
                    <a:pt x="2619375" y="1161605"/>
                  </a:lnTo>
                  <a:lnTo>
                    <a:pt x="2619845" y="1162735"/>
                  </a:lnTo>
                  <a:lnTo>
                    <a:pt x="2621711" y="1164590"/>
                  </a:lnTo>
                  <a:lnTo>
                    <a:pt x="2622829" y="1165059"/>
                  </a:lnTo>
                  <a:lnTo>
                    <a:pt x="2625458" y="1165059"/>
                  </a:lnTo>
                  <a:lnTo>
                    <a:pt x="2626576" y="1164590"/>
                  </a:lnTo>
                  <a:lnTo>
                    <a:pt x="2628442" y="1162735"/>
                  </a:lnTo>
                  <a:lnTo>
                    <a:pt x="2628900" y="1161605"/>
                  </a:lnTo>
                  <a:lnTo>
                    <a:pt x="2628900" y="1158976"/>
                  </a:lnTo>
                  <a:close/>
                </a:path>
                <a:path w="3819525" h="1165225">
                  <a:moveTo>
                    <a:pt x="2628900" y="773798"/>
                  </a:moveTo>
                  <a:lnTo>
                    <a:pt x="2628442" y="772680"/>
                  </a:lnTo>
                  <a:lnTo>
                    <a:pt x="2626576" y="770826"/>
                  </a:lnTo>
                  <a:lnTo>
                    <a:pt x="2625458" y="770356"/>
                  </a:lnTo>
                  <a:lnTo>
                    <a:pt x="2622829" y="770356"/>
                  </a:lnTo>
                  <a:lnTo>
                    <a:pt x="2621711" y="770826"/>
                  </a:lnTo>
                  <a:lnTo>
                    <a:pt x="2619845" y="772680"/>
                  </a:lnTo>
                  <a:lnTo>
                    <a:pt x="2619375" y="773798"/>
                  </a:lnTo>
                  <a:lnTo>
                    <a:pt x="2619375" y="776439"/>
                  </a:lnTo>
                  <a:lnTo>
                    <a:pt x="2619845" y="777557"/>
                  </a:lnTo>
                  <a:lnTo>
                    <a:pt x="2621711" y="779411"/>
                  </a:lnTo>
                  <a:lnTo>
                    <a:pt x="2622829" y="779881"/>
                  </a:lnTo>
                  <a:lnTo>
                    <a:pt x="2625458" y="779881"/>
                  </a:lnTo>
                  <a:lnTo>
                    <a:pt x="2626576" y="779411"/>
                  </a:lnTo>
                  <a:lnTo>
                    <a:pt x="2628442" y="777557"/>
                  </a:lnTo>
                  <a:lnTo>
                    <a:pt x="2628900" y="776439"/>
                  </a:lnTo>
                  <a:lnTo>
                    <a:pt x="2628900" y="773798"/>
                  </a:lnTo>
                  <a:close/>
                </a:path>
                <a:path w="3819525" h="1165225">
                  <a:moveTo>
                    <a:pt x="2628900" y="388620"/>
                  </a:moveTo>
                  <a:lnTo>
                    <a:pt x="2628442" y="387502"/>
                  </a:lnTo>
                  <a:lnTo>
                    <a:pt x="2626576" y="385648"/>
                  </a:lnTo>
                  <a:lnTo>
                    <a:pt x="2625458" y="385178"/>
                  </a:lnTo>
                  <a:lnTo>
                    <a:pt x="2622829" y="385178"/>
                  </a:lnTo>
                  <a:lnTo>
                    <a:pt x="2621711" y="385648"/>
                  </a:lnTo>
                  <a:lnTo>
                    <a:pt x="2619845" y="387502"/>
                  </a:lnTo>
                  <a:lnTo>
                    <a:pt x="2619375" y="388620"/>
                  </a:lnTo>
                  <a:lnTo>
                    <a:pt x="2619375" y="391261"/>
                  </a:lnTo>
                  <a:lnTo>
                    <a:pt x="2619845" y="392379"/>
                  </a:lnTo>
                  <a:lnTo>
                    <a:pt x="2621711" y="394233"/>
                  </a:lnTo>
                  <a:lnTo>
                    <a:pt x="2622829" y="394703"/>
                  </a:lnTo>
                  <a:lnTo>
                    <a:pt x="2625458" y="394703"/>
                  </a:lnTo>
                  <a:lnTo>
                    <a:pt x="2626576" y="394233"/>
                  </a:lnTo>
                  <a:lnTo>
                    <a:pt x="2628442" y="392379"/>
                  </a:lnTo>
                  <a:lnTo>
                    <a:pt x="2628900" y="391261"/>
                  </a:lnTo>
                  <a:lnTo>
                    <a:pt x="2628900" y="388620"/>
                  </a:lnTo>
                  <a:close/>
                </a:path>
                <a:path w="3819525" h="1165225">
                  <a:moveTo>
                    <a:pt x="2628900" y="3454"/>
                  </a:moveTo>
                  <a:lnTo>
                    <a:pt x="2628442" y="2324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24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55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55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3819525" h="1165225">
                  <a:moveTo>
                    <a:pt x="2676525" y="1158976"/>
                  </a:moveTo>
                  <a:lnTo>
                    <a:pt x="2676067" y="1157859"/>
                  </a:lnTo>
                  <a:lnTo>
                    <a:pt x="2674201" y="1156004"/>
                  </a:lnTo>
                  <a:lnTo>
                    <a:pt x="2673083" y="1155534"/>
                  </a:lnTo>
                  <a:lnTo>
                    <a:pt x="2670454" y="1155534"/>
                  </a:lnTo>
                  <a:lnTo>
                    <a:pt x="2669336" y="1156004"/>
                  </a:lnTo>
                  <a:lnTo>
                    <a:pt x="2667470" y="1157859"/>
                  </a:lnTo>
                  <a:lnTo>
                    <a:pt x="2667000" y="1158976"/>
                  </a:lnTo>
                  <a:lnTo>
                    <a:pt x="2667000" y="1161605"/>
                  </a:lnTo>
                  <a:lnTo>
                    <a:pt x="2667470" y="1162735"/>
                  </a:lnTo>
                  <a:lnTo>
                    <a:pt x="2669336" y="1164590"/>
                  </a:lnTo>
                  <a:lnTo>
                    <a:pt x="2670454" y="1165059"/>
                  </a:lnTo>
                  <a:lnTo>
                    <a:pt x="2673083" y="1165059"/>
                  </a:lnTo>
                  <a:lnTo>
                    <a:pt x="2674201" y="1164590"/>
                  </a:lnTo>
                  <a:lnTo>
                    <a:pt x="2676067" y="1162735"/>
                  </a:lnTo>
                  <a:lnTo>
                    <a:pt x="2676525" y="1161605"/>
                  </a:lnTo>
                  <a:lnTo>
                    <a:pt x="2676525" y="1158976"/>
                  </a:lnTo>
                  <a:close/>
                </a:path>
                <a:path w="3819525" h="1165225">
                  <a:moveTo>
                    <a:pt x="2676525" y="773798"/>
                  </a:moveTo>
                  <a:lnTo>
                    <a:pt x="2676067" y="772680"/>
                  </a:lnTo>
                  <a:lnTo>
                    <a:pt x="2674201" y="770826"/>
                  </a:lnTo>
                  <a:lnTo>
                    <a:pt x="2673083" y="770356"/>
                  </a:lnTo>
                  <a:lnTo>
                    <a:pt x="2670454" y="770356"/>
                  </a:lnTo>
                  <a:lnTo>
                    <a:pt x="2669336" y="770826"/>
                  </a:lnTo>
                  <a:lnTo>
                    <a:pt x="2667470" y="772680"/>
                  </a:lnTo>
                  <a:lnTo>
                    <a:pt x="2667000" y="773798"/>
                  </a:lnTo>
                  <a:lnTo>
                    <a:pt x="2667000" y="776439"/>
                  </a:lnTo>
                  <a:lnTo>
                    <a:pt x="2667470" y="777557"/>
                  </a:lnTo>
                  <a:lnTo>
                    <a:pt x="2669336" y="779411"/>
                  </a:lnTo>
                  <a:lnTo>
                    <a:pt x="2670454" y="779881"/>
                  </a:lnTo>
                  <a:lnTo>
                    <a:pt x="2673083" y="779881"/>
                  </a:lnTo>
                  <a:lnTo>
                    <a:pt x="2674201" y="779411"/>
                  </a:lnTo>
                  <a:lnTo>
                    <a:pt x="2676067" y="777557"/>
                  </a:lnTo>
                  <a:lnTo>
                    <a:pt x="2676525" y="776439"/>
                  </a:lnTo>
                  <a:lnTo>
                    <a:pt x="2676525" y="773798"/>
                  </a:lnTo>
                  <a:close/>
                </a:path>
                <a:path w="3819525" h="1165225">
                  <a:moveTo>
                    <a:pt x="2676525" y="388620"/>
                  </a:moveTo>
                  <a:lnTo>
                    <a:pt x="2676067" y="387502"/>
                  </a:lnTo>
                  <a:lnTo>
                    <a:pt x="2674201" y="385648"/>
                  </a:lnTo>
                  <a:lnTo>
                    <a:pt x="2673083" y="385178"/>
                  </a:lnTo>
                  <a:lnTo>
                    <a:pt x="2670454" y="385178"/>
                  </a:lnTo>
                  <a:lnTo>
                    <a:pt x="2669336" y="385648"/>
                  </a:lnTo>
                  <a:lnTo>
                    <a:pt x="2667470" y="387502"/>
                  </a:lnTo>
                  <a:lnTo>
                    <a:pt x="2667000" y="388620"/>
                  </a:lnTo>
                  <a:lnTo>
                    <a:pt x="2667000" y="391261"/>
                  </a:lnTo>
                  <a:lnTo>
                    <a:pt x="2667470" y="392379"/>
                  </a:lnTo>
                  <a:lnTo>
                    <a:pt x="2669336" y="394233"/>
                  </a:lnTo>
                  <a:lnTo>
                    <a:pt x="2670454" y="394703"/>
                  </a:lnTo>
                  <a:lnTo>
                    <a:pt x="2673083" y="394703"/>
                  </a:lnTo>
                  <a:lnTo>
                    <a:pt x="2674201" y="394233"/>
                  </a:lnTo>
                  <a:lnTo>
                    <a:pt x="2676067" y="392379"/>
                  </a:lnTo>
                  <a:lnTo>
                    <a:pt x="2676525" y="391261"/>
                  </a:lnTo>
                  <a:lnTo>
                    <a:pt x="2676525" y="388620"/>
                  </a:lnTo>
                  <a:close/>
                </a:path>
                <a:path w="3819525" h="1165225">
                  <a:moveTo>
                    <a:pt x="2676525" y="3454"/>
                  </a:moveTo>
                  <a:lnTo>
                    <a:pt x="2676067" y="2324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24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55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55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3819525" h="1165225">
                  <a:moveTo>
                    <a:pt x="2724150" y="1158976"/>
                  </a:moveTo>
                  <a:lnTo>
                    <a:pt x="2723692" y="1157859"/>
                  </a:lnTo>
                  <a:lnTo>
                    <a:pt x="2721826" y="1156004"/>
                  </a:lnTo>
                  <a:lnTo>
                    <a:pt x="2720708" y="1155534"/>
                  </a:lnTo>
                  <a:lnTo>
                    <a:pt x="2718079" y="1155534"/>
                  </a:lnTo>
                  <a:lnTo>
                    <a:pt x="2716961" y="1156004"/>
                  </a:lnTo>
                  <a:lnTo>
                    <a:pt x="2715095" y="1157859"/>
                  </a:lnTo>
                  <a:lnTo>
                    <a:pt x="2714625" y="1158976"/>
                  </a:lnTo>
                  <a:lnTo>
                    <a:pt x="2714625" y="1161605"/>
                  </a:lnTo>
                  <a:lnTo>
                    <a:pt x="2715095" y="1162735"/>
                  </a:lnTo>
                  <a:lnTo>
                    <a:pt x="2716961" y="1164590"/>
                  </a:lnTo>
                  <a:lnTo>
                    <a:pt x="2718079" y="1165059"/>
                  </a:lnTo>
                  <a:lnTo>
                    <a:pt x="2720708" y="1165059"/>
                  </a:lnTo>
                  <a:lnTo>
                    <a:pt x="2721826" y="1164590"/>
                  </a:lnTo>
                  <a:lnTo>
                    <a:pt x="2723692" y="1162735"/>
                  </a:lnTo>
                  <a:lnTo>
                    <a:pt x="2724150" y="1161605"/>
                  </a:lnTo>
                  <a:lnTo>
                    <a:pt x="2724150" y="1158976"/>
                  </a:lnTo>
                  <a:close/>
                </a:path>
                <a:path w="3819525" h="1165225">
                  <a:moveTo>
                    <a:pt x="2724150" y="773798"/>
                  </a:moveTo>
                  <a:lnTo>
                    <a:pt x="2723692" y="772680"/>
                  </a:lnTo>
                  <a:lnTo>
                    <a:pt x="2721826" y="770826"/>
                  </a:lnTo>
                  <a:lnTo>
                    <a:pt x="2720708" y="770356"/>
                  </a:lnTo>
                  <a:lnTo>
                    <a:pt x="2718079" y="770356"/>
                  </a:lnTo>
                  <a:lnTo>
                    <a:pt x="2716961" y="770826"/>
                  </a:lnTo>
                  <a:lnTo>
                    <a:pt x="2715095" y="772680"/>
                  </a:lnTo>
                  <a:lnTo>
                    <a:pt x="2714625" y="773798"/>
                  </a:lnTo>
                  <a:lnTo>
                    <a:pt x="2714625" y="776439"/>
                  </a:lnTo>
                  <a:lnTo>
                    <a:pt x="2715095" y="777557"/>
                  </a:lnTo>
                  <a:lnTo>
                    <a:pt x="2716961" y="779411"/>
                  </a:lnTo>
                  <a:lnTo>
                    <a:pt x="2718079" y="779881"/>
                  </a:lnTo>
                  <a:lnTo>
                    <a:pt x="2720708" y="779881"/>
                  </a:lnTo>
                  <a:lnTo>
                    <a:pt x="2721826" y="779411"/>
                  </a:lnTo>
                  <a:lnTo>
                    <a:pt x="2723692" y="777557"/>
                  </a:lnTo>
                  <a:lnTo>
                    <a:pt x="2724150" y="776439"/>
                  </a:lnTo>
                  <a:lnTo>
                    <a:pt x="2724150" y="773798"/>
                  </a:lnTo>
                  <a:close/>
                </a:path>
                <a:path w="3819525" h="1165225">
                  <a:moveTo>
                    <a:pt x="2724150" y="388620"/>
                  </a:moveTo>
                  <a:lnTo>
                    <a:pt x="2723692" y="387502"/>
                  </a:lnTo>
                  <a:lnTo>
                    <a:pt x="2721826" y="385648"/>
                  </a:lnTo>
                  <a:lnTo>
                    <a:pt x="2720708" y="385178"/>
                  </a:lnTo>
                  <a:lnTo>
                    <a:pt x="2718079" y="385178"/>
                  </a:lnTo>
                  <a:lnTo>
                    <a:pt x="2716961" y="385648"/>
                  </a:lnTo>
                  <a:lnTo>
                    <a:pt x="2715095" y="387502"/>
                  </a:lnTo>
                  <a:lnTo>
                    <a:pt x="2714625" y="388620"/>
                  </a:lnTo>
                  <a:lnTo>
                    <a:pt x="2714625" y="391261"/>
                  </a:lnTo>
                  <a:lnTo>
                    <a:pt x="2715095" y="392379"/>
                  </a:lnTo>
                  <a:lnTo>
                    <a:pt x="2716961" y="394233"/>
                  </a:lnTo>
                  <a:lnTo>
                    <a:pt x="2718079" y="394703"/>
                  </a:lnTo>
                  <a:lnTo>
                    <a:pt x="2720708" y="394703"/>
                  </a:lnTo>
                  <a:lnTo>
                    <a:pt x="2721826" y="394233"/>
                  </a:lnTo>
                  <a:lnTo>
                    <a:pt x="2723692" y="392379"/>
                  </a:lnTo>
                  <a:lnTo>
                    <a:pt x="2724150" y="391261"/>
                  </a:lnTo>
                  <a:lnTo>
                    <a:pt x="2724150" y="388620"/>
                  </a:lnTo>
                  <a:close/>
                </a:path>
                <a:path w="3819525" h="1165225">
                  <a:moveTo>
                    <a:pt x="2724150" y="3454"/>
                  </a:moveTo>
                  <a:lnTo>
                    <a:pt x="2723692" y="2324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24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55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55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3819525" h="1165225">
                  <a:moveTo>
                    <a:pt x="2771775" y="1158976"/>
                  </a:moveTo>
                  <a:lnTo>
                    <a:pt x="2771317" y="1157859"/>
                  </a:lnTo>
                  <a:lnTo>
                    <a:pt x="2769451" y="1156004"/>
                  </a:lnTo>
                  <a:lnTo>
                    <a:pt x="2768333" y="1155534"/>
                  </a:lnTo>
                  <a:lnTo>
                    <a:pt x="2765704" y="1155534"/>
                  </a:lnTo>
                  <a:lnTo>
                    <a:pt x="2764586" y="1156004"/>
                  </a:lnTo>
                  <a:lnTo>
                    <a:pt x="2762720" y="1157859"/>
                  </a:lnTo>
                  <a:lnTo>
                    <a:pt x="2762250" y="1158976"/>
                  </a:lnTo>
                  <a:lnTo>
                    <a:pt x="2762250" y="1161605"/>
                  </a:lnTo>
                  <a:lnTo>
                    <a:pt x="2762720" y="1162735"/>
                  </a:lnTo>
                  <a:lnTo>
                    <a:pt x="2764586" y="1164590"/>
                  </a:lnTo>
                  <a:lnTo>
                    <a:pt x="2765704" y="1165059"/>
                  </a:lnTo>
                  <a:lnTo>
                    <a:pt x="2768333" y="1165059"/>
                  </a:lnTo>
                  <a:lnTo>
                    <a:pt x="2769451" y="1164590"/>
                  </a:lnTo>
                  <a:lnTo>
                    <a:pt x="2771317" y="1162735"/>
                  </a:lnTo>
                  <a:lnTo>
                    <a:pt x="2771775" y="1161605"/>
                  </a:lnTo>
                  <a:lnTo>
                    <a:pt x="2771775" y="1158976"/>
                  </a:lnTo>
                  <a:close/>
                </a:path>
                <a:path w="3819525" h="1165225">
                  <a:moveTo>
                    <a:pt x="2771775" y="773798"/>
                  </a:moveTo>
                  <a:lnTo>
                    <a:pt x="2771317" y="772680"/>
                  </a:lnTo>
                  <a:lnTo>
                    <a:pt x="2769451" y="770826"/>
                  </a:lnTo>
                  <a:lnTo>
                    <a:pt x="2768333" y="770356"/>
                  </a:lnTo>
                  <a:lnTo>
                    <a:pt x="2765704" y="770356"/>
                  </a:lnTo>
                  <a:lnTo>
                    <a:pt x="2764586" y="770826"/>
                  </a:lnTo>
                  <a:lnTo>
                    <a:pt x="2762720" y="772680"/>
                  </a:lnTo>
                  <a:lnTo>
                    <a:pt x="2762250" y="773798"/>
                  </a:lnTo>
                  <a:lnTo>
                    <a:pt x="2762250" y="776439"/>
                  </a:lnTo>
                  <a:lnTo>
                    <a:pt x="2762720" y="777557"/>
                  </a:lnTo>
                  <a:lnTo>
                    <a:pt x="2764586" y="779411"/>
                  </a:lnTo>
                  <a:lnTo>
                    <a:pt x="2765704" y="779881"/>
                  </a:lnTo>
                  <a:lnTo>
                    <a:pt x="2768333" y="779881"/>
                  </a:lnTo>
                  <a:lnTo>
                    <a:pt x="2769451" y="779411"/>
                  </a:lnTo>
                  <a:lnTo>
                    <a:pt x="2771317" y="777557"/>
                  </a:lnTo>
                  <a:lnTo>
                    <a:pt x="2771775" y="776439"/>
                  </a:lnTo>
                  <a:lnTo>
                    <a:pt x="2771775" y="773798"/>
                  </a:lnTo>
                  <a:close/>
                </a:path>
                <a:path w="3819525" h="1165225">
                  <a:moveTo>
                    <a:pt x="2771775" y="388620"/>
                  </a:moveTo>
                  <a:lnTo>
                    <a:pt x="2771317" y="387502"/>
                  </a:lnTo>
                  <a:lnTo>
                    <a:pt x="2769451" y="385648"/>
                  </a:lnTo>
                  <a:lnTo>
                    <a:pt x="2768333" y="385178"/>
                  </a:lnTo>
                  <a:lnTo>
                    <a:pt x="2765704" y="385178"/>
                  </a:lnTo>
                  <a:lnTo>
                    <a:pt x="2764586" y="385648"/>
                  </a:lnTo>
                  <a:lnTo>
                    <a:pt x="2762720" y="387502"/>
                  </a:lnTo>
                  <a:lnTo>
                    <a:pt x="2762250" y="388620"/>
                  </a:lnTo>
                  <a:lnTo>
                    <a:pt x="2762250" y="391261"/>
                  </a:lnTo>
                  <a:lnTo>
                    <a:pt x="2762720" y="392379"/>
                  </a:lnTo>
                  <a:lnTo>
                    <a:pt x="2764586" y="394233"/>
                  </a:lnTo>
                  <a:lnTo>
                    <a:pt x="2765704" y="394703"/>
                  </a:lnTo>
                  <a:lnTo>
                    <a:pt x="2768333" y="394703"/>
                  </a:lnTo>
                  <a:lnTo>
                    <a:pt x="2769451" y="394233"/>
                  </a:lnTo>
                  <a:lnTo>
                    <a:pt x="2771317" y="392379"/>
                  </a:lnTo>
                  <a:lnTo>
                    <a:pt x="2771775" y="391261"/>
                  </a:lnTo>
                  <a:lnTo>
                    <a:pt x="2771775" y="388620"/>
                  </a:lnTo>
                  <a:close/>
                </a:path>
                <a:path w="3819525" h="1165225">
                  <a:moveTo>
                    <a:pt x="2771775" y="3454"/>
                  </a:moveTo>
                  <a:lnTo>
                    <a:pt x="2771317" y="2324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24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55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55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3819525" h="1165225">
                  <a:moveTo>
                    <a:pt x="2819400" y="1158976"/>
                  </a:moveTo>
                  <a:lnTo>
                    <a:pt x="2818942" y="1157859"/>
                  </a:lnTo>
                  <a:lnTo>
                    <a:pt x="2817076" y="1156004"/>
                  </a:lnTo>
                  <a:lnTo>
                    <a:pt x="2815958" y="1155534"/>
                  </a:lnTo>
                  <a:lnTo>
                    <a:pt x="2813329" y="1155534"/>
                  </a:lnTo>
                  <a:lnTo>
                    <a:pt x="2812211" y="1156004"/>
                  </a:lnTo>
                  <a:lnTo>
                    <a:pt x="2810345" y="1157859"/>
                  </a:lnTo>
                  <a:lnTo>
                    <a:pt x="2809875" y="1158976"/>
                  </a:lnTo>
                  <a:lnTo>
                    <a:pt x="2809875" y="1161605"/>
                  </a:lnTo>
                  <a:lnTo>
                    <a:pt x="2810345" y="1162735"/>
                  </a:lnTo>
                  <a:lnTo>
                    <a:pt x="2812211" y="1164590"/>
                  </a:lnTo>
                  <a:lnTo>
                    <a:pt x="2813329" y="1165059"/>
                  </a:lnTo>
                  <a:lnTo>
                    <a:pt x="2815958" y="1165059"/>
                  </a:lnTo>
                  <a:lnTo>
                    <a:pt x="2817076" y="1164590"/>
                  </a:lnTo>
                  <a:lnTo>
                    <a:pt x="2818942" y="1162735"/>
                  </a:lnTo>
                  <a:lnTo>
                    <a:pt x="2819400" y="1161605"/>
                  </a:lnTo>
                  <a:lnTo>
                    <a:pt x="2819400" y="1158976"/>
                  </a:lnTo>
                  <a:close/>
                </a:path>
                <a:path w="3819525" h="1165225">
                  <a:moveTo>
                    <a:pt x="2819400" y="773798"/>
                  </a:moveTo>
                  <a:lnTo>
                    <a:pt x="2818942" y="772680"/>
                  </a:lnTo>
                  <a:lnTo>
                    <a:pt x="2817076" y="770826"/>
                  </a:lnTo>
                  <a:lnTo>
                    <a:pt x="2815958" y="770356"/>
                  </a:lnTo>
                  <a:lnTo>
                    <a:pt x="2813329" y="770356"/>
                  </a:lnTo>
                  <a:lnTo>
                    <a:pt x="2812211" y="770826"/>
                  </a:lnTo>
                  <a:lnTo>
                    <a:pt x="2810345" y="772680"/>
                  </a:lnTo>
                  <a:lnTo>
                    <a:pt x="2809875" y="773798"/>
                  </a:lnTo>
                  <a:lnTo>
                    <a:pt x="2809875" y="776439"/>
                  </a:lnTo>
                  <a:lnTo>
                    <a:pt x="2810345" y="777557"/>
                  </a:lnTo>
                  <a:lnTo>
                    <a:pt x="2812211" y="779411"/>
                  </a:lnTo>
                  <a:lnTo>
                    <a:pt x="2813329" y="779881"/>
                  </a:lnTo>
                  <a:lnTo>
                    <a:pt x="2815958" y="779881"/>
                  </a:lnTo>
                  <a:lnTo>
                    <a:pt x="2817076" y="779411"/>
                  </a:lnTo>
                  <a:lnTo>
                    <a:pt x="2818942" y="777557"/>
                  </a:lnTo>
                  <a:lnTo>
                    <a:pt x="2819400" y="776439"/>
                  </a:lnTo>
                  <a:lnTo>
                    <a:pt x="2819400" y="773798"/>
                  </a:lnTo>
                  <a:close/>
                </a:path>
                <a:path w="3819525" h="1165225">
                  <a:moveTo>
                    <a:pt x="2819400" y="388620"/>
                  </a:moveTo>
                  <a:lnTo>
                    <a:pt x="2818942" y="387502"/>
                  </a:lnTo>
                  <a:lnTo>
                    <a:pt x="2817076" y="385648"/>
                  </a:lnTo>
                  <a:lnTo>
                    <a:pt x="2815958" y="385178"/>
                  </a:lnTo>
                  <a:lnTo>
                    <a:pt x="2813329" y="385178"/>
                  </a:lnTo>
                  <a:lnTo>
                    <a:pt x="2812211" y="385648"/>
                  </a:lnTo>
                  <a:lnTo>
                    <a:pt x="2810345" y="387502"/>
                  </a:lnTo>
                  <a:lnTo>
                    <a:pt x="2809875" y="388620"/>
                  </a:lnTo>
                  <a:lnTo>
                    <a:pt x="2809875" y="391261"/>
                  </a:lnTo>
                  <a:lnTo>
                    <a:pt x="2810345" y="392379"/>
                  </a:lnTo>
                  <a:lnTo>
                    <a:pt x="2812211" y="394233"/>
                  </a:lnTo>
                  <a:lnTo>
                    <a:pt x="2813329" y="394703"/>
                  </a:lnTo>
                  <a:lnTo>
                    <a:pt x="2815958" y="394703"/>
                  </a:lnTo>
                  <a:lnTo>
                    <a:pt x="2817076" y="394233"/>
                  </a:lnTo>
                  <a:lnTo>
                    <a:pt x="2818942" y="392379"/>
                  </a:lnTo>
                  <a:lnTo>
                    <a:pt x="2819400" y="391261"/>
                  </a:lnTo>
                  <a:lnTo>
                    <a:pt x="2819400" y="388620"/>
                  </a:lnTo>
                  <a:close/>
                </a:path>
                <a:path w="3819525" h="1165225">
                  <a:moveTo>
                    <a:pt x="2819400" y="3454"/>
                  </a:moveTo>
                  <a:lnTo>
                    <a:pt x="2818942" y="2324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24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55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55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3819525" h="1165225">
                  <a:moveTo>
                    <a:pt x="2867025" y="1158976"/>
                  </a:moveTo>
                  <a:lnTo>
                    <a:pt x="2866567" y="1157859"/>
                  </a:lnTo>
                  <a:lnTo>
                    <a:pt x="2864701" y="1156004"/>
                  </a:lnTo>
                  <a:lnTo>
                    <a:pt x="2863583" y="1155534"/>
                  </a:lnTo>
                  <a:lnTo>
                    <a:pt x="2860954" y="1155534"/>
                  </a:lnTo>
                  <a:lnTo>
                    <a:pt x="2859836" y="1156004"/>
                  </a:lnTo>
                  <a:lnTo>
                    <a:pt x="2857970" y="1157859"/>
                  </a:lnTo>
                  <a:lnTo>
                    <a:pt x="2857500" y="1158976"/>
                  </a:lnTo>
                  <a:lnTo>
                    <a:pt x="2857500" y="1161605"/>
                  </a:lnTo>
                  <a:lnTo>
                    <a:pt x="2857970" y="1162735"/>
                  </a:lnTo>
                  <a:lnTo>
                    <a:pt x="2859836" y="1164590"/>
                  </a:lnTo>
                  <a:lnTo>
                    <a:pt x="2860954" y="1165059"/>
                  </a:lnTo>
                  <a:lnTo>
                    <a:pt x="2863583" y="1165059"/>
                  </a:lnTo>
                  <a:lnTo>
                    <a:pt x="2864701" y="1164590"/>
                  </a:lnTo>
                  <a:lnTo>
                    <a:pt x="2866567" y="1162735"/>
                  </a:lnTo>
                  <a:lnTo>
                    <a:pt x="2867025" y="1161605"/>
                  </a:lnTo>
                  <a:lnTo>
                    <a:pt x="2867025" y="1158976"/>
                  </a:lnTo>
                  <a:close/>
                </a:path>
                <a:path w="3819525" h="1165225">
                  <a:moveTo>
                    <a:pt x="2867025" y="773798"/>
                  </a:moveTo>
                  <a:lnTo>
                    <a:pt x="2866567" y="772680"/>
                  </a:lnTo>
                  <a:lnTo>
                    <a:pt x="2864701" y="770826"/>
                  </a:lnTo>
                  <a:lnTo>
                    <a:pt x="2863583" y="770356"/>
                  </a:lnTo>
                  <a:lnTo>
                    <a:pt x="2860954" y="770356"/>
                  </a:lnTo>
                  <a:lnTo>
                    <a:pt x="2859836" y="770826"/>
                  </a:lnTo>
                  <a:lnTo>
                    <a:pt x="2857970" y="772680"/>
                  </a:lnTo>
                  <a:lnTo>
                    <a:pt x="2857500" y="773798"/>
                  </a:lnTo>
                  <a:lnTo>
                    <a:pt x="2857500" y="776439"/>
                  </a:lnTo>
                  <a:lnTo>
                    <a:pt x="2857970" y="777557"/>
                  </a:lnTo>
                  <a:lnTo>
                    <a:pt x="2859836" y="779411"/>
                  </a:lnTo>
                  <a:lnTo>
                    <a:pt x="2860954" y="779881"/>
                  </a:lnTo>
                  <a:lnTo>
                    <a:pt x="2863583" y="779881"/>
                  </a:lnTo>
                  <a:lnTo>
                    <a:pt x="2864701" y="779411"/>
                  </a:lnTo>
                  <a:lnTo>
                    <a:pt x="2866567" y="777557"/>
                  </a:lnTo>
                  <a:lnTo>
                    <a:pt x="2867025" y="776439"/>
                  </a:lnTo>
                  <a:lnTo>
                    <a:pt x="2867025" y="773798"/>
                  </a:lnTo>
                  <a:close/>
                </a:path>
                <a:path w="3819525" h="1165225">
                  <a:moveTo>
                    <a:pt x="2867025" y="388620"/>
                  </a:moveTo>
                  <a:lnTo>
                    <a:pt x="2866567" y="387502"/>
                  </a:lnTo>
                  <a:lnTo>
                    <a:pt x="2864701" y="385648"/>
                  </a:lnTo>
                  <a:lnTo>
                    <a:pt x="2863583" y="385178"/>
                  </a:lnTo>
                  <a:lnTo>
                    <a:pt x="2860954" y="385178"/>
                  </a:lnTo>
                  <a:lnTo>
                    <a:pt x="2859836" y="385648"/>
                  </a:lnTo>
                  <a:lnTo>
                    <a:pt x="2857970" y="387502"/>
                  </a:lnTo>
                  <a:lnTo>
                    <a:pt x="2857500" y="388620"/>
                  </a:lnTo>
                  <a:lnTo>
                    <a:pt x="2857500" y="391261"/>
                  </a:lnTo>
                  <a:lnTo>
                    <a:pt x="2857970" y="392379"/>
                  </a:lnTo>
                  <a:lnTo>
                    <a:pt x="2859836" y="394233"/>
                  </a:lnTo>
                  <a:lnTo>
                    <a:pt x="2860954" y="394703"/>
                  </a:lnTo>
                  <a:lnTo>
                    <a:pt x="2863583" y="394703"/>
                  </a:lnTo>
                  <a:lnTo>
                    <a:pt x="2864701" y="394233"/>
                  </a:lnTo>
                  <a:lnTo>
                    <a:pt x="2866567" y="392379"/>
                  </a:lnTo>
                  <a:lnTo>
                    <a:pt x="2867025" y="391261"/>
                  </a:lnTo>
                  <a:lnTo>
                    <a:pt x="2867025" y="388620"/>
                  </a:lnTo>
                  <a:close/>
                </a:path>
                <a:path w="3819525" h="1165225">
                  <a:moveTo>
                    <a:pt x="2867025" y="3454"/>
                  </a:moveTo>
                  <a:lnTo>
                    <a:pt x="2866567" y="2324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24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55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55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3819525" h="1165225">
                  <a:moveTo>
                    <a:pt x="2914650" y="1158976"/>
                  </a:moveTo>
                  <a:lnTo>
                    <a:pt x="2914192" y="1157859"/>
                  </a:lnTo>
                  <a:lnTo>
                    <a:pt x="2912326" y="1156004"/>
                  </a:lnTo>
                  <a:lnTo>
                    <a:pt x="2911208" y="1155534"/>
                  </a:lnTo>
                  <a:lnTo>
                    <a:pt x="2908579" y="1155534"/>
                  </a:lnTo>
                  <a:lnTo>
                    <a:pt x="2907461" y="1156004"/>
                  </a:lnTo>
                  <a:lnTo>
                    <a:pt x="2905595" y="1157859"/>
                  </a:lnTo>
                  <a:lnTo>
                    <a:pt x="2905125" y="1158976"/>
                  </a:lnTo>
                  <a:lnTo>
                    <a:pt x="2905125" y="1161605"/>
                  </a:lnTo>
                  <a:lnTo>
                    <a:pt x="2905595" y="1162735"/>
                  </a:lnTo>
                  <a:lnTo>
                    <a:pt x="2907461" y="1164590"/>
                  </a:lnTo>
                  <a:lnTo>
                    <a:pt x="2908579" y="1165059"/>
                  </a:lnTo>
                  <a:lnTo>
                    <a:pt x="2911208" y="1165059"/>
                  </a:lnTo>
                  <a:lnTo>
                    <a:pt x="2912326" y="1164590"/>
                  </a:lnTo>
                  <a:lnTo>
                    <a:pt x="2914192" y="1162735"/>
                  </a:lnTo>
                  <a:lnTo>
                    <a:pt x="2914650" y="1161605"/>
                  </a:lnTo>
                  <a:lnTo>
                    <a:pt x="2914650" y="1158976"/>
                  </a:lnTo>
                  <a:close/>
                </a:path>
                <a:path w="3819525" h="1165225">
                  <a:moveTo>
                    <a:pt x="2914650" y="773798"/>
                  </a:moveTo>
                  <a:lnTo>
                    <a:pt x="2914192" y="772680"/>
                  </a:lnTo>
                  <a:lnTo>
                    <a:pt x="2912326" y="770826"/>
                  </a:lnTo>
                  <a:lnTo>
                    <a:pt x="2911208" y="770356"/>
                  </a:lnTo>
                  <a:lnTo>
                    <a:pt x="2908579" y="770356"/>
                  </a:lnTo>
                  <a:lnTo>
                    <a:pt x="2907461" y="770826"/>
                  </a:lnTo>
                  <a:lnTo>
                    <a:pt x="2905595" y="772680"/>
                  </a:lnTo>
                  <a:lnTo>
                    <a:pt x="2905125" y="773798"/>
                  </a:lnTo>
                  <a:lnTo>
                    <a:pt x="2905125" y="776439"/>
                  </a:lnTo>
                  <a:lnTo>
                    <a:pt x="2905595" y="777557"/>
                  </a:lnTo>
                  <a:lnTo>
                    <a:pt x="2907461" y="779411"/>
                  </a:lnTo>
                  <a:lnTo>
                    <a:pt x="2908579" y="779881"/>
                  </a:lnTo>
                  <a:lnTo>
                    <a:pt x="2911208" y="779881"/>
                  </a:lnTo>
                  <a:lnTo>
                    <a:pt x="2912326" y="779411"/>
                  </a:lnTo>
                  <a:lnTo>
                    <a:pt x="2914192" y="777557"/>
                  </a:lnTo>
                  <a:lnTo>
                    <a:pt x="2914650" y="776439"/>
                  </a:lnTo>
                  <a:lnTo>
                    <a:pt x="2914650" y="773798"/>
                  </a:lnTo>
                  <a:close/>
                </a:path>
                <a:path w="3819525" h="1165225">
                  <a:moveTo>
                    <a:pt x="2914650" y="388620"/>
                  </a:moveTo>
                  <a:lnTo>
                    <a:pt x="2914192" y="387502"/>
                  </a:lnTo>
                  <a:lnTo>
                    <a:pt x="2912326" y="385648"/>
                  </a:lnTo>
                  <a:lnTo>
                    <a:pt x="2911208" y="385178"/>
                  </a:lnTo>
                  <a:lnTo>
                    <a:pt x="2908579" y="385178"/>
                  </a:lnTo>
                  <a:lnTo>
                    <a:pt x="2907461" y="385648"/>
                  </a:lnTo>
                  <a:lnTo>
                    <a:pt x="2905595" y="387502"/>
                  </a:lnTo>
                  <a:lnTo>
                    <a:pt x="2905125" y="388620"/>
                  </a:lnTo>
                  <a:lnTo>
                    <a:pt x="2905125" y="391261"/>
                  </a:lnTo>
                  <a:lnTo>
                    <a:pt x="2905595" y="392379"/>
                  </a:lnTo>
                  <a:lnTo>
                    <a:pt x="2907461" y="394233"/>
                  </a:lnTo>
                  <a:lnTo>
                    <a:pt x="2908579" y="394703"/>
                  </a:lnTo>
                  <a:lnTo>
                    <a:pt x="2911208" y="394703"/>
                  </a:lnTo>
                  <a:lnTo>
                    <a:pt x="2912326" y="394233"/>
                  </a:lnTo>
                  <a:lnTo>
                    <a:pt x="2914192" y="392379"/>
                  </a:lnTo>
                  <a:lnTo>
                    <a:pt x="2914650" y="391261"/>
                  </a:lnTo>
                  <a:lnTo>
                    <a:pt x="2914650" y="388620"/>
                  </a:lnTo>
                  <a:close/>
                </a:path>
                <a:path w="3819525" h="1165225">
                  <a:moveTo>
                    <a:pt x="2914650" y="3454"/>
                  </a:moveTo>
                  <a:lnTo>
                    <a:pt x="2914192" y="2324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24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55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55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3819525" h="1165225">
                  <a:moveTo>
                    <a:pt x="2962275" y="1158976"/>
                  </a:moveTo>
                  <a:lnTo>
                    <a:pt x="2961817" y="1157859"/>
                  </a:lnTo>
                  <a:lnTo>
                    <a:pt x="2959951" y="1156004"/>
                  </a:lnTo>
                  <a:lnTo>
                    <a:pt x="2958833" y="1155534"/>
                  </a:lnTo>
                  <a:lnTo>
                    <a:pt x="2956204" y="1155534"/>
                  </a:lnTo>
                  <a:lnTo>
                    <a:pt x="2955086" y="1156004"/>
                  </a:lnTo>
                  <a:lnTo>
                    <a:pt x="2953220" y="1157859"/>
                  </a:lnTo>
                  <a:lnTo>
                    <a:pt x="2952750" y="1158976"/>
                  </a:lnTo>
                  <a:lnTo>
                    <a:pt x="2952750" y="1161605"/>
                  </a:lnTo>
                  <a:lnTo>
                    <a:pt x="2953220" y="1162735"/>
                  </a:lnTo>
                  <a:lnTo>
                    <a:pt x="2955086" y="1164590"/>
                  </a:lnTo>
                  <a:lnTo>
                    <a:pt x="2956204" y="1165059"/>
                  </a:lnTo>
                  <a:lnTo>
                    <a:pt x="2958833" y="1165059"/>
                  </a:lnTo>
                  <a:lnTo>
                    <a:pt x="2959951" y="1164590"/>
                  </a:lnTo>
                  <a:lnTo>
                    <a:pt x="2961817" y="1162735"/>
                  </a:lnTo>
                  <a:lnTo>
                    <a:pt x="2962275" y="1161605"/>
                  </a:lnTo>
                  <a:lnTo>
                    <a:pt x="2962275" y="1158976"/>
                  </a:lnTo>
                  <a:close/>
                </a:path>
                <a:path w="3819525" h="1165225">
                  <a:moveTo>
                    <a:pt x="2962275" y="773798"/>
                  </a:moveTo>
                  <a:lnTo>
                    <a:pt x="2961817" y="772680"/>
                  </a:lnTo>
                  <a:lnTo>
                    <a:pt x="2959951" y="770826"/>
                  </a:lnTo>
                  <a:lnTo>
                    <a:pt x="2958833" y="770356"/>
                  </a:lnTo>
                  <a:lnTo>
                    <a:pt x="2956204" y="770356"/>
                  </a:lnTo>
                  <a:lnTo>
                    <a:pt x="2955086" y="770826"/>
                  </a:lnTo>
                  <a:lnTo>
                    <a:pt x="2953220" y="772680"/>
                  </a:lnTo>
                  <a:lnTo>
                    <a:pt x="2952750" y="773798"/>
                  </a:lnTo>
                  <a:lnTo>
                    <a:pt x="2952750" y="776439"/>
                  </a:lnTo>
                  <a:lnTo>
                    <a:pt x="2953220" y="777557"/>
                  </a:lnTo>
                  <a:lnTo>
                    <a:pt x="2955086" y="779411"/>
                  </a:lnTo>
                  <a:lnTo>
                    <a:pt x="2956204" y="779881"/>
                  </a:lnTo>
                  <a:lnTo>
                    <a:pt x="2958833" y="779881"/>
                  </a:lnTo>
                  <a:lnTo>
                    <a:pt x="2959951" y="779411"/>
                  </a:lnTo>
                  <a:lnTo>
                    <a:pt x="2961817" y="777557"/>
                  </a:lnTo>
                  <a:lnTo>
                    <a:pt x="2962275" y="776439"/>
                  </a:lnTo>
                  <a:lnTo>
                    <a:pt x="2962275" y="773798"/>
                  </a:lnTo>
                  <a:close/>
                </a:path>
                <a:path w="3819525" h="1165225">
                  <a:moveTo>
                    <a:pt x="2962275" y="388620"/>
                  </a:moveTo>
                  <a:lnTo>
                    <a:pt x="2961817" y="387502"/>
                  </a:lnTo>
                  <a:lnTo>
                    <a:pt x="2959951" y="385648"/>
                  </a:lnTo>
                  <a:lnTo>
                    <a:pt x="2958833" y="385178"/>
                  </a:lnTo>
                  <a:lnTo>
                    <a:pt x="2956204" y="385178"/>
                  </a:lnTo>
                  <a:lnTo>
                    <a:pt x="2955086" y="385648"/>
                  </a:lnTo>
                  <a:lnTo>
                    <a:pt x="2953220" y="387502"/>
                  </a:lnTo>
                  <a:lnTo>
                    <a:pt x="2952750" y="388620"/>
                  </a:lnTo>
                  <a:lnTo>
                    <a:pt x="2952750" y="391261"/>
                  </a:lnTo>
                  <a:lnTo>
                    <a:pt x="2953220" y="392379"/>
                  </a:lnTo>
                  <a:lnTo>
                    <a:pt x="2955086" y="394233"/>
                  </a:lnTo>
                  <a:lnTo>
                    <a:pt x="2956204" y="394703"/>
                  </a:lnTo>
                  <a:lnTo>
                    <a:pt x="2958833" y="394703"/>
                  </a:lnTo>
                  <a:lnTo>
                    <a:pt x="2959951" y="394233"/>
                  </a:lnTo>
                  <a:lnTo>
                    <a:pt x="2961817" y="392379"/>
                  </a:lnTo>
                  <a:lnTo>
                    <a:pt x="2962275" y="391261"/>
                  </a:lnTo>
                  <a:lnTo>
                    <a:pt x="2962275" y="388620"/>
                  </a:lnTo>
                  <a:close/>
                </a:path>
                <a:path w="3819525" h="1165225">
                  <a:moveTo>
                    <a:pt x="2962275" y="3454"/>
                  </a:moveTo>
                  <a:lnTo>
                    <a:pt x="2961817" y="2324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24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55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55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3819525" h="1165225">
                  <a:moveTo>
                    <a:pt x="3009900" y="1158976"/>
                  </a:moveTo>
                  <a:lnTo>
                    <a:pt x="3009442" y="1157859"/>
                  </a:lnTo>
                  <a:lnTo>
                    <a:pt x="3007576" y="1156004"/>
                  </a:lnTo>
                  <a:lnTo>
                    <a:pt x="3006458" y="1155534"/>
                  </a:lnTo>
                  <a:lnTo>
                    <a:pt x="3003829" y="1155534"/>
                  </a:lnTo>
                  <a:lnTo>
                    <a:pt x="3002711" y="1156004"/>
                  </a:lnTo>
                  <a:lnTo>
                    <a:pt x="3000845" y="1157859"/>
                  </a:lnTo>
                  <a:lnTo>
                    <a:pt x="3000375" y="1158976"/>
                  </a:lnTo>
                  <a:lnTo>
                    <a:pt x="3000375" y="1161605"/>
                  </a:lnTo>
                  <a:lnTo>
                    <a:pt x="3000845" y="1162735"/>
                  </a:lnTo>
                  <a:lnTo>
                    <a:pt x="3002711" y="1164590"/>
                  </a:lnTo>
                  <a:lnTo>
                    <a:pt x="3003829" y="1165059"/>
                  </a:lnTo>
                  <a:lnTo>
                    <a:pt x="3006458" y="1165059"/>
                  </a:lnTo>
                  <a:lnTo>
                    <a:pt x="3007576" y="1164590"/>
                  </a:lnTo>
                  <a:lnTo>
                    <a:pt x="3009442" y="1162735"/>
                  </a:lnTo>
                  <a:lnTo>
                    <a:pt x="3009900" y="1161605"/>
                  </a:lnTo>
                  <a:lnTo>
                    <a:pt x="3009900" y="1158976"/>
                  </a:lnTo>
                  <a:close/>
                </a:path>
                <a:path w="3819525" h="1165225">
                  <a:moveTo>
                    <a:pt x="3009900" y="773798"/>
                  </a:moveTo>
                  <a:lnTo>
                    <a:pt x="3009442" y="772680"/>
                  </a:lnTo>
                  <a:lnTo>
                    <a:pt x="3007576" y="770826"/>
                  </a:lnTo>
                  <a:lnTo>
                    <a:pt x="3006458" y="770356"/>
                  </a:lnTo>
                  <a:lnTo>
                    <a:pt x="3003829" y="770356"/>
                  </a:lnTo>
                  <a:lnTo>
                    <a:pt x="3002711" y="770826"/>
                  </a:lnTo>
                  <a:lnTo>
                    <a:pt x="3000845" y="772680"/>
                  </a:lnTo>
                  <a:lnTo>
                    <a:pt x="3000375" y="773798"/>
                  </a:lnTo>
                  <a:lnTo>
                    <a:pt x="3000375" y="776439"/>
                  </a:lnTo>
                  <a:lnTo>
                    <a:pt x="3000845" y="777557"/>
                  </a:lnTo>
                  <a:lnTo>
                    <a:pt x="3002711" y="779411"/>
                  </a:lnTo>
                  <a:lnTo>
                    <a:pt x="3003829" y="779881"/>
                  </a:lnTo>
                  <a:lnTo>
                    <a:pt x="3006458" y="779881"/>
                  </a:lnTo>
                  <a:lnTo>
                    <a:pt x="3007576" y="779411"/>
                  </a:lnTo>
                  <a:lnTo>
                    <a:pt x="3009442" y="777557"/>
                  </a:lnTo>
                  <a:lnTo>
                    <a:pt x="3009900" y="776439"/>
                  </a:lnTo>
                  <a:lnTo>
                    <a:pt x="3009900" y="773798"/>
                  </a:lnTo>
                  <a:close/>
                </a:path>
                <a:path w="3819525" h="1165225">
                  <a:moveTo>
                    <a:pt x="3009900" y="388620"/>
                  </a:moveTo>
                  <a:lnTo>
                    <a:pt x="3009442" y="387502"/>
                  </a:lnTo>
                  <a:lnTo>
                    <a:pt x="3007576" y="385648"/>
                  </a:lnTo>
                  <a:lnTo>
                    <a:pt x="3006458" y="385178"/>
                  </a:lnTo>
                  <a:lnTo>
                    <a:pt x="3003829" y="385178"/>
                  </a:lnTo>
                  <a:lnTo>
                    <a:pt x="3002711" y="385648"/>
                  </a:lnTo>
                  <a:lnTo>
                    <a:pt x="3000845" y="387502"/>
                  </a:lnTo>
                  <a:lnTo>
                    <a:pt x="3000375" y="388620"/>
                  </a:lnTo>
                  <a:lnTo>
                    <a:pt x="3000375" y="391261"/>
                  </a:lnTo>
                  <a:lnTo>
                    <a:pt x="3000845" y="392379"/>
                  </a:lnTo>
                  <a:lnTo>
                    <a:pt x="3002711" y="394233"/>
                  </a:lnTo>
                  <a:lnTo>
                    <a:pt x="3003829" y="394703"/>
                  </a:lnTo>
                  <a:lnTo>
                    <a:pt x="3006458" y="394703"/>
                  </a:lnTo>
                  <a:lnTo>
                    <a:pt x="3007576" y="394233"/>
                  </a:lnTo>
                  <a:lnTo>
                    <a:pt x="3009442" y="392379"/>
                  </a:lnTo>
                  <a:lnTo>
                    <a:pt x="3009900" y="391261"/>
                  </a:lnTo>
                  <a:lnTo>
                    <a:pt x="3009900" y="388620"/>
                  </a:lnTo>
                  <a:close/>
                </a:path>
                <a:path w="3819525" h="1165225">
                  <a:moveTo>
                    <a:pt x="3009900" y="3454"/>
                  </a:moveTo>
                  <a:lnTo>
                    <a:pt x="3009442" y="2324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24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55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55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3819525" h="1165225">
                  <a:moveTo>
                    <a:pt x="3057525" y="1158976"/>
                  </a:moveTo>
                  <a:lnTo>
                    <a:pt x="3057067" y="1157859"/>
                  </a:lnTo>
                  <a:lnTo>
                    <a:pt x="3055201" y="1156004"/>
                  </a:lnTo>
                  <a:lnTo>
                    <a:pt x="3054083" y="1155534"/>
                  </a:lnTo>
                  <a:lnTo>
                    <a:pt x="3051454" y="1155534"/>
                  </a:lnTo>
                  <a:lnTo>
                    <a:pt x="3050336" y="1156004"/>
                  </a:lnTo>
                  <a:lnTo>
                    <a:pt x="3048470" y="1157859"/>
                  </a:lnTo>
                  <a:lnTo>
                    <a:pt x="3048000" y="1158976"/>
                  </a:lnTo>
                  <a:lnTo>
                    <a:pt x="3048000" y="1161605"/>
                  </a:lnTo>
                  <a:lnTo>
                    <a:pt x="3048470" y="1162735"/>
                  </a:lnTo>
                  <a:lnTo>
                    <a:pt x="3050336" y="1164590"/>
                  </a:lnTo>
                  <a:lnTo>
                    <a:pt x="3051454" y="1165059"/>
                  </a:lnTo>
                  <a:lnTo>
                    <a:pt x="3054083" y="1165059"/>
                  </a:lnTo>
                  <a:lnTo>
                    <a:pt x="3055201" y="1164590"/>
                  </a:lnTo>
                  <a:lnTo>
                    <a:pt x="3057067" y="1162735"/>
                  </a:lnTo>
                  <a:lnTo>
                    <a:pt x="3057525" y="1161605"/>
                  </a:lnTo>
                  <a:lnTo>
                    <a:pt x="3057525" y="1158976"/>
                  </a:lnTo>
                  <a:close/>
                </a:path>
                <a:path w="3819525" h="1165225">
                  <a:moveTo>
                    <a:pt x="3057525" y="773798"/>
                  </a:moveTo>
                  <a:lnTo>
                    <a:pt x="3057067" y="772680"/>
                  </a:lnTo>
                  <a:lnTo>
                    <a:pt x="3055201" y="770826"/>
                  </a:lnTo>
                  <a:lnTo>
                    <a:pt x="3054083" y="770356"/>
                  </a:lnTo>
                  <a:lnTo>
                    <a:pt x="3051454" y="770356"/>
                  </a:lnTo>
                  <a:lnTo>
                    <a:pt x="3050336" y="770826"/>
                  </a:lnTo>
                  <a:lnTo>
                    <a:pt x="3048470" y="772680"/>
                  </a:lnTo>
                  <a:lnTo>
                    <a:pt x="3048000" y="773798"/>
                  </a:lnTo>
                  <a:lnTo>
                    <a:pt x="3048000" y="776439"/>
                  </a:lnTo>
                  <a:lnTo>
                    <a:pt x="3048470" y="777557"/>
                  </a:lnTo>
                  <a:lnTo>
                    <a:pt x="3050336" y="779411"/>
                  </a:lnTo>
                  <a:lnTo>
                    <a:pt x="3051454" y="779881"/>
                  </a:lnTo>
                  <a:lnTo>
                    <a:pt x="3054083" y="779881"/>
                  </a:lnTo>
                  <a:lnTo>
                    <a:pt x="3055201" y="779411"/>
                  </a:lnTo>
                  <a:lnTo>
                    <a:pt x="3057067" y="777557"/>
                  </a:lnTo>
                  <a:lnTo>
                    <a:pt x="3057525" y="776439"/>
                  </a:lnTo>
                  <a:lnTo>
                    <a:pt x="3057525" y="773798"/>
                  </a:lnTo>
                  <a:close/>
                </a:path>
                <a:path w="3819525" h="1165225">
                  <a:moveTo>
                    <a:pt x="3057525" y="388620"/>
                  </a:moveTo>
                  <a:lnTo>
                    <a:pt x="3057067" y="387502"/>
                  </a:lnTo>
                  <a:lnTo>
                    <a:pt x="3055201" y="385648"/>
                  </a:lnTo>
                  <a:lnTo>
                    <a:pt x="3054083" y="385178"/>
                  </a:lnTo>
                  <a:lnTo>
                    <a:pt x="3051454" y="385178"/>
                  </a:lnTo>
                  <a:lnTo>
                    <a:pt x="3050336" y="385648"/>
                  </a:lnTo>
                  <a:lnTo>
                    <a:pt x="3048470" y="387502"/>
                  </a:lnTo>
                  <a:lnTo>
                    <a:pt x="3048000" y="388620"/>
                  </a:lnTo>
                  <a:lnTo>
                    <a:pt x="3048000" y="391261"/>
                  </a:lnTo>
                  <a:lnTo>
                    <a:pt x="3048470" y="392379"/>
                  </a:lnTo>
                  <a:lnTo>
                    <a:pt x="3050336" y="394233"/>
                  </a:lnTo>
                  <a:lnTo>
                    <a:pt x="3051454" y="394703"/>
                  </a:lnTo>
                  <a:lnTo>
                    <a:pt x="3054083" y="394703"/>
                  </a:lnTo>
                  <a:lnTo>
                    <a:pt x="3055201" y="394233"/>
                  </a:lnTo>
                  <a:lnTo>
                    <a:pt x="3057067" y="392379"/>
                  </a:lnTo>
                  <a:lnTo>
                    <a:pt x="3057525" y="391261"/>
                  </a:lnTo>
                  <a:lnTo>
                    <a:pt x="3057525" y="388620"/>
                  </a:lnTo>
                  <a:close/>
                </a:path>
                <a:path w="3819525" h="1165225">
                  <a:moveTo>
                    <a:pt x="3057525" y="3454"/>
                  </a:moveTo>
                  <a:lnTo>
                    <a:pt x="3057067" y="2324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24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55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55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3819525" h="1165225">
                  <a:moveTo>
                    <a:pt x="3105150" y="1158976"/>
                  </a:moveTo>
                  <a:lnTo>
                    <a:pt x="3104692" y="1157859"/>
                  </a:lnTo>
                  <a:lnTo>
                    <a:pt x="3102826" y="1156004"/>
                  </a:lnTo>
                  <a:lnTo>
                    <a:pt x="3101708" y="1155534"/>
                  </a:lnTo>
                  <a:lnTo>
                    <a:pt x="3099079" y="1155534"/>
                  </a:lnTo>
                  <a:lnTo>
                    <a:pt x="3097961" y="1156004"/>
                  </a:lnTo>
                  <a:lnTo>
                    <a:pt x="3096095" y="1157859"/>
                  </a:lnTo>
                  <a:lnTo>
                    <a:pt x="3095625" y="1158976"/>
                  </a:lnTo>
                  <a:lnTo>
                    <a:pt x="3095625" y="1161605"/>
                  </a:lnTo>
                  <a:lnTo>
                    <a:pt x="3096095" y="1162735"/>
                  </a:lnTo>
                  <a:lnTo>
                    <a:pt x="3097961" y="1164590"/>
                  </a:lnTo>
                  <a:lnTo>
                    <a:pt x="3099079" y="1165059"/>
                  </a:lnTo>
                  <a:lnTo>
                    <a:pt x="3101708" y="1165059"/>
                  </a:lnTo>
                  <a:lnTo>
                    <a:pt x="3102826" y="1164590"/>
                  </a:lnTo>
                  <a:lnTo>
                    <a:pt x="3104692" y="1162735"/>
                  </a:lnTo>
                  <a:lnTo>
                    <a:pt x="3105150" y="1161605"/>
                  </a:lnTo>
                  <a:lnTo>
                    <a:pt x="3105150" y="1158976"/>
                  </a:lnTo>
                  <a:close/>
                </a:path>
                <a:path w="3819525" h="1165225">
                  <a:moveTo>
                    <a:pt x="3105150" y="773798"/>
                  </a:moveTo>
                  <a:lnTo>
                    <a:pt x="3104692" y="772680"/>
                  </a:lnTo>
                  <a:lnTo>
                    <a:pt x="3102826" y="770826"/>
                  </a:lnTo>
                  <a:lnTo>
                    <a:pt x="3101708" y="770356"/>
                  </a:lnTo>
                  <a:lnTo>
                    <a:pt x="3099079" y="770356"/>
                  </a:lnTo>
                  <a:lnTo>
                    <a:pt x="3097961" y="770826"/>
                  </a:lnTo>
                  <a:lnTo>
                    <a:pt x="3096095" y="772680"/>
                  </a:lnTo>
                  <a:lnTo>
                    <a:pt x="3095625" y="773798"/>
                  </a:lnTo>
                  <a:lnTo>
                    <a:pt x="3095625" y="776439"/>
                  </a:lnTo>
                  <a:lnTo>
                    <a:pt x="3096095" y="777557"/>
                  </a:lnTo>
                  <a:lnTo>
                    <a:pt x="3097961" y="779411"/>
                  </a:lnTo>
                  <a:lnTo>
                    <a:pt x="3099079" y="779881"/>
                  </a:lnTo>
                  <a:lnTo>
                    <a:pt x="3101708" y="779881"/>
                  </a:lnTo>
                  <a:lnTo>
                    <a:pt x="3102826" y="779411"/>
                  </a:lnTo>
                  <a:lnTo>
                    <a:pt x="3104692" y="777557"/>
                  </a:lnTo>
                  <a:lnTo>
                    <a:pt x="3105150" y="776439"/>
                  </a:lnTo>
                  <a:lnTo>
                    <a:pt x="3105150" y="773798"/>
                  </a:lnTo>
                  <a:close/>
                </a:path>
                <a:path w="3819525" h="1165225">
                  <a:moveTo>
                    <a:pt x="3105150" y="388620"/>
                  </a:moveTo>
                  <a:lnTo>
                    <a:pt x="3104692" y="387502"/>
                  </a:lnTo>
                  <a:lnTo>
                    <a:pt x="3102826" y="385648"/>
                  </a:lnTo>
                  <a:lnTo>
                    <a:pt x="3101708" y="385178"/>
                  </a:lnTo>
                  <a:lnTo>
                    <a:pt x="3099079" y="385178"/>
                  </a:lnTo>
                  <a:lnTo>
                    <a:pt x="3097961" y="385648"/>
                  </a:lnTo>
                  <a:lnTo>
                    <a:pt x="3096095" y="387502"/>
                  </a:lnTo>
                  <a:lnTo>
                    <a:pt x="3095625" y="388620"/>
                  </a:lnTo>
                  <a:lnTo>
                    <a:pt x="3095625" y="391261"/>
                  </a:lnTo>
                  <a:lnTo>
                    <a:pt x="3096095" y="392379"/>
                  </a:lnTo>
                  <a:lnTo>
                    <a:pt x="3097961" y="394233"/>
                  </a:lnTo>
                  <a:lnTo>
                    <a:pt x="3099079" y="394703"/>
                  </a:lnTo>
                  <a:lnTo>
                    <a:pt x="3101708" y="394703"/>
                  </a:lnTo>
                  <a:lnTo>
                    <a:pt x="3102826" y="394233"/>
                  </a:lnTo>
                  <a:lnTo>
                    <a:pt x="3104692" y="392379"/>
                  </a:lnTo>
                  <a:lnTo>
                    <a:pt x="3105150" y="391261"/>
                  </a:lnTo>
                  <a:lnTo>
                    <a:pt x="3105150" y="388620"/>
                  </a:lnTo>
                  <a:close/>
                </a:path>
                <a:path w="3819525" h="1165225">
                  <a:moveTo>
                    <a:pt x="3105150" y="3454"/>
                  </a:moveTo>
                  <a:lnTo>
                    <a:pt x="3104692" y="2324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24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55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55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3819525" h="1165225">
                  <a:moveTo>
                    <a:pt x="3152775" y="1158976"/>
                  </a:moveTo>
                  <a:lnTo>
                    <a:pt x="3152317" y="1157859"/>
                  </a:lnTo>
                  <a:lnTo>
                    <a:pt x="3150451" y="1156004"/>
                  </a:lnTo>
                  <a:lnTo>
                    <a:pt x="3149333" y="1155534"/>
                  </a:lnTo>
                  <a:lnTo>
                    <a:pt x="3146704" y="1155534"/>
                  </a:lnTo>
                  <a:lnTo>
                    <a:pt x="3145586" y="1156004"/>
                  </a:lnTo>
                  <a:lnTo>
                    <a:pt x="3143720" y="1157859"/>
                  </a:lnTo>
                  <a:lnTo>
                    <a:pt x="3143250" y="1158976"/>
                  </a:lnTo>
                  <a:lnTo>
                    <a:pt x="3143250" y="1161605"/>
                  </a:lnTo>
                  <a:lnTo>
                    <a:pt x="3143720" y="1162735"/>
                  </a:lnTo>
                  <a:lnTo>
                    <a:pt x="3145586" y="1164590"/>
                  </a:lnTo>
                  <a:lnTo>
                    <a:pt x="3146704" y="1165059"/>
                  </a:lnTo>
                  <a:lnTo>
                    <a:pt x="3149333" y="1165059"/>
                  </a:lnTo>
                  <a:lnTo>
                    <a:pt x="3150451" y="1164590"/>
                  </a:lnTo>
                  <a:lnTo>
                    <a:pt x="3152317" y="1162735"/>
                  </a:lnTo>
                  <a:lnTo>
                    <a:pt x="3152775" y="1161605"/>
                  </a:lnTo>
                  <a:lnTo>
                    <a:pt x="3152775" y="1158976"/>
                  </a:lnTo>
                  <a:close/>
                </a:path>
                <a:path w="3819525" h="1165225">
                  <a:moveTo>
                    <a:pt x="3152775" y="773798"/>
                  </a:moveTo>
                  <a:lnTo>
                    <a:pt x="3152317" y="772680"/>
                  </a:lnTo>
                  <a:lnTo>
                    <a:pt x="3150451" y="770826"/>
                  </a:lnTo>
                  <a:lnTo>
                    <a:pt x="3149333" y="770356"/>
                  </a:lnTo>
                  <a:lnTo>
                    <a:pt x="3146704" y="770356"/>
                  </a:lnTo>
                  <a:lnTo>
                    <a:pt x="3145586" y="770826"/>
                  </a:lnTo>
                  <a:lnTo>
                    <a:pt x="3143720" y="772680"/>
                  </a:lnTo>
                  <a:lnTo>
                    <a:pt x="3143250" y="773798"/>
                  </a:lnTo>
                  <a:lnTo>
                    <a:pt x="3143250" y="776439"/>
                  </a:lnTo>
                  <a:lnTo>
                    <a:pt x="3143720" y="777557"/>
                  </a:lnTo>
                  <a:lnTo>
                    <a:pt x="3145586" y="779411"/>
                  </a:lnTo>
                  <a:lnTo>
                    <a:pt x="3146704" y="779881"/>
                  </a:lnTo>
                  <a:lnTo>
                    <a:pt x="3149333" y="779881"/>
                  </a:lnTo>
                  <a:lnTo>
                    <a:pt x="3150451" y="779411"/>
                  </a:lnTo>
                  <a:lnTo>
                    <a:pt x="3152317" y="777557"/>
                  </a:lnTo>
                  <a:lnTo>
                    <a:pt x="3152775" y="776439"/>
                  </a:lnTo>
                  <a:lnTo>
                    <a:pt x="3152775" y="773798"/>
                  </a:lnTo>
                  <a:close/>
                </a:path>
                <a:path w="3819525" h="1165225">
                  <a:moveTo>
                    <a:pt x="3152775" y="388620"/>
                  </a:moveTo>
                  <a:lnTo>
                    <a:pt x="3152317" y="387502"/>
                  </a:lnTo>
                  <a:lnTo>
                    <a:pt x="3150451" y="385648"/>
                  </a:lnTo>
                  <a:lnTo>
                    <a:pt x="3149333" y="385178"/>
                  </a:lnTo>
                  <a:lnTo>
                    <a:pt x="3146704" y="385178"/>
                  </a:lnTo>
                  <a:lnTo>
                    <a:pt x="3145586" y="385648"/>
                  </a:lnTo>
                  <a:lnTo>
                    <a:pt x="3143720" y="387502"/>
                  </a:lnTo>
                  <a:lnTo>
                    <a:pt x="3143250" y="388620"/>
                  </a:lnTo>
                  <a:lnTo>
                    <a:pt x="3143250" y="391261"/>
                  </a:lnTo>
                  <a:lnTo>
                    <a:pt x="3143720" y="392379"/>
                  </a:lnTo>
                  <a:lnTo>
                    <a:pt x="3145586" y="394233"/>
                  </a:lnTo>
                  <a:lnTo>
                    <a:pt x="3146704" y="394703"/>
                  </a:lnTo>
                  <a:lnTo>
                    <a:pt x="3149333" y="394703"/>
                  </a:lnTo>
                  <a:lnTo>
                    <a:pt x="3150451" y="394233"/>
                  </a:lnTo>
                  <a:lnTo>
                    <a:pt x="3152317" y="392379"/>
                  </a:lnTo>
                  <a:lnTo>
                    <a:pt x="3152775" y="391261"/>
                  </a:lnTo>
                  <a:lnTo>
                    <a:pt x="3152775" y="388620"/>
                  </a:lnTo>
                  <a:close/>
                </a:path>
                <a:path w="3819525" h="1165225">
                  <a:moveTo>
                    <a:pt x="3152775" y="3454"/>
                  </a:moveTo>
                  <a:lnTo>
                    <a:pt x="3152317" y="2324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24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55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55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3819525" h="1165225">
                  <a:moveTo>
                    <a:pt x="3200400" y="1158976"/>
                  </a:moveTo>
                  <a:lnTo>
                    <a:pt x="3199942" y="1157859"/>
                  </a:lnTo>
                  <a:lnTo>
                    <a:pt x="3198076" y="1156004"/>
                  </a:lnTo>
                  <a:lnTo>
                    <a:pt x="3196958" y="1155534"/>
                  </a:lnTo>
                  <a:lnTo>
                    <a:pt x="3194329" y="1155534"/>
                  </a:lnTo>
                  <a:lnTo>
                    <a:pt x="3193211" y="1156004"/>
                  </a:lnTo>
                  <a:lnTo>
                    <a:pt x="3191345" y="1157859"/>
                  </a:lnTo>
                  <a:lnTo>
                    <a:pt x="3190875" y="1158976"/>
                  </a:lnTo>
                  <a:lnTo>
                    <a:pt x="3190875" y="1161605"/>
                  </a:lnTo>
                  <a:lnTo>
                    <a:pt x="3191345" y="1162735"/>
                  </a:lnTo>
                  <a:lnTo>
                    <a:pt x="3193211" y="1164590"/>
                  </a:lnTo>
                  <a:lnTo>
                    <a:pt x="3194329" y="1165059"/>
                  </a:lnTo>
                  <a:lnTo>
                    <a:pt x="3196958" y="1165059"/>
                  </a:lnTo>
                  <a:lnTo>
                    <a:pt x="3198076" y="1164590"/>
                  </a:lnTo>
                  <a:lnTo>
                    <a:pt x="3199942" y="1162735"/>
                  </a:lnTo>
                  <a:lnTo>
                    <a:pt x="3200400" y="1161605"/>
                  </a:lnTo>
                  <a:lnTo>
                    <a:pt x="3200400" y="1158976"/>
                  </a:lnTo>
                  <a:close/>
                </a:path>
                <a:path w="3819525" h="1165225">
                  <a:moveTo>
                    <a:pt x="3200400" y="773798"/>
                  </a:moveTo>
                  <a:lnTo>
                    <a:pt x="3199942" y="772680"/>
                  </a:lnTo>
                  <a:lnTo>
                    <a:pt x="3198076" y="770826"/>
                  </a:lnTo>
                  <a:lnTo>
                    <a:pt x="3196958" y="770356"/>
                  </a:lnTo>
                  <a:lnTo>
                    <a:pt x="3194329" y="770356"/>
                  </a:lnTo>
                  <a:lnTo>
                    <a:pt x="3193211" y="770826"/>
                  </a:lnTo>
                  <a:lnTo>
                    <a:pt x="3191345" y="772680"/>
                  </a:lnTo>
                  <a:lnTo>
                    <a:pt x="3190875" y="773798"/>
                  </a:lnTo>
                  <a:lnTo>
                    <a:pt x="3190875" y="776439"/>
                  </a:lnTo>
                  <a:lnTo>
                    <a:pt x="3191345" y="777557"/>
                  </a:lnTo>
                  <a:lnTo>
                    <a:pt x="3193211" y="779411"/>
                  </a:lnTo>
                  <a:lnTo>
                    <a:pt x="3194329" y="779881"/>
                  </a:lnTo>
                  <a:lnTo>
                    <a:pt x="3196958" y="779881"/>
                  </a:lnTo>
                  <a:lnTo>
                    <a:pt x="3198076" y="779411"/>
                  </a:lnTo>
                  <a:lnTo>
                    <a:pt x="3199942" y="777557"/>
                  </a:lnTo>
                  <a:lnTo>
                    <a:pt x="3200400" y="776439"/>
                  </a:lnTo>
                  <a:lnTo>
                    <a:pt x="3200400" y="773798"/>
                  </a:lnTo>
                  <a:close/>
                </a:path>
                <a:path w="3819525" h="1165225">
                  <a:moveTo>
                    <a:pt x="3200400" y="388620"/>
                  </a:moveTo>
                  <a:lnTo>
                    <a:pt x="3199942" y="387502"/>
                  </a:lnTo>
                  <a:lnTo>
                    <a:pt x="3198076" y="385648"/>
                  </a:lnTo>
                  <a:lnTo>
                    <a:pt x="3196958" y="385178"/>
                  </a:lnTo>
                  <a:lnTo>
                    <a:pt x="3194329" y="385178"/>
                  </a:lnTo>
                  <a:lnTo>
                    <a:pt x="3193211" y="385648"/>
                  </a:lnTo>
                  <a:lnTo>
                    <a:pt x="3191345" y="387502"/>
                  </a:lnTo>
                  <a:lnTo>
                    <a:pt x="3190875" y="388620"/>
                  </a:lnTo>
                  <a:lnTo>
                    <a:pt x="3190875" y="391261"/>
                  </a:lnTo>
                  <a:lnTo>
                    <a:pt x="3191345" y="392379"/>
                  </a:lnTo>
                  <a:lnTo>
                    <a:pt x="3193211" y="394233"/>
                  </a:lnTo>
                  <a:lnTo>
                    <a:pt x="3194329" y="394703"/>
                  </a:lnTo>
                  <a:lnTo>
                    <a:pt x="3196958" y="394703"/>
                  </a:lnTo>
                  <a:lnTo>
                    <a:pt x="3198076" y="394233"/>
                  </a:lnTo>
                  <a:lnTo>
                    <a:pt x="3199942" y="392379"/>
                  </a:lnTo>
                  <a:lnTo>
                    <a:pt x="3200400" y="391261"/>
                  </a:lnTo>
                  <a:lnTo>
                    <a:pt x="3200400" y="388620"/>
                  </a:lnTo>
                  <a:close/>
                </a:path>
                <a:path w="3819525" h="1165225">
                  <a:moveTo>
                    <a:pt x="3200400" y="3454"/>
                  </a:moveTo>
                  <a:lnTo>
                    <a:pt x="3199942" y="2324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24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55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55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3819525" h="1165225">
                  <a:moveTo>
                    <a:pt x="3248025" y="1158976"/>
                  </a:moveTo>
                  <a:lnTo>
                    <a:pt x="3247567" y="1157859"/>
                  </a:lnTo>
                  <a:lnTo>
                    <a:pt x="3245701" y="1156004"/>
                  </a:lnTo>
                  <a:lnTo>
                    <a:pt x="3244583" y="1155534"/>
                  </a:lnTo>
                  <a:lnTo>
                    <a:pt x="3241954" y="1155534"/>
                  </a:lnTo>
                  <a:lnTo>
                    <a:pt x="3240824" y="1156004"/>
                  </a:lnTo>
                  <a:lnTo>
                    <a:pt x="3238970" y="1157859"/>
                  </a:lnTo>
                  <a:lnTo>
                    <a:pt x="3238500" y="1158976"/>
                  </a:lnTo>
                  <a:lnTo>
                    <a:pt x="3238500" y="1161605"/>
                  </a:lnTo>
                  <a:lnTo>
                    <a:pt x="3238970" y="1162735"/>
                  </a:lnTo>
                  <a:lnTo>
                    <a:pt x="3240824" y="1164590"/>
                  </a:lnTo>
                  <a:lnTo>
                    <a:pt x="3241954" y="1165059"/>
                  </a:lnTo>
                  <a:lnTo>
                    <a:pt x="3244583" y="1165059"/>
                  </a:lnTo>
                  <a:lnTo>
                    <a:pt x="3245701" y="1164590"/>
                  </a:lnTo>
                  <a:lnTo>
                    <a:pt x="3247567" y="1162735"/>
                  </a:lnTo>
                  <a:lnTo>
                    <a:pt x="3248025" y="1161605"/>
                  </a:lnTo>
                  <a:lnTo>
                    <a:pt x="3248025" y="1158976"/>
                  </a:lnTo>
                  <a:close/>
                </a:path>
                <a:path w="3819525" h="1165225">
                  <a:moveTo>
                    <a:pt x="3248025" y="773798"/>
                  </a:moveTo>
                  <a:lnTo>
                    <a:pt x="3247567" y="772680"/>
                  </a:lnTo>
                  <a:lnTo>
                    <a:pt x="3245701" y="770826"/>
                  </a:lnTo>
                  <a:lnTo>
                    <a:pt x="3244583" y="770356"/>
                  </a:lnTo>
                  <a:lnTo>
                    <a:pt x="3241954" y="770356"/>
                  </a:lnTo>
                  <a:lnTo>
                    <a:pt x="3240824" y="770826"/>
                  </a:lnTo>
                  <a:lnTo>
                    <a:pt x="3238970" y="772680"/>
                  </a:lnTo>
                  <a:lnTo>
                    <a:pt x="3238500" y="773798"/>
                  </a:lnTo>
                  <a:lnTo>
                    <a:pt x="3238500" y="776439"/>
                  </a:lnTo>
                  <a:lnTo>
                    <a:pt x="3238970" y="777557"/>
                  </a:lnTo>
                  <a:lnTo>
                    <a:pt x="3240824" y="779411"/>
                  </a:lnTo>
                  <a:lnTo>
                    <a:pt x="3241954" y="779881"/>
                  </a:lnTo>
                  <a:lnTo>
                    <a:pt x="3244583" y="779881"/>
                  </a:lnTo>
                  <a:lnTo>
                    <a:pt x="3245701" y="779411"/>
                  </a:lnTo>
                  <a:lnTo>
                    <a:pt x="3247567" y="777557"/>
                  </a:lnTo>
                  <a:lnTo>
                    <a:pt x="3248025" y="776439"/>
                  </a:lnTo>
                  <a:lnTo>
                    <a:pt x="3248025" y="773798"/>
                  </a:lnTo>
                  <a:close/>
                </a:path>
                <a:path w="3819525" h="1165225">
                  <a:moveTo>
                    <a:pt x="3248025" y="388620"/>
                  </a:moveTo>
                  <a:lnTo>
                    <a:pt x="3247567" y="387502"/>
                  </a:lnTo>
                  <a:lnTo>
                    <a:pt x="3245701" y="385648"/>
                  </a:lnTo>
                  <a:lnTo>
                    <a:pt x="3244583" y="385178"/>
                  </a:lnTo>
                  <a:lnTo>
                    <a:pt x="3241954" y="385178"/>
                  </a:lnTo>
                  <a:lnTo>
                    <a:pt x="3240824" y="385648"/>
                  </a:lnTo>
                  <a:lnTo>
                    <a:pt x="3238970" y="387502"/>
                  </a:lnTo>
                  <a:lnTo>
                    <a:pt x="3238500" y="388620"/>
                  </a:lnTo>
                  <a:lnTo>
                    <a:pt x="3238500" y="391261"/>
                  </a:lnTo>
                  <a:lnTo>
                    <a:pt x="3238970" y="392379"/>
                  </a:lnTo>
                  <a:lnTo>
                    <a:pt x="3240824" y="394233"/>
                  </a:lnTo>
                  <a:lnTo>
                    <a:pt x="3241954" y="394703"/>
                  </a:lnTo>
                  <a:lnTo>
                    <a:pt x="3244583" y="394703"/>
                  </a:lnTo>
                  <a:lnTo>
                    <a:pt x="3245701" y="394233"/>
                  </a:lnTo>
                  <a:lnTo>
                    <a:pt x="3247567" y="392379"/>
                  </a:lnTo>
                  <a:lnTo>
                    <a:pt x="3248025" y="391261"/>
                  </a:lnTo>
                  <a:lnTo>
                    <a:pt x="3248025" y="388620"/>
                  </a:lnTo>
                  <a:close/>
                </a:path>
                <a:path w="3819525" h="1165225">
                  <a:moveTo>
                    <a:pt x="3248025" y="3454"/>
                  </a:moveTo>
                  <a:lnTo>
                    <a:pt x="3247567" y="2324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24" y="469"/>
                  </a:lnTo>
                  <a:lnTo>
                    <a:pt x="3238970" y="2324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24" y="9055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55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3819525" h="1165225">
                  <a:moveTo>
                    <a:pt x="3295650" y="1158976"/>
                  </a:moveTo>
                  <a:lnTo>
                    <a:pt x="3295192" y="1157859"/>
                  </a:lnTo>
                  <a:lnTo>
                    <a:pt x="3293326" y="1156004"/>
                  </a:lnTo>
                  <a:lnTo>
                    <a:pt x="3292208" y="1155534"/>
                  </a:lnTo>
                  <a:lnTo>
                    <a:pt x="3289579" y="1155534"/>
                  </a:lnTo>
                  <a:lnTo>
                    <a:pt x="3288449" y="1156004"/>
                  </a:lnTo>
                  <a:lnTo>
                    <a:pt x="3286595" y="1157859"/>
                  </a:lnTo>
                  <a:lnTo>
                    <a:pt x="3286125" y="1158976"/>
                  </a:lnTo>
                  <a:lnTo>
                    <a:pt x="3286125" y="1161605"/>
                  </a:lnTo>
                  <a:lnTo>
                    <a:pt x="3286595" y="1162735"/>
                  </a:lnTo>
                  <a:lnTo>
                    <a:pt x="3288449" y="1164590"/>
                  </a:lnTo>
                  <a:lnTo>
                    <a:pt x="3289579" y="1165059"/>
                  </a:lnTo>
                  <a:lnTo>
                    <a:pt x="3292208" y="1165059"/>
                  </a:lnTo>
                  <a:lnTo>
                    <a:pt x="3293326" y="1164590"/>
                  </a:lnTo>
                  <a:lnTo>
                    <a:pt x="3295192" y="1162735"/>
                  </a:lnTo>
                  <a:lnTo>
                    <a:pt x="3295650" y="1161605"/>
                  </a:lnTo>
                  <a:lnTo>
                    <a:pt x="3295650" y="1158976"/>
                  </a:lnTo>
                  <a:close/>
                </a:path>
                <a:path w="3819525" h="1165225">
                  <a:moveTo>
                    <a:pt x="3295650" y="773798"/>
                  </a:moveTo>
                  <a:lnTo>
                    <a:pt x="3295192" y="772680"/>
                  </a:lnTo>
                  <a:lnTo>
                    <a:pt x="3293326" y="770826"/>
                  </a:lnTo>
                  <a:lnTo>
                    <a:pt x="3292208" y="770356"/>
                  </a:lnTo>
                  <a:lnTo>
                    <a:pt x="3289579" y="770356"/>
                  </a:lnTo>
                  <a:lnTo>
                    <a:pt x="3288449" y="770826"/>
                  </a:lnTo>
                  <a:lnTo>
                    <a:pt x="3286595" y="772680"/>
                  </a:lnTo>
                  <a:lnTo>
                    <a:pt x="3286125" y="773798"/>
                  </a:lnTo>
                  <a:lnTo>
                    <a:pt x="3286125" y="776439"/>
                  </a:lnTo>
                  <a:lnTo>
                    <a:pt x="3286595" y="777557"/>
                  </a:lnTo>
                  <a:lnTo>
                    <a:pt x="3288449" y="779411"/>
                  </a:lnTo>
                  <a:lnTo>
                    <a:pt x="3289579" y="779881"/>
                  </a:lnTo>
                  <a:lnTo>
                    <a:pt x="3292208" y="779881"/>
                  </a:lnTo>
                  <a:lnTo>
                    <a:pt x="3293326" y="779411"/>
                  </a:lnTo>
                  <a:lnTo>
                    <a:pt x="3295192" y="777557"/>
                  </a:lnTo>
                  <a:lnTo>
                    <a:pt x="3295650" y="776439"/>
                  </a:lnTo>
                  <a:lnTo>
                    <a:pt x="3295650" y="773798"/>
                  </a:lnTo>
                  <a:close/>
                </a:path>
                <a:path w="3819525" h="1165225">
                  <a:moveTo>
                    <a:pt x="3295650" y="388620"/>
                  </a:moveTo>
                  <a:lnTo>
                    <a:pt x="3295192" y="387502"/>
                  </a:lnTo>
                  <a:lnTo>
                    <a:pt x="3293326" y="385648"/>
                  </a:lnTo>
                  <a:lnTo>
                    <a:pt x="3292208" y="385178"/>
                  </a:lnTo>
                  <a:lnTo>
                    <a:pt x="3289579" y="385178"/>
                  </a:lnTo>
                  <a:lnTo>
                    <a:pt x="3288449" y="385648"/>
                  </a:lnTo>
                  <a:lnTo>
                    <a:pt x="3286595" y="387502"/>
                  </a:lnTo>
                  <a:lnTo>
                    <a:pt x="3286125" y="388620"/>
                  </a:lnTo>
                  <a:lnTo>
                    <a:pt x="3286125" y="391261"/>
                  </a:lnTo>
                  <a:lnTo>
                    <a:pt x="3286595" y="392379"/>
                  </a:lnTo>
                  <a:lnTo>
                    <a:pt x="3288449" y="394233"/>
                  </a:lnTo>
                  <a:lnTo>
                    <a:pt x="3289579" y="394703"/>
                  </a:lnTo>
                  <a:lnTo>
                    <a:pt x="3292208" y="394703"/>
                  </a:lnTo>
                  <a:lnTo>
                    <a:pt x="3293326" y="394233"/>
                  </a:lnTo>
                  <a:lnTo>
                    <a:pt x="3295192" y="392379"/>
                  </a:lnTo>
                  <a:lnTo>
                    <a:pt x="3295650" y="391261"/>
                  </a:lnTo>
                  <a:lnTo>
                    <a:pt x="3295650" y="388620"/>
                  </a:lnTo>
                  <a:close/>
                </a:path>
                <a:path w="3819525" h="1165225">
                  <a:moveTo>
                    <a:pt x="3295650" y="3454"/>
                  </a:moveTo>
                  <a:lnTo>
                    <a:pt x="3295192" y="2324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49" y="469"/>
                  </a:lnTo>
                  <a:lnTo>
                    <a:pt x="3286595" y="2324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49" y="9055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55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3819525" h="1165225">
                  <a:moveTo>
                    <a:pt x="3343275" y="1158976"/>
                  </a:moveTo>
                  <a:lnTo>
                    <a:pt x="3342817" y="1157859"/>
                  </a:lnTo>
                  <a:lnTo>
                    <a:pt x="3340951" y="1156004"/>
                  </a:lnTo>
                  <a:lnTo>
                    <a:pt x="3339833" y="1155534"/>
                  </a:lnTo>
                  <a:lnTo>
                    <a:pt x="3337204" y="1155534"/>
                  </a:lnTo>
                  <a:lnTo>
                    <a:pt x="3336074" y="1156004"/>
                  </a:lnTo>
                  <a:lnTo>
                    <a:pt x="3334220" y="1157859"/>
                  </a:lnTo>
                  <a:lnTo>
                    <a:pt x="3333750" y="1158976"/>
                  </a:lnTo>
                  <a:lnTo>
                    <a:pt x="3333750" y="1161605"/>
                  </a:lnTo>
                  <a:lnTo>
                    <a:pt x="3334220" y="1162735"/>
                  </a:lnTo>
                  <a:lnTo>
                    <a:pt x="3336074" y="1164590"/>
                  </a:lnTo>
                  <a:lnTo>
                    <a:pt x="3337204" y="1165059"/>
                  </a:lnTo>
                  <a:lnTo>
                    <a:pt x="3339833" y="1165059"/>
                  </a:lnTo>
                  <a:lnTo>
                    <a:pt x="3340951" y="1164590"/>
                  </a:lnTo>
                  <a:lnTo>
                    <a:pt x="3342817" y="1162735"/>
                  </a:lnTo>
                  <a:lnTo>
                    <a:pt x="3343275" y="1161605"/>
                  </a:lnTo>
                  <a:lnTo>
                    <a:pt x="3343275" y="1158976"/>
                  </a:lnTo>
                  <a:close/>
                </a:path>
                <a:path w="3819525" h="1165225">
                  <a:moveTo>
                    <a:pt x="3343275" y="773798"/>
                  </a:moveTo>
                  <a:lnTo>
                    <a:pt x="3342817" y="772680"/>
                  </a:lnTo>
                  <a:lnTo>
                    <a:pt x="3340951" y="770826"/>
                  </a:lnTo>
                  <a:lnTo>
                    <a:pt x="3339833" y="770356"/>
                  </a:lnTo>
                  <a:lnTo>
                    <a:pt x="3337204" y="770356"/>
                  </a:lnTo>
                  <a:lnTo>
                    <a:pt x="3336074" y="770826"/>
                  </a:lnTo>
                  <a:lnTo>
                    <a:pt x="3334220" y="772680"/>
                  </a:lnTo>
                  <a:lnTo>
                    <a:pt x="3333750" y="773798"/>
                  </a:lnTo>
                  <a:lnTo>
                    <a:pt x="3333750" y="776439"/>
                  </a:lnTo>
                  <a:lnTo>
                    <a:pt x="3334220" y="777557"/>
                  </a:lnTo>
                  <a:lnTo>
                    <a:pt x="3336074" y="779411"/>
                  </a:lnTo>
                  <a:lnTo>
                    <a:pt x="3337204" y="779881"/>
                  </a:lnTo>
                  <a:lnTo>
                    <a:pt x="3339833" y="779881"/>
                  </a:lnTo>
                  <a:lnTo>
                    <a:pt x="3340951" y="779411"/>
                  </a:lnTo>
                  <a:lnTo>
                    <a:pt x="3342817" y="777557"/>
                  </a:lnTo>
                  <a:lnTo>
                    <a:pt x="3343275" y="776439"/>
                  </a:lnTo>
                  <a:lnTo>
                    <a:pt x="3343275" y="773798"/>
                  </a:lnTo>
                  <a:close/>
                </a:path>
                <a:path w="3819525" h="1165225">
                  <a:moveTo>
                    <a:pt x="3343275" y="388620"/>
                  </a:moveTo>
                  <a:lnTo>
                    <a:pt x="3342817" y="387502"/>
                  </a:lnTo>
                  <a:lnTo>
                    <a:pt x="3340951" y="385648"/>
                  </a:lnTo>
                  <a:lnTo>
                    <a:pt x="3339833" y="385178"/>
                  </a:lnTo>
                  <a:lnTo>
                    <a:pt x="3337204" y="385178"/>
                  </a:lnTo>
                  <a:lnTo>
                    <a:pt x="3336074" y="385648"/>
                  </a:lnTo>
                  <a:lnTo>
                    <a:pt x="3334220" y="387502"/>
                  </a:lnTo>
                  <a:lnTo>
                    <a:pt x="3333750" y="388620"/>
                  </a:lnTo>
                  <a:lnTo>
                    <a:pt x="3333750" y="391261"/>
                  </a:lnTo>
                  <a:lnTo>
                    <a:pt x="3334220" y="392379"/>
                  </a:lnTo>
                  <a:lnTo>
                    <a:pt x="3336074" y="394233"/>
                  </a:lnTo>
                  <a:lnTo>
                    <a:pt x="3337204" y="394703"/>
                  </a:lnTo>
                  <a:lnTo>
                    <a:pt x="3339833" y="394703"/>
                  </a:lnTo>
                  <a:lnTo>
                    <a:pt x="3340951" y="394233"/>
                  </a:lnTo>
                  <a:lnTo>
                    <a:pt x="3342817" y="392379"/>
                  </a:lnTo>
                  <a:lnTo>
                    <a:pt x="3343275" y="391261"/>
                  </a:lnTo>
                  <a:lnTo>
                    <a:pt x="3343275" y="388620"/>
                  </a:lnTo>
                  <a:close/>
                </a:path>
                <a:path w="3819525" h="1165225">
                  <a:moveTo>
                    <a:pt x="3343275" y="3454"/>
                  </a:moveTo>
                  <a:lnTo>
                    <a:pt x="3342817" y="2324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24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55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55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3819525" h="1165225">
                  <a:moveTo>
                    <a:pt x="3390900" y="1158976"/>
                  </a:moveTo>
                  <a:lnTo>
                    <a:pt x="3390442" y="1157859"/>
                  </a:lnTo>
                  <a:lnTo>
                    <a:pt x="3388576" y="1156004"/>
                  </a:lnTo>
                  <a:lnTo>
                    <a:pt x="3387458" y="1155534"/>
                  </a:lnTo>
                  <a:lnTo>
                    <a:pt x="3384829" y="1155534"/>
                  </a:lnTo>
                  <a:lnTo>
                    <a:pt x="3383699" y="1156004"/>
                  </a:lnTo>
                  <a:lnTo>
                    <a:pt x="3381845" y="1157859"/>
                  </a:lnTo>
                  <a:lnTo>
                    <a:pt x="3381375" y="1158976"/>
                  </a:lnTo>
                  <a:lnTo>
                    <a:pt x="3381375" y="1161605"/>
                  </a:lnTo>
                  <a:lnTo>
                    <a:pt x="3381845" y="1162735"/>
                  </a:lnTo>
                  <a:lnTo>
                    <a:pt x="3383699" y="1164590"/>
                  </a:lnTo>
                  <a:lnTo>
                    <a:pt x="3384829" y="1165059"/>
                  </a:lnTo>
                  <a:lnTo>
                    <a:pt x="3387458" y="1165059"/>
                  </a:lnTo>
                  <a:lnTo>
                    <a:pt x="3388576" y="1164590"/>
                  </a:lnTo>
                  <a:lnTo>
                    <a:pt x="3390442" y="1162735"/>
                  </a:lnTo>
                  <a:lnTo>
                    <a:pt x="3390900" y="1161605"/>
                  </a:lnTo>
                  <a:lnTo>
                    <a:pt x="3390900" y="1158976"/>
                  </a:lnTo>
                  <a:close/>
                </a:path>
                <a:path w="3819525" h="1165225">
                  <a:moveTo>
                    <a:pt x="3390900" y="773798"/>
                  </a:moveTo>
                  <a:lnTo>
                    <a:pt x="3390442" y="772680"/>
                  </a:lnTo>
                  <a:lnTo>
                    <a:pt x="3388576" y="770826"/>
                  </a:lnTo>
                  <a:lnTo>
                    <a:pt x="3387458" y="770356"/>
                  </a:lnTo>
                  <a:lnTo>
                    <a:pt x="3384829" y="770356"/>
                  </a:lnTo>
                  <a:lnTo>
                    <a:pt x="3383699" y="770826"/>
                  </a:lnTo>
                  <a:lnTo>
                    <a:pt x="3381845" y="772680"/>
                  </a:lnTo>
                  <a:lnTo>
                    <a:pt x="3381375" y="773798"/>
                  </a:lnTo>
                  <a:lnTo>
                    <a:pt x="3381375" y="776439"/>
                  </a:lnTo>
                  <a:lnTo>
                    <a:pt x="3381845" y="777557"/>
                  </a:lnTo>
                  <a:lnTo>
                    <a:pt x="3383699" y="779411"/>
                  </a:lnTo>
                  <a:lnTo>
                    <a:pt x="3384829" y="779881"/>
                  </a:lnTo>
                  <a:lnTo>
                    <a:pt x="3387458" y="779881"/>
                  </a:lnTo>
                  <a:lnTo>
                    <a:pt x="3388576" y="779411"/>
                  </a:lnTo>
                  <a:lnTo>
                    <a:pt x="3390442" y="777557"/>
                  </a:lnTo>
                  <a:lnTo>
                    <a:pt x="3390900" y="776439"/>
                  </a:lnTo>
                  <a:lnTo>
                    <a:pt x="3390900" y="773798"/>
                  </a:lnTo>
                  <a:close/>
                </a:path>
                <a:path w="3819525" h="1165225">
                  <a:moveTo>
                    <a:pt x="3390900" y="388620"/>
                  </a:moveTo>
                  <a:lnTo>
                    <a:pt x="3390442" y="387502"/>
                  </a:lnTo>
                  <a:lnTo>
                    <a:pt x="3388576" y="385648"/>
                  </a:lnTo>
                  <a:lnTo>
                    <a:pt x="3387458" y="385178"/>
                  </a:lnTo>
                  <a:lnTo>
                    <a:pt x="3384829" y="385178"/>
                  </a:lnTo>
                  <a:lnTo>
                    <a:pt x="3383699" y="385648"/>
                  </a:lnTo>
                  <a:lnTo>
                    <a:pt x="3381845" y="387502"/>
                  </a:lnTo>
                  <a:lnTo>
                    <a:pt x="3381375" y="388620"/>
                  </a:lnTo>
                  <a:lnTo>
                    <a:pt x="3381375" y="391261"/>
                  </a:lnTo>
                  <a:lnTo>
                    <a:pt x="3381845" y="392379"/>
                  </a:lnTo>
                  <a:lnTo>
                    <a:pt x="3383699" y="394233"/>
                  </a:lnTo>
                  <a:lnTo>
                    <a:pt x="3384829" y="394703"/>
                  </a:lnTo>
                  <a:lnTo>
                    <a:pt x="3387458" y="394703"/>
                  </a:lnTo>
                  <a:lnTo>
                    <a:pt x="3388576" y="394233"/>
                  </a:lnTo>
                  <a:lnTo>
                    <a:pt x="3390442" y="392379"/>
                  </a:lnTo>
                  <a:lnTo>
                    <a:pt x="3390900" y="391261"/>
                  </a:lnTo>
                  <a:lnTo>
                    <a:pt x="3390900" y="388620"/>
                  </a:lnTo>
                  <a:close/>
                </a:path>
                <a:path w="3819525" h="1165225">
                  <a:moveTo>
                    <a:pt x="3390900" y="3454"/>
                  </a:moveTo>
                  <a:lnTo>
                    <a:pt x="3390442" y="2324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24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55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55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3819525" h="1165225">
                  <a:moveTo>
                    <a:pt x="3438525" y="1158976"/>
                  </a:moveTo>
                  <a:lnTo>
                    <a:pt x="3438067" y="1157859"/>
                  </a:lnTo>
                  <a:lnTo>
                    <a:pt x="3436201" y="1156004"/>
                  </a:lnTo>
                  <a:lnTo>
                    <a:pt x="3435083" y="1155534"/>
                  </a:lnTo>
                  <a:lnTo>
                    <a:pt x="3432454" y="1155534"/>
                  </a:lnTo>
                  <a:lnTo>
                    <a:pt x="3431324" y="1156004"/>
                  </a:lnTo>
                  <a:lnTo>
                    <a:pt x="3429470" y="1157859"/>
                  </a:lnTo>
                  <a:lnTo>
                    <a:pt x="3429000" y="1158976"/>
                  </a:lnTo>
                  <a:lnTo>
                    <a:pt x="3429000" y="1161605"/>
                  </a:lnTo>
                  <a:lnTo>
                    <a:pt x="3429470" y="1162735"/>
                  </a:lnTo>
                  <a:lnTo>
                    <a:pt x="3431324" y="1164590"/>
                  </a:lnTo>
                  <a:lnTo>
                    <a:pt x="3432454" y="1165059"/>
                  </a:lnTo>
                  <a:lnTo>
                    <a:pt x="3435083" y="1165059"/>
                  </a:lnTo>
                  <a:lnTo>
                    <a:pt x="3436201" y="1164590"/>
                  </a:lnTo>
                  <a:lnTo>
                    <a:pt x="3438067" y="1162735"/>
                  </a:lnTo>
                  <a:lnTo>
                    <a:pt x="3438525" y="1161605"/>
                  </a:lnTo>
                  <a:lnTo>
                    <a:pt x="3438525" y="1158976"/>
                  </a:lnTo>
                  <a:close/>
                </a:path>
                <a:path w="3819525" h="1165225">
                  <a:moveTo>
                    <a:pt x="3438525" y="773798"/>
                  </a:moveTo>
                  <a:lnTo>
                    <a:pt x="3438067" y="772680"/>
                  </a:lnTo>
                  <a:lnTo>
                    <a:pt x="3436201" y="770826"/>
                  </a:lnTo>
                  <a:lnTo>
                    <a:pt x="3435083" y="770356"/>
                  </a:lnTo>
                  <a:lnTo>
                    <a:pt x="3432454" y="770356"/>
                  </a:lnTo>
                  <a:lnTo>
                    <a:pt x="3431324" y="770826"/>
                  </a:lnTo>
                  <a:lnTo>
                    <a:pt x="3429470" y="772680"/>
                  </a:lnTo>
                  <a:lnTo>
                    <a:pt x="3429000" y="773798"/>
                  </a:lnTo>
                  <a:lnTo>
                    <a:pt x="3429000" y="776439"/>
                  </a:lnTo>
                  <a:lnTo>
                    <a:pt x="3429470" y="777557"/>
                  </a:lnTo>
                  <a:lnTo>
                    <a:pt x="3431324" y="779411"/>
                  </a:lnTo>
                  <a:lnTo>
                    <a:pt x="3432454" y="779881"/>
                  </a:lnTo>
                  <a:lnTo>
                    <a:pt x="3435083" y="779881"/>
                  </a:lnTo>
                  <a:lnTo>
                    <a:pt x="3436201" y="779411"/>
                  </a:lnTo>
                  <a:lnTo>
                    <a:pt x="3438067" y="777557"/>
                  </a:lnTo>
                  <a:lnTo>
                    <a:pt x="3438525" y="776439"/>
                  </a:lnTo>
                  <a:lnTo>
                    <a:pt x="3438525" y="773798"/>
                  </a:lnTo>
                  <a:close/>
                </a:path>
                <a:path w="3819525" h="1165225">
                  <a:moveTo>
                    <a:pt x="3438525" y="388620"/>
                  </a:moveTo>
                  <a:lnTo>
                    <a:pt x="3438067" y="387502"/>
                  </a:lnTo>
                  <a:lnTo>
                    <a:pt x="3436201" y="385648"/>
                  </a:lnTo>
                  <a:lnTo>
                    <a:pt x="3435083" y="385178"/>
                  </a:lnTo>
                  <a:lnTo>
                    <a:pt x="3432454" y="385178"/>
                  </a:lnTo>
                  <a:lnTo>
                    <a:pt x="3431324" y="385648"/>
                  </a:lnTo>
                  <a:lnTo>
                    <a:pt x="3429470" y="387502"/>
                  </a:lnTo>
                  <a:lnTo>
                    <a:pt x="3429000" y="388620"/>
                  </a:lnTo>
                  <a:lnTo>
                    <a:pt x="3429000" y="391261"/>
                  </a:lnTo>
                  <a:lnTo>
                    <a:pt x="3429470" y="392379"/>
                  </a:lnTo>
                  <a:lnTo>
                    <a:pt x="3431324" y="394233"/>
                  </a:lnTo>
                  <a:lnTo>
                    <a:pt x="3432454" y="394703"/>
                  </a:lnTo>
                  <a:lnTo>
                    <a:pt x="3435083" y="394703"/>
                  </a:lnTo>
                  <a:lnTo>
                    <a:pt x="3436201" y="394233"/>
                  </a:lnTo>
                  <a:lnTo>
                    <a:pt x="3438067" y="392379"/>
                  </a:lnTo>
                  <a:lnTo>
                    <a:pt x="3438525" y="391261"/>
                  </a:lnTo>
                  <a:lnTo>
                    <a:pt x="3438525" y="388620"/>
                  </a:lnTo>
                  <a:close/>
                </a:path>
                <a:path w="3819525" h="1165225">
                  <a:moveTo>
                    <a:pt x="3438525" y="3454"/>
                  </a:moveTo>
                  <a:lnTo>
                    <a:pt x="3438067" y="2324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24" y="469"/>
                  </a:lnTo>
                  <a:lnTo>
                    <a:pt x="3429470" y="2324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24" y="9055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55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3819525" h="1165225">
                  <a:moveTo>
                    <a:pt x="3486150" y="1158976"/>
                  </a:moveTo>
                  <a:lnTo>
                    <a:pt x="3485692" y="1157859"/>
                  </a:lnTo>
                  <a:lnTo>
                    <a:pt x="3483826" y="1156004"/>
                  </a:lnTo>
                  <a:lnTo>
                    <a:pt x="3482708" y="1155534"/>
                  </a:lnTo>
                  <a:lnTo>
                    <a:pt x="3480079" y="1155534"/>
                  </a:lnTo>
                  <a:lnTo>
                    <a:pt x="3478949" y="1156004"/>
                  </a:lnTo>
                  <a:lnTo>
                    <a:pt x="3477095" y="1157859"/>
                  </a:lnTo>
                  <a:lnTo>
                    <a:pt x="3476625" y="1158976"/>
                  </a:lnTo>
                  <a:lnTo>
                    <a:pt x="3476625" y="1161605"/>
                  </a:lnTo>
                  <a:lnTo>
                    <a:pt x="3477095" y="1162735"/>
                  </a:lnTo>
                  <a:lnTo>
                    <a:pt x="3478949" y="1164590"/>
                  </a:lnTo>
                  <a:lnTo>
                    <a:pt x="3480079" y="1165059"/>
                  </a:lnTo>
                  <a:lnTo>
                    <a:pt x="3482708" y="1165059"/>
                  </a:lnTo>
                  <a:lnTo>
                    <a:pt x="3483826" y="1164590"/>
                  </a:lnTo>
                  <a:lnTo>
                    <a:pt x="3485692" y="1162735"/>
                  </a:lnTo>
                  <a:lnTo>
                    <a:pt x="3486150" y="1161605"/>
                  </a:lnTo>
                  <a:lnTo>
                    <a:pt x="3486150" y="1158976"/>
                  </a:lnTo>
                  <a:close/>
                </a:path>
                <a:path w="3819525" h="1165225">
                  <a:moveTo>
                    <a:pt x="3486150" y="773798"/>
                  </a:moveTo>
                  <a:lnTo>
                    <a:pt x="3485692" y="772680"/>
                  </a:lnTo>
                  <a:lnTo>
                    <a:pt x="3483826" y="770826"/>
                  </a:lnTo>
                  <a:lnTo>
                    <a:pt x="3482708" y="770356"/>
                  </a:lnTo>
                  <a:lnTo>
                    <a:pt x="3480079" y="770356"/>
                  </a:lnTo>
                  <a:lnTo>
                    <a:pt x="3478949" y="770826"/>
                  </a:lnTo>
                  <a:lnTo>
                    <a:pt x="3477095" y="772680"/>
                  </a:lnTo>
                  <a:lnTo>
                    <a:pt x="3476625" y="773798"/>
                  </a:lnTo>
                  <a:lnTo>
                    <a:pt x="3476625" y="776439"/>
                  </a:lnTo>
                  <a:lnTo>
                    <a:pt x="3477095" y="777557"/>
                  </a:lnTo>
                  <a:lnTo>
                    <a:pt x="3478949" y="779411"/>
                  </a:lnTo>
                  <a:lnTo>
                    <a:pt x="3480079" y="779881"/>
                  </a:lnTo>
                  <a:lnTo>
                    <a:pt x="3482708" y="779881"/>
                  </a:lnTo>
                  <a:lnTo>
                    <a:pt x="3483826" y="779411"/>
                  </a:lnTo>
                  <a:lnTo>
                    <a:pt x="3485692" y="777557"/>
                  </a:lnTo>
                  <a:lnTo>
                    <a:pt x="3486150" y="776439"/>
                  </a:lnTo>
                  <a:lnTo>
                    <a:pt x="3486150" y="773798"/>
                  </a:lnTo>
                  <a:close/>
                </a:path>
                <a:path w="3819525" h="1165225">
                  <a:moveTo>
                    <a:pt x="3486150" y="388620"/>
                  </a:moveTo>
                  <a:lnTo>
                    <a:pt x="3485692" y="387502"/>
                  </a:lnTo>
                  <a:lnTo>
                    <a:pt x="3483826" y="385648"/>
                  </a:lnTo>
                  <a:lnTo>
                    <a:pt x="3482708" y="385178"/>
                  </a:lnTo>
                  <a:lnTo>
                    <a:pt x="3480079" y="385178"/>
                  </a:lnTo>
                  <a:lnTo>
                    <a:pt x="3478949" y="385648"/>
                  </a:lnTo>
                  <a:lnTo>
                    <a:pt x="3477095" y="387502"/>
                  </a:lnTo>
                  <a:lnTo>
                    <a:pt x="3476625" y="388620"/>
                  </a:lnTo>
                  <a:lnTo>
                    <a:pt x="3476625" y="391261"/>
                  </a:lnTo>
                  <a:lnTo>
                    <a:pt x="3477095" y="392379"/>
                  </a:lnTo>
                  <a:lnTo>
                    <a:pt x="3478949" y="394233"/>
                  </a:lnTo>
                  <a:lnTo>
                    <a:pt x="3480079" y="394703"/>
                  </a:lnTo>
                  <a:lnTo>
                    <a:pt x="3482708" y="394703"/>
                  </a:lnTo>
                  <a:lnTo>
                    <a:pt x="3483826" y="394233"/>
                  </a:lnTo>
                  <a:lnTo>
                    <a:pt x="3485692" y="392379"/>
                  </a:lnTo>
                  <a:lnTo>
                    <a:pt x="3486150" y="391261"/>
                  </a:lnTo>
                  <a:lnTo>
                    <a:pt x="3486150" y="388620"/>
                  </a:lnTo>
                  <a:close/>
                </a:path>
                <a:path w="3819525" h="1165225">
                  <a:moveTo>
                    <a:pt x="3486150" y="3454"/>
                  </a:moveTo>
                  <a:lnTo>
                    <a:pt x="3485692" y="2324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49" y="469"/>
                  </a:lnTo>
                  <a:lnTo>
                    <a:pt x="3477095" y="2324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49" y="9055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55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3819525" h="1165225">
                  <a:moveTo>
                    <a:pt x="3533775" y="1158976"/>
                  </a:moveTo>
                  <a:lnTo>
                    <a:pt x="3533317" y="1157859"/>
                  </a:lnTo>
                  <a:lnTo>
                    <a:pt x="3531451" y="1156004"/>
                  </a:lnTo>
                  <a:lnTo>
                    <a:pt x="3530333" y="1155534"/>
                  </a:lnTo>
                  <a:lnTo>
                    <a:pt x="3527704" y="1155534"/>
                  </a:lnTo>
                  <a:lnTo>
                    <a:pt x="3526574" y="1156004"/>
                  </a:lnTo>
                  <a:lnTo>
                    <a:pt x="3524720" y="1157859"/>
                  </a:lnTo>
                  <a:lnTo>
                    <a:pt x="3524250" y="1158976"/>
                  </a:lnTo>
                  <a:lnTo>
                    <a:pt x="3524250" y="1161605"/>
                  </a:lnTo>
                  <a:lnTo>
                    <a:pt x="3524720" y="1162735"/>
                  </a:lnTo>
                  <a:lnTo>
                    <a:pt x="3526574" y="1164590"/>
                  </a:lnTo>
                  <a:lnTo>
                    <a:pt x="3527704" y="1165059"/>
                  </a:lnTo>
                  <a:lnTo>
                    <a:pt x="3530333" y="1165059"/>
                  </a:lnTo>
                  <a:lnTo>
                    <a:pt x="3531451" y="1164590"/>
                  </a:lnTo>
                  <a:lnTo>
                    <a:pt x="3533317" y="1162735"/>
                  </a:lnTo>
                  <a:lnTo>
                    <a:pt x="3533775" y="1161605"/>
                  </a:lnTo>
                  <a:lnTo>
                    <a:pt x="3533775" y="1158976"/>
                  </a:lnTo>
                  <a:close/>
                </a:path>
                <a:path w="3819525" h="1165225">
                  <a:moveTo>
                    <a:pt x="3533775" y="773798"/>
                  </a:moveTo>
                  <a:lnTo>
                    <a:pt x="3533317" y="772680"/>
                  </a:lnTo>
                  <a:lnTo>
                    <a:pt x="3531451" y="770826"/>
                  </a:lnTo>
                  <a:lnTo>
                    <a:pt x="3530333" y="770356"/>
                  </a:lnTo>
                  <a:lnTo>
                    <a:pt x="3527704" y="770356"/>
                  </a:lnTo>
                  <a:lnTo>
                    <a:pt x="3526574" y="770826"/>
                  </a:lnTo>
                  <a:lnTo>
                    <a:pt x="3524720" y="772680"/>
                  </a:lnTo>
                  <a:lnTo>
                    <a:pt x="3524250" y="773798"/>
                  </a:lnTo>
                  <a:lnTo>
                    <a:pt x="3524250" y="776439"/>
                  </a:lnTo>
                  <a:lnTo>
                    <a:pt x="3524720" y="777557"/>
                  </a:lnTo>
                  <a:lnTo>
                    <a:pt x="3526574" y="779411"/>
                  </a:lnTo>
                  <a:lnTo>
                    <a:pt x="3527704" y="779881"/>
                  </a:lnTo>
                  <a:lnTo>
                    <a:pt x="3530333" y="779881"/>
                  </a:lnTo>
                  <a:lnTo>
                    <a:pt x="3531451" y="779411"/>
                  </a:lnTo>
                  <a:lnTo>
                    <a:pt x="3533317" y="777557"/>
                  </a:lnTo>
                  <a:lnTo>
                    <a:pt x="3533775" y="776439"/>
                  </a:lnTo>
                  <a:lnTo>
                    <a:pt x="3533775" y="773798"/>
                  </a:lnTo>
                  <a:close/>
                </a:path>
                <a:path w="3819525" h="1165225">
                  <a:moveTo>
                    <a:pt x="3533775" y="388620"/>
                  </a:moveTo>
                  <a:lnTo>
                    <a:pt x="3533317" y="387502"/>
                  </a:lnTo>
                  <a:lnTo>
                    <a:pt x="3531451" y="385648"/>
                  </a:lnTo>
                  <a:lnTo>
                    <a:pt x="3530333" y="385178"/>
                  </a:lnTo>
                  <a:lnTo>
                    <a:pt x="3527704" y="385178"/>
                  </a:lnTo>
                  <a:lnTo>
                    <a:pt x="3526574" y="385648"/>
                  </a:lnTo>
                  <a:lnTo>
                    <a:pt x="3524720" y="387502"/>
                  </a:lnTo>
                  <a:lnTo>
                    <a:pt x="3524250" y="388620"/>
                  </a:lnTo>
                  <a:lnTo>
                    <a:pt x="3524250" y="391261"/>
                  </a:lnTo>
                  <a:lnTo>
                    <a:pt x="3524720" y="392379"/>
                  </a:lnTo>
                  <a:lnTo>
                    <a:pt x="3526574" y="394233"/>
                  </a:lnTo>
                  <a:lnTo>
                    <a:pt x="3527704" y="394703"/>
                  </a:lnTo>
                  <a:lnTo>
                    <a:pt x="3530333" y="394703"/>
                  </a:lnTo>
                  <a:lnTo>
                    <a:pt x="3531451" y="394233"/>
                  </a:lnTo>
                  <a:lnTo>
                    <a:pt x="3533317" y="392379"/>
                  </a:lnTo>
                  <a:lnTo>
                    <a:pt x="3533775" y="391261"/>
                  </a:lnTo>
                  <a:lnTo>
                    <a:pt x="3533775" y="388620"/>
                  </a:lnTo>
                  <a:close/>
                </a:path>
                <a:path w="3819525" h="1165225">
                  <a:moveTo>
                    <a:pt x="3533775" y="3454"/>
                  </a:moveTo>
                  <a:lnTo>
                    <a:pt x="3533317" y="2324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74" y="469"/>
                  </a:lnTo>
                  <a:lnTo>
                    <a:pt x="3524720" y="2324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74" y="9055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55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3819525" h="1165225">
                  <a:moveTo>
                    <a:pt x="3581400" y="1158976"/>
                  </a:moveTo>
                  <a:lnTo>
                    <a:pt x="3580942" y="1157859"/>
                  </a:lnTo>
                  <a:lnTo>
                    <a:pt x="3579076" y="1156004"/>
                  </a:lnTo>
                  <a:lnTo>
                    <a:pt x="3577958" y="1155534"/>
                  </a:lnTo>
                  <a:lnTo>
                    <a:pt x="3575329" y="1155534"/>
                  </a:lnTo>
                  <a:lnTo>
                    <a:pt x="3574211" y="1156004"/>
                  </a:lnTo>
                  <a:lnTo>
                    <a:pt x="3572345" y="1157859"/>
                  </a:lnTo>
                  <a:lnTo>
                    <a:pt x="3571875" y="1158976"/>
                  </a:lnTo>
                  <a:lnTo>
                    <a:pt x="3571875" y="1161605"/>
                  </a:lnTo>
                  <a:lnTo>
                    <a:pt x="3572345" y="1162735"/>
                  </a:lnTo>
                  <a:lnTo>
                    <a:pt x="3574211" y="1164590"/>
                  </a:lnTo>
                  <a:lnTo>
                    <a:pt x="3575329" y="1165059"/>
                  </a:lnTo>
                  <a:lnTo>
                    <a:pt x="3577958" y="1165059"/>
                  </a:lnTo>
                  <a:lnTo>
                    <a:pt x="3579076" y="1164590"/>
                  </a:lnTo>
                  <a:lnTo>
                    <a:pt x="3580942" y="1162735"/>
                  </a:lnTo>
                  <a:lnTo>
                    <a:pt x="3581400" y="1161605"/>
                  </a:lnTo>
                  <a:lnTo>
                    <a:pt x="3581400" y="1158976"/>
                  </a:lnTo>
                  <a:close/>
                </a:path>
                <a:path w="3819525" h="1165225">
                  <a:moveTo>
                    <a:pt x="3581400" y="773798"/>
                  </a:moveTo>
                  <a:lnTo>
                    <a:pt x="3580942" y="772680"/>
                  </a:lnTo>
                  <a:lnTo>
                    <a:pt x="3579076" y="770826"/>
                  </a:lnTo>
                  <a:lnTo>
                    <a:pt x="3577958" y="770356"/>
                  </a:lnTo>
                  <a:lnTo>
                    <a:pt x="3575329" y="770356"/>
                  </a:lnTo>
                  <a:lnTo>
                    <a:pt x="3574211" y="770826"/>
                  </a:lnTo>
                  <a:lnTo>
                    <a:pt x="3572345" y="772680"/>
                  </a:lnTo>
                  <a:lnTo>
                    <a:pt x="3571875" y="773798"/>
                  </a:lnTo>
                  <a:lnTo>
                    <a:pt x="3571875" y="776439"/>
                  </a:lnTo>
                  <a:lnTo>
                    <a:pt x="3572345" y="777557"/>
                  </a:lnTo>
                  <a:lnTo>
                    <a:pt x="3574211" y="779411"/>
                  </a:lnTo>
                  <a:lnTo>
                    <a:pt x="3575329" y="779881"/>
                  </a:lnTo>
                  <a:lnTo>
                    <a:pt x="3577958" y="779881"/>
                  </a:lnTo>
                  <a:lnTo>
                    <a:pt x="3579076" y="779411"/>
                  </a:lnTo>
                  <a:lnTo>
                    <a:pt x="3580942" y="777557"/>
                  </a:lnTo>
                  <a:lnTo>
                    <a:pt x="3581400" y="776439"/>
                  </a:lnTo>
                  <a:lnTo>
                    <a:pt x="3581400" y="773798"/>
                  </a:lnTo>
                  <a:close/>
                </a:path>
                <a:path w="3819525" h="1165225">
                  <a:moveTo>
                    <a:pt x="3581400" y="388620"/>
                  </a:moveTo>
                  <a:lnTo>
                    <a:pt x="3580942" y="387502"/>
                  </a:lnTo>
                  <a:lnTo>
                    <a:pt x="3579076" y="385648"/>
                  </a:lnTo>
                  <a:lnTo>
                    <a:pt x="3577958" y="385178"/>
                  </a:lnTo>
                  <a:lnTo>
                    <a:pt x="3575329" y="385178"/>
                  </a:lnTo>
                  <a:lnTo>
                    <a:pt x="3574211" y="385648"/>
                  </a:lnTo>
                  <a:lnTo>
                    <a:pt x="3572345" y="387502"/>
                  </a:lnTo>
                  <a:lnTo>
                    <a:pt x="3571875" y="388620"/>
                  </a:lnTo>
                  <a:lnTo>
                    <a:pt x="3571875" y="391261"/>
                  </a:lnTo>
                  <a:lnTo>
                    <a:pt x="3572345" y="392379"/>
                  </a:lnTo>
                  <a:lnTo>
                    <a:pt x="3574211" y="394233"/>
                  </a:lnTo>
                  <a:lnTo>
                    <a:pt x="3575329" y="394703"/>
                  </a:lnTo>
                  <a:lnTo>
                    <a:pt x="3577958" y="394703"/>
                  </a:lnTo>
                  <a:lnTo>
                    <a:pt x="3579076" y="394233"/>
                  </a:lnTo>
                  <a:lnTo>
                    <a:pt x="3580942" y="392379"/>
                  </a:lnTo>
                  <a:lnTo>
                    <a:pt x="3581400" y="391261"/>
                  </a:lnTo>
                  <a:lnTo>
                    <a:pt x="3581400" y="388620"/>
                  </a:lnTo>
                  <a:close/>
                </a:path>
                <a:path w="3819525" h="1165225">
                  <a:moveTo>
                    <a:pt x="3581400" y="3454"/>
                  </a:moveTo>
                  <a:lnTo>
                    <a:pt x="3580942" y="2324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24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55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55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3819525" h="1165225">
                  <a:moveTo>
                    <a:pt x="3629025" y="1158976"/>
                  </a:moveTo>
                  <a:lnTo>
                    <a:pt x="3628567" y="1157859"/>
                  </a:lnTo>
                  <a:lnTo>
                    <a:pt x="3626701" y="1156004"/>
                  </a:lnTo>
                  <a:lnTo>
                    <a:pt x="3625583" y="1155534"/>
                  </a:lnTo>
                  <a:lnTo>
                    <a:pt x="3622954" y="1155534"/>
                  </a:lnTo>
                  <a:lnTo>
                    <a:pt x="3621824" y="1156004"/>
                  </a:lnTo>
                  <a:lnTo>
                    <a:pt x="3619970" y="1157859"/>
                  </a:lnTo>
                  <a:lnTo>
                    <a:pt x="3619500" y="1158976"/>
                  </a:lnTo>
                  <a:lnTo>
                    <a:pt x="3619500" y="1161605"/>
                  </a:lnTo>
                  <a:lnTo>
                    <a:pt x="3619970" y="1162735"/>
                  </a:lnTo>
                  <a:lnTo>
                    <a:pt x="3621824" y="1164590"/>
                  </a:lnTo>
                  <a:lnTo>
                    <a:pt x="3622954" y="1165059"/>
                  </a:lnTo>
                  <a:lnTo>
                    <a:pt x="3625583" y="1165059"/>
                  </a:lnTo>
                  <a:lnTo>
                    <a:pt x="3626701" y="1164590"/>
                  </a:lnTo>
                  <a:lnTo>
                    <a:pt x="3628567" y="1162735"/>
                  </a:lnTo>
                  <a:lnTo>
                    <a:pt x="3629025" y="1161605"/>
                  </a:lnTo>
                  <a:lnTo>
                    <a:pt x="3629025" y="1158976"/>
                  </a:lnTo>
                  <a:close/>
                </a:path>
                <a:path w="3819525" h="1165225">
                  <a:moveTo>
                    <a:pt x="3629025" y="773798"/>
                  </a:moveTo>
                  <a:lnTo>
                    <a:pt x="3628567" y="772680"/>
                  </a:lnTo>
                  <a:lnTo>
                    <a:pt x="3626701" y="770826"/>
                  </a:lnTo>
                  <a:lnTo>
                    <a:pt x="3625583" y="770356"/>
                  </a:lnTo>
                  <a:lnTo>
                    <a:pt x="3622954" y="770356"/>
                  </a:lnTo>
                  <a:lnTo>
                    <a:pt x="3621824" y="770826"/>
                  </a:lnTo>
                  <a:lnTo>
                    <a:pt x="3619970" y="772680"/>
                  </a:lnTo>
                  <a:lnTo>
                    <a:pt x="3619500" y="773798"/>
                  </a:lnTo>
                  <a:lnTo>
                    <a:pt x="3619500" y="776439"/>
                  </a:lnTo>
                  <a:lnTo>
                    <a:pt x="3619970" y="777557"/>
                  </a:lnTo>
                  <a:lnTo>
                    <a:pt x="3621824" y="779411"/>
                  </a:lnTo>
                  <a:lnTo>
                    <a:pt x="3622954" y="779881"/>
                  </a:lnTo>
                  <a:lnTo>
                    <a:pt x="3625583" y="779881"/>
                  </a:lnTo>
                  <a:lnTo>
                    <a:pt x="3626701" y="779411"/>
                  </a:lnTo>
                  <a:lnTo>
                    <a:pt x="3628567" y="777557"/>
                  </a:lnTo>
                  <a:lnTo>
                    <a:pt x="3629025" y="776439"/>
                  </a:lnTo>
                  <a:lnTo>
                    <a:pt x="3629025" y="773798"/>
                  </a:lnTo>
                  <a:close/>
                </a:path>
                <a:path w="3819525" h="1165225">
                  <a:moveTo>
                    <a:pt x="3629025" y="388620"/>
                  </a:moveTo>
                  <a:lnTo>
                    <a:pt x="3628567" y="387502"/>
                  </a:lnTo>
                  <a:lnTo>
                    <a:pt x="3626701" y="385648"/>
                  </a:lnTo>
                  <a:lnTo>
                    <a:pt x="3625583" y="385178"/>
                  </a:lnTo>
                  <a:lnTo>
                    <a:pt x="3622954" y="385178"/>
                  </a:lnTo>
                  <a:lnTo>
                    <a:pt x="3621824" y="385648"/>
                  </a:lnTo>
                  <a:lnTo>
                    <a:pt x="3619970" y="387502"/>
                  </a:lnTo>
                  <a:lnTo>
                    <a:pt x="3619500" y="388620"/>
                  </a:lnTo>
                  <a:lnTo>
                    <a:pt x="3619500" y="391261"/>
                  </a:lnTo>
                  <a:lnTo>
                    <a:pt x="3619970" y="392379"/>
                  </a:lnTo>
                  <a:lnTo>
                    <a:pt x="3621824" y="394233"/>
                  </a:lnTo>
                  <a:lnTo>
                    <a:pt x="3622954" y="394703"/>
                  </a:lnTo>
                  <a:lnTo>
                    <a:pt x="3625583" y="394703"/>
                  </a:lnTo>
                  <a:lnTo>
                    <a:pt x="3626701" y="394233"/>
                  </a:lnTo>
                  <a:lnTo>
                    <a:pt x="3628567" y="392379"/>
                  </a:lnTo>
                  <a:lnTo>
                    <a:pt x="3629025" y="391261"/>
                  </a:lnTo>
                  <a:lnTo>
                    <a:pt x="3629025" y="388620"/>
                  </a:lnTo>
                  <a:close/>
                </a:path>
                <a:path w="3819525" h="1165225">
                  <a:moveTo>
                    <a:pt x="3629025" y="3454"/>
                  </a:moveTo>
                  <a:lnTo>
                    <a:pt x="3628567" y="2324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24" y="469"/>
                  </a:lnTo>
                  <a:lnTo>
                    <a:pt x="3619970" y="2324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24" y="9055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55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3819525" h="1165225">
                  <a:moveTo>
                    <a:pt x="3676650" y="1158976"/>
                  </a:moveTo>
                  <a:lnTo>
                    <a:pt x="3676192" y="1157859"/>
                  </a:lnTo>
                  <a:lnTo>
                    <a:pt x="3674326" y="1156004"/>
                  </a:lnTo>
                  <a:lnTo>
                    <a:pt x="3673208" y="1155534"/>
                  </a:lnTo>
                  <a:lnTo>
                    <a:pt x="3670579" y="1155534"/>
                  </a:lnTo>
                  <a:lnTo>
                    <a:pt x="3669449" y="1156004"/>
                  </a:lnTo>
                  <a:lnTo>
                    <a:pt x="3667595" y="1157859"/>
                  </a:lnTo>
                  <a:lnTo>
                    <a:pt x="3667125" y="1158976"/>
                  </a:lnTo>
                  <a:lnTo>
                    <a:pt x="3667125" y="1161605"/>
                  </a:lnTo>
                  <a:lnTo>
                    <a:pt x="3667595" y="1162735"/>
                  </a:lnTo>
                  <a:lnTo>
                    <a:pt x="3669449" y="1164590"/>
                  </a:lnTo>
                  <a:lnTo>
                    <a:pt x="3670579" y="1165059"/>
                  </a:lnTo>
                  <a:lnTo>
                    <a:pt x="3673208" y="1165059"/>
                  </a:lnTo>
                  <a:lnTo>
                    <a:pt x="3674326" y="1164590"/>
                  </a:lnTo>
                  <a:lnTo>
                    <a:pt x="3676192" y="1162735"/>
                  </a:lnTo>
                  <a:lnTo>
                    <a:pt x="3676650" y="1161605"/>
                  </a:lnTo>
                  <a:lnTo>
                    <a:pt x="3676650" y="1158976"/>
                  </a:lnTo>
                  <a:close/>
                </a:path>
                <a:path w="3819525" h="1165225">
                  <a:moveTo>
                    <a:pt x="3676650" y="773798"/>
                  </a:moveTo>
                  <a:lnTo>
                    <a:pt x="3676192" y="772680"/>
                  </a:lnTo>
                  <a:lnTo>
                    <a:pt x="3674326" y="770826"/>
                  </a:lnTo>
                  <a:lnTo>
                    <a:pt x="3673208" y="770356"/>
                  </a:lnTo>
                  <a:lnTo>
                    <a:pt x="3670579" y="770356"/>
                  </a:lnTo>
                  <a:lnTo>
                    <a:pt x="3669449" y="770826"/>
                  </a:lnTo>
                  <a:lnTo>
                    <a:pt x="3667595" y="772680"/>
                  </a:lnTo>
                  <a:lnTo>
                    <a:pt x="3667125" y="773798"/>
                  </a:lnTo>
                  <a:lnTo>
                    <a:pt x="3667125" y="776439"/>
                  </a:lnTo>
                  <a:lnTo>
                    <a:pt x="3667595" y="777557"/>
                  </a:lnTo>
                  <a:lnTo>
                    <a:pt x="3669449" y="779411"/>
                  </a:lnTo>
                  <a:lnTo>
                    <a:pt x="3670579" y="779881"/>
                  </a:lnTo>
                  <a:lnTo>
                    <a:pt x="3673208" y="779881"/>
                  </a:lnTo>
                  <a:lnTo>
                    <a:pt x="3674326" y="779411"/>
                  </a:lnTo>
                  <a:lnTo>
                    <a:pt x="3676192" y="777557"/>
                  </a:lnTo>
                  <a:lnTo>
                    <a:pt x="3676650" y="776439"/>
                  </a:lnTo>
                  <a:lnTo>
                    <a:pt x="3676650" y="773798"/>
                  </a:lnTo>
                  <a:close/>
                </a:path>
                <a:path w="3819525" h="1165225">
                  <a:moveTo>
                    <a:pt x="3676650" y="388620"/>
                  </a:moveTo>
                  <a:lnTo>
                    <a:pt x="3676192" y="387502"/>
                  </a:lnTo>
                  <a:lnTo>
                    <a:pt x="3674326" y="385648"/>
                  </a:lnTo>
                  <a:lnTo>
                    <a:pt x="3673208" y="385178"/>
                  </a:lnTo>
                  <a:lnTo>
                    <a:pt x="3670579" y="385178"/>
                  </a:lnTo>
                  <a:lnTo>
                    <a:pt x="3669449" y="385648"/>
                  </a:lnTo>
                  <a:lnTo>
                    <a:pt x="3667595" y="387502"/>
                  </a:lnTo>
                  <a:lnTo>
                    <a:pt x="3667125" y="388620"/>
                  </a:lnTo>
                  <a:lnTo>
                    <a:pt x="3667125" y="391261"/>
                  </a:lnTo>
                  <a:lnTo>
                    <a:pt x="3667595" y="392379"/>
                  </a:lnTo>
                  <a:lnTo>
                    <a:pt x="3669449" y="394233"/>
                  </a:lnTo>
                  <a:lnTo>
                    <a:pt x="3670579" y="394703"/>
                  </a:lnTo>
                  <a:lnTo>
                    <a:pt x="3673208" y="394703"/>
                  </a:lnTo>
                  <a:lnTo>
                    <a:pt x="3674326" y="394233"/>
                  </a:lnTo>
                  <a:lnTo>
                    <a:pt x="3676192" y="392379"/>
                  </a:lnTo>
                  <a:lnTo>
                    <a:pt x="3676650" y="391261"/>
                  </a:lnTo>
                  <a:lnTo>
                    <a:pt x="3676650" y="388620"/>
                  </a:lnTo>
                  <a:close/>
                </a:path>
                <a:path w="3819525" h="1165225">
                  <a:moveTo>
                    <a:pt x="3676650" y="3454"/>
                  </a:moveTo>
                  <a:lnTo>
                    <a:pt x="3676192" y="2324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49" y="469"/>
                  </a:lnTo>
                  <a:lnTo>
                    <a:pt x="3667595" y="2324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49" y="9055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55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3819525" h="1165225">
                  <a:moveTo>
                    <a:pt x="3724275" y="1158976"/>
                  </a:moveTo>
                  <a:lnTo>
                    <a:pt x="3723817" y="1157859"/>
                  </a:lnTo>
                  <a:lnTo>
                    <a:pt x="3721951" y="1156004"/>
                  </a:lnTo>
                  <a:lnTo>
                    <a:pt x="3720833" y="1155534"/>
                  </a:lnTo>
                  <a:lnTo>
                    <a:pt x="3718204" y="1155534"/>
                  </a:lnTo>
                  <a:lnTo>
                    <a:pt x="3717074" y="1156004"/>
                  </a:lnTo>
                  <a:lnTo>
                    <a:pt x="3715220" y="1157859"/>
                  </a:lnTo>
                  <a:lnTo>
                    <a:pt x="3714750" y="1158976"/>
                  </a:lnTo>
                  <a:lnTo>
                    <a:pt x="3714750" y="1161605"/>
                  </a:lnTo>
                  <a:lnTo>
                    <a:pt x="3715220" y="1162735"/>
                  </a:lnTo>
                  <a:lnTo>
                    <a:pt x="3717074" y="1164590"/>
                  </a:lnTo>
                  <a:lnTo>
                    <a:pt x="3718204" y="1165059"/>
                  </a:lnTo>
                  <a:lnTo>
                    <a:pt x="3720833" y="1165059"/>
                  </a:lnTo>
                  <a:lnTo>
                    <a:pt x="3721951" y="1164590"/>
                  </a:lnTo>
                  <a:lnTo>
                    <a:pt x="3723817" y="1162735"/>
                  </a:lnTo>
                  <a:lnTo>
                    <a:pt x="3724275" y="1161605"/>
                  </a:lnTo>
                  <a:lnTo>
                    <a:pt x="3724275" y="1158976"/>
                  </a:lnTo>
                  <a:close/>
                </a:path>
                <a:path w="3819525" h="1165225">
                  <a:moveTo>
                    <a:pt x="3724275" y="773798"/>
                  </a:moveTo>
                  <a:lnTo>
                    <a:pt x="3723817" y="772680"/>
                  </a:lnTo>
                  <a:lnTo>
                    <a:pt x="3721951" y="770826"/>
                  </a:lnTo>
                  <a:lnTo>
                    <a:pt x="3720833" y="770356"/>
                  </a:lnTo>
                  <a:lnTo>
                    <a:pt x="3718204" y="770356"/>
                  </a:lnTo>
                  <a:lnTo>
                    <a:pt x="3717074" y="770826"/>
                  </a:lnTo>
                  <a:lnTo>
                    <a:pt x="3715220" y="772680"/>
                  </a:lnTo>
                  <a:lnTo>
                    <a:pt x="3714750" y="773798"/>
                  </a:lnTo>
                  <a:lnTo>
                    <a:pt x="3714750" y="776439"/>
                  </a:lnTo>
                  <a:lnTo>
                    <a:pt x="3715220" y="777557"/>
                  </a:lnTo>
                  <a:lnTo>
                    <a:pt x="3717074" y="779411"/>
                  </a:lnTo>
                  <a:lnTo>
                    <a:pt x="3718204" y="779881"/>
                  </a:lnTo>
                  <a:lnTo>
                    <a:pt x="3720833" y="779881"/>
                  </a:lnTo>
                  <a:lnTo>
                    <a:pt x="3721951" y="779411"/>
                  </a:lnTo>
                  <a:lnTo>
                    <a:pt x="3723817" y="777557"/>
                  </a:lnTo>
                  <a:lnTo>
                    <a:pt x="3724275" y="776439"/>
                  </a:lnTo>
                  <a:lnTo>
                    <a:pt x="3724275" y="773798"/>
                  </a:lnTo>
                  <a:close/>
                </a:path>
                <a:path w="3819525" h="1165225">
                  <a:moveTo>
                    <a:pt x="3724275" y="388620"/>
                  </a:moveTo>
                  <a:lnTo>
                    <a:pt x="3723817" y="387502"/>
                  </a:lnTo>
                  <a:lnTo>
                    <a:pt x="3721951" y="385648"/>
                  </a:lnTo>
                  <a:lnTo>
                    <a:pt x="3720833" y="385178"/>
                  </a:lnTo>
                  <a:lnTo>
                    <a:pt x="3718204" y="385178"/>
                  </a:lnTo>
                  <a:lnTo>
                    <a:pt x="3717074" y="385648"/>
                  </a:lnTo>
                  <a:lnTo>
                    <a:pt x="3715220" y="387502"/>
                  </a:lnTo>
                  <a:lnTo>
                    <a:pt x="3714750" y="388620"/>
                  </a:lnTo>
                  <a:lnTo>
                    <a:pt x="3714750" y="391261"/>
                  </a:lnTo>
                  <a:lnTo>
                    <a:pt x="3715220" y="392379"/>
                  </a:lnTo>
                  <a:lnTo>
                    <a:pt x="3717074" y="394233"/>
                  </a:lnTo>
                  <a:lnTo>
                    <a:pt x="3718204" y="394703"/>
                  </a:lnTo>
                  <a:lnTo>
                    <a:pt x="3720833" y="394703"/>
                  </a:lnTo>
                  <a:lnTo>
                    <a:pt x="3721951" y="394233"/>
                  </a:lnTo>
                  <a:lnTo>
                    <a:pt x="3723817" y="392379"/>
                  </a:lnTo>
                  <a:lnTo>
                    <a:pt x="3724275" y="391261"/>
                  </a:lnTo>
                  <a:lnTo>
                    <a:pt x="3724275" y="388620"/>
                  </a:lnTo>
                  <a:close/>
                </a:path>
                <a:path w="3819525" h="1165225">
                  <a:moveTo>
                    <a:pt x="3724275" y="3454"/>
                  </a:moveTo>
                  <a:lnTo>
                    <a:pt x="3723817" y="2324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74" y="469"/>
                  </a:lnTo>
                  <a:lnTo>
                    <a:pt x="3715220" y="2324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74" y="9055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55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3819525" h="1165225">
                  <a:moveTo>
                    <a:pt x="3771900" y="1158976"/>
                  </a:moveTo>
                  <a:lnTo>
                    <a:pt x="3771442" y="1157859"/>
                  </a:lnTo>
                  <a:lnTo>
                    <a:pt x="3769576" y="1156004"/>
                  </a:lnTo>
                  <a:lnTo>
                    <a:pt x="3768458" y="1155534"/>
                  </a:lnTo>
                  <a:lnTo>
                    <a:pt x="3765829" y="1155534"/>
                  </a:lnTo>
                  <a:lnTo>
                    <a:pt x="3764699" y="1156004"/>
                  </a:lnTo>
                  <a:lnTo>
                    <a:pt x="3762845" y="1157859"/>
                  </a:lnTo>
                  <a:lnTo>
                    <a:pt x="3762375" y="1158976"/>
                  </a:lnTo>
                  <a:lnTo>
                    <a:pt x="3762375" y="1161605"/>
                  </a:lnTo>
                  <a:lnTo>
                    <a:pt x="3762845" y="1162735"/>
                  </a:lnTo>
                  <a:lnTo>
                    <a:pt x="3764699" y="1164590"/>
                  </a:lnTo>
                  <a:lnTo>
                    <a:pt x="3765829" y="1165059"/>
                  </a:lnTo>
                  <a:lnTo>
                    <a:pt x="3768458" y="1165059"/>
                  </a:lnTo>
                  <a:lnTo>
                    <a:pt x="3769576" y="1164590"/>
                  </a:lnTo>
                  <a:lnTo>
                    <a:pt x="3771442" y="1162735"/>
                  </a:lnTo>
                  <a:lnTo>
                    <a:pt x="3771900" y="1161605"/>
                  </a:lnTo>
                  <a:lnTo>
                    <a:pt x="3771900" y="1158976"/>
                  </a:lnTo>
                  <a:close/>
                </a:path>
                <a:path w="3819525" h="1165225">
                  <a:moveTo>
                    <a:pt x="3771900" y="773798"/>
                  </a:moveTo>
                  <a:lnTo>
                    <a:pt x="3771442" y="772680"/>
                  </a:lnTo>
                  <a:lnTo>
                    <a:pt x="3769576" y="770826"/>
                  </a:lnTo>
                  <a:lnTo>
                    <a:pt x="3768458" y="770356"/>
                  </a:lnTo>
                  <a:lnTo>
                    <a:pt x="3765829" y="770356"/>
                  </a:lnTo>
                  <a:lnTo>
                    <a:pt x="3764699" y="770826"/>
                  </a:lnTo>
                  <a:lnTo>
                    <a:pt x="3762845" y="772680"/>
                  </a:lnTo>
                  <a:lnTo>
                    <a:pt x="3762375" y="773798"/>
                  </a:lnTo>
                  <a:lnTo>
                    <a:pt x="3762375" y="776439"/>
                  </a:lnTo>
                  <a:lnTo>
                    <a:pt x="3762845" y="777557"/>
                  </a:lnTo>
                  <a:lnTo>
                    <a:pt x="3764699" y="779411"/>
                  </a:lnTo>
                  <a:lnTo>
                    <a:pt x="3765829" y="779881"/>
                  </a:lnTo>
                  <a:lnTo>
                    <a:pt x="3768458" y="779881"/>
                  </a:lnTo>
                  <a:lnTo>
                    <a:pt x="3769576" y="779411"/>
                  </a:lnTo>
                  <a:lnTo>
                    <a:pt x="3771442" y="777557"/>
                  </a:lnTo>
                  <a:lnTo>
                    <a:pt x="3771900" y="776439"/>
                  </a:lnTo>
                  <a:lnTo>
                    <a:pt x="3771900" y="773798"/>
                  </a:lnTo>
                  <a:close/>
                </a:path>
                <a:path w="3819525" h="1165225">
                  <a:moveTo>
                    <a:pt x="3771900" y="388620"/>
                  </a:moveTo>
                  <a:lnTo>
                    <a:pt x="3771442" y="387502"/>
                  </a:lnTo>
                  <a:lnTo>
                    <a:pt x="3769576" y="385648"/>
                  </a:lnTo>
                  <a:lnTo>
                    <a:pt x="3768458" y="385178"/>
                  </a:lnTo>
                  <a:lnTo>
                    <a:pt x="3765829" y="385178"/>
                  </a:lnTo>
                  <a:lnTo>
                    <a:pt x="3764699" y="385648"/>
                  </a:lnTo>
                  <a:lnTo>
                    <a:pt x="3762845" y="387502"/>
                  </a:lnTo>
                  <a:lnTo>
                    <a:pt x="3762375" y="388620"/>
                  </a:lnTo>
                  <a:lnTo>
                    <a:pt x="3762375" y="391261"/>
                  </a:lnTo>
                  <a:lnTo>
                    <a:pt x="3762845" y="392379"/>
                  </a:lnTo>
                  <a:lnTo>
                    <a:pt x="3764699" y="394233"/>
                  </a:lnTo>
                  <a:lnTo>
                    <a:pt x="3765829" y="394703"/>
                  </a:lnTo>
                  <a:lnTo>
                    <a:pt x="3768458" y="394703"/>
                  </a:lnTo>
                  <a:lnTo>
                    <a:pt x="3769576" y="394233"/>
                  </a:lnTo>
                  <a:lnTo>
                    <a:pt x="3771442" y="392379"/>
                  </a:lnTo>
                  <a:lnTo>
                    <a:pt x="3771900" y="391261"/>
                  </a:lnTo>
                  <a:lnTo>
                    <a:pt x="3771900" y="388620"/>
                  </a:lnTo>
                  <a:close/>
                </a:path>
                <a:path w="3819525" h="1165225">
                  <a:moveTo>
                    <a:pt x="3771900" y="3454"/>
                  </a:moveTo>
                  <a:lnTo>
                    <a:pt x="3771442" y="2324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699" y="469"/>
                  </a:lnTo>
                  <a:lnTo>
                    <a:pt x="3762845" y="2324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699" y="9055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55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3819525" h="1165225">
                  <a:moveTo>
                    <a:pt x="3819525" y="1158976"/>
                  </a:moveTo>
                  <a:lnTo>
                    <a:pt x="3819067" y="1157859"/>
                  </a:lnTo>
                  <a:lnTo>
                    <a:pt x="3817201" y="1156004"/>
                  </a:lnTo>
                  <a:lnTo>
                    <a:pt x="3816083" y="1155534"/>
                  </a:lnTo>
                  <a:lnTo>
                    <a:pt x="3813454" y="1155534"/>
                  </a:lnTo>
                  <a:lnTo>
                    <a:pt x="3812324" y="1156004"/>
                  </a:lnTo>
                  <a:lnTo>
                    <a:pt x="3810470" y="1157859"/>
                  </a:lnTo>
                  <a:lnTo>
                    <a:pt x="3810000" y="1158976"/>
                  </a:lnTo>
                  <a:lnTo>
                    <a:pt x="3810000" y="1161605"/>
                  </a:lnTo>
                  <a:lnTo>
                    <a:pt x="3810470" y="1162735"/>
                  </a:lnTo>
                  <a:lnTo>
                    <a:pt x="3812324" y="1164590"/>
                  </a:lnTo>
                  <a:lnTo>
                    <a:pt x="3813454" y="1165059"/>
                  </a:lnTo>
                  <a:lnTo>
                    <a:pt x="3816083" y="1165059"/>
                  </a:lnTo>
                  <a:lnTo>
                    <a:pt x="3817201" y="1164590"/>
                  </a:lnTo>
                  <a:lnTo>
                    <a:pt x="3819067" y="1162735"/>
                  </a:lnTo>
                  <a:lnTo>
                    <a:pt x="3819525" y="1161605"/>
                  </a:lnTo>
                  <a:lnTo>
                    <a:pt x="3819525" y="1158976"/>
                  </a:lnTo>
                  <a:close/>
                </a:path>
                <a:path w="3819525" h="1165225">
                  <a:moveTo>
                    <a:pt x="3819525" y="773798"/>
                  </a:moveTo>
                  <a:lnTo>
                    <a:pt x="3819067" y="772680"/>
                  </a:lnTo>
                  <a:lnTo>
                    <a:pt x="3817201" y="770826"/>
                  </a:lnTo>
                  <a:lnTo>
                    <a:pt x="3816083" y="770356"/>
                  </a:lnTo>
                  <a:lnTo>
                    <a:pt x="3813454" y="770356"/>
                  </a:lnTo>
                  <a:lnTo>
                    <a:pt x="3812324" y="770826"/>
                  </a:lnTo>
                  <a:lnTo>
                    <a:pt x="3810470" y="772680"/>
                  </a:lnTo>
                  <a:lnTo>
                    <a:pt x="3810000" y="773798"/>
                  </a:lnTo>
                  <a:lnTo>
                    <a:pt x="3810000" y="776439"/>
                  </a:lnTo>
                  <a:lnTo>
                    <a:pt x="3810470" y="777557"/>
                  </a:lnTo>
                  <a:lnTo>
                    <a:pt x="3812324" y="779411"/>
                  </a:lnTo>
                  <a:lnTo>
                    <a:pt x="3813454" y="779881"/>
                  </a:lnTo>
                  <a:lnTo>
                    <a:pt x="3816083" y="779881"/>
                  </a:lnTo>
                  <a:lnTo>
                    <a:pt x="3817201" y="779411"/>
                  </a:lnTo>
                  <a:lnTo>
                    <a:pt x="3819067" y="777557"/>
                  </a:lnTo>
                  <a:lnTo>
                    <a:pt x="3819525" y="776439"/>
                  </a:lnTo>
                  <a:lnTo>
                    <a:pt x="3819525" y="773798"/>
                  </a:lnTo>
                  <a:close/>
                </a:path>
                <a:path w="3819525" h="1165225">
                  <a:moveTo>
                    <a:pt x="3819525" y="388620"/>
                  </a:moveTo>
                  <a:lnTo>
                    <a:pt x="3819067" y="387502"/>
                  </a:lnTo>
                  <a:lnTo>
                    <a:pt x="3817201" y="385648"/>
                  </a:lnTo>
                  <a:lnTo>
                    <a:pt x="3816083" y="385178"/>
                  </a:lnTo>
                  <a:lnTo>
                    <a:pt x="3813454" y="385178"/>
                  </a:lnTo>
                  <a:lnTo>
                    <a:pt x="3812324" y="385648"/>
                  </a:lnTo>
                  <a:lnTo>
                    <a:pt x="3810470" y="387502"/>
                  </a:lnTo>
                  <a:lnTo>
                    <a:pt x="3810000" y="388620"/>
                  </a:lnTo>
                  <a:lnTo>
                    <a:pt x="3810000" y="391261"/>
                  </a:lnTo>
                  <a:lnTo>
                    <a:pt x="3810470" y="392379"/>
                  </a:lnTo>
                  <a:lnTo>
                    <a:pt x="3812324" y="394233"/>
                  </a:lnTo>
                  <a:lnTo>
                    <a:pt x="3813454" y="394703"/>
                  </a:lnTo>
                  <a:lnTo>
                    <a:pt x="3816083" y="394703"/>
                  </a:lnTo>
                  <a:lnTo>
                    <a:pt x="3817201" y="394233"/>
                  </a:lnTo>
                  <a:lnTo>
                    <a:pt x="3819067" y="392379"/>
                  </a:lnTo>
                  <a:lnTo>
                    <a:pt x="3819525" y="391261"/>
                  </a:lnTo>
                  <a:lnTo>
                    <a:pt x="3819525" y="388620"/>
                  </a:lnTo>
                  <a:close/>
                </a:path>
                <a:path w="3819525" h="1165225">
                  <a:moveTo>
                    <a:pt x="3819525" y="3454"/>
                  </a:moveTo>
                  <a:lnTo>
                    <a:pt x="3819067" y="2324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24" y="469"/>
                  </a:lnTo>
                  <a:lnTo>
                    <a:pt x="3810470" y="2324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24" y="9055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55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</a:pathLst>
            </a:custGeom>
            <a:solidFill>
              <a:srgbClr val="C7C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29588" y="2095499"/>
              <a:ext cx="3071495" cy="1463675"/>
            </a:xfrm>
            <a:custGeom>
              <a:avLst/>
              <a:gdLst/>
              <a:ahLst/>
              <a:cxnLst/>
              <a:rect l="l" t="t" r="r" b="b"/>
              <a:pathLst>
                <a:path w="3071495" h="1463675">
                  <a:moveTo>
                    <a:pt x="91668" y="0"/>
                  </a:moveTo>
                  <a:lnTo>
                    <a:pt x="0" y="0"/>
                  </a:lnTo>
                  <a:lnTo>
                    <a:pt x="0" y="308152"/>
                  </a:lnTo>
                  <a:lnTo>
                    <a:pt x="91668" y="308152"/>
                  </a:lnTo>
                  <a:lnTo>
                    <a:pt x="91668" y="0"/>
                  </a:lnTo>
                  <a:close/>
                </a:path>
                <a:path w="3071495" h="1463675">
                  <a:moveTo>
                    <a:pt x="557657" y="1155534"/>
                  </a:moveTo>
                  <a:lnTo>
                    <a:pt x="0" y="1155534"/>
                  </a:lnTo>
                  <a:lnTo>
                    <a:pt x="0" y="1463675"/>
                  </a:lnTo>
                  <a:lnTo>
                    <a:pt x="557657" y="1463675"/>
                  </a:lnTo>
                  <a:lnTo>
                    <a:pt x="557657" y="1155534"/>
                  </a:lnTo>
                  <a:close/>
                </a:path>
                <a:path w="3071495" h="1463675">
                  <a:moveTo>
                    <a:pt x="909053" y="385178"/>
                  </a:moveTo>
                  <a:lnTo>
                    <a:pt x="0" y="385178"/>
                  </a:lnTo>
                  <a:lnTo>
                    <a:pt x="0" y="693331"/>
                  </a:lnTo>
                  <a:lnTo>
                    <a:pt x="909053" y="693331"/>
                  </a:lnTo>
                  <a:lnTo>
                    <a:pt x="909053" y="385178"/>
                  </a:lnTo>
                  <a:close/>
                </a:path>
                <a:path w="3071495" h="1463675">
                  <a:moveTo>
                    <a:pt x="3070898" y="770356"/>
                  </a:moveTo>
                  <a:lnTo>
                    <a:pt x="0" y="770356"/>
                  </a:lnTo>
                  <a:lnTo>
                    <a:pt x="0" y="1078509"/>
                  </a:lnTo>
                  <a:lnTo>
                    <a:pt x="3070898" y="1078509"/>
                  </a:lnTo>
                  <a:lnTo>
                    <a:pt x="3070898" y="770356"/>
                  </a:lnTo>
                  <a:close/>
                </a:path>
              </a:pathLst>
            </a:custGeom>
            <a:solidFill>
              <a:srgbClr val="6E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998420" y="3319478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17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98420" y="2934300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18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998420" y="2549122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19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98420" y="2163945"/>
            <a:ext cx="149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6399" y="5162613"/>
            <a:ext cx="2045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Total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52423"/>
                </a:solidFill>
                <a:latin typeface="Tahoma"/>
                <a:cs typeface="Tahoma"/>
              </a:rPr>
              <a:t>Students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by </a:t>
            </a:r>
            <a:r>
              <a:rPr sz="14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52423"/>
                </a:solidFill>
                <a:latin typeface="Tahoma"/>
                <a:cs typeface="Tahoma"/>
              </a:rPr>
              <a:t>Level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237663" y="5550457"/>
            <a:ext cx="1537335" cy="1294130"/>
            <a:chOff x="1237663" y="5550457"/>
            <a:chExt cx="1537335" cy="1294130"/>
          </a:xfrm>
        </p:grpSpPr>
        <p:sp>
          <p:nvSpPr>
            <p:cNvPr id="73" name="object 73"/>
            <p:cNvSpPr/>
            <p:nvPr/>
          </p:nvSpPr>
          <p:spPr>
            <a:xfrm>
              <a:off x="1526959" y="5611302"/>
              <a:ext cx="1137920" cy="1233170"/>
            </a:xfrm>
            <a:custGeom>
              <a:avLst/>
              <a:gdLst/>
              <a:ahLst/>
              <a:cxnLst/>
              <a:rect l="l" t="t" r="r" b="b"/>
              <a:pathLst>
                <a:path w="1137920" h="1233170">
                  <a:moveTo>
                    <a:pt x="519713" y="1232918"/>
                  </a:moveTo>
                  <a:lnTo>
                    <a:pt x="479788" y="1231546"/>
                  </a:lnTo>
                  <a:lnTo>
                    <a:pt x="440035" y="1227590"/>
                  </a:lnTo>
                  <a:lnTo>
                    <a:pt x="400622" y="1221068"/>
                  </a:lnTo>
                  <a:lnTo>
                    <a:pt x="361714" y="1212008"/>
                  </a:lnTo>
                  <a:lnTo>
                    <a:pt x="323475" y="1200446"/>
                  </a:lnTo>
                  <a:lnTo>
                    <a:pt x="286065" y="1186431"/>
                  </a:lnTo>
                  <a:lnTo>
                    <a:pt x="249641" y="1170023"/>
                  </a:lnTo>
                  <a:lnTo>
                    <a:pt x="214356" y="1151290"/>
                  </a:lnTo>
                  <a:lnTo>
                    <a:pt x="180359" y="1130312"/>
                  </a:lnTo>
                  <a:lnTo>
                    <a:pt x="147792" y="1107175"/>
                  </a:lnTo>
                  <a:lnTo>
                    <a:pt x="116792" y="1081977"/>
                  </a:lnTo>
                  <a:lnTo>
                    <a:pt x="87489" y="1054825"/>
                  </a:lnTo>
                  <a:lnTo>
                    <a:pt x="60006" y="1025831"/>
                  </a:lnTo>
                  <a:lnTo>
                    <a:pt x="34459" y="995119"/>
                  </a:lnTo>
                  <a:lnTo>
                    <a:pt x="10954" y="962816"/>
                  </a:lnTo>
                  <a:lnTo>
                    <a:pt x="0" y="946110"/>
                  </a:lnTo>
                  <a:lnTo>
                    <a:pt x="208366" y="814250"/>
                  </a:lnTo>
                  <a:lnTo>
                    <a:pt x="212640" y="821005"/>
                  </a:lnTo>
                  <a:lnTo>
                    <a:pt x="217130" y="827614"/>
                  </a:lnTo>
                  <a:lnTo>
                    <a:pt x="241668" y="859139"/>
                  </a:lnTo>
                  <a:lnTo>
                    <a:pt x="275382" y="893200"/>
                  </a:lnTo>
                  <a:lnTo>
                    <a:pt x="313216" y="922618"/>
                  </a:lnTo>
                  <a:lnTo>
                    <a:pt x="354535" y="946898"/>
                  </a:lnTo>
                  <a:lnTo>
                    <a:pt x="398646" y="965633"/>
                  </a:lnTo>
                  <a:lnTo>
                    <a:pt x="444809" y="978509"/>
                  </a:lnTo>
                  <a:lnTo>
                    <a:pt x="492248" y="985309"/>
                  </a:lnTo>
                  <a:lnTo>
                    <a:pt x="524189" y="986407"/>
                  </a:lnTo>
                  <a:lnTo>
                    <a:pt x="540169" y="985920"/>
                  </a:lnTo>
                  <a:lnTo>
                    <a:pt x="587767" y="980331"/>
                  </a:lnTo>
                  <a:lnTo>
                    <a:pt x="634243" y="968636"/>
                  </a:lnTo>
                  <a:lnTo>
                    <a:pt x="678818" y="951032"/>
                  </a:lnTo>
                  <a:lnTo>
                    <a:pt x="720742" y="927813"/>
                  </a:lnTo>
                  <a:lnTo>
                    <a:pt x="759314" y="899369"/>
                  </a:lnTo>
                  <a:lnTo>
                    <a:pt x="793885" y="866178"/>
                  </a:lnTo>
                  <a:lnTo>
                    <a:pt x="823875" y="828797"/>
                  </a:lnTo>
                  <a:lnTo>
                    <a:pt x="848781" y="787852"/>
                  </a:lnTo>
                  <a:lnTo>
                    <a:pt x="868186" y="744032"/>
                  </a:lnTo>
                  <a:lnTo>
                    <a:pt x="881763" y="698070"/>
                  </a:lnTo>
                  <a:lnTo>
                    <a:pt x="889286" y="650739"/>
                  </a:lnTo>
                  <a:lnTo>
                    <a:pt x="890870" y="618820"/>
                  </a:lnTo>
                  <a:lnTo>
                    <a:pt x="890626" y="602833"/>
                  </a:lnTo>
                  <a:lnTo>
                    <a:pt x="885763" y="555156"/>
                  </a:lnTo>
                  <a:lnTo>
                    <a:pt x="874777" y="508507"/>
                  </a:lnTo>
                  <a:lnTo>
                    <a:pt x="857853" y="463670"/>
                  </a:lnTo>
                  <a:lnTo>
                    <a:pt x="835276" y="421397"/>
                  </a:lnTo>
                  <a:lnTo>
                    <a:pt x="807423" y="382396"/>
                  </a:lnTo>
                  <a:lnTo>
                    <a:pt x="774762" y="347324"/>
                  </a:lnTo>
                  <a:lnTo>
                    <a:pt x="737842" y="316768"/>
                  </a:lnTo>
                  <a:lnTo>
                    <a:pt x="697281" y="291241"/>
                  </a:lnTo>
                  <a:lnTo>
                    <a:pt x="653761" y="271171"/>
                  </a:lnTo>
                  <a:lnTo>
                    <a:pt x="608012" y="256895"/>
                  </a:lnTo>
                  <a:lnTo>
                    <a:pt x="560801" y="248653"/>
                  </a:lnTo>
                  <a:lnTo>
                    <a:pt x="528909" y="246583"/>
                  </a:lnTo>
                  <a:lnTo>
                    <a:pt x="520915" y="246583"/>
                  </a:lnTo>
                  <a:lnTo>
                    <a:pt x="520915" y="0"/>
                  </a:lnTo>
                  <a:lnTo>
                    <a:pt x="560843" y="1294"/>
                  </a:lnTo>
                  <a:lnTo>
                    <a:pt x="600603" y="5172"/>
                  </a:lnTo>
                  <a:lnTo>
                    <a:pt x="640029" y="11617"/>
                  </a:lnTo>
                  <a:lnTo>
                    <a:pt x="678954" y="20602"/>
                  </a:lnTo>
                  <a:lnTo>
                    <a:pt x="717216" y="32089"/>
                  </a:lnTo>
                  <a:lnTo>
                    <a:pt x="754654" y="46031"/>
                  </a:lnTo>
                  <a:lnTo>
                    <a:pt x="791109" y="62368"/>
                  </a:lnTo>
                  <a:lnTo>
                    <a:pt x="826431" y="81032"/>
                  </a:lnTo>
                  <a:lnTo>
                    <a:pt x="860469" y="101944"/>
                  </a:lnTo>
                  <a:lnTo>
                    <a:pt x="893081" y="125017"/>
                  </a:lnTo>
                  <a:lnTo>
                    <a:pt x="924130" y="150154"/>
                  </a:lnTo>
                  <a:lnTo>
                    <a:pt x="953486" y="177250"/>
                  </a:lnTo>
                  <a:lnTo>
                    <a:pt x="981025" y="206190"/>
                  </a:lnTo>
                  <a:lnTo>
                    <a:pt x="1006632" y="236852"/>
                  </a:lnTo>
                  <a:lnTo>
                    <a:pt x="1030199" y="269109"/>
                  </a:lnTo>
                  <a:lnTo>
                    <a:pt x="1051628" y="302825"/>
                  </a:lnTo>
                  <a:lnTo>
                    <a:pt x="1070827" y="337858"/>
                  </a:lnTo>
                  <a:lnTo>
                    <a:pt x="1087718" y="374061"/>
                  </a:lnTo>
                  <a:lnTo>
                    <a:pt x="1102228" y="411281"/>
                  </a:lnTo>
                  <a:lnTo>
                    <a:pt x="1114296" y="449364"/>
                  </a:lnTo>
                  <a:lnTo>
                    <a:pt x="1123873" y="488148"/>
                  </a:lnTo>
                  <a:lnTo>
                    <a:pt x="1130918" y="527471"/>
                  </a:lnTo>
                  <a:lnTo>
                    <a:pt x="1135401" y="567168"/>
                  </a:lnTo>
                  <a:lnTo>
                    <a:pt x="1137303" y="607071"/>
                  </a:lnTo>
                  <a:lnTo>
                    <a:pt x="1137284" y="627048"/>
                  </a:lnTo>
                  <a:lnTo>
                    <a:pt x="1135304" y="666948"/>
                  </a:lnTo>
                  <a:lnTo>
                    <a:pt x="1130743" y="706636"/>
                  </a:lnTo>
                  <a:lnTo>
                    <a:pt x="1123622" y="745945"/>
                  </a:lnTo>
                  <a:lnTo>
                    <a:pt x="1113970" y="784711"/>
                  </a:lnTo>
                  <a:lnTo>
                    <a:pt x="1101827" y="822770"/>
                  </a:lnTo>
                  <a:lnTo>
                    <a:pt x="1087244" y="859962"/>
                  </a:lnTo>
                  <a:lnTo>
                    <a:pt x="1070283" y="896132"/>
                  </a:lnTo>
                  <a:lnTo>
                    <a:pt x="1051015" y="931127"/>
                  </a:lnTo>
                  <a:lnTo>
                    <a:pt x="1029521" y="964801"/>
                  </a:lnTo>
                  <a:lnTo>
                    <a:pt x="1005891" y="997012"/>
                  </a:lnTo>
                  <a:lnTo>
                    <a:pt x="980225" y="1027625"/>
                  </a:lnTo>
                  <a:lnTo>
                    <a:pt x="952629" y="1056511"/>
                  </a:lnTo>
                  <a:lnTo>
                    <a:pt x="923220" y="1083549"/>
                  </a:lnTo>
                  <a:lnTo>
                    <a:pt x="892122" y="1108626"/>
                  </a:lnTo>
                  <a:lnTo>
                    <a:pt x="859465" y="1131635"/>
                  </a:lnTo>
                  <a:lnTo>
                    <a:pt x="825386" y="1152481"/>
                  </a:lnTo>
                  <a:lnTo>
                    <a:pt x="790029" y="1171076"/>
                  </a:lnTo>
                  <a:lnTo>
                    <a:pt x="753541" y="1187342"/>
                  </a:lnTo>
                  <a:lnTo>
                    <a:pt x="716077" y="1201211"/>
                  </a:lnTo>
                  <a:lnTo>
                    <a:pt x="677793" y="1212624"/>
                  </a:lnTo>
                  <a:lnTo>
                    <a:pt x="638850" y="1221533"/>
                  </a:lnTo>
                  <a:lnTo>
                    <a:pt x="599412" y="1227901"/>
                  </a:lnTo>
                  <a:lnTo>
                    <a:pt x="559644" y="1231701"/>
                  </a:lnTo>
                  <a:lnTo>
                    <a:pt x="539688" y="1232633"/>
                  </a:lnTo>
                  <a:lnTo>
                    <a:pt x="519713" y="1232918"/>
                  </a:lnTo>
                  <a:close/>
                </a:path>
              </a:pathLst>
            </a:custGeom>
            <a:solidFill>
              <a:srgbClr val="81D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31432" y="5988347"/>
              <a:ext cx="304165" cy="569595"/>
            </a:xfrm>
            <a:custGeom>
              <a:avLst/>
              <a:gdLst/>
              <a:ahLst/>
              <a:cxnLst/>
              <a:rect l="l" t="t" r="r" b="b"/>
              <a:pathLst>
                <a:path w="304164" h="569595">
                  <a:moveTo>
                    <a:pt x="95527" y="569066"/>
                  </a:moveTo>
                  <a:lnTo>
                    <a:pt x="67929" y="520762"/>
                  </a:lnTo>
                  <a:lnTo>
                    <a:pt x="44791" y="470151"/>
                  </a:lnTo>
                  <a:lnTo>
                    <a:pt x="26313" y="417660"/>
                  </a:lnTo>
                  <a:lnTo>
                    <a:pt x="12648" y="363733"/>
                  </a:lnTo>
                  <a:lnTo>
                    <a:pt x="3898" y="308794"/>
                  </a:lnTo>
                  <a:lnTo>
                    <a:pt x="137" y="253272"/>
                  </a:lnTo>
                  <a:lnTo>
                    <a:pt x="0" y="234729"/>
                  </a:lnTo>
                  <a:lnTo>
                    <a:pt x="421" y="216173"/>
                  </a:lnTo>
                  <a:lnTo>
                    <a:pt x="5024" y="160732"/>
                  </a:lnTo>
                  <a:lnTo>
                    <a:pt x="14610" y="105915"/>
                  </a:lnTo>
                  <a:lnTo>
                    <a:pt x="29101" y="52187"/>
                  </a:lnTo>
                  <a:lnTo>
                    <a:pt x="48373" y="0"/>
                  </a:lnTo>
                  <a:lnTo>
                    <a:pt x="275600" y="95766"/>
                  </a:lnTo>
                  <a:lnTo>
                    <a:pt x="267558" y="116566"/>
                  </a:lnTo>
                  <a:lnTo>
                    <a:pt x="260806" y="137735"/>
                  </a:lnTo>
                  <a:lnTo>
                    <a:pt x="251179" y="181182"/>
                  </a:lnTo>
                  <a:lnTo>
                    <a:pt x="246819" y="225469"/>
                  </a:lnTo>
                  <a:lnTo>
                    <a:pt x="246653" y="247689"/>
                  </a:lnTo>
                  <a:lnTo>
                    <a:pt x="247829" y="269959"/>
                  </a:lnTo>
                  <a:lnTo>
                    <a:pt x="254156" y="314008"/>
                  </a:lnTo>
                  <a:lnTo>
                    <a:pt x="265745" y="356973"/>
                  </a:lnTo>
                  <a:lnTo>
                    <a:pt x="282393" y="398243"/>
                  </a:lnTo>
                  <a:lnTo>
                    <a:pt x="303893" y="437205"/>
                  </a:lnTo>
                  <a:lnTo>
                    <a:pt x="95527" y="569066"/>
                  </a:lnTo>
                  <a:close/>
                </a:path>
              </a:pathLst>
            </a:custGeom>
            <a:solidFill>
              <a:srgbClr val="F1D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79805" y="5684753"/>
              <a:ext cx="393065" cy="399415"/>
            </a:xfrm>
            <a:custGeom>
              <a:avLst/>
              <a:gdLst/>
              <a:ahLst/>
              <a:cxnLst/>
              <a:rect l="l" t="t" r="r" b="b"/>
              <a:pathLst>
                <a:path w="393064" h="399414">
                  <a:moveTo>
                    <a:pt x="227227" y="399359"/>
                  </a:moveTo>
                  <a:lnTo>
                    <a:pt x="0" y="303593"/>
                  </a:lnTo>
                  <a:lnTo>
                    <a:pt x="10673" y="279693"/>
                  </a:lnTo>
                  <a:lnTo>
                    <a:pt x="22329" y="256310"/>
                  </a:lnTo>
                  <a:lnTo>
                    <a:pt x="48593" y="211094"/>
                  </a:lnTo>
                  <a:lnTo>
                    <a:pt x="78587" y="168261"/>
                  </a:lnTo>
                  <a:lnTo>
                    <a:pt x="112110" y="128130"/>
                  </a:lnTo>
                  <a:lnTo>
                    <a:pt x="148908" y="90978"/>
                  </a:lnTo>
                  <a:lnTo>
                    <a:pt x="188726" y="57085"/>
                  </a:lnTo>
                  <a:lnTo>
                    <a:pt x="231270" y="26681"/>
                  </a:lnTo>
                  <a:lnTo>
                    <a:pt x="276241" y="0"/>
                  </a:lnTo>
                  <a:lnTo>
                    <a:pt x="392972" y="217203"/>
                  </a:lnTo>
                  <a:lnTo>
                    <a:pt x="365882" y="233259"/>
                  </a:lnTo>
                  <a:lnTo>
                    <a:pt x="340440" y="251424"/>
                  </a:lnTo>
                  <a:lnTo>
                    <a:pt x="294494" y="294081"/>
                  </a:lnTo>
                  <a:lnTo>
                    <a:pt x="256351" y="343839"/>
                  </a:lnTo>
                  <a:lnTo>
                    <a:pt x="240662" y="370879"/>
                  </a:lnTo>
                  <a:lnTo>
                    <a:pt x="227227" y="399359"/>
                  </a:lnTo>
                  <a:close/>
                </a:path>
              </a:pathLst>
            </a:custGeom>
            <a:solidFill>
              <a:srgbClr val="F18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756046" y="5611302"/>
              <a:ext cx="292100" cy="290830"/>
            </a:xfrm>
            <a:custGeom>
              <a:avLst/>
              <a:gdLst/>
              <a:ahLst/>
              <a:cxnLst/>
              <a:rect l="l" t="t" r="r" b="b"/>
              <a:pathLst>
                <a:path w="292100" h="290829">
                  <a:moveTo>
                    <a:pt x="116731" y="290654"/>
                  </a:moveTo>
                  <a:lnTo>
                    <a:pt x="0" y="73450"/>
                  </a:lnTo>
                  <a:lnTo>
                    <a:pt x="34067" y="56464"/>
                  </a:lnTo>
                  <a:lnTo>
                    <a:pt x="68983" y="41668"/>
                  </a:lnTo>
                  <a:lnTo>
                    <a:pt x="141363" y="18644"/>
                  </a:lnTo>
                  <a:lnTo>
                    <a:pt x="216018" y="4661"/>
                  </a:lnTo>
                  <a:lnTo>
                    <a:pt x="291828" y="0"/>
                  </a:lnTo>
                  <a:lnTo>
                    <a:pt x="291828" y="246583"/>
                  </a:lnTo>
                  <a:lnTo>
                    <a:pt x="245974" y="249338"/>
                  </a:lnTo>
                  <a:lnTo>
                    <a:pt x="201506" y="257601"/>
                  </a:lnTo>
                  <a:lnTo>
                    <a:pt x="158425" y="271373"/>
                  </a:lnTo>
                  <a:lnTo>
                    <a:pt x="116731" y="290654"/>
                  </a:lnTo>
                  <a:close/>
                </a:path>
              </a:pathLst>
            </a:custGeom>
            <a:solidFill>
              <a:srgbClr val="D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242426" y="5555220"/>
              <a:ext cx="1527810" cy="1007110"/>
            </a:xfrm>
            <a:custGeom>
              <a:avLst/>
              <a:gdLst/>
              <a:ahLst/>
              <a:cxnLst/>
              <a:rect l="l" t="t" r="r" b="b"/>
              <a:pathLst>
                <a:path w="1527810" h="1007109">
                  <a:moveTo>
                    <a:pt x="1358967" y="977301"/>
                  </a:moveTo>
                  <a:lnTo>
                    <a:pt x="1412968" y="1007034"/>
                  </a:lnTo>
                  <a:lnTo>
                    <a:pt x="1527268" y="1007034"/>
                  </a:lnTo>
                </a:path>
                <a:path w="1527810" h="1007109">
                  <a:moveTo>
                    <a:pt x="175735" y="724721"/>
                  </a:moveTo>
                  <a:lnTo>
                    <a:pt x="114299" y="729812"/>
                  </a:lnTo>
                  <a:lnTo>
                    <a:pt x="0" y="729812"/>
                  </a:lnTo>
                </a:path>
                <a:path w="1527810" h="1007109">
                  <a:moveTo>
                    <a:pt x="338090" y="247291"/>
                  </a:moveTo>
                  <a:lnTo>
                    <a:pt x="292494" y="205803"/>
                  </a:lnTo>
                  <a:lnTo>
                    <a:pt x="178194" y="205803"/>
                  </a:lnTo>
                </a:path>
                <a:path w="1527810" h="1007109">
                  <a:moveTo>
                    <a:pt x="651221" y="59781"/>
                  </a:moveTo>
                  <a:lnTo>
                    <a:pt x="636175" y="0"/>
                  </a:lnTo>
                  <a:lnTo>
                    <a:pt x="521875" y="0"/>
                  </a:lnTo>
                </a:path>
              </a:pathLst>
            </a:custGeom>
            <a:ln w="9524">
              <a:solidFill>
                <a:srgbClr val="2524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795095" y="6482879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66.02%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26848" y="6205657"/>
            <a:ext cx="3905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15.33%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66658" y="5681648"/>
            <a:ext cx="328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10.8%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10339" y="5475845"/>
            <a:ext cx="3289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7.85%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82" name="object 8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6809" y="5907150"/>
            <a:ext cx="95249" cy="9524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86809" y="6145275"/>
            <a:ext cx="95249" cy="9524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86809" y="6392925"/>
            <a:ext cx="95249" cy="9524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86809" y="6631051"/>
            <a:ext cx="95249" cy="95249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3663950" y="5613393"/>
            <a:ext cx="698500" cy="11493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000" b="1" dirty="0">
                <a:solidFill>
                  <a:srgbClr val="605D5C"/>
                </a:solidFill>
                <a:latin typeface="Segoe UI"/>
                <a:cs typeface="Segoe UI"/>
              </a:rPr>
              <a:t>Risk</a:t>
            </a:r>
            <a:r>
              <a:rPr sz="1000" b="1" spc="-2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1000" b="1" spc="-10" dirty="0">
                <a:solidFill>
                  <a:srgbClr val="605D5C"/>
                </a:solidFill>
                <a:latin typeface="Segoe UI"/>
                <a:cs typeface="Segoe UI"/>
              </a:rPr>
              <a:t>Level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375"/>
              </a:spcBef>
            </a:pPr>
            <a:r>
              <a:rPr sz="1000" spc="-25" dirty="0">
                <a:solidFill>
                  <a:srgbClr val="605D5C"/>
                </a:solidFill>
                <a:latin typeface="Segoe UI"/>
                <a:cs typeface="Segoe UI"/>
              </a:rPr>
              <a:t>Low</a:t>
            </a:r>
            <a:endParaRPr sz="1000">
              <a:latin typeface="Segoe UI"/>
              <a:cs typeface="Segoe UI"/>
            </a:endParaRPr>
          </a:p>
          <a:p>
            <a:pPr marL="137160">
              <a:lnSpc>
                <a:spcPct val="100000"/>
              </a:lnSpc>
              <a:spcBef>
                <a:spcPts val="675"/>
              </a:spcBef>
            </a:pP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Moderate</a:t>
            </a:r>
            <a:endParaRPr sz="1000">
              <a:latin typeface="Segoe UI"/>
              <a:cs typeface="Segoe UI"/>
            </a:endParaRPr>
          </a:p>
          <a:p>
            <a:pPr marL="137160" marR="171450">
              <a:lnSpc>
                <a:spcPct val="156300"/>
              </a:lnSpc>
              <a:spcBef>
                <a:spcPts val="75"/>
              </a:spcBef>
            </a:pPr>
            <a:r>
              <a:rPr sz="1000" spc="-20" dirty="0">
                <a:solidFill>
                  <a:srgbClr val="605D5C"/>
                </a:solidFill>
                <a:latin typeface="Segoe UI"/>
                <a:cs typeface="Segoe UI"/>
              </a:rPr>
              <a:t>High </a:t>
            </a:r>
            <a:r>
              <a:rPr sz="1000" spc="-10" dirty="0">
                <a:solidFill>
                  <a:srgbClr val="605D5C"/>
                </a:solidFill>
                <a:latin typeface="Segoe UI"/>
                <a:cs typeface="Segoe UI"/>
              </a:rPr>
              <a:t>Critical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31100" y="3886263"/>
            <a:ext cx="23025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High </a:t>
            </a:r>
            <a:r>
              <a:rPr sz="14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252423"/>
                </a:solidFill>
                <a:latin typeface="Tahoma"/>
                <a:cs typeface="Tahoma"/>
              </a:rPr>
              <a:t>Percentage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52423"/>
                </a:solidFill>
                <a:latin typeface="Tahoma"/>
                <a:cs typeface="Tahoma"/>
              </a:rPr>
              <a:t>by</a:t>
            </a:r>
            <a:r>
              <a:rPr sz="1400" spc="-8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9048750" y="4240212"/>
            <a:ext cx="9525" cy="2438400"/>
          </a:xfrm>
          <a:custGeom>
            <a:avLst/>
            <a:gdLst/>
            <a:ahLst/>
            <a:cxnLst/>
            <a:rect l="l" t="t" r="r" b="b"/>
            <a:pathLst>
              <a:path w="9525" h="243840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43840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43840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43840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43840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43840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43840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43840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43840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43840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43840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43840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43840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43840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43840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43840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43840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43840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43840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43840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43840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43840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43840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43840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43840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43840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43840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43840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43840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43840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43840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43840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438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438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438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438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438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438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438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438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438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438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43840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438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438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438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438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438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438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438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438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438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8963273" y="6689725"/>
            <a:ext cx="1809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10118712" y="4240212"/>
            <a:ext cx="1079500" cy="2438400"/>
          </a:xfrm>
          <a:custGeom>
            <a:avLst/>
            <a:gdLst/>
            <a:ahLst/>
            <a:cxnLst/>
            <a:rect l="l" t="t" r="r" b="b"/>
            <a:pathLst>
              <a:path w="1079500" h="2438400">
                <a:moveTo>
                  <a:pt x="9525" y="2432329"/>
                </a:moveTo>
                <a:lnTo>
                  <a:pt x="9067" y="2431211"/>
                </a:lnTo>
                <a:lnTo>
                  <a:pt x="7200" y="2429345"/>
                </a:lnTo>
                <a:lnTo>
                  <a:pt x="6083" y="2428875"/>
                </a:lnTo>
                <a:lnTo>
                  <a:pt x="3454" y="2428875"/>
                </a:lnTo>
                <a:lnTo>
                  <a:pt x="2336" y="2429345"/>
                </a:lnTo>
                <a:lnTo>
                  <a:pt x="469" y="2431211"/>
                </a:lnTo>
                <a:lnTo>
                  <a:pt x="0" y="2432329"/>
                </a:lnTo>
                <a:lnTo>
                  <a:pt x="0" y="2434958"/>
                </a:lnTo>
                <a:lnTo>
                  <a:pt x="469" y="2436076"/>
                </a:lnTo>
                <a:lnTo>
                  <a:pt x="2336" y="2437942"/>
                </a:lnTo>
                <a:lnTo>
                  <a:pt x="3454" y="2438400"/>
                </a:lnTo>
                <a:lnTo>
                  <a:pt x="6083" y="2438400"/>
                </a:lnTo>
                <a:lnTo>
                  <a:pt x="7200" y="2437942"/>
                </a:lnTo>
                <a:lnTo>
                  <a:pt x="9067" y="2436076"/>
                </a:lnTo>
                <a:lnTo>
                  <a:pt x="9525" y="2434958"/>
                </a:lnTo>
                <a:lnTo>
                  <a:pt x="9525" y="2432329"/>
                </a:lnTo>
                <a:close/>
              </a:path>
              <a:path w="1079500" h="2438400">
                <a:moveTo>
                  <a:pt x="9525" y="2384704"/>
                </a:moveTo>
                <a:lnTo>
                  <a:pt x="9067" y="2383586"/>
                </a:lnTo>
                <a:lnTo>
                  <a:pt x="7200" y="2381720"/>
                </a:lnTo>
                <a:lnTo>
                  <a:pt x="6083" y="2381250"/>
                </a:lnTo>
                <a:lnTo>
                  <a:pt x="3454" y="2381250"/>
                </a:lnTo>
                <a:lnTo>
                  <a:pt x="2336" y="2381720"/>
                </a:lnTo>
                <a:lnTo>
                  <a:pt x="469" y="2383586"/>
                </a:lnTo>
                <a:lnTo>
                  <a:pt x="0" y="2384704"/>
                </a:lnTo>
                <a:lnTo>
                  <a:pt x="0" y="2387333"/>
                </a:lnTo>
                <a:lnTo>
                  <a:pt x="469" y="2388451"/>
                </a:lnTo>
                <a:lnTo>
                  <a:pt x="2336" y="2390317"/>
                </a:lnTo>
                <a:lnTo>
                  <a:pt x="3454" y="2390775"/>
                </a:lnTo>
                <a:lnTo>
                  <a:pt x="6083" y="2390775"/>
                </a:lnTo>
                <a:lnTo>
                  <a:pt x="7200" y="2390317"/>
                </a:lnTo>
                <a:lnTo>
                  <a:pt x="9067" y="2388451"/>
                </a:lnTo>
                <a:lnTo>
                  <a:pt x="9525" y="2387333"/>
                </a:lnTo>
                <a:lnTo>
                  <a:pt x="9525" y="2384704"/>
                </a:lnTo>
                <a:close/>
              </a:path>
              <a:path w="1079500" h="2438400">
                <a:moveTo>
                  <a:pt x="9525" y="2337079"/>
                </a:moveTo>
                <a:lnTo>
                  <a:pt x="9067" y="2335961"/>
                </a:lnTo>
                <a:lnTo>
                  <a:pt x="7200" y="2334095"/>
                </a:lnTo>
                <a:lnTo>
                  <a:pt x="6083" y="2333625"/>
                </a:lnTo>
                <a:lnTo>
                  <a:pt x="3454" y="2333625"/>
                </a:lnTo>
                <a:lnTo>
                  <a:pt x="2336" y="2334095"/>
                </a:lnTo>
                <a:lnTo>
                  <a:pt x="469" y="2335961"/>
                </a:lnTo>
                <a:lnTo>
                  <a:pt x="0" y="2337079"/>
                </a:lnTo>
                <a:lnTo>
                  <a:pt x="0" y="2339708"/>
                </a:lnTo>
                <a:lnTo>
                  <a:pt x="469" y="2340826"/>
                </a:lnTo>
                <a:lnTo>
                  <a:pt x="2336" y="2342692"/>
                </a:lnTo>
                <a:lnTo>
                  <a:pt x="3454" y="2343150"/>
                </a:lnTo>
                <a:lnTo>
                  <a:pt x="6083" y="2343150"/>
                </a:lnTo>
                <a:lnTo>
                  <a:pt x="7200" y="2342692"/>
                </a:lnTo>
                <a:lnTo>
                  <a:pt x="9067" y="2340826"/>
                </a:lnTo>
                <a:lnTo>
                  <a:pt x="9525" y="2339708"/>
                </a:lnTo>
                <a:lnTo>
                  <a:pt x="9525" y="2337079"/>
                </a:lnTo>
                <a:close/>
              </a:path>
              <a:path w="1079500" h="2438400">
                <a:moveTo>
                  <a:pt x="9525" y="2289454"/>
                </a:moveTo>
                <a:lnTo>
                  <a:pt x="9067" y="2288336"/>
                </a:lnTo>
                <a:lnTo>
                  <a:pt x="7200" y="2286470"/>
                </a:lnTo>
                <a:lnTo>
                  <a:pt x="6083" y="2286000"/>
                </a:lnTo>
                <a:lnTo>
                  <a:pt x="3454" y="2286000"/>
                </a:lnTo>
                <a:lnTo>
                  <a:pt x="2336" y="2286470"/>
                </a:lnTo>
                <a:lnTo>
                  <a:pt x="469" y="2288336"/>
                </a:lnTo>
                <a:lnTo>
                  <a:pt x="0" y="2289454"/>
                </a:lnTo>
                <a:lnTo>
                  <a:pt x="0" y="2292083"/>
                </a:lnTo>
                <a:lnTo>
                  <a:pt x="469" y="2293201"/>
                </a:lnTo>
                <a:lnTo>
                  <a:pt x="2336" y="2295067"/>
                </a:lnTo>
                <a:lnTo>
                  <a:pt x="3454" y="2295525"/>
                </a:lnTo>
                <a:lnTo>
                  <a:pt x="6083" y="2295525"/>
                </a:lnTo>
                <a:lnTo>
                  <a:pt x="7200" y="2295067"/>
                </a:lnTo>
                <a:lnTo>
                  <a:pt x="9067" y="2293201"/>
                </a:lnTo>
                <a:lnTo>
                  <a:pt x="9525" y="2292083"/>
                </a:lnTo>
                <a:lnTo>
                  <a:pt x="9525" y="2289454"/>
                </a:lnTo>
                <a:close/>
              </a:path>
              <a:path w="1079500" h="2438400">
                <a:moveTo>
                  <a:pt x="9525" y="2241829"/>
                </a:moveTo>
                <a:lnTo>
                  <a:pt x="9067" y="2240711"/>
                </a:lnTo>
                <a:lnTo>
                  <a:pt x="7200" y="2238845"/>
                </a:lnTo>
                <a:lnTo>
                  <a:pt x="6083" y="2238375"/>
                </a:lnTo>
                <a:lnTo>
                  <a:pt x="3454" y="2238375"/>
                </a:lnTo>
                <a:lnTo>
                  <a:pt x="2336" y="2238845"/>
                </a:lnTo>
                <a:lnTo>
                  <a:pt x="469" y="2240711"/>
                </a:lnTo>
                <a:lnTo>
                  <a:pt x="0" y="2241829"/>
                </a:lnTo>
                <a:lnTo>
                  <a:pt x="0" y="2244458"/>
                </a:lnTo>
                <a:lnTo>
                  <a:pt x="469" y="2245576"/>
                </a:lnTo>
                <a:lnTo>
                  <a:pt x="2336" y="2247442"/>
                </a:lnTo>
                <a:lnTo>
                  <a:pt x="3454" y="2247900"/>
                </a:lnTo>
                <a:lnTo>
                  <a:pt x="6083" y="2247900"/>
                </a:lnTo>
                <a:lnTo>
                  <a:pt x="7200" y="2247442"/>
                </a:lnTo>
                <a:lnTo>
                  <a:pt x="9067" y="2245576"/>
                </a:lnTo>
                <a:lnTo>
                  <a:pt x="9525" y="2244458"/>
                </a:lnTo>
                <a:lnTo>
                  <a:pt x="9525" y="2241829"/>
                </a:lnTo>
                <a:close/>
              </a:path>
              <a:path w="1079500" h="2438400">
                <a:moveTo>
                  <a:pt x="9525" y="2194204"/>
                </a:moveTo>
                <a:lnTo>
                  <a:pt x="9067" y="2193086"/>
                </a:lnTo>
                <a:lnTo>
                  <a:pt x="7200" y="2191220"/>
                </a:lnTo>
                <a:lnTo>
                  <a:pt x="6083" y="2190750"/>
                </a:lnTo>
                <a:lnTo>
                  <a:pt x="3454" y="2190750"/>
                </a:lnTo>
                <a:lnTo>
                  <a:pt x="2336" y="2191220"/>
                </a:lnTo>
                <a:lnTo>
                  <a:pt x="469" y="2193086"/>
                </a:lnTo>
                <a:lnTo>
                  <a:pt x="0" y="2194204"/>
                </a:lnTo>
                <a:lnTo>
                  <a:pt x="0" y="2196833"/>
                </a:lnTo>
                <a:lnTo>
                  <a:pt x="469" y="2197951"/>
                </a:lnTo>
                <a:lnTo>
                  <a:pt x="2336" y="2199817"/>
                </a:lnTo>
                <a:lnTo>
                  <a:pt x="3454" y="2200275"/>
                </a:lnTo>
                <a:lnTo>
                  <a:pt x="6083" y="2200275"/>
                </a:lnTo>
                <a:lnTo>
                  <a:pt x="7200" y="2199817"/>
                </a:lnTo>
                <a:lnTo>
                  <a:pt x="9067" y="2197951"/>
                </a:lnTo>
                <a:lnTo>
                  <a:pt x="9525" y="2196833"/>
                </a:lnTo>
                <a:lnTo>
                  <a:pt x="9525" y="2194204"/>
                </a:lnTo>
                <a:close/>
              </a:path>
              <a:path w="1079500" h="2438400">
                <a:moveTo>
                  <a:pt x="9525" y="2146579"/>
                </a:moveTo>
                <a:lnTo>
                  <a:pt x="9067" y="2145461"/>
                </a:lnTo>
                <a:lnTo>
                  <a:pt x="7200" y="2143595"/>
                </a:lnTo>
                <a:lnTo>
                  <a:pt x="6083" y="2143125"/>
                </a:lnTo>
                <a:lnTo>
                  <a:pt x="3454" y="2143125"/>
                </a:lnTo>
                <a:lnTo>
                  <a:pt x="2336" y="2143595"/>
                </a:lnTo>
                <a:lnTo>
                  <a:pt x="469" y="2145461"/>
                </a:lnTo>
                <a:lnTo>
                  <a:pt x="0" y="2146579"/>
                </a:lnTo>
                <a:lnTo>
                  <a:pt x="0" y="2149208"/>
                </a:lnTo>
                <a:lnTo>
                  <a:pt x="469" y="2150326"/>
                </a:lnTo>
                <a:lnTo>
                  <a:pt x="2336" y="2152192"/>
                </a:lnTo>
                <a:lnTo>
                  <a:pt x="3454" y="2152650"/>
                </a:lnTo>
                <a:lnTo>
                  <a:pt x="6083" y="2152650"/>
                </a:lnTo>
                <a:lnTo>
                  <a:pt x="7200" y="2152192"/>
                </a:lnTo>
                <a:lnTo>
                  <a:pt x="9067" y="2150326"/>
                </a:lnTo>
                <a:lnTo>
                  <a:pt x="9525" y="2149208"/>
                </a:lnTo>
                <a:lnTo>
                  <a:pt x="9525" y="2146579"/>
                </a:lnTo>
                <a:close/>
              </a:path>
              <a:path w="1079500" h="2438400">
                <a:moveTo>
                  <a:pt x="9525" y="2098954"/>
                </a:moveTo>
                <a:lnTo>
                  <a:pt x="9067" y="2097836"/>
                </a:lnTo>
                <a:lnTo>
                  <a:pt x="7200" y="2095969"/>
                </a:lnTo>
                <a:lnTo>
                  <a:pt x="6083" y="2095500"/>
                </a:lnTo>
                <a:lnTo>
                  <a:pt x="3454" y="2095500"/>
                </a:lnTo>
                <a:lnTo>
                  <a:pt x="2336" y="2095969"/>
                </a:lnTo>
                <a:lnTo>
                  <a:pt x="469" y="2097836"/>
                </a:lnTo>
                <a:lnTo>
                  <a:pt x="0" y="2098954"/>
                </a:lnTo>
                <a:lnTo>
                  <a:pt x="0" y="2101583"/>
                </a:lnTo>
                <a:lnTo>
                  <a:pt x="469" y="2102700"/>
                </a:lnTo>
                <a:lnTo>
                  <a:pt x="2336" y="2104567"/>
                </a:lnTo>
                <a:lnTo>
                  <a:pt x="3454" y="2105025"/>
                </a:lnTo>
                <a:lnTo>
                  <a:pt x="6083" y="2105025"/>
                </a:lnTo>
                <a:lnTo>
                  <a:pt x="7200" y="2104567"/>
                </a:lnTo>
                <a:lnTo>
                  <a:pt x="9067" y="2102700"/>
                </a:lnTo>
                <a:lnTo>
                  <a:pt x="9525" y="2101583"/>
                </a:lnTo>
                <a:lnTo>
                  <a:pt x="9525" y="2098954"/>
                </a:lnTo>
                <a:close/>
              </a:path>
              <a:path w="1079500" h="2438400">
                <a:moveTo>
                  <a:pt x="9525" y="2051329"/>
                </a:moveTo>
                <a:lnTo>
                  <a:pt x="9067" y="2050211"/>
                </a:lnTo>
                <a:lnTo>
                  <a:pt x="7200" y="2048344"/>
                </a:lnTo>
                <a:lnTo>
                  <a:pt x="6083" y="2047875"/>
                </a:lnTo>
                <a:lnTo>
                  <a:pt x="3454" y="2047875"/>
                </a:lnTo>
                <a:lnTo>
                  <a:pt x="2336" y="2048344"/>
                </a:lnTo>
                <a:lnTo>
                  <a:pt x="469" y="2050211"/>
                </a:lnTo>
                <a:lnTo>
                  <a:pt x="0" y="2051329"/>
                </a:lnTo>
                <a:lnTo>
                  <a:pt x="0" y="2053958"/>
                </a:lnTo>
                <a:lnTo>
                  <a:pt x="469" y="2055075"/>
                </a:lnTo>
                <a:lnTo>
                  <a:pt x="2336" y="2056942"/>
                </a:lnTo>
                <a:lnTo>
                  <a:pt x="3454" y="2057400"/>
                </a:lnTo>
                <a:lnTo>
                  <a:pt x="6083" y="2057400"/>
                </a:lnTo>
                <a:lnTo>
                  <a:pt x="7200" y="2056942"/>
                </a:lnTo>
                <a:lnTo>
                  <a:pt x="9067" y="2055075"/>
                </a:lnTo>
                <a:lnTo>
                  <a:pt x="9525" y="2053958"/>
                </a:lnTo>
                <a:lnTo>
                  <a:pt x="9525" y="2051329"/>
                </a:lnTo>
                <a:close/>
              </a:path>
              <a:path w="1079500" h="2438400">
                <a:moveTo>
                  <a:pt x="9525" y="2003704"/>
                </a:moveTo>
                <a:lnTo>
                  <a:pt x="9067" y="2002586"/>
                </a:lnTo>
                <a:lnTo>
                  <a:pt x="7200" y="2000719"/>
                </a:lnTo>
                <a:lnTo>
                  <a:pt x="6083" y="2000250"/>
                </a:lnTo>
                <a:lnTo>
                  <a:pt x="3454" y="2000250"/>
                </a:lnTo>
                <a:lnTo>
                  <a:pt x="2336" y="2000719"/>
                </a:lnTo>
                <a:lnTo>
                  <a:pt x="469" y="2002586"/>
                </a:lnTo>
                <a:lnTo>
                  <a:pt x="0" y="2003704"/>
                </a:lnTo>
                <a:lnTo>
                  <a:pt x="0" y="2006333"/>
                </a:lnTo>
                <a:lnTo>
                  <a:pt x="469" y="2007450"/>
                </a:lnTo>
                <a:lnTo>
                  <a:pt x="2336" y="2009317"/>
                </a:lnTo>
                <a:lnTo>
                  <a:pt x="3454" y="2009775"/>
                </a:lnTo>
                <a:lnTo>
                  <a:pt x="6083" y="2009775"/>
                </a:lnTo>
                <a:lnTo>
                  <a:pt x="7200" y="2009317"/>
                </a:lnTo>
                <a:lnTo>
                  <a:pt x="9067" y="2007450"/>
                </a:lnTo>
                <a:lnTo>
                  <a:pt x="9525" y="2006333"/>
                </a:lnTo>
                <a:lnTo>
                  <a:pt x="9525" y="2003704"/>
                </a:lnTo>
                <a:close/>
              </a:path>
              <a:path w="1079500" h="2438400">
                <a:moveTo>
                  <a:pt x="9525" y="1956079"/>
                </a:moveTo>
                <a:lnTo>
                  <a:pt x="9067" y="1954961"/>
                </a:lnTo>
                <a:lnTo>
                  <a:pt x="7200" y="1953094"/>
                </a:lnTo>
                <a:lnTo>
                  <a:pt x="6083" y="1952625"/>
                </a:lnTo>
                <a:lnTo>
                  <a:pt x="3454" y="1952625"/>
                </a:lnTo>
                <a:lnTo>
                  <a:pt x="2336" y="1953094"/>
                </a:lnTo>
                <a:lnTo>
                  <a:pt x="469" y="1954961"/>
                </a:lnTo>
                <a:lnTo>
                  <a:pt x="0" y="1956079"/>
                </a:lnTo>
                <a:lnTo>
                  <a:pt x="0" y="1958708"/>
                </a:lnTo>
                <a:lnTo>
                  <a:pt x="469" y="1959825"/>
                </a:lnTo>
                <a:lnTo>
                  <a:pt x="2336" y="1961692"/>
                </a:lnTo>
                <a:lnTo>
                  <a:pt x="3454" y="1962150"/>
                </a:lnTo>
                <a:lnTo>
                  <a:pt x="6083" y="1962150"/>
                </a:lnTo>
                <a:lnTo>
                  <a:pt x="7200" y="1961692"/>
                </a:lnTo>
                <a:lnTo>
                  <a:pt x="9067" y="1959825"/>
                </a:lnTo>
                <a:lnTo>
                  <a:pt x="9525" y="1958708"/>
                </a:lnTo>
                <a:lnTo>
                  <a:pt x="9525" y="1956079"/>
                </a:lnTo>
                <a:close/>
              </a:path>
              <a:path w="1079500" h="2438400">
                <a:moveTo>
                  <a:pt x="9525" y="1908454"/>
                </a:moveTo>
                <a:lnTo>
                  <a:pt x="9067" y="1907336"/>
                </a:lnTo>
                <a:lnTo>
                  <a:pt x="7200" y="1905469"/>
                </a:lnTo>
                <a:lnTo>
                  <a:pt x="6083" y="1905000"/>
                </a:lnTo>
                <a:lnTo>
                  <a:pt x="3454" y="1905000"/>
                </a:lnTo>
                <a:lnTo>
                  <a:pt x="2336" y="1905469"/>
                </a:lnTo>
                <a:lnTo>
                  <a:pt x="469" y="1907336"/>
                </a:lnTo>
                <a:lnTo>
                  <a:pt x="0" y="1908454"/>
                </a:lnTo>
                <a:lnTo>
                  <a:pt x="0" y="1911083"/>
                </a:lnTo>
                <a:lnTo>
                  <a:pt x="469" y="1912200"/>
                </a:lnTo>
                <a:lnTo>
                  <a:pt x="2336" y="1914067"/>
                </a:lnTo>
                <a:lnTo>
                  <a:pt x="3454" y="1914525"/>
                </a:lnTo>
                <a:lnTo>
                  <a:pt x="6083" y="1914525"/>
                </a:lnTo>
                <a:lnTo>
                  <a:pt x="7200" y="1914067"/>
                </a:lnTo>
                <a:lnTo>
                  <a:pt x="9067" y="1912200"/>
                </a:lnTo>
                <a:lnTo>
                  <a:pt x="9525" y="1911083"/>
                </a:lnTo>
                <a:lnTo>
                  <a:pt x="9525" y="1908454"/>
                </a:lnTo>
                <a:close/>
              </a:path>
              <a:path w="1079500" h="2438400">
                <a:moveTo>
                  <a:pt x="9525" y="1860829"/>
                </a:moveTo>
                <a:lnTo>
                  <a:pt x="9067" y="1859711"/>
                </a:lnTo>
                <a:lnTo>
                  <a:pt x="7200" y="1857844"/>
                </a:lnTo>
                <a:lnTo>
                  <a:pt x="6083" y="1857375"/>
                </a:lnTo>
                <a:lnTo>
                  <a:pt x="3454" y="1857375"/>
                </a:lnTo>
                <a:lnTo>
                  <a:pt x="2336" y="1857844"/>
                </a:lnTo>
                <a:lnTo>
                  <a:pt x="469" y="1859711"/>
                </a:lnTo>
                <a:lnTo>
                  <a:pt x="0" y="1860829"/>
                </a:lnTo>
                <a:lnTo>
                  <a:pt x="0" y="1863458"/>
                </a:lnTo>
                <a:lnTo>
                  <a:pt x="469" y="1864575"/>
                </a:lnTo>
                <a:lnTo>
                  <a:pt x="2336" y="1866442"/>
                </a:lnTo>
                <a:lnTo>
                  <a:pt x="3454" y="1866900"/>
                </a:lnTo>
                <a:lnTo>
                  <a:pt x="6083" y="1866900"/>
                </a:lnTo>
                <a:lnTo>
                  <a:pt x="7200" y="1866442"/>
                </a:lnTo>
                <a:lnTo>
                  <a:pt x="9067" y="1864575"/>
                </a:lnTo>
                <a:lnTo>
                  <a:pt x="9525" y="1863458"/>
                </a:lnTo>
                <a:lnTo>
                  <a:pt x="9525" y="1860829"/>
                </a:lnTo>
                <a:close/>
              </a:path>
              <a:path w="1079500" h="2438400">
                <a:moveTo>
                  <a:pt x="9525" y="1813204"/>
                </a:moveTo>
                <a:lnTo>
                  <a:pt x="9067" y="1812086"/>
                </a:lnTo>
                <a:lnTo>
                  <a:pt x="7200" y="1810219"/>
                </a:lnTo>
                <a:lnTo>
                  <a:pt x="6083" y="1809750"/>
                </a:lnTo>
                <a:lnTo>
                  <a:pt x="3454" y="1809750"/>
                </a:lnTo>
                <a:lnTo>
                  <a:pt x="2336" y="1810219"/>
                </a:lnTo>
                <a:lnTo>
                  <a:pt x="469" y="1812086"/>
                </a:lnTo>
                <a:lnTo>
                  <a:pt x="0" y="1813204"/>
                </a:lnTo>
                <a:lnTo>
                  <a:pt x="0" y="1815833"/>
                </a:lnTo>
                <a:lnTo>
                  <a:pt x="469" y="1816950"/>
                </a:lnTo>
                <a:lnTo>
                  <a:pt x="2336" y="1818817"/>
                </a:lnTo>
                <a:lnTo>
                  <a:pt x="3454" y="1819275"/>
                </a:lnTo>
                <a:lnTo>
                  <a:pt x="6083" y="1819275"/>
                </a:lnTo>
                <a:lnTo>
                  <a:pt x="7200" y="1818817"/>
                </a:lnTo>
                <a:lnTo>
                  <a:pt x="9067" y="1816950"/>
                </a:lnTo>
                <a:lnTo>
                  <a:pt x="9525" y="1815833"/>
                </a:lnTo>
                <a:lnTo>
                  <a:pt x="9525" y="1813204"/>
                </a:lnTo>
                <a:close/>
              </a:path>
              <a:path w="1079500" h="2438400">
                <a:moveTo>
                  <a:pt x="9525" y="1765579"/>
                </a:moveTo>
                <a:lnTo>
                  <a:pt x="9067" y="1764461"/>
                </a:lnTo>
                <a:lnTo>
                  <a:pt x="7200" y="1762594"/>
                </a:lnTo>
                <a:lnTo>
                  <a:pt x="6083" y="1762125"/>
                </a:lnTo>
                <a:lnTo>
                  <a:pt x="3454" y="1762125"/>
                </a:lnTo>
                <a:lnTo>
                  <a:pt x="2336" y="1762594"/>
                </a:lnTo>
                <a:lnTo>
                  <a:pt x="469" y="1764461"/>
                </a:lnTo>
                <a:lnTo>
                  <a:pt x="0" y="1765579"/>
                </a:lnTo>
                <a:lnTo>
                  <a:pt x="0" y="1768208"/>
                </a:lnTo>
                <a:lnTo>
                  <a:pt x="469" y="1769325"/>
                </a:lnTo>
                <a:lnTo>
                  <a:pt x="2336" y="1771192"/>
                </a:lnTo>
                <a:lnTo>
                  <a:pt x="3454" y="1771650"/>
                </a:lnTo>
                <a:lnTo>
                  <a:pt x="6083" y="1771650"/>
                </a:lnTo>
                <a:lnTo>
                  <a:pt x="7200" y="1771192"/>
                </a:lnTo>
                <a:lnTo>
                  <a:pt x="9067" y="1769325"/>
                </a:lnTo>
                <a:lnTo>
                  <a:pt x="9525" y="1768208"/>
                </a:lnTo>
                <a:lnTo>
                  <a:pt x="9525" y="1765579"/>
                </a:lnTo>
                <a:close/>
              </a:path>
              <a:path w="1079500" h="2438400">
                <a:moveTo>
                  <a:pt x="9525" y="1717954"/>
                </a:moveTo>
                <a:lnTo>
                  <a:pt x="9067" y="1716836"/>
                </a:lnTo>
                <a:lnTo>
                  <a:pt x="7200" y="1714969"/>
                </a:lnTo>
                <a:lnTo>
                  <a:pt x="6083" y="1714500"/>
                </a:lnTo>
                <a:lnTo>
                  <a:pt x="3454" y="1714500"/>
                </a:lnTo>
                <a:lnTo>
                  <a:pt x="2336" y="1714969"/>
                </a:lnTo>
                <a:lnTo>
                  <a:pt x="469" y="1716836"/>
                </a:lnTo>
                <a:lnTo>
                  <a:pt x="0" y="1717954"/>
                </a:lnTo>
                <a:lnTo>
                  <a:pt x="0" y="1720583"/>
                </a:lnTo>
                <a:lnTo>
                  <a:pt x="469" y="1721700"/>
                </a:lnTo>
                <a:lnTo>
                  <a:pt x="2336" y="1723567"/>
                </a:lnTo>
                <a:lnTo>
                  <a:pt x="3454" y="1724025"/>
                </a:lnTo>
                <a:lnTo>
                  <a:pt x="6083" y="1724025"/>
                </a:lnTo>
                <a:lnTo>
                  <a:pt x="7200" y="1723567"/>
                </a:lnTo>
                <a:lnTo>
                  <a:pt x="9067" y="1721700"/>
                </a:lnTo>
                <a:lnTo>
                  <a:pt x="9525" y="1720583"/>
                </a:lnTo>
                <a:lnTo>
                  <a:pt x="9525" y="1717954"/>
                </a:lnTo>
                <a:close/>
              </a:path>
              <a:path w="1079500" h="2438400">
                <a:moveTo>
                  <a:pt x="9525" y="1670329"/>
                </a:moveTo>
                <a:lnTo>
                  <a:pt x="9067" y="1669211"/>
                </a:lnTo>
                <a:lnTo>
                  <a:pt x="7200" y="1667344"/>
                </a:lnTo>
                <a:lnTo>
                  <a:pt x="6083" y="1666875"/>
                </a:lnTo>
                <a:lnTo>
                  <a:pt x="3454" y="1666875"/>
                </a:lnTo>
                <a:lnTo>
                  <a:pt x="2336" y="1667344"/>
                </a:lnTo>
                <a:lnTo>
                  <a:pt x="469" y="1669211"/>
                </a:lnTo>
                <a:lnTo>
                  <a:pt x="0" y="1670329"/>
                </a:lnTo>
                <a:lnTo>
                  <a:pt x="0" y="1672958"/>
                </a:lnTo>
                <a:lnTo>
                  <a:pt x="469" y="1674075"/>
                </a:lnTo>
                <a:lnTo>
                  <a:pt x="2336" y="1675942"/>
                </a:lnTo>
                <a:lnTo>
                  <a:pt x="3454" y="1676400"/>
                </a:lnTo>
                <a:lnTo>
                  <a:pt x="6083" y="1676400"/>
                </a:lnTo>
                <a:lnTo>
                  <a:pt x="7200" y="1675942"/>
                </a:lnTo>
                <a:lnTo>
                  <a:pt x="9067" y="1674075"/>
                </a:lnTo>
                <a:lnTo>
                  <a:pt x="9525" y="1672958"/>
                </a:lnTo>
                <a:lnTo>
                  <a:pt x="9525" y="1670329"/>
                </a:lnTo>
                <a:close/>
              </a:path>
              <a:path w="1079500" h="2438400">
                <a:moveTo>
                  <a:pt x="9525" y="1622704"/>
                </a:moveTo>
                <a:lnTo>
                  <a:pt x="9067" y="1621586"/>
                </a:lnTo>
                <a:lnTo>
                  <a:pt x="7200" y="1619719"/>
                </a:lnTo>
                <a:lnTo>
                  <a:pt x="6083" y="1619250"/>
                </a:lnTo>
                <a:lnTo>
                  <a:pt x="3454" y="1619250"/>
                </a:lnTo>
                <a:lnTo>
                  <a:pt x="2336" y="1619719"/>
                </a:lnTo>
                <a:lnTo>
                  <a:pt x="469" y="1621586"/>
                </a:lnTo>
                <a:lnTo>
                  <a:pt x="0" y="1622704"/>
                </a:lnTo>
                <a:lnTo>
                  <a:pt x="0" y="1625333"/>
                </a:lnTo>
                <a:lnTo>
                  <a:pt x="469" y="1626450"/>
                </a:lnTo>
                <a:lnTo>
                  <a:pt x="2336" y="1628317"/>
                </a:lnTo>
                <a:lnTo>
                  <a:pt x="3454" y="1628775"/>
                </a:lnTo>
                <a:lnTo>
                  <a:pt x="6083" y="1628775"/>
                </a:lnTo>
                <a:lnTo>
                  <a:pt x="7200" y="1628317"/>
                </a:lnTo>
                <a:lnTo>
                  <a:pt x="9067" y="1626450"/>
                </a:lnTo>
                <a:lnTo>
                  <a:pt x="9525" y="1625333"/>
                </a:lnTo>
                <a:lnTo>
                  <a:pt x="9525" y="1622704"/>
                </a:lnTo>
                <a:close/>
              </a:path>
              <a:path w="1079500" h="2438400">
                <a:moveTo>
                  <a:pt x="9525" y="1575079"/>
                </a:moveTo>
                <a:lnTo>
                  <a:pt x="9067" y="1573961"/>
                </a:lnTo>
                <a:lnTo>
                  <a:pt x="7200" y="1572094"/>
                </a:lnTo>
                <a:lnTo>
                  <a:pt x="6083" y="1571625"/>
                </a:lnTo>
                <a:lnTo>
                  <a:pt x="3454" y="1571625"/>
                </a:lnTo>
                <a:lnTo>
                  <a:pt x="2336" y="1572094"/>
                </a:lnTo>
                <a:lnTo>
                  <a:pt x="469" y="1573961"/>
                </a:lnTo>
                <a:lnTo>
                  <a:pt x="0" y="1575079"/>
                </a:lnTo>
                <a:lnTo>
                  <a:pt x="0" y="1577708"/>
                </a:lnTo>
                <a:lnTo>
                  <a:pt x="469" y="1578825"/>
                </a:lnTo>
                <a:lnTo>
                  <a:pt x="2336" y="1580692"/>
                </a:lnTo>
                <a:lnTo>
                  <a:pt x="3454" y="1581150"/>
                </a:lnTo>
                <a:lnTo>
                  <a:pt x="6083" y="1581150"/>
                </a:lnTo>
                <a:lnTo>
                  <a:pt x="7200" y="1580692"/>
                </a:lnTo>
                <a:lnTo>
                  <a:pt x="9067" y="1578825"/>
                </a:lnTo>
                <a:lnTo>
                  <a:pt x="9525" y="1577708"/>
                </a:lnTo>
                <a:lnTo>
                  <a:pt x="9525" y="1575079"/>
                </a:lnTo>
                <a:close/>
              </a:path>
              <a:path w="1079500" h="2438400">
                <a:moveTo>
                  <a:pt x="9525" y="1527454"/>
                </a:moveTo>
                <a:lnTo>
                  <a:pt x="9067" y="1526336"/>
                </a:lnTo>
                <a:lnTo>
                  <a:pt x="7200" y="1524469"/>
                </a:lnTo>
                <a:lnTo>
                  <a:pt x="6083" y="1524000"/>
                </a:lnTo>
                <a:lnTo>
                  <a:pt x="3454" y="1524000"/>
                </a:lnTo>
                <a:lnTo>
                  <a:pt x="2336" y="1524469"/>
                </a:lnTo>
                <a:lnTo>
                  <a:pt x="469" y="1526336"/>
                </a:lnTo>
                <a:lnTo>
                  <a:pt x="0" y="1527454"/>
                </a:lnTo>
                <a:lnTo>
                  <a:pt x="0" y="1530083"/>
                </a:lnTo>
                <a:lnTo>
                  <a:pt x="469" y="1531200"/>
                </a:lnTo>
                <a:lnTo>
                  <a:pt x="2336" y="1533067"/>
                </a:lnTo>
                <a:lnTo>
                  <a:pt x="3454" y="1533525"/>
                </a:lnTo>
                <a:lnTo>
                  <a:pt x="6083" y="1533525"/>
                </a:lnTo>
                <a:lnTo>
                  <a:pt x="7200" y="1533067"/>
                </a:lnTo>
                <a:lnTo>
                  <a:pt x="9067" y="1531200"/>
                </a:lnTo>
                <a:lnTo>
                  <a:pt x="9525" y="1530083"/>
                </a:lnTo>
                <a:lnTo>
                  <a:pt x="9525" y="1527454"/>
                </a:lnTo>
                <a:close/>
              </a:path>
              <a:path w="1079500" h="2438400">
                <a:moveTo>
                  <a:pt x="9525" y="1479829"/>
                </a:moveTo>
                <a:lnTo>
                  <a:pt x="9067" y="1478711"/>
                </a:lnTo>
                <a:lnTo>
                  <a:pt x="7200" y="1476844"/>
                </a:lnTo>
                <a:lnTo>
                  <a:pt x="6083" y="1476375"/>
                </a:lnTo>
                <a:lnTo>
                  <a:pt x="3454" y="1476375"/>
                </a:lnTo>
                <a:lnTo>
                  <a:pt x="2336" y="1476844"/>
                </a:lnTo>
                <a:lnTo>
                  <a:pt x="469" y="1478711"/>
                </a:lnTo>
                <a:lnTo>
                  <a:pt x="0" y="1479829"/>
                </a:lnTo>
                <a:lnTo>
                  <a:pt x="0" y="1482458"/>
                </a:lnTo>
                <a:lnTo>
                  <a:pt x="469" y="1483575"/>
                </a:lnTo>
                <a:lnTo>
                  <a:pt x="2336" y="1485442"/>
                </a:lnTo>
                <a:lnTo>
                  <a:pt x="3454" y="1485900"/>
                </a:lnTo>
                <a:lnTo>
                  <a:pt x="6083" y="1485900"/>
                </a:lnTo>
                <a:lnTo>
                  <a:pt x="7200" y="1485442"/>
                </a:lnTo>
                <a:lnTo>
                  <a:pt x="9067" y="1483575"/>
                </a:lnTo>
                <a:lnTo>
                  <a:pt x="9525" y="1482458"/>
                </a:lnTo>
                <a:lnTo>
                  <a:pt x="9525" y="1479829"/>
                </a:lnTo>
                <a:close/>
              </a:path>
              <a:path w="1079500" h="2438400">
                <a:moveTo>
                  <a:pt x="9525" y="1432204"/>
                </a:moveTo>
                <a:lnTo>
                  <a:pt x="9067" y="1431086"/>
                </a:lnTo>
                <a:lnTo>
                  <a:pt x="7200" y="1429219"/>
                </a:lnTo>
                <a:lnTo>
                  <a:pt x="6083" y="1428750"/>
                </a:lnTo>
                <a:lnTo>
                  <a:pt x="3454" y="1428750"/>
                </a:lnTo>
                <a:lnTo>
                  <a:pt x="2336" y="1429219"/>
                </a:lnTo>
                <a:lnTo>
                  <a:pt x="469" y="1431086"/>
                </a:lnTo>
                <a:lnTo>
                  <a:pt x="0" y="1432204"/>
                </a:lnTo>
                <a:lnTo>
                  <a:pt x="0" y="1434833"/>
                </a:lnTo>
                <a:lnTo>
                  <a:pt x="469" y="1435950"/>
                </a:lnTo>
                <a:lnTo>
                  <a:pt x="2336" y="1437817"/>
                </a:lnTo>
                <a:lnTo>
                  <a:pt x="3454" y="1438275"/>
                </a:lnTo>
                <a:lnTo>
                  <a:pt x="6083" y="1438275"/>
                </a:lnTo>
                <a:lnTo>
                  <a:pt x="7200" y="1437817"/>
                </a:lnTo>
                <a:lnTo>
                  <a:pt x="9067" y="1435950"/>
                </a:lnTo>
                <a:lnTo>
                  <a:pt x="9525" y="1434833"/>
                </a:lnTo>
                <a:lnTo>
                  <a:pt x="9525" y="1432204"/>
                </a:lnTo>
                <a:close/>
              </a:path>
              <a:path w="1079500" h="2438400">
                <a:moveTo>
                  <a:pt x="9525" y="1384579"/>
                </a:moveTo>
                <a:lnTo>
                  <a:pt x="9067" y="1383461"/>
                </a:lnTo>
                <a:lnTo>
                  <a:pt x="7200" y="1381594"/>
                </a:lnTo>
                <a:lnTo>
                  <a:pt x="6083" y="1381125"/>
                </a:lnTo>
                <a:lnTo>
                  <a:pt x="3454" y="1381125"/>
                </a:lnTo>
                <a:lnTo>
                  <a:pt x="2336" y="1381594"/>
                </a:lnTo>
                <a:lnTo>
                  <a:pt x="469" y="1383461"/>
                </a:lnTo>
                <a:lnTo>
                  <a:pt x="0" y="1384579"/>
                </a:lnTo>
                <a:lnTo>
                  <a:pt x="0" y="1387208"/>
                </a:lnTo>
                <a:lnTo>
                  <a:pt x="469" y="1388325"/>
                </a:lnTo>
                <a:lnTo>
                  <a:pt x="2336" y="1390192"/>
                </a:lnTo>
                <a:lnTo>
                  <a:pt x="3454" y="1390650"/>
                </a:lnTo>
                <a:lnTo>
                  <a:pt x="6083" y="1390650"/>
                </a:lnTo>
                <a:lnTo>
                  <a:pt x="7200" y="1390192"/>
                </a:lnTo>
                <a:lnTo>
                  <a:pt x="9067" y="1388325"/>
                </a:lnTo>
                <a:lnTo>
                  <a:pt x="9525" y="1387208"/>
                </a:lnTo>
                <a:lnTo>
                  <a:pt x="9525" y="1384579"/>
                </a:lnTo>
                <a:close/>
              </a:path>
              <a:path w="1079500" h="2438400">
                <a:moveTo>
                  <a:pt x="9525" y="1336954"/>
                </a:moveTo>
                <a:lnTo>
                  <a:pt x="9067" y="1335836"/>
                </a:lnTo>
                <a:lnTo>
                  <a:pt x="7200" y="1333969"/>
                </a:lnTo>
                <a:lnTo>
                  <a:pt x="6083" y="1333500"/>
                </a:lnTo>
                <a:lnTo>
                  <a:pt x="3454" y="1333500"/>
                </a:lnTo>
                <a:lnTo>
                  <a:pt x="2336" y="1333969"/>
                </a:lnTo>
                <a:lnTo>
                  <a:pt x="469" y="1335836"/>
                </a:lnTo>
                <a:lnTo>
                  <a:pt x="0" y="1336954"/>
                </a:lnTo>
                <a:lnTo>
                  <a:pt x="0" y="1339583"/>
                </a:lnTo>
                <a:lnTo>
                  <a:pt x="469" y="1340700"/>
                </a:lnTo>
                <a:lnTo>
                  <a:pt x="2336" y="1342567"/>
                </a:lnTo>
                <a:lnTo>
                  <a:pt x="3454" y="1343025"/>
                </a:lnTo>
                <a:lnTo>
                  <a:pt x="6083" y="1343025"/>
                </a:lnTo>
                <a:lnTo>
                  <a:pt x="7200" y="1342567"/>
                </a:lnTo>
                <a:lnTo>
                  <a:pt x="9067" y="1340700"/>
                </a:lnTo>
                <a:lnTo>
                  <a:pt x="9525" y="1339583"/>
                </a:lnTo>
                <a:lnTo>
                  <a:pt x="9525" y="1336954"/>
                </a:lnTo>
                <a:close/>
              </a:path>
              <a:path w="1079500" h="2438400">
                <a:moveTo>
                  <a:pt x="9525" y="1289329"/>
                </a:moveTo>
                <a:lnTo>
                  <a:pt x="9067" y="1288211"/>
                </a:lnTo>
                <a:lnTo>
                  <a:pt x="7200" y="1286344"/>
                </a:lnTo>
                <a:lnTo>
                  <a:pt x="6083" y="1285875"/>
                </a:lnTo>
                <a:lnTo>
                  <a:pt x="3454" y="1285875"/>
                </a:lnTo>
                <a:lnTo>
                  <a:pt x="2336" y="1286344"/>
                </a:lnTo>
                <a:lnTo>
                  <a:pt x="469" y="1288211"/>
                </a:lnTo>
                <a:lnTo>
                  <a:pt x="0" y="1289329"/>
                </a:lnTo>
                <a:lnTo>
                  <a:pt x="0" y="1291958"/>
                </a:lnTo>
                <a:lnTo>
                  <a:pt x="469" y="1293075"/>
                </a:lnTo>
                <a:lnTo>
                  <a:pt x="2336" y="1294942"/>
                </a:lnTo>
                <a:lnTo>
                  <a:pt x="3454" y="1295400"/>
                </a:lnTo>
                <a:lnTo>
                  <a:pt x="6083" y="1295400"/>
                </a:lnTo>
                <a:lnTo>
                  <a:pt x="7200" y="1294942"/>
                </a:lnTo>
                <a:lnTo>
                  <a:pt x="9067" y="1293075"/>
                </a:lnTo>
                <a:lnTo>
                  <a:pt x="9525" y="1291958"/>
                </a:lnTo>
                <a:lnTo>
                  <a:pt x="9525" y="1289329"/>
                </a:lnTo>
                <a:close/>
              </a:path>
              <a:path w="1079500" h="2438400">
                <a:moveTo>
                  <a:pt x="9525" y="1241704"/>
                </a:moveTo>
                <a:lnTo>
                  <a:pt x="9067" y="1240586"/>
                </a:lnTo>
                <a:lnTo>
                  <a:pt x="7200" y="1238719"/>
                </a:lnTo>
                <a:lnTo>
                  <a:pt x="6083" y="1238250"/>
                </a:lnTo>
                <a:lnTo>
                  <a:pt x="3454" y="1238250"/>
                </a:lnTo>
                <a:lnTo>
                  <a:pt x="2336" y="1238719"/>
                </a:lnTo>
                <a:lnTo>
                  <a:pt x="469" y="1240586"/>
                </a:lnTo>
                <a:lnTo>
                  <a:pt x="0" y="1241704"/>
                </a:lnTo>
                <a:lnTo>
                  <a:pt x="0" y="1244333"/>
                </a:lnTo>
                <a:lnTo>
                  <a:pt x="469" y="1245450"/>
                </a:lnTo>
                <a:lnTo>
                  <a:pt x="2336" y="1247317"/>
                </a:lnTo>
                <a:lnTo>
                  <a:pt x="3454" y="1247775"/>
                </a:lnTo>
                <a:lnTo>
                  <a:pt x="6083" y="1247775"/>
                </a:lnTo>
                <a:lnTo>
                  <a:pt x="7200" y="1247317"/>
                </a:lnTo>
                <a:lnTo>
                  <a:pt x="9067" y="1245450"/>
                </a:lnTo>
                <a:lnTo>
                  <a:pt x="9525" y="1244333"/>
                </a:lnTo>
                <a:lnTo>
                  <a:pt x="9525" y="1241704"/>
                </a:lnTo>
                <a:close/>
              </a:path>
              <a:path w="1079500" h="2438400">
                <a:moveTo>
                  <a:pt x="9525" y="1194079"/>
                </a:moveTo>
                <a:lnTo>
                  <a:pt x="9067" y="1192961"/>
                </a:lnTo>
                <a:lnTo>
                  <a:pt x="7200" y="1191094"/>
                </a:lnTo>
                <a:lnTo>
                  <a:pt x="6083" y="1190625"/>
                </a:lnTo>
                <a:lnTo>
                  <a:pt x="3454" y="1190625"/>
                </a:lnTo>
                <a:lnTo>
                  <a:pt x="2336" y="1191094"/>
                </a:lnTo>
                <a:lnTo>
                  <a:pt x="469" y="1192961"/>
                </a:lnTo>
                <a:lnTo>
                  <a:pt x="0" y="1194079"/>
                </a:lnTo>
                <a:lnTo>
                  <a:pt x="0" y="1196708"/>
                </a:lnTo>
                <a:lnTo>
                  <a:pt x="469" y="1197825"/>
                </a:lnTo>
                <a:lnTo>
                  <a:pt x="2336" y="1199692"/>
                </a:lnTo>
                <a:lnTo>
                  <a:pt x="3454" y="1200150"/>
                </a:lnTo>
                <a:lnTo>
                  <a:pt x="6083" y="1200150"/>
                </a:lnTo>
                <a:lnTo>
                  <a:pt x="7200" y="1199692"/>
                </a:lnTo>
                <a:lnTo>
                  <a:pt x="9067" y="1197825"/>
                </a:lnTo>
                <a:lnTo>
                  <a:pt x="9525" y="1196708"/>
                </a:lnTo>
                <a:lnTo>
                  <a:pt x="9525" y="1194079"/>
                </a:lnTo>
                <a:close/>
              </a:path>
              <a:path w="1079500" h="2438400">
                <a:moveTo>
                  <a:pt x="9525" y="1146454"/>
                </a:moveTo>
                <a:lnTo>
                  <a:pt x="9067" y="1145336"/>
                </a:lnTo>
                <a:lnTo>
                  <a:pt x="7200" y="1143469"/>
                </a:lnTo>
                <a:lnTo>
                  <a:pt x="6083" y="1143000"/>
                </a:lnTo>
                <a:lnTo>
                  <a:pt x="3454" y="1143000"/>
                </a:lnTo>
                <a:lnTo>
                  <a:pt x="2336" y="1143469"/>
                </a:lnTo>
                <a:lnTo>
                  <a:pt x="469" y="1145336"/>
                </a:lnTo>
                <a:lnTo>
                  <a:pt x="0" y="1146454"/>
                </a:lnTo>
                <a:lnTo>
                  <a:pt x="0" y="1149083"/>
                </a:lnTo>
                <a:lnTo>
                  <a:pt x="469" y="1150200"/>
                </a:lnTo>
                <a:lnTo>
                  <a:pt x="2336" y="1152067"/>
                </a:lnTo>
                <a:lnTo>
                  <a:pt x="3454" y="1152525"/>
                </a:lnTo>
                <a:lnTo>
                  <a:pt x="6083" y="1152525"/>
                </a:lnTo>
                <a:lnTo>
                  <a:pt x="7200" y="1152067"/>
                </a:lnTo>
                <a:lnTo>
                  <a:pt x="9067" y="1150200"/>
                </a:lnTo>
                <a:lnTo>
                  <a:pt x="9525" y="1149083"/>
                </a:lnTo>
                <a:lnTo>
                  <a:pt x="9525" y="1146454"/>
                </a:lnTo>
                <a:close/>
              </a:path>
              <a:path w="1079500" h="2438400">
                <a:moveTo>
                  <a:pt x="9525" y="1098829"/>
                </a:moveTo>
                <a:lnTo>
                  <a:pt x="9067" y="1097711"/>
                </a:lnTo>
                <a:lnTo>
                  <a:pt x="7200" y="1095844"/>
                </a:lnTo>
                <a:lnTo>
                  <a:pt x="6083" y="1095375"/>
                </a:lnTo>
                <a:lnTo>
                  <a:pt x="3454" y="1095375"/>
                </a:lnTo>
                <a:lnTo>
                  <a:pt x="2336" y="1095844"/>
                </a:lnTo>
                <a:lnTo>
                  <a:pt x="469" y="1097711"/>
                </a:lnTo>
                <a:lnTo>
                  <a:pt x="0" y="1098829"/>
                </a:lnTo>
                <a:lnTo>
                  <a:pt x="0" y="1101458"/>
                </a:lnTo>
                <a:lnTo>
                  <a:pt x="469" y="1102575"/>
                </a:lnTo>
                <a:lnTo>
                  <a:pt x="2336" y="1104442"/>
                </a:lnTo>
                <a:lnTo>
                  <a:pt x="3454" y="1104900"/>
                </a:lnTo>
                <a:lnTo>
                  <a:pt x="6083" y="1104900"/>
                </a:lnTo>
                <a:lnTo>
                  <a:pt x="7200" y="1104442"/>
                </a:lnTo>
                <a:lnTo>
                  <a:pt x="9067" y="1102575"/>
                </a:lnTo>
                <a:lnTo>
                  <a:pt x="9525" y="1101458"/>
                </a:lnTo>
                <a:lnTo>
                  <a:pt x="9525" y="1098829"/>
                </a:lnTo>
                <a:close/>
              </a:path>
              <a:path w="1079500" h="2438400">
                <a:moveTo>
                  <a:pt x="9525" y="1051204"/>
                </a:moveTo>
                <a:lnTo>
                  <a:pt x="9067" y="1050086"/>
                </a:lnTo>
                <a:lnTo>
                  <a:pt x="7200" y="1048219"/>
                </a:lnTo>
                <a:lnTo>
                  <a:pt x="6083" y="1047750"/>
                </a:lnTo>
                <a:lnTo>
                  <a:pt x="3454" y="1047750"/>
                </a:lnTo>
                <a:lnTo>
                  <a:pt x="2336" y="1048219"/>
                </a:lnTo>
                <a:lnTo>
                  <a:pt x="469" y="1050086"/>
                </a:lnTo>
                <a:lnTo>
                  <a:pt x="0" y="1051204"/>
                </a:lnTo>
                <a:lnTo>
                  <a:pt x="0" y="1053833"/>
                </a:lnTo>
                <a:lnTo>
                  <a:pt x="469" y="1054950"/>
                </a:lnTo>
                <a:lnTo>
                  <a:pt x="2336" y="1056817"/>
                </a:lnTo>
                <a:lnTo>
                  <a:pt x="3454" y="1057275"/>
                </a:lnTo>
                <a:lnTo>
                  <a:pt x="6083" y="1057275"/>
                </a:lnTo>
                <a:lnTo>
                  <a:pt x="7200" y="1056817"/>
                </a:lnTo>
                <a:lnTo>
                  <a:pt x="9067" y="1054950"/>
                </a:lnTo>
                <a:lnTo>
                  <a:pt x="9525" y="1053833"/>
                </a:lnTo>
                <a:lnTo>
                  <a:pt x="9525" y="1051204"/>
                </a:lnTo>
                <a:close/>
              </a:path>
              <a:path w="1079500" h="2438400">
                <a:moveTo>
                  <a:pt x="9525" y="1003579"/>
                </a:moveTo>
                <a:lnTo>
                  <a:pt x="9067" y="1002461"/>
                </a:lnTo>
                <a:lnTo>
                  <a:pt x="7200" y="1000594"/>
                </a:lnTo>
                <a:lnTo>
                  <a:pt x="6083" y="1000125"/>
                </a:lnTo>
                <a:lnTo>
                  <a:pt x="3454" y="1000125"/>
                </a:lnTo>
                <a:lnTo>
                  <a:pt x="2336" y="1000594"/>
                </a:lnTo>
                <a:lnTo>
                  <a:pt x="469" y="1002461"/>
                </a:lnTo>
                <a:lnTo>
                  <a:pt x="0" y="1003579"/>
                </a:lnTo>
                <a:lnTo>
                  <a:pt x="0" y="1006208"/>
                </a:lnTo>
                <a:lnTo>
                  <a:pt x="469" y="1007325"/>
                </a:lnTo>
                <a:lnTo>
                  <a:pt x="2336" y="1009192"/>
                </a:lnTo>
                <a:lnTo>
                  <a:pt x="3454" y="1009650"/>
                </a:lnTo>
                <a:lnTo>
                  <a:pt x="6083" y="1009650"/>
                </a:lnTo>
                <a:lnTo>
                  <a:pt x="7200" y="1009192"/>
                </a:lnTo>
                <a:lnTo>
                  <a:pt x="9067" y="1007325"/>
                </a:lnTo>
                <a:lnTo>
                  <a:pt x="9525" y="1006208"/>
                </a:lnTo>
                <a:lnTo>
                  <a:pt x="9525" y="1003579"/>
                </a:lnTo>
                <a:close/>
              </a:path>
              <a:path w="1079500" h="2438400">
                <a:moveTo>
                  <a:pt x="9525" y="955954"/>
                </a:moveTo>
                <a:lnTo>
                  <a:pt x="9067" y="954836"/>
                </a:lnTo>
                <a:lnTo>
                  <a:pt x="7200" y="952969"/>
                </a:lnTo>
                <a:lnTo>
                  <a:pt x="6083" y="952500"/>
                </a:lnTo>
                <a:lnTo>
                  <a:pt x="3454" y="952500"/>
                </a:lnTo>
                <a:lnTo>
                  <a:pt x="2336" y="952969"/>
                </a:lnTo>
                <a:lnTo>
                  <a:pt x="469" y="954836"/>
                </a:lnTo>
                <a:lnTo>
                  <a:pt x="0" y="955954"/>
                </a:lnTo>
                <a:lnTo>
                  <a:pt x="0" y="958583"/>
                </a:lnTo>
                <a:lnTo>
                  <a:pt x="469" y="959700"/>
                </a:lnTo>
                <a:lnTo>
                  <a:pt x="2336" y="961567"/>
                </a:lnTo>
                <a:lnTo>
                  <a:pt x="3454" y="962025"/>
                </a:lnTo>
                <a:lnTo>
                  <a:pt x="6083" y="962025"/>
                </a:lnTo>
                <a:lnTo>
                  <a:pt x="7200" y="961567"/>
                </a:lnTo>
                <a:lnTo>
                  <a:pt x="9067" y="959700"/>
                </a:lnTo>
                <a:lnTo>
                  <a:pt x="9525" y="958583"/>
                </a:lnTo>
                <a:lnTo>
                  <a:pt x="9525" y="955954"/>
                </a:lnTo>
                <a:close/>
              </a:path>
              <a:path w="1079500" h="2438400">
                <a:moveTo>
                  <a:pt x="9525" y="908329"/>
                </a:moveTo>
                <a:lnTo>
                  <a:pt x="9067" y="907211"/>
                </a:lnTo>
                <a:lnTo>
                  <a:pt x="7200" y="905344"/>
                </a:lnTo>
                <a:lnTo>
                  <a:pt x="6083" y="904875"/>
                </a:lnTo>
                <a:lnTo>
                  <a:pt x="3454" y="904875"/>
                </a:lnTo>
                <a:lnTo>
                  <a:pt x="2336" y="905344"/>
                </a:lnTo>
                <a:lnTo>
                  <a:pt x="469" y="907211"/>
                </a:lnTo>
                <a:lnTo>
                  <a:pt x="0" y="908329"/>
                </a:lnTo>
                <a:lnTo>
                  <a:pt x="0" y="910958"/>
                </a:lnTo>
                <a:lnTo>
                  <a:pt x="469" y="912075"/>
                </a:lnTo>
                <a:lnTo>
                  <a:pt x="2336" y="913942"/>
                </a:lnTo>
                <a:lnTo>
                  <a:pt x="3454" y="914400"/>
                </a:lnTo>
                <a:lnTo>
                  <a:pt x="6083" y="914400"/>
                </a:lnTo>
                <a:lnTo>
                  <a:pt x="7200" y="913942"/>
                </a:lnTo>
                <a:lnTo>
                  <a:pt x="9067" y="912075"/>
                </a:lnTo>
                <a:lnTo>
                  <a:pt x="9525" y="910958"/>
                </a:lnTo>
                <a:lnTo>
                  <a:pt x="9525" y="908329"/>
                </a:lnTo>
                <a:close/>
              </a:path>
              <a:path w="1079500" h="2438400">
                <a:moveTo>
                  <a:pt x="9525" y="860704"/>
                </a:moveTo>
                <a:lnTo>
                  <a:pt x="9067" y="859586"/>
                </a:lnTo>
                <a:lnTo>
                  <a:pt x="7200" y="857719"/>
                </a:lnTo>
                <a:lnTo>
                  <a:pt x="6083" y="857250"/>
                </a:lnTo>
                <a:lnTo>
                  <a:pt x="3454" y="857250"/>
                </a:lnTo>
                <a:lnTo>
                  <a:pt x="2336" y="857719"/>
                </a:lnTo>
                <a:lnTo>
                  <a:pt x="469" y="859586"/>
                </a:lnTo>
                <a:lnTo>
                  <a:pt x="0" y="860704"/>
                </a:lnTo>
                <a:lnTo>
                  <a:pt x="0" y="863333"/>
                </a:lnTo>
                <a:lnTo>
                  <a:pt x="469" y="864450"/>
                </a:lnTo>
                <a:lnTo>
                  <a:pt x="2336" y="866317"/>
                </a:lnTo>
                <a:lnTo>
                  <a:pt x="3454" y="866775"/>
                </a:lnTo>
                <a:lnTo>
                  <a:pt x="6083" y="866775"/>
                </a:lnTo>
                <a:lnTo>
                  <a:pt x="7200" y="866317"/>
                </a:lnTo>
                <a:lnTo>
                  <a:pt x="9067" y="864450"/>
                </a:lnTo>
                <a:lnTo>
                  <a:pt x="9525" y="863333"/>
                </a:lnTo>
                <a:lnTo>
                  <a:pt x="9525" y="860704"/>
                </a:lnTo>
                <a:close/>
              </a:path>
              <a:path w="1079500" h="2438400">
                <a:moveTo>
                  <a:pt x="9525" y="813079"/>
                </a:moveTo>
                <a:lnTo>
                  <a:pt x="9067" y="811961"/>
                </a:lnTo>
                <a:lnTo>
                  <a:pt x="7200" y="810094"/>
                </a:lnTo>
                <a:lnTo>
                  <a:pt x="6083" y="809625"/>
                </a:lnTo>
                <a:lnTo>
                  <a:pt x="3454" y="809625"/>
                </a:lnTo>
                <a:lnTo>
                  <a:pt x="2336" y="810094"/>
                </a:lnTo>
                <a:lnTo>
                  <a:pt x="469" y="811961"/>
                </a:lnTo>
                <a:lnTo>
                  <a:pt x="0" y="813079"/>
                </a:lnTo>
                <a:lnTo>
                  <a:pt x="0" y="815708"/>
                </a:lnTo>
                <a:lnTo>
                  <a:pt x="469" y="816825"/>
                </a:lnTo>
                <a:lnTo>
                  <a:pt x="2336" y="818692"/>
                </a:lnTo>
                <a:lnTo>
                  <a:pt x="3454" y="819150"/>
                </a:lnTo>
                <a:lnTo>
                  <a:pt x="6083" y="819150"/>
                </a:lnTo>
                <a:lnTo>
                  <a:pt x="7200" y="818692"/>
                </a:lnTo>
                <a:lnTo>
                  <a:pt x="9067" y="816825"/>
                </a:lnTo>
                <a:lnTo>
                  <a:pt x="9525" y="815708"/>
                </a:lnTo>
                <a:lnTo>
                  <a:pt x="9525" y="813079"/>
                </a:lnTo>
                <a:close/>
              </a:path>
              <a:path w="1079500" h="2438400">
                <a:moveTo>
                  <a:pt x="9525" y="765454"/>
                </a:moveTo>
                <a:lnTo>
                  <a:pt x="9067" y="764336"/>
                </a:lnTo>
                <a:lnTo>
                  <a:pt x="7200" y="762469"/>
                </a:lnTo>
                <a:lnTo>
                  <a:pt x="6083" y="762000"/>
                </a:lnTo>
                <a:lnTo>
                  <a:pt x="3454" y="762000"/>
                </a:lnTo>
                <a:lnTo>
                  <a:pt x="2336" y="762469"/>
                </a:lnTo>
                <a:lnTo>
                  <a:pt x="469" y="764336"/>
                </a:lnTo>
                <a:lnTo>
                  <a:pt x="0" y="765454"/>
                </a:lnTo>
                <a:lnTo>
                  <a:pt x="0" y="768083"/>
                </a:lnTo>
                <a:lnTo>
                  <a:pt x="469" y="769200"/>
                </a:lnTo>
                <a:lnTo>
                  <a:pt x="2336" y="771067"/>
                </a:lnTo>
                <a:lnTo>
                  <a:pt x="3454" y="771525"/>
                </a:lnTo>
                <a:lnTo>
                  <a:pt x="6083" y="771525"/>
                </a:lnTo>
                <a:lnTo>
                  <a:pt x="7200" y="771067"/>
                </a:lnTo>
                <a:lnTo>
                  <a:pt x="9067" y="769200"/>
                </a:lnTo>
                <a:lnTo>
                  <a:pt x="9525" y="768083"/>
                </a:lnTo>
                <a:lnTo>
                  <a:pt x="9525" y="765454"/>
                </a:lnTo>
                <a:close/>
              </a:path>
              <a:path w="1079500" h="2438400">
                <a:moveTo>
                  <a:pt x="9525" y="717829"/>
                </a:moveTo>
                <a:lnTo>
                  <a:pt x="9067" y="716711"/>
                </a:lnTo>
                <a:lnTo>
                  <a:pt x="7200" y="714844"/>
                </a:lnTo>
                <a:lnTo>
                  <a:pt x="6083" y="714375"/>
                </a:lnTo>
                <a:lnTo>
                  <a:pt x="3454" y="714375"/>
                </a:lnTo>
                <a:lnTo>
                  <a:pt x="2336" y="714844"/>
                </a:lnTo>
                <a:lnTo>
                  <a:pt x="469" y="716711"/>
                </a:lnTo>
                <a:lnTo>
                  <a:pt x="0" y="717829"/>
                </a:lnTo>
                <a:lnTo>
                  <a:pt x="0" y="720458"/>
                </a:lnTo>
                <a:lnTo>
                  <a:pt x="469" y="721575"/>
                </a:lnTo>
                <a:lnTo>
                  <a:pt x="2336" y="723442"/>
                </a:lnTo>
                <a:lnTo>
                  <a:pt x="3454" y="723900"/>
                </a:lnTo>
                <a:lnTo>
                  <a:pt x="6083" y="723900"/>
                </a:lnTo>
                <a:lnTo>
                  <a:pt x="7200" y="723442"/>
                </a:lnTo>
                <a:lnTo>
                  <a:pt x="9067" y="721575"/>
                </a:lnTo>
                <a:lnTo>
                  <a:pt x="9525" y="720458"/>
                </a:lnTo>
                <a:lnTo>
                  <a:pt x="9525" y="717829"/>
                </a:lnTo>
                <a:close/>
              </a:path>
              <a:path w="1079500" h="2438400">
                <a:moveTo>
                  <a:pt x="9525" y="670204"/>
                </a:moveTo>
                <a:lnTo>
                  <a:pt x="9067" y="669086"/>
                </a:lnTo>
                <a:lnTo>
                  <a:pt x="7200" y="667219"/>
                </a:lnTo>
                <a:lnTo>
                  <a:pt x="6083" y="666750"/>
                </a:lnTo>
                <a:lnTo>
                  <a:pt x="3454" y="666750"/>
                </a:lnTo>
                <a:lnTo>
                  <a:pt x="2336" y="667219"/>
                </a:lnTo>
                <a:lnTo>
                  <a:pt x="469" y="669086"/>
                </a:lnTo>
                <a:lnTo>
                  <a:pt x="0" y="670204"/>
                </a:lnTo>
                <a:lnTo>
                  <a:pt x="0" y="672833"/>
                </a:lnTo>
                <a:lnTo>
                  <a:pt x="469" y="673950"/>
                </a:lnTo>
                <a:lnTo>
                  <a:pt x="2336" y="675817"/>
                </a:lnTo>
                <a:lnTo>
                  <a:pt x="3454" y="676275"/>
                </a:lnTo>
                <a:lnTo>
                  <a:pt x="6083" y="676275"/>
                </a:lnTo>
                <a:lnTo>
                  <a:pt x="7200" y="675817"/>
                </a:lnTo>
                <a:lnTo>
                  <a:pt x="9067" y="673950"/>
                </a:lnTo>
                <a:lnTo>
                  <a:pt x="9525" y="672833"/>
                </a:lnTo>
                <a:lnTo>
                  <a:pt x="9525" y="670204"/>
                </a:lnTo>
                <a:close/>
              </a:path>
              <a:path w="1079500" h="2438400">
                <a:moveTo>
                  <a:pt x="9525" y="622579"/>
                </a:moveTo>
                <a:lnTo>
                  <a:pt x="9067" y="621461"/>
                </a:lnTo>
                <a:lnTo>
                  <a:pt x="7200" y="619594"/>
                </a:lnTo>
                <a:lnTo>
                  <a:pt x="6083" y="619125"/>
                </a:lnTo>
                <a:lnTo>
                  <a:pt x="3454" y="619125"/>
                </a:lnTo>
                <a:lnTo>
                  <a:pt x="2336" y="619594"/>
                </a:lnTo>
                <a:lnTo>
                  <a:pt x="469" y="621461"/>
                </a:lnTo>
                <a:lnTo>
                  <a:pt x="0" y="622579"/>
                </a:lnTo>
                <a:lnTo>
                  <a:pt x="0" y="625208"/>
                </a:lnTo>
                <a:lnTo>
                  <a:pt x="469" y="626325"/>
                </a:lnTo>
                <a:lnTo>
                  <a:pt x="2336" y="628192"/>
                </a:lnTo>
                <a:lnTo>
                  <a:pt x="3454" y="628650"/>
                </a:lnTo>
                <a:lnTo>
                  <a:pt x="6083" y="628650"/>
                </a:lnTo>
                <a:lnTo>
                  <a:pt x="7200" y="628192"/>
                </a:lnTo>
                <a:lnTo>
                  <a:pt x="9067" y="626325"/>
                </a:lnTo>
                <a:lnTo>
                  <a:pt x="9525" y="625208"/>
                </a:lnTo>
                <a:lnTo>
                  <a:pt x="9525" y="622579"/>
                </a:lnTo>
                <a:close/>
              </a:path>
              <a:path w="1079500" h="2438400">
                <a:moveTo>
                  <a:pt x="9525" y="574954"/>
                </a:moveTo>
                <a:lnTo>
                  <a:pt x="9067" y="573836"/>
                </a:lnTo>
                <a:lnTo>
                  <a:pt x="7200" y="571969"/>
                </a:lnTo>
                <a:lnTo>
                  <a:pt x="6083" y="571500"/>
                </a:lnTo>
                <a:lnTo>
                  <a:pt x="3454" y="571500"/>
                </a:lnTo>
                <a:lnTo>
                  <a:pt x="2336" y="571969"/>
                </a:lnTo>
                <a:lnTo>
                  <a:pt x="469" y="573836"/>
                </a:lnTo>
                <a:lnTo>
                  <a:pt x="0" y="574954"/>
                </a:lnTo>
                <a:lnTo>
                  <a:pt x="0" y="577583"/>
                </a:lnTo>
                <a:lnTo>
                  <a:pt x="469" y="578700"/>
                </a:lnTo>
                <a:lnTo>
                  <a:pt x="2336" y="580567"/>
                </a:lnTo>
                <a:lnTo>
                  <a:pt x="3454" y="581025"/>
                </a:lnTo>
                <a:lnTo>
                  <a:pt x="6083" y="581025"/>
                </a:lnTo>
                <a:lnTo>
                  <a:pt x="7200" y="580567"/>
                </a:lnTo>
                <a:lnTo>
                  <a:pt x="9067" y="578700"/>
                </a:lnTo>
                <a:lnTo>
                  <a:pt x="9525" y="577583"/>
                </a:lnTo>
                <a:lnTo>
                  <a:pt x="9525" y="574954"/>
                </a:lnTo>
                <a:close/>
              </a:path>
              <a:path w="1079500" h="2438400">
                <a:moveTo>
                  <a:pt x="9525" y="527329"/>
                </a:moveTo>
                <a:lnTo>
                  <a:pt x="9067" y="526211"/>
                </a:lnTo>
                <a:lnTo>
                  <a:pt x="7200" y="524344"/>
                </a:lnTo>
                <a:lnTo>
                  <a:pt x="6083" y="523875"/>
                </a:lnTo>
                <a:lnTo>
                  <a:pt x="3454" y="523875"/>
                </a:lnTo>
                <a:lnTo>
                  <a:pt x="2336" y="524344"/>
                </a:lnTo>
                <a:lnTo>
                  <a:pt x="469" y="526211"/>
                </a:lnTo>
                <a:lnTo>
                  <a:pt x="0" y="527329"/>
                </a:lnTo>
                <a:lnTo>
                  <a:pt x="0" y="529958"/>
                </a:lnTo>
                <a:lnTo>
                  <a:pt x="469" y="531075"/>
                </a:lnTo>
                <a:lnTo>
                  <a:pt x="2336" y="532942"/>
                </a:lnTo>
                <a:lnTo>
                  <a:pt x="3454" y="533400"/>
                </a:lnTo>
                <a:lnTo>
                  <a:pt x="6083" y="533400"/>
                </a:lnTo>
                <a:lnTo>
                  <a:pt x="7200" y="532942"/>
                </a:lnTo>
                <a:lnTo>
                  <a:pt x="9067" y="531075"/>
                </a:lnTo>
                <a:lnTo>
                  <a:pt x="9525" y="529958"/>
                </a:lnTo>
                <a:lnTo>
                  <a:pt x="9525" y="527329"/>
                </a:lnTo>
                <a:close/>
              </a:path>
              <a:path w="1079500" h="2438400">
                <a:moveTo>
                  <a:pt x="9525" y="479704"/>
                </a:moveTo>
                <a:lnTo>
                  <a:pt x="9067" y="478586"/>
                </a:lnTo>
                <a:lnTo>
                  <a:pt x="7200" y="476719"/>
                </a:lnTo>
                <a:lnTo>
                  <a:pt x="6083" y="476250"/>
                </a:lnTo>
                <a:lnTo>
                  <a:pt x="3454" y="476250"/>
                </a:lnTo>
                <a:lnTo>
                  <a:pt x="2336" y="476719"/>
                </a:lnTo>
                <a:lnTo>
                  <a:pt x="469" y="478586"/>
                </a:lnTo>
                <a:lnTo>
                  <a:pt x="0" y="479704"/>
                </a:lnTo>
                <a:lnTo>
                  <a:pt x="0" y="482333"/>
                </a:lnTo>
                <a:lnTo>
                  <a:pt x="469" y="483450"/>
                </a:lnTo>
                <a:lnTo>
                  <a:pt x="2336" y="485317"/>
                </a:lnTo>
                <a:lnTo>
                  <a:pt x="3454" y="485775"/>
                </a:lnTo>
                <a:lnTo>
                  <a:pt x="6083" y="485775"/>
                </a:lnTo>
                <a:lnTo>
                  <a:pt x="7200" y="485317"/>
                </a:lnTo>
                <a:lnTo>
                  <a:pt x="9067" y="483450"/>
                </a:lnTo>
                <a:lnTo>
                  <a:pt x="9525" y="482333"/>
                </a:lnTo>
                <a:lnTo>
                  <a:pt x="9525" y="479704"/>
                </a:lnTo>
                <a:close/>
              </a:path>
              <a:path w="1079500" h="2438400">
                <a:moveTo>
                  <a:pt x="9525" y="432079"/>
                </a:moveTo>
                <a:lnTo>
                  <a:pt x="9067" y="430961"/>
                </a:lnTo>
                <a:lnTo>
                  <a:pt x="7200" y="429094"/>
                </a:lnTo>
                <a:lnTo>
                  <a:pt x="6083" y="428625"/>
                </a:lnTo>
                <a:lnTo>
                  <a:pt x="3454" y="428625"/>
                </a:lnTo>
                <a:lnTo>
                  <a:pt x="2336" y="429094"/>
                </a:lnTo>
                <a:lnTo>
                  <a:pt x="469" y="430961"/>
                </a:lnTo>
                <a:lnTo>
                  <a:pt x="0" y="432079"/>
                </a:lnTo>
                <a:lnTo>
                  <a:pt x="0" y="434708"/>
                </a:lnTo>
                <a:lnTo>
                  <a:pt x="469" y="435825"/>
                </a:lnTo>
                <a:lnTo>
                  <a:pt x="2336" y="437692"/>
                </a:lnTo>
                <a:lnTo>
                  <a:pt x="3454" y="438150"/>
                </a:lnTo>
                <a:lnTo>
                  <a:pt x="6083" y="438150"/>
                </a:lnTo>
                <a:lnTo>
                  <a:pt x="7200" y="437692"/>
                </a:lnTo>
                <a:lnTo>
                  <a:pt x="9067" y="435825"/>
                </a:lnTo>
                <a:lnTo>
                  <a:pt x="9525" y="434708"/>
                </a:lnTo>
                <a:lnTo>
                  <a:pt x="9525" y="432079"/>
                </a:lnTo>
                <a:close/>
              </a:path>
              <a:path w="1079500" h="2438400">
                <a:moveTo>
                  <a:pt x="9525" y="384454"/>
                </a:moveTo>
                <a:lnTo>
                  <a:pt x="9067" y="383336"/>
                </a:lnTo>
                <a:lnTo>
                  <a:pt x="7200" y="381469"/>
                </a:lnTo>
                <a:lnTo>
                  <a:pt x="6083" y="381000"/>
                </a:lnTo>
                <a:lnTo>
                  <a:pt x="3454" y="381000"/>
                </a:lnTo>
                <a:lnTo>
                  <a:pt x="2336" y="381469"/>
                </a:lnTo>
                <a:lnTo>
                  <a:pt x="469" y="383336"/>
                </a:lnTo>
                <a:lnTo>
                  <a:pt x="0" y="384454"/>
                </a:lnTo>
                <a:lnTo>
                  <a:pt x="0" y="387083"/>
                </a:lnTo>
                <a:lnTo>
                  <a:pt x="469" y="388200"/>
                </a:lnTo>
                <a:lnTo>
                  <a:pt x="2336" y="390067"/>
                </a:lnTo>
                <a:lnTo>
                  <a:pt x="3454" y="390525"/>
                </a:lnTo>
                <a:lnTo>
                  <a:pt x="6083" y="390525"/>
                </a:lnTo>
                <a:lnTo>
                  <a:pt x="7200" y="390067"/>
                </a:lnTo>
                <a:lnTo>
                  <a:pt x="9067" y="388200"/>
                </a:lnTo>
                <a:lnTo>
                  <a:pt x="9525" y="387083"/>
                </a:lnTo>
                <a:lnTo>
                  <a:pt x="9525" y="384454"/>
                </a:lnTo>
                <a:close/>
              </a:path>
              <a:path w="1079500" h="2438400">
                <a:moveTo>
                  <a:pt x="9525" y="336829"/>
                </a:moveTo>
                <a:lnTo>
                  <a:pt x="9067" y="335711"/>
                </a:lnTo>
                <a:lnTo>
                  <a:pt x="7200" y="333844"/>
                </a:lnTo>
                <a:lnTo>
                  <a:pt x="6083" y="333375"/>
                </a:lnTo>
                <a:lnTo>
                  <a:pt x="3454" y="333375"/>
                </a:lnTo>
                <a:lnTo>
                  <a:pt x="2336" y="333844"/>
                </a:lnTo>
                <a:lnTo>
                  <a:pt x="469" y="335711"/>
                </a:lnTo>
                <a:lnTo>
                  <a:pt x="0" y="336829"/>
                </a:lnTo>
                <a:lnTo>
                  <a:pt x="0" y="339458"/>
                </a:lnTo>
                <a:lnTo>
                  <a:pt x="469" y="340575"/>
                </a:lnTo>
                <a:lnTo>
                  <a:pt x="2336" y="342442"/>
                </a:lnTo>
                <a:lnTo>
                  <a:pt x="3454" y="342900"/>
                </a:lnTo>
                <a:lnTo>
                  <a:pt x="6083" y="342900"/>
                </a:lnTo>
                <a:lnTo>
                  <a:pt x="7200" y="342442"/>
                </a:lnTo>
                <a:lnTo>
                  <a:pt x="9067" y="340575"/>
                </a:lnTo>
                <a:lnTo>
                  <a:pt x="9525" y="339458"/>
                </a:lnTo>
                <a:lnTo>
                  <a:pt x="9525" y="336829"/>
                </a:lnTo>
                <a:close/>
              </a:path>
              <a:path w="1079500" h="2438400">
                <a:moveTo>
                  <a:pt x="9525" y="289204"/>
                </a:moveTo>
                <a:lnTo>
                  <a:pt x="9067" y="288086"/>
                </a:lnTo>
                <a:lnTo>
                  <a:pt x="7200" y="286219"/>
                </a:lnTo>
                <a:lnTo>
                  <a:pt x="6083" y="285750"/>
                </a:lnTo>
                <a:lnTo>
                  <a:pt x="3454" y="285750"/>
                </a:lnTo>
                <a:lnTo>
                  <a:pt x="2336" y="286219"/>
                </a:lnTo>
                <a:lnTo>
                  <a:pt x="469" y="288086"/>
                </a:lnTo>
                <a:lnTo>
                  <a:pt x="0" y="289204"/>
                </a:lnTo>
                <a:lnTo>
                  <a:pt x="0" y="291833"/>
                </a:lnTo>
                <a:lnTo>
                  <a:pt x="469" y="292950"/>
                </a:lnTo>
                <a:lnTo>
                  <a:pt x="2336" y="294817"/>
                </a:lnTo>
                <a:lnTo>
                  <a:pt x="3454" y="295275"/>
                </a:lnTo>
                <a:lnTo>
                  <a:pt x="6083" y="295275"/>
                </a:lnTo>
                <a:lnTo>
                  <a:pt x="7200" y="294817"/>
                </a:lnTo>
                <a:lnTo>
                  <a:pt x="9067" y="292950"/>
                </a:lnTo>
                <a:lnTo>
                  <a:pt x="9525" y="291833"/>
                </a:lnTo>
                <a:lnTo>
                  <a:pt x="9525" y="289204"/>
                </a:lnTo>
                <a:close/>
              </a:path>
              <a:path w="1079500" h="2438400">
                <a:moveTo>
                  <a:pt x="9525" y="241579"/>
                </a:moveTo>
                <a:lnTo>
                  <a:pt x="9067" y="240461"/>
                </a:lnTo>
                <a:lnTo>
                  <a:pt x="7200" y="238594"/>
                </a:lnTo>
                <a:lnTo>
                  <a:pt x="6083" y="238125"/>
                </a:lnTo>
                <a:lnTo>
                  <a:pt x="3454" y="238125"/>
                </a:lnTo>
                <a:lnTo>
                  <a:pt x="2336" y="238594"/>
                </a:lnTo>
                <a:lnTo>
                  <a:pt x="469" y="240461"/>
                </a:lnTo>
                <a:lnTo>
                  <a:pt x="0" y="241579"/>
                </a:lnTo>
                <a:lnTo>
                  <a:pt x="0" y="244208"/>
                </a:lnTo>
                <a:lnTo>
                  <a:pt x="469" y="245325"/>
                </a:lnTo>
                <a:lnTo>
                  <a:pt x="2336" y="247192"/>
                </a:lnTo>
                <a:lnTo>
                  <a:pt x="3454" y="247650"/>
                </a:lnTo>
                <a:lnTo>
                  <a:pt x="6083" y="247650"/>
                </a:lnTo>
                <a:lnTo>
                  <a:pt x="7200" y="247192"/>
                </a:lnTo>
                <a:lnTo>
                  <a:pt x="9067" y="245325"/>
                </a:lnTo>
                <a:lnTo>
                  <a:pt x="9525" y="244208"/>
                </a:lnTo>
                <a:lnTo>
                  <a:pt x="9525" y="241579"/>
                </a:lnTo>
                <a:close/>
              </a:path>
              <a:path w="1079500" h="2438400">
                <a:moveTo>
                  <a:pt x="9525" y="193954"/>
                </a:moveTo>
                <a:lnTo>
                  <a:pt x="9067" y="192836"/>
                </a:lnTo>
                <a:lnTo>
                  <a:pt x="7200" y="190969"/>
                </a:lnTo>
                <a:lnTo>
                  <a:pt x="6083" y="190500"/>
                </a:lnTo>
                <a:lnTo>
                  <a:pt x="3454" y="190500"/>
                </a:lnTo>
                <a:lnTo>
                  <a:pt x="2336" y="190969"/>
                </a:lnTo>
                <a:lnTo>
                  <a:pt x="469" y="192836"/>
                </a:lnTo>
                <a:lnTo>
                  <a:pt x="0" y="193954"/>
                </a:lnTo>
                <a:lnTo>
                  <a:pt x="0" y="196583"/>
                </a:lnTo>
                <a:lnTo>
                  <a:pt x="469" y="197700"/>
                </a:lnTo>
                <a:lnTo>
                  <a:pt x="2336" y="199567"/>
                </a:lnTo>
                <a:lnTo>
                  <a:pt x="3454" y="200025"/>
                </a:lnTo>
                <a:lnTo>
                  <a:pt x="6083" y="200025"/>
                </a:lnTo>
                <a:lnTo>
                  <a:pt x="7200" y="199567"/>
                </a:lnTo>
                <a:lnTo>
                  <a:pt x="9067" y="197700"/>
                </a:lnTo>
                <a:lnTo>
                  <a:pt x="9525" y="196583"/>
                </a:lnTo>
                <a:lnTo>
                  <a:pt x="9525" y="193954"/>
                </a:lnTo>
                <a:close/>
              </a:path>
              <a:path w="1079500" h="2438400">
                <a:moveTo>
                  <a:pt x="9525" y="146329"/>
                </a:moveTo>
                <a:lnTo>
                  <a:pt x="9067" y="145211"/>
                </a:lnTo>
                <a:lnTo>
                  <a:pt x="7200" y="143344"/>
                </a:lnTo>
                <a:lnTo>
                  <a:pt x="6083" y="142875"/>
                </a:lnTo>
                <a:lnTo>
                  <a:pt x="3454" y="142875"/>
                </a:lnTo>
                <a:lnTo>
                  <a:pt x="2336" y="143344"/>
                </a:lnTo>
                <a:lnTo>
                  <a:pt x="469" y="145211"/>
                </a:lnTo>
                <a:lnTo>
                  <a:pt x="0" y="146329"/>
                </a:lnTo>
                <a:lnTo>
                  <a:pt x="0" y="148958"/>
                </a:lnTo>
                <a:lnTo>
                  <a:pt x="469" y="150075"/>
                </a:lnTo>
                <a:lnTo>
                  <a:pt x="2336" y="151942"/>
                </a:lnTo>
                <a:lnTo>
                  <a:pt x="3454" y="152400"/>
                </a:lnTo>
                <a:lnTo>
                  <a:pt x="6083" y="152400"/>
                </a:lnTo>
                <a:lnTo>
                  <a:pt x="7200" y="151942"/>
                </a:lnTo>
                <a:lnTo>
                  <a:pt x="9067" y="150075"/>
                </a:lnTo>
                <a:lnTo>
                  <a:pt x="9525" y="148958"/>
                </a:lnTo>
                <a:lnTo>
                  <a:pt x="9525" y="146329"/>
                </a:lnTo>
                <a:close/>
              </a:path>
              <a:path w="1079500" h="2438400">
                <a:moveTo>
                  <a:pt x="9525" y="98704"/>
                </a:moveTo>
                <a:lnTo>
                  <a:pt x="9067" y="97586"/>
                </a:lnTo>
                <a:lnTo>
                  <a:pt x="7200" y="95719"/>
                </a:lnTo>
                <a:lnTo>
                  <a:pt x="6083" y="95250"/>
                </a:lnTo>
                <a:lnTo>
                  <a:pt x="3454" y="95250"/>
                </a:lnTo>
                <a:lnTo>
                  <a:pt x="2336" y="95719"/>
                </a:lnTo>
                <a:lnTo>
                  <a:pt x="469" y="97586"/>
                </a:lnTo>
                <a:lnTo>
                  <a:pt x="0" y="98704"/>
                </a:lnTo>
                <a:lnTo>
                  <a:pt x="0" y="101333"/>
                </a:lnTo>
                <a:lnTo>
                  <a:pt x="469" y="102450"/>
                </a:lnTo>
                <a:lnTo>
                  <a:pt x="2336" y="104317"/>
                </a:lnTo>
                <a:lnTo>
                  <a:pt x="3454" y="104775"/>
                </a:lnTo>
                <a:lnTo>
                  <a:pt x="6083" y="104775"/>
                </a:lnTo>
                <a:lnTo>
                  <a:pt x="7200" y="104317"/>
                </a:lnTo>
                <a:lnTo>
                  <a:pt x="9067" y="102450"/>
                </a:lnTo>
                <a:lnTo>
                  <a:pt x="9525" y="101333"/>
                </a:lnTo>
                <a:lnTo>
                  <a:pt x="9525" y="98704"/>
                </a:lnTo>
                <a:close/>
              </a:path>
              <a:path w="1079500" h="2438400">
                <a:moveTo>
                  <a:pt x="9525" y="51079"/>
                </a:moveTo>
                <a:lnTo>
                  <a:pt x="9067" y="49961"/>
                </a:lnTo>
                <a:lnTo>
                  <a:pt x="7200" y="48094"/>
                </a:lnTo>
                <a:lnTo>
                  <a:pt x="6083" y="47625"/>
                </a:lnTo>
                <a:lnTo>
                  <a:pt x="3454" y="47625"/>
                </a:lnTo>
                <a:lnTo>
                  <a:pt x="2336" y="48094"/>
                </a:lnTo>
                <a:lnTo>
                  <a:pt x="469" y="49961"/>
                </a:lnTo>
                <a:lnTo>
                  <a:pt x="0" y="51079"/>
                </a:lnTo>
                <a:lnTo>
                  <a:pt x="0" y="53708"/>
                </a:lnTo>
                <a:lnTo>
                  <a:pt x="469" y="54825"/>
                </a:lnTo>
                <a:lnTo>
                  <a:pt x="2336" y="56692"/>
                </a:lnTo>
                <a:lnTo>
                  <a:pt x="3454" y="57150"/>
                </a:lnTo>
                <a:lnTo>
                  <a:pt x="6083" y="57150"/>
                </a:lnTo>
                <a:lnTo>
                  <a:pt x="7200" y="56692"/>
                </a:lnTo>
                <a:lnTo>
                  <a:pt x="9067" y="54825"/>
                </a:lnTo>
                <a:lnTo>
                  <a:pt x="9525" y="53708"/>
                </a:lnTo>
                <a:lnTo>
                  <a:pt x="9525" y="51079"/>
                </a:lnTo>
                <a:close/>
              </a:path>
              <a:path w="1079500" h="2438400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1079500" h="2438400">
                <a:moveTo>
                  <a:pt x="1079500" y="2432329"/>
                </a:moveTo>
                <a:lnTo>
                  <a:pt x="1079042" y="2431211"/>
                </a:lnTo>
                <a:lnTo>
                  <a:pt x="1077175" y="2429345"/>
                </a:lnTo>
                <a:lnTo>
                  <a:pt x="1076058" y="2428875"/>
                </a:lnTo>
                <a:lnTo>
                  <a:pt x="1073429" y="2428875"/>
                </a:lnTo>
                <a:lnTo>
                  <a:pt x="1072311" y="2429345"/>
                </a:lnTo>
                <a:lnTo>
                  <a:pt x="1070444" y="2431211"/>
                </a:lnTo>
                <a:lnTo>
                  <a:pt x="1069975" y="2432329"/>
                </a:lnTo>
                <a:lnTo>
                  <a:pt x="1069975" y="2434958"/>
                </a:lnTo>
                <a:lnTo>
                  <a:pt x="1070444" y="2436076"/>
                </a:lnTo>
                <a:lnTo>
                  <a:pt x="1072311" y="2437942"/>
                </a:lnTo>
                <a:lnTo>
                  <a:pt x="1073429" y="2438400"/>
                </a:lnTo>
                <a:lnTo>
                  <a:pt x="1076058" y="2438400"/>
                </a:lnTo>
                <a:lnTo>
                  <a:pt x="1077175" y="2437942"/>
                </a:lnTo>
                <a:lnTo>
                  <a:pt x="1079042" y="2436076"/>
                </a:lnTo>
                <a:lnTo>
                  <a:pt x="1079500" y="2434958"/>
                </a:lnTo>
                <a:lnTo>
                  <a:pt x="1079500" y="2432329"/>
                </a:lnTo>
                <a:close/>
              </a:path>
              <a:path w="1079500" h="2438400">
                <a:moveTo>
                  <a:pt x="1079500" y="2384704"/>
                </a:moveTo>
                <a:lnTo>
                  <a:pt x="1079042" y="2383586"/>
                </a:lnTo>
                <a:lnTo>
                  <a:pt x="1077175" y="2381720"/>
                </a:lnTo>
                <a:lnTo>
                  <a:pt x="1076058" y="2381250"/>
                </a:lnTo>
                <a:lnTo>
                  <a:pt x="1073429" y="2381250"/>
                </a:lnTo>
                <a:lnTo>
                  <a:pt x="1072311" y="2381720"/>
                </a:lnTo>
                <a:lnTo>
                  <a:pt x="1070444" y="2383586"/>
                </a:lnTo>
                <a:lnTo>
                  <a:pt x="1069975" y="2384704"/>
                </a:lnTo>
                <a:lnTo>
                  <a:pt x="1069975" y="2387333"/>
                </a:lnTo>
                <a:lnTo>
                  <a:pt x="1070444" y="2388451"/>
                </a:lnTo>
                <a:lnTo>
                  <a:pt x="1072311" y="2390317"/>
                </a:lnTo>
                <a:lnTo>
                  <a:pt x="1073429" y="2390775"/>
                </a:lnTo>
                <a:lnTo>
                  <a:pt x="1076058" y="2390775"/>
                </a:lnTo>
                <a:lnTo>
                  <a:pt x="1077175" y="2390317"/>
                </a:lnTo>
                <a:lnTo>
                  <a:pt x="1079042" y="2388451"/>
                </a:lnTo>
                <a:lnTo>
                  <a:pt x="1079500" y="2387333"/>
                </a:lnTo>
                <a:lnTo>
                  <a:pt x="1079500" y="2384704"/>
                </a:lnTo>
                <a:close/>
              </a:path>
              <a:path w="1079500" h="2438400">
                <a:moveTo>
                  <a:pt x="1079500" y="2337079"/>
                </a:moveTo>
                <a:lnTo>
                  <a:pt x="1079042" y="2335961"/>
                </a:lnTo>
                <a:lnTo>
                  <a:pt x="1077175" y="2334095"/>
                </a:lnTo>
                <a:lnTo>
                  <a:pt x="1076058" y="2333625"/>
                </a:lnTo>
                <a:lnTo>
                  <a:pt x="1073429" y="2333625"/>
                </a:lnTo>
                <a:lnTo>
                  <a:pt x="1072311" y="2334095"/>
                </a:lnTo>
                <a:lnTo>
                  <a:pt x="1070444" y="2335961"/>
                </a:lnTo>
                <a:lnTo>
                  <a:pt x="1069975" y="2337079"/>
                </a:lnTo>
                <a:lnTo>
                  <a:pt x="1069975" y="2339708"/>
                </a:lnTo>
                <a:lnTo>
                  <a:pt x="1070444" y="2340826"/>
                </a:lnTo>
                <a:lnTo>
                  <a:pt x="1072311" y="2342692"/>
                </a:lnTo>
                <a:lnTo>
                  <a:pt x="1073429" y="2343150"/>
                </a:lnTo>
                <a:lnTo>
                  <a:pt x="1076058" y="2343150"/>
                </a:lnTo>
                <a:lnTo>
                  <a:pt x="1077175" y="2342692"/>
                </a:lnTo>
                <a:lnTo>
                  <a:pt x="1079042" y="2340826"/>
                </a:lnTo>
                <a:lnTo>
                  <a:pt x="1079500" y="2339708"/>
                </a:lnTo>
                <a:lnTo>
                  <a:pt x="1079500" y="2337079"/>
                </a:lnTo>
                <a:close/>
              </a:path>
              <a:path w="1079500" h="2438400">
                <a:moveTo>
                  <a:pt x="1079500" y="2289454"/>
                </a:moveTo>
                <a:lnTo>
                  <a:pt x="1079042" y="2288336"/>
                </a:lnTo>
                <a:lnTo>
                  <a:pt x="1077175" y="2286470"/>
                </a:lnTo>
                <a:lnTo>
                  <a:pt x="1076058" y="2286000"/>
                </a:lnTo>
                <a:lnTo>
                  <a:pt x="1073429" y="2286000"/>
                </a:lnTo>
                <a:lnTo>
                  <a:pt x="1072311" y="2286470"/>
                </a:lnTo>
                <a:lnTo>
                  <a:pt x="1070444" y="2288336"/>
                </a:lnTo>
                <a:lnTo>
                  <a:pt x="1069975" y="2289454"/>
                </a:lnTo>
                <a:lnTo>
                  <a:pt x="1069975" y="2292083"/>
                </a:lnTo>
                <a:lnTo>
                  <a:pt x="1070444" y="2293201"/>
                </a:lnTo>
                <a:lnTo>
                  <a:pt x="1072311" y="2295067"/>
                </a:lnTo>
                <a:lnTo>
                  <a:pt x="1073429" y="2295525"/>
                </a:lnTo>
                <a:lnTo>
                  <a:pt x="1076058" y="2295525"/>
                </a:lnTo>
                <a:lnTo>
                  <a:pt x="1077175" y="2295067"/>
                </a:lnTo>
                <a:lnTo>
                  <a:pt x="1079042" y="2293201"/>
                </a:lnTo>
                <a:lnTo>
                  <a:pt x="1079500" y="2292083"/>
                </a:lnTo>
                <a:lnTo>
                  <a:pt x="1079500" y="2289454"/>
                </a:lnTo>
                <a:close/>
              </a:path>
              <a:path w="1079500" h="2438400">
                <a:moveTo>
                  <a:pt x="1079500" y="2241829"/>
                </a:moveTo>
                <a:lnTo>
                  <a:pt x="1079042" y="2240711"/>
                </a:lnTo>
                <a:lnTo>
                  <a:pt x="1077175" y="2238845"/>
                </a:lnTo>
                <a:lnTo>
                  <a:pt x="1076058" y="2238375"/>
                </a:lnTo>
                <a:lnTo>
                  <a:pt x="1073429" y="2238375"/>
                </a:lnTo>
                <a:lnTo>
                  <a:pt x="1072311" y="2238845"/>
                </a:lnTo>
                <a:lnTo>
                  <a:pt x="1070444" y="2240711"/>
                </a:lnTo>
                <a:lnTo>
                  <a:pt x="1069975" y="2241829"/>
                </a:lnTo>
                <a:lnTo>
                  <a:pt x="1069975" y="2244458"/>
                </a:lnTo>
                <a:lnTo>
                  <a:pt x="1070444" y="2245576"/>
                </a:lnTo>
                <a:lnTo>
                  <a:pt x="1072311" y="2247442"/>
                </a:lnTo>
                <a:lnTo>
                  <a:pt x="1073429" y="2247900"/>
                </a:lnTo>
                <a:lnTo>
                  <a:pt x="1076058" y="2247900"/>
                </a:lnTo>
                <a:lnTo>
                  <a:pt x="1077175" y="2247442"/>
                </a:lnTo>
                <a:lnTo>
                  <a:pt x="1079042" y="2245576"/>
                </a:lnTo>
                <a:lnTo>
                  <a:pt x="1079500" y="2244458"/>
                </a:lnTo>
                <a:lnTo>
                  <a:pt x="1079500" y="2241829"/>
                </a:lnTo>
                <a:close/>
              </a:path>
              <a:path w="1079500" h="2438400">
                <a:moveTo>
                  <a:pt x="1079500" y="2194204"/>
                </a:moveTo>
                <a:lnTo>
                  <a:pt x="1079042" y="2193086"/>
                </a:lnTo>
                <a:lnTo>
                  <a:pt x="1077175" y="2191220"/>
                </a:lnTo>
                <a:lnTo>
                  <a:pt x="1076058" y="2190750"/>
                </a:lnTo>
                <a:lnTo>
                  <a:pt x="1073429" y="2190750"/>
                </a:lnTo>
                <a:lnTo>
                  <a:pt x="1072311" y="2191220"/>
                </a:lnTo>
                <a:lnTo>
                  <a:pt x="1070444" y="2193086"/>
                </a:lnTo>
                <a:lnTo>
                  <a:pt x="1069975" y="2194204"/>
                </a:lnTo>
                <a:lnTo>
                  <a:pt x="1069975" y="2196833"/>
                </a:lnTo>
                <a:lnTo>
                  <a:pt x="1070444" y="2197951"/>
                </a:lnTo>
                <a:lnTo>
                  <a:pt x="1072311" y="2199817"/>
                </a:lnTo>
                <a:lnTo>
                  <a:pt x="1073429" y="2200275"/>
                </a:lnTo>
                <a:lnTo>
                  <a:pt x="1076058" y="2200275"/>
                </a:lnTo>
                <a:lnTo>
                  <a:pt x="1077175" y="2199817"/>
                </a:lnTo>
                <a:lnTo>
                  <a:pt x="1079042" y="2197951"/>
                </a:lnTo>
                <a:lnTo>
                  <a:pt x="1079500" y="2196833"/>
                </a:lnTo>
                <a:lnTo>
                  <a:pt x="1079500" y="2194204"/>
                </a:lnTo>
                <a:close/>
              </a:path>
              <a:path w="1079500" h="2438400">
                <a:moveTo>
                  <a:pt x="1079500" y="2146579"/>
                </a:moveTo>
                <a:lnTo>
                  <a:pt x="1079042" y="2145461"/>
                </a:lnTo>
                <a:lnTo>
                  <a:pt x="1077175" y="2143595"/>
                </a:lnTo>
                <a:lnTo>
                  <a:pt x="1076058" y="2143125"/>
                </a:lnTo>
                <a:lnTo>
                  <a:pt x="1073429" y="2143125"/>
                </a:lnTo>
                <a:lnTo>
                  <a:pt x="1072311" y="2143595"/>
                </a:lnTo>
                <a:lnTo>
                  <a:pt x="1070444" y="2145461"/>
                </a:lnTo>
                <a:lnTo>
                  <a:pt x="1069975" y="2146579"/>
                </a:lnTo>
                <a:lnTo>
                  <a:pt x="1069975" y="2149208"/>
                </a:lnTo>
                <a:lnTo>
                  <a:pt x="1070444" y="2150326"/>
                </a:lnTo>
                <a:lnTo>
                  <a:pt x="1072311" y="2152192"/>
                </a:lnTo>
                <a:lnTo>
                  <a:pt x="1073429" y="2152650"/>
                </a:lnTo>
                <a:lnTo>
                  <a:pt x="1076058" y="2152650"/>
                </a:lnTo>
                <a:lnTo>
                  <a:pt x="1077175" y="2152192"/>
                </a:lnTo>
                <a:lnTo>
                  <a:pt x="1079042" y="2150326"/>
                </a:lnTo>
                <a:lnTo>
                  <a:pt x="1079500" y="2149208"/>
                </a:lnTo>
                <a:lnTo>
                  <a:pt x="1079500" y="2146579"/>
                </a:lnTo>
                <a:close/>
              </a:path>
              <a:path w="1079500" h="2438400">
                <a:moveTo>
                  <a:pt x="1079500" y="2098954"/>
                </a:moveTo>
                <a:lnTo>
                  <a:pt x="1079042" y="2097836"/>
                </a:lnTo>
                <a:lnTo>
                  <a:pt x="1077175" y="2095969"/>
                </a:lnTo>
                <a:lnTo>
                  <a:pt x="1076058" y="2095500"/>
                </a:lnTo>
                <a:lnTo>
                  <a:pt x="1073429" y="2095500"/>
                </a:lnTo>
                <a:lnTo>
                  <a:pt x="1072311" y="2095969"/>
                </a:lnTo>
                <a:lnTo>
                  <a:pt x="1070444" y="2097836"/>
                </a:lnTo>
                <a:lnTo>
                  <a:pt x="1069975" y="2098954"/>
                </a:lnTo>
                <a:lnTo>
                  <a:pt x="1069975" y="2101583"/>
                </a:lnTo>
                <a:lnTo>
                  <a:pt x="1070444" y="2102700"/>
                </a:lnTo>
                <a:lnTo>
                  <a:pt x="1072311" y="2104567"/>
                </a:lnTo>
                <a:lnTo>
                  <a:pt x="1073429" y="2105025"/>
                </a:lnTo>
                <a:lnTo>
                  <a:pt x="1076058" y="2105025"/>
                </a:lnTo>
                <a:lnTo>
                  <a:pt x="1077175" y="2104567"/>
                </a:lnTo>
                <a:lnTo>
                  <a:pt x="1079042" y="2102700"/>
                </a:lnTo>
                <a:lnTo>
                  <a:pt x="1079500" y="2101583"/>
                </a:lnTo>
                <a:lnTo>
                  <a:pt x="1079500" y="2098954"/>
                </a:lnTo>
                <a:close/>
              </a:path>
              <a:path w="1079500" h="2438400">
                <a:moveTo>
                  <a:pt x="1079500" y="2051329"/>
                </a:moveTo>
                <a:lnTo>
                  <a:pt x="1079042" y="2050211"/>
                </a:lnTo>
                <a:lnTo>
                  <a:pt x="1077175" y="2048344"/>
                </a:lnTo>
                <a:lnTo>
                  <a:pt x="1076058" y="2047875"/>
                </a:lnTo>
                <a:lnTo>
                  <a:pt x="1073429" y="2047875"/>
                </a:lnTo>
                <a:lnTo>
                  <a:pt x="1072311" y="2048344"/>
                </a:lnTo>
                <a:lnTo>
                  <a:pt x="1070444" y="2050211"/>
                </a:lnTo>
                <a:lnTo>
                  <a:pt x="1069975" y="2051329"/>
                </a:lnTo>
                <a:lnTo>
                  <a:pt x="1069975" y="2053958"/>
                </a:lnTo>
                <a:lnTo>
                  <a:pt x="1070444" y="2055075"/>
                </a:lnTo>
                <a:lnTo>
                  <a:pt x="1072311" y="2056942"/>
                </a:lnTo>
                <a:lnTo>
                  <a:pt x="1073429" y="2057400"/>
                </a:lnTo>
                <a:lnTo>
                  <a:pt x="1076058" y="2057400"/>
                </a:lnTo>
                <a:lnTo>
                  <a:pt x="1077175" y="2056942"/>
                </a:lnTo>
                <a:lnTo>
                  <a:pt x="1079042" y="2055075"/>
                </a:lnTo>
                <a:lnTo>
                  <a:pt x="1079500" y="2053958"/>
                </a:lnTo>
                <a:lnTo>
                  <a:pt x="1079500" y="2051329"/>
                </a:lnTo>
                <a:close/>
              </a:path>
              <a:path w="1079500" h="2438400">
                <a:moveTo>
                  <a:pt x="1079500" y="2003704"/>
                </a:moveTo>
                <a:lnTo>
                  <a:pt x="1079042" y="2002586"/>
                </a:lnTo>
                <a:lnTo>
                  <a:pt x="1077175" y="2000719"/>
                </a:lnTo>
                <a:lnTo>
                  <a:pt x="1076058" y="2000250"/>
                </a:lnTo>
                <a:lnTo>
                  <a:pt x="1073429" y="2000250"/>
                </a:lnTo>
                <a:lnTo>
                  <a:pt x="1072311" y="2000719"/>
                </a:lnTo>
                <a:lnTo>
                  <a:pt x="1070444" y="2002586"/>
                </a:lnTo>
                <a:lnTo>
                  <a:pt x="1069975" y="2003704"/>
                </a:lnTo>
                <a:lnTo>
                  <a:pt x="1069975" y="2006333"/>
                </a:lnTo>
                <a:lnTo>
                  <a:pt x="1070444" y="2007450"/>
                </a:lnTo>
                <a:lnTo>
                  <a:pt x="1072311" y="2009317"/>
                </a:lnTo>
                <a:lnTo>
                  <a:pt x="1073429" y="2009775"/>
                </a:lnTo>
                <a:lnTo>
                  <a:pt x="1076058" y="2009775"/>
                </a:lnTo>
                <a:lnTo>
                  <a:pt x="1077175" y="2009317"/>
                </a:lnTo>
                <a:lnTo>
                  <a:pt x="1079042" y="2007450"/>
                </a:lnTo>
                <a:lnTo>
                  <a:pt x="1079500" y="2006333"/>
                </a:lnTo>
                <a:lnTo>
                  <a:pt x="1079500" y="2003704"/>
                </a:lnTo>
                <a:close/>
              </a:path>
              <a:path w="1079500" h="2438400">
                <a:moveTo>
                  <a:pt x="1079500" y="1956079"/>
                </a:moveTo>
                <a:lnTo>
                  <a:pt x="1079042" y="1954961"/>
                </a:lnTo>
                <a:lnTo>
                  <a:pt x="1077175" y="1953094"/>
                </a:lnTo>
                <a:lnTo>
                  <a:pt x="1076058" y="1952625"/>
                </a:lnTo>
                <a:lnTo>
                  <a:pt x="1073429" y="1952625"/>
                </a:lnTo>
                <a:lnTo>
                  <a:pt x="1072311" y="1953094"/>
                </a:lnTo>
                <a:lnTo>
                  <a:pt x="1070444" y="1954961"/>
                </a:lnTo>
                <a:lnTo>
                  <a:pt x="1069975" y="1956079"/>
                </a:lnTo>
                <a:lnTo>
                  <a:pt x="1069975" y="1958708"/>
                </a:lnTo>
                <a:lnTo>
                  <a:pt x="1070444" y="1959825"/>
                </a:lnTo>
                <a:lnTo>
                  <a:pt x="1072311" y="1961692"/>
                </a:lnTo>
                <a:lnTo>
                  <a:pt x="1073429" y="1962150"/>
                </a:lnTo>
                <a:lnTo>
                  <a:pt x="1076058" y="1962150"/>
                </a:lnTo>
                <a:lnTo>
                  <a:pt x="1077175" y="1961692"/>
                </a:lnTo>
                <a:lnTo>
                  <a:pt x="1079042" y="1959825"/>
                </a:lnTo>
                <a:lnTo>
                  <a:pt x="1079500" y="1958708"/>
                </a:lnTo>
                <a:lnTo>
                  <a:pt x="1079500" y="1956079"/>
                </a:lnTo>
                <a:close/>
              </a:path>
              <a:path w="1079500" h="2438400">
                <a:moveTo>
                  <a:pt x="1079500" y="1908454"/>
                </a:moveTo>
                <a:lnTo>
                  <a:pt x="1079042" y="1907336"/>
                </a:lnTo>
                <a:lnTo>
                  <a:pt x="1077175" y="1905469"/>
                </a:lnTo>
                <a:lnTo>
                  <a:pt x="1076058" y="1905000"/>
                </a:lnTo>
                <a:lnTo>
                  <a:pt x="1073429" y="1905000"/>
                </a:lnTo>
                <a:lnTo>
                  <a:pt x="1072311" y="1905469"/>
                </a:lnTo>
                <a:lnTo>
                  <a:pt x="1070444" y="1907336"/>
                </a:lnTo>
                <a:lnTo>
                  <a:pt x="1069975" y="1908454"/>
                </a:lnTo>
                <a:lnTo>
                  <a:pt x="1069975" y="1911083"/>
                </a:lnTo>
                <a:lnTo>
                  <a:pt x="1070444" y="1912200"/>
                </a:lnTo>
                <a:lnTo>
                  <a:pt x="1072311" y="1914067"/>
                </a:lnTo>
                <a:lnTo>
                  <a:pt x="1073429" y="1914525"/>
                </a:lnTo>
                <a:lnTo>
                  <a:pt x="1076058" y="1914525"/>
                </a:lnTo>
                <a:lnTo>
                  <a:pt x="1077175" y="1914067"/>
                </a:lnTo>
                <a:lnTo>
                  <a:pt x="1079042" y="1912200"/>
                </a:lnTo>
                <a:lnTo>
                  <a:pt x="1079500" y="1911083"/>
                </a:lnTo>
                <a:lnTo>
                  <a:pt x="1079500" y="1908454"/>
                </a:lnTo>
                <a:close/>
              </a:path>
              <a:path w="1079500" h="2438400">
                <a:moveTo>
                  <a:pt x="1079500" y="1860829"/>
                </a:moveTo>
                <a:lnTo>
                  <a:pt x="1079042" y="1859711"/>
                </a:lnTo>
                <a:lnTo>
                  <a:pt x="1077175" y="1857844"/>
                </a:lnTo>
                <a:lnTo>
                  <a:pt x="1076058" y="1857375"/>
                </a:lnTo>
                <a:lnTo>
                  <a:pt x="1073429" y="1857375"/>
                </a:lnTo>
                <a:lnTo>
                  <a:pt x="1072311" y="1857844"/>
                </a:lnTo>
                <a:lnTo>
                  <a:pt x="1070444" y="1859711"/>
                </a:lnTo>
                <a:lnTo>
                  <a:pt x="1069975" y="1860829"/>
                </a:lnTo>
                <a:lnTo>
                  <a:pt x="1069975" y="1863458"/>
                </a:lnTo>
                <a:lnTo>
                  <a:pt x="1070444" y="1864575"/>
                </a:lnTo>
                <a:lnTo>
                  <a:pt x="1072311" y="1866442"/>
                </a:lnTo>
                <a:lnTo>
                  <a:pt x="1073429" y="1866900"/>
                </a:lnTo>
                <a:lnTo>
                  <a:pt x="1076058" y="1866900"/>
                </a:lnTo>
                <a:lnTo>
                  <a:pt x="1077175" y="1866442"/>
                </a:lnTo>
                <a:lnTo>
                  <a:pt x="1079042" y="1864575"/>
                </a:lnTo>
                <a:lnTo>
                  <a:pt x="1079500" y="1863458"/>
                </a:lnTo>
                <a:lnTo>
                  <a:pt x="1079500" y="1860829"/>
                </a:lnTo>
                <a:close/>
              </a:path>
              <a:path w="1079500" h="2438400">
                <a:moveTo>
                  <a:pt x="1079500" y="1813204"/>
                </a:moveTo>
                <a:lnTo>
                  <a:pt x="1079042" y="1812086"/>
                </a:lnTo>
                <a:lnTo>
                  <a:pt x="1077175" y="1810219"/>
                </a:lnTo>
                <a:lnTo>
                  <a:pt x="1076058" y="1809750"/>
                </a:lnTo>
                <a:lnTo>
                  <a:pt x="1073429" y="1809750"/>
                </a:lnTo>
                <a:lnTo>
                  <a:pt x="1072311" y="1810219"/>
                </a:lnTo>
                <a:lnTo>
                  <a:pt x="1070444" y="1812086"/>
                </a:lnTo>
                <a:lnTo>
                  <a:pt x="1069975" y="1813204"/>
                </a:lnTo>
                <a:lnTo>
                  <a:pt x="1069975" y="1815833"/>
                </a:lnTo>
                <a:lnTo>
                  <a:pt x="1070444" y="1816950"/>
                </a:lnTo>
                <a:lnTo>
                  <a:pt x="1072311" y="1818817"/>
                </a:lnTo>
                <a:lnTo>
                  <a:pt x="1073429" y="1819275"/>
                </a:lnTo>
                <a:lnTo>
                  <a:pt x="1076058" y="1819275"/>
                </a:lnTo>
                <a:lnTo>
                  <a:pt x="1077175" y="1818817"/>
                </a:lnTo>
                <a:lnTo>
                  <a:pt x="1079042" y="1816950"/>
                </a:lnTo>
                <a:lnTo>
                  <a:pt x="1079500" y="1815833"/>
                </a:lnTo>
                <a:lnTo>
                  <a:pt x="1079500" y="1813204"/>
                </a:lnTo>
                <a:close/>
              </a:path>
              <a:path w="1079500" h="2438400">
                <a:moveTo>
                  <a:pt x="1079500" y="1765579"/>
                </a:moveTo>
                <a:lnTo>
                  <a:pt x="1079042" y="1764461"/>
                </a:lnTo>
                <a:lnTo>
                  <a:pt x="1077175" y="1762594"/>
                </a:lnTo>
                <a:lnTo>
                  <a:pt x="1076058" y="1762125"/>
                </a:lnTo>
                <a:lnTo>
                  <a:pt x="1073429" y="1762125"/>
                </a:lnTo>
                <a:lnTo>
                  <a:pt x="1072311" y="1762594"/>
                </a:lnTo>
                <a:lnTo>
                  <a:pt x="1070444" y="1764461"/>
                </a:lnTo>
                <a:lnTo>
                  <a:pt x="1069975" y="1765579"/>
                </a:lnTo>
                <a:lnTo>
                  <a:pt x="1069975" y="1768208"/>
                </a:lnTo>
                <a:lnTo>
                  <a:pt x="1070444" y="1769325"/>
                </a:lnTo>
                <a:lnTo>
                  <a:pt x="1072311" y="1771192"/>
                </a:lnTo>
                <a:lnTo>
                  <a:pt x="1073429" y="1771650"/>
                </a:lnTo>
                <a:lnTo>
                  <a:pt x="1076058" y="1771650"/>
                </a:lnTo>
                <a:lnTo>
                  <a:pt x="1077175" y="1771192"/>
                </a:lnTo>
                <a:lnTo>
                  <a:pt x="1079042" y="1769325"/>
                </a:lnTo>
                <a:lnTo>
                  <a:pt x="1079500" y="1768208"/>
                </a:lnTo>
                <a:lnTo>
                  <a:pt x="1079500" y="1765579"/>
                </a:lnTo>
                <a:close/>
              </a:path>
              <a:path w="1079500" h="2438400">
                <a:moveTo>
                  <a:pt x="1079500" y="1717954"/>
                </a:moveTo>
                <a:lnTo>
                  <a:pt x="1079042" y="1716836"/>
                </a:lnTo>
                <a:lnTo>
                  <a:pt x="1077175" y="1714969"/>
                </a:lnTo>
                <a:lnTo>
                  <a:pt x="1076058" y="1714500"/>
                </a:lnTo>
                <a:lnTo>
                  <a:pt x="1073429" y="1714500"/>
                </a:lnTo>
                <a:lnTo>
                  <a:pt x="1072311" y="1714969"/>
                </a:lnTo>
                <a:lnTo>
                  <a:pt x="1070444" y="1716836"/>
                </a:lnTo>
                <a:lnTo>
                  <a:pt x="1069975" y="1717954"/>
                </a:lnTo>
                <a:lnTo>
                  <a:pt x="1069975" y="1720583"/>
                </a:lnTo>
                <a:lnTo>
                  <a:pt x="1070444" y="1721700"/>
                </a:lnTo>
                <a:lnTo>
                  <a:pt x="1072311" y="1723567"/>
                </a:lnTo>
                <a:lnTo>
                  <a:pt x="1073429" y="1724025"/>
                </a:lnTo>
                <a:lnTo>
                  <a:pt x="1076058" y="1724025"/>
                </a:lnTo>
                <a:lnTo>
                  <a:pt x="1077175" y="1723567"/>
                </a:lnTo>
                <a:lnTo>
                  <a:pt x="1079042" y="1721700"/>
                </a:lnTo>
                <a:lnTo>
                  <a:pt x="1079500" y="1720583"/>
                </a:lnTo>
                <a:lnTo>
                  <a:pt x="1079500" y="1717954"/>
                </a:lnTo>
                <a:close/>
              </a:path>
              <a:path w="1079500" h="2438400">
                <a:moveTo>
                  <a:pt x="1079500" y="1670329"/>
                </a:moveTo>
                <a:lnTo>
                  <a:pt x="1079042" y="1669211"/>
                </a:lnTo>
                <a:lnTo>
                  <a:pt x="1077175" y="1667344"/>
                </a:lnTo>
                <a:lnTo>
                  <a:pt x="1076058" y="1666875"/>
                </a:lnTo>
                <a:lnTo>
                  <a:pt x="1073429" y="1666875"/>
                </a:lnTo>
                <a:lnTo>
                  <a:pt x="1072311" y="1667344"/>
                </a:lnTo>
                <a:lnTo>
                  <a:pt x="1070444" y="1669211"/>
                </a:lnTo>
                <a:lnTo>
                  <a:pt x="1069975" y="1670329"/>
                </a:lnTo>
                <a:lnTo>
                  <a:pt x="1069975" y="1672958"/>
                </a:lnTo>
                <a:lnTo>
                  <a:pt x="1070444" y="1674075"/>
                </a:lnTo>
                <a:lnTo>
                  <a:pt x="1072311" y="1675942"/>
                </a:lnTo>
                <a:lnTo>
                  <a:pt x="1073429" y="1676400"/>
                </a:lnTo>
                <a:lnTo>
                  <a:pt x="1076058" y="1676400"/>
                </a:lnTo>
                <a:lnTo>
                  <a:pt x="1077175" y="1675942"/>
                </a:lnTo>
                <a:lnTo>
                  <a:pt x="1079042" y="1674075"/>
                </a:lnTo>
                <a:lnTo>
                  <a:pt x="1079500" y="1672958"/>
                </a:lnTo>
                <a:lnTo>
                  <a:pt x="1079500" y="1670329"/>
                </a:lnTo>
                <a:close/>
              </a:path>
              <a:path w="1079500" h="2438400">
                <a:moveTo>
                  <a:pt x="1079500" y="1622704"/>
                </a:moveTo>
                <a:lnTo>
                  <a:pt x="1079042" y="1621586"/>
                </a:lnTo>
                <a:lnTo>
                  <a:pt x="1077175" y="1619719"/>
                </a:lnTo>
                <a:lnTo>
                  <a:pt x="1076058" y="1619250"/>
                </a:lnTo>
                <a:lnTo>
                  <a:pt x="1073429" y="1619250"/>
                </a:lnTo>
                <a:lnTo>
                  <a:pt x="1072311" y="1619719"/>
                </a:lnTo>
                <a:lnTo>
                  <a:pt x="1070444" y="1621586"/>
                </a:lnTo>
                <a:lnTo>
                  <a:pt x="1069975" y="1622704"/>
                </a:lnTo>
                <a:lnTo>
                  <a:pt x="1069975" y="1625333"/>
                </a:lnTo>
                <a:lnTo>
                  <a:pt x="1070444" y="1626450"/>
                </a:lnTo>
                <a:lnTo>
                  <a:pt x="1072311" y="1628317"/>
                </a:lnTo>
                <a:lnTo>
                  <a:pt x="1073429" y="1628775"/>
                </a:lnTo>
                <a:lnTo>
                  <a:pt x="1076058" y="1628775"/>
                </a:lnTo>
                <a:lnTo>
                  <a:pt x="1077175" y="1628317"/>
                </a:lnTo>
                <a:lnTo>
                  <a:pt x="1079042" y="1626450"/>
                </a:lnTo>
                <a:lnTo>
                  <a:pt x="1079500" y="1625333"/>
                </a:lnTo>
                <a:lnTo>
                  <a:pt x="1079500" y="1622704"/>
                </a:lnTo>
                <a:close/>
              </a:path>
              <a:path w="1079500" h="2438400">
                <a:moveTo>
                  <a:pt x="1079500" y="1575079"/>
                </a:moveTo>
                <a:lnTo>
                  <a:pt x="1079042" y="1573961"/>
                </a:lnTo>
                <a:lnTo>
                  <a:pt x="1077175" y="1572094"/>
                </a:lnTo>
                <a:lnTo>
                  <a:pt x="1076058" y="1571625"/>
                </a:lnTo>
                <a:lnTo>
                  <a:pt x="1073429" y="1571625"/>
                </a:lnTo>
                <a:lnTo>
                  <a:pt x="1072311" y="1572094"/>
                </a:lnTo>
                <a:lnTo>
                  <a:pt x="1070444" y="1573961"/>
                </a:lnTo>
                <a:lnTo>
                  <a:pt x="1069975" y="1575079"/>
                </a:lnTo>
                <a:lnTo>
                  <a:pt x="1069975" y="1577708"/>
                </a:lnTo>
                <a:lnTo>
                  <a:pt x="1070444" y="1578825"/>
                </a:lnTo>
                <a:lnTo>
                  <a:pt x="1072311" y="1580692"/>
                </a:lnTo>
                <a:lnTo>
                  <a:pt x="1073429" y="1581150"/>
                </a:lnTo>
                <a:lnTo>
                  <a:pt x="1076058" y="1581150"/>
                </a:lnTo>
                <a:lnTo>
                  <a:pt x="1077175" y="1580692"/>
                </a:lnTo>
                <a:lnTo>
                  <a:pt x="1079042" y="1578825"/>
                </a:lnTo>
                <a:lnTo>
                  <a:pt x="1079500" y="1577708"/>
                </a:lnTo>
                <a:lnTo>
                  <a:pt x="1079500" y="1575079"/>
                </a:lnTo>
                <a:close/>
              </a:path>
              <a:path w="1079500" h="2438400">
                <a:moveTo>
                  <a:pt x="1079500" y="1527454"/>
                </a:moveTo>
                <a:lnTo>
                  <a:pt x="1079042" y="1526336"/>
                </a:lnTo>
                <a:lnTo>
                  <a:pt x="1077175" y="1524469"/>
                </a:lnTo>
                <a:lnTo>
                  <a:pt x="1076058" y="1524000"/>
                </a:lnTo>
                <a:lnTo>
                  <a:pt x="1073429" y="1524000"/>
                </a:lnTo>
                <a:lnTo>
                  <a:pt x="1072311" y="1524469"/>
                </a:lnTo>
                <a:lnTo>
                  <a:pt x="1070444" y="1526336"/>
                </a:lnTo>
                <a:lnTo>
                  <a:pt x="1069975" y="1527454"/>
                </a:lnTo>
                <a:lnTo>
                  <a:pt x="1069975" y="1530083"/>
                </a:lnTo>
                <a:lnTo>
                  <a:pt x="1070444" y="1531200"/>
                </a:lnTo>
                <a:lnTo>
                  <a:pt x="1072311" y="1533067"/>
                </a:lnTo>
                <a:lnTo>
                  <a:pt x="1073429" y="1533525"/>
                </a:lnTo>
                <a:lnTo>
                  <a:pt x="1076058" y="1533525"/>
                </a:lnTo>
                <a:lnTo>
                  <a:pt x="1077175" y="1533067"/>
                </a:lnTo>
                <a:lnTo>
                  <a:pt x="1079042" y="1531200"/>
                </a:lnTo>
                <a:lnTo>
                  <a:pt x="1079500" y="1530083"/>
                </a:lnTo>
                <a:lnTo>
                  <a:pt x="1079500" y="1527454"/>
                </a:lnTo>
                <a:close/>
              </a:path>
              <a:path w="1079500" h="2438400">
                <a:moveTo>
                  <a:pt x="1079500" y="1479829"/>
                </a:moveTo>
                <a:lnTo>
                  <a:pt x="1079042" y="1478711"/>
                </a:lnTo>
                <a:lnTo>
                  <a:pt x="1077175" y="1476844"/>
                </a:lnTo>
                <a:lnTo>
                  <a:pt x="1076058" y="1476375"/>
                </a:lnTo>
                <a:lnTo>
                  <a:pt x="1073429" y="1476375"/>
                </a:lnTo>
                <a:lnTo>
                  <a:pt x="1072311" y="1476844"/>
                </a:lnTo>
                <a:lnTo>
                  <a:pt x="1070444" y="1478711"/>
                </a:lnTo>
                <a:lnTo>
                  <a:pt x="1069975" y="1479829"/>
                </a:lnTo>
                <a:lnTo>
                  <a:pt x="1069975" y="1482458"/>
                </a:lnTo>
                <a:lnTo>
                  <a:pt x="1070444" y="1483575"/>
                </a:lnTo>
                <a:lnTo>
                  <a:pt x="1072311" y="1485442"/>
                </a:lnTo>
                <a:lnTo>
                  <a:pt x="1073429" y="1485900"/>
                </a:lnTo>
                <a:lnTo>
                  <a:pt x="1076058" y="1485900"/>
                </a:lnTo>
                <a:lnTo>
                  <a:pt x="1077175" y="1485442"/>
                </a:lnTo>
                <a:lnTo>
                  <a:pt x="1079042" y="1483575"/>
                </a:lnTo>
                <a:lnTo>
                  <a:pt x="1079500" y="1482458"/>
                </a:lnTo>
                <a:lnTo>
                  <a:pt x="1079500" y="1479829"/>
                </a:lnTo>
                <a:close/>
              </a:path>
              <a:path w="1079500" h="2438400">
                <a:moveTo>
                  <a:pt x="1079500" y="1432204"/>
                </a:moveTo>
                <a:lnTo>
                  <a:pt x="1079042" y="1431086"/>
                </a:lnTo>
                <a:lnTo>
                  <a:pt x="1077175" y="1429219"/>
                </a:lnTo>
                <a:lnTo>
                  <a:pt x="1076058" y="1428750"/>
                </a:lnTo>
                <a:lnTo>
                  <a:pt x="1073429" y="1428750"/>
                </a:lnTo>
                <a:lnTo>
                  <a:pt x="1072311" y="1429219"/>
                </a:lnTo>
                <a:lnTo>
                  <a:pt x="1070444" y="1431086"/>
                </a:lnTo>
                <a:lnTo>
                  <a:pt x="1069975" y="1432204"/>
                </a:lnTo>
                <a:lnTo>
                  <a:pt x="1069975" y="1434833"/>
                </a:lnTo>
                <a:lnTo>
                  <a:pt x="1070444" y="1435950"/>
                </a:lnTo>
                <a:lnTo>
                  <a:pt x="1072311" y="1437817"/>
                </a:lnTo>
                <a:lnTo>
                  <a:pt x="1073429" y="1438275"/>
                </a:lnTo>
                <a:lnTo>
                  <a:pt x="1076058" y="1438275"/>
                </a:lnTo>
                <a:lnTo>
                  <a:pt x="1077175" y="1437817"/>
                </a:lnTo>
                <a:lnTo>
                  <a:pt x="1079042" y="1435950"/>
                </a:lnTo>
                <a:lnTo>
                  <a:pt x="1079500" y="1434833"/>
                </a:lnTo>
                <a:lnTo>
                  <a:pt x="1079500" y="1432204"/>
                </a:lnTo>
                <a:close/>
              </a:path>
              <a:path w="1079500" h="2438400">
                <a:moveTo>
                  <a:pt x="1079500" y="1384579"/>
                </a:moveTo>
                <a:lnTo>
                  <a:pt x="1079042" y="1383461"/>
                </a:lnTo>
                <a:lnTo>
                  <a:pt x="1077175" y="1381594"/>
                </a:lnTo>
                <a:lnTo>
                  <a:pt x="1076058" y="1381125"/>
                </a:lnTo>
                <a:lnTo>
                  <a:pt x="1073429" y="1381125"/>
                </a:lnTo>
                <a:lnTo>
                  <a:pt x="1072311" y="1381594"/>
                </a:lnTo>
                <a:lnTo>
                  <a:pt x="1070444" y="1383461"/>
                </a:lnTo>
                <a:lnTo>
                  <a:pt x="1069975" y="1384579"/>
                </a:lnTo>
                <a:lnTo>
                  <a:pt x="1069975" y="1387208"/>
                </a:lnTo>
                <a:lnTo>
                  <a:pt x="1070444" y="1388325"/>
                </a:lnTo>
                <a:lnTo>
                  <a:pt x="1072311" y="1390192"/>
                </a:lnTo>
                <a:lnTo>
                  <a:pt x="1073429" y="1390650"/>
                </a:lnTo>
                <a:lnTo>
                  <a:pt x="1076058" y="1390650"/>
                </a:lnTo>
                <a:lnTo>
                  <a:pt x="1077175" y="1390192"/>
                </a:lnTo>
                <a:lnTo>
                  <a:pt x="1079042" y="1388325"/>
                </a:lnTo>
                <a:lnTo>
                  <a:pt x="1079500" y="1387208"/>
                </a:lnTo>
                <a:lnTo>
                  <a:pt x="1079500" y="1384579"/>
                </a:lnTo>
                <a:close/>
              </a:path>
              <a:path w="1079500" h="2438400">
                <a:moveTo>
                  <a:pt x="1079500" y="1336954"/>
                </a:moveTo>
                <a:lnTo>
                  <a:pt x="1079042" y="1335836"/>
                </a:lnTo>
                <a:lnTo>
                  <a:pt x="1077175" y="1333969"/>
                </a:lnTo>
                <a:lnTo>
                  <a:pt x="1076058" y="1333500"/>
                </a:lnTo>
                <a:lnTo>
                  <a:pt x="1073429" y="1333500"/>
                </a:lnTo>
                <a:lnTo>
                  <a:pt x="1072311" y="1333969"/>
                </a:lnTo>
                <a:lnTo>
                  <a:pt x="1070444" y="1335836"/>
                </a:lnTo>
                <a:lnTo>
                  <a:pt x="1069975" y="1336954"/>
                </a:lnTo>
                <a:lnTo>
                  <a:pt x="1069975" y="1339583"/>
                </a:lnTo>
                <a:lnTo>
                  <a:pt x="1070444" y="1340700"/>
                </a:lnTo>
                <a:lnTo>
                  <a:pt x="1072311" y="1342567"/>
                </a:lnTo>
                <a:lnTo>
                  <a:pt x="1073429" y="1343025"/>
                </a:lnTo>
                <a:lnTo>
                  <a:pt x="1076058" y="1343025"/>
                </a:lnTo>
                <a:lnTo>
                  <a:pt x="1077175" y="1342567"/>
                </a:lnTo>
                <a:lnTo>
                  <a:pt x="1079042" y="1340700"/>
                </a:lnTo>
                <a:lnTo>
                  <a:pt x="1079500" y="1339583"/>
                </a:lnTo>
                <a:lnTo>
                  <a:pt x="1079500" y="1336954"/>
                </a:lnTo>
                <a:close/>
              </a:path>
              <a:path w="1079500" h="2438400">
                <a:moveTo>
                  <a:pt x="1079500" y="1289329"/>
                </a:moveTo>
                <a:lnTo>
                  <a:pt x="1079042" y="1288211"/>
                </a:lnTo>
                <a:lnTo>
                  <a:pt x="1077175" y="1286344"/>
                </a:lnTo>
                <a:lnTo>
                  <a:pt x="1076058" y="1285875"/>
                </a:lnTo>
                <a:lnTo>
                  <a:pt x="1073429" y="1285875"/>
                </a:lnTo>
                <a:lnTo>
                  <a:pt x="1072311" y="1286344"/>
                </a:lnTo>
                <a:lnTo>
                  <a:pt x="1070444" y="1288211"/>
                </a:lnTo>
                <a:lnTo>
                  <a:pt x="1069975" y="1289329"/>
                </a:lnTo>
                <a:lnTo>
                  <a:pt x="1069975" y="1291958"/>
                </a:lnTo>
                <a:lnTo>
                  <a:pt x="1070444" y="1293075"/>
                </a:lnTo>
                <a:lnTo>
                  <a:pt x="1072311" y="1294942"/>
                </a:lnTo>
                <a:lnTo>
                  <a:pt x="1073429" y="1295400"/>
                </a:lnTo>
                <a:lnTo>
                  <a:pt x="1076058" y="1295400"/>
                </a:lnTo>
                <a:lnTo>
                  <a:pt x="1077175" y="1294942"/>
                </a:lnTo>
                <a:lnTo>
                  <a:pt x="1079042" y="1293075"/>
                </a:lnTo>
                <a:lnTo>
                  <a:pt x="1079500" y="1291958"/>
                </a:lnTo>
                <a:lnTo>
                  <a:pt x="1079500" y="1289329"/>
                </a:lnTo>
                <a:close/>
              </a:path>
              <a:path w="1079500" h="2438400">
                <a:moveTo>
                  <a:pt x="1079500" y="1241704"/>
                </a:moveTo>
                <a:lnTo>
                  <a:pt x="1079042" y="1240586"/>
                </a:lnTo>
                <a:lnTo>
                  <a:pt x="1077175" y="1238719"/>
                </a:lnTo>
                <a:lnTo>
                  <a:pt x="1076058" y="1238250"/>
                </a:lnTo>
                <a:lnTo>
                  <a:pt x="1073429" y="1238250"/>
                </a:lnTo>
                <a:lnTo>
                  <a:pt x="1072311" y="1238719"/>
                </a:lnTo>
                <a:lnTo>
                  <a:pt x="1070444" y="1240586"/>
                </a:lnTo>
                <a:lnTo>
                  <a:pt x="1069975" y="1241704"/>
                </a:lnTo>
                <a:lnTo>
                  <a:pt x="1069975" y="1244333"/>
                </a:lnTo>
                <a:lnTo>
                  <a:pt x="1070444" y="1245450"/>
                </a:lnTo>
                <a:lnTo>
                  <a:pt x="1072311" y="1247317"/>
                </a:lnTo>
                <a:lnTo>
                  <a:pt x="1073429" y="1247775"/>
                </a:lnTo>
                <a:lnTo>
                  <a:pt x="1076058" y="1247775"/>
                </a:lnTo>
                <a:lnTo>
                  <a:pt x="1077175" y="1247317"/>
                </a:lnTo>
                <a:lnTo>
                  <a:pt x="1079042" y="1245450"/>
                </a:lnTo>
                <a:lnTo>
                  <a:pt x="1079500" y="1244333"/>
                </a:lnTo>
                <a:lnTo>
                  <a:pt x="1079500" y="1241704"/>
                </a:lnTo>
                <a:close/>
              </a:path>
              <a:path w="1079500" h="2438400">
                <a:moveTo>
                  <a:pt x="1079500" y="1194079"/>
                </a:moveTo>
                <a:lnTo>
                  <a:pt x="1079042" y="1192961"/>
                </a:lnTo>
                <a:lnTo>
                  <a:pt x="1077175" y="1191094"/>
                </a:lnTo>
                <a:lnTo>
                  <a:pt x="1076058" y="1190625"/>
                </a:lnTo>
                <a:lnTo>
                  <a:pt x="1073429" y="1190625"/>
                </a:lnTo>
                <a:lnTo>
                  <a:pt x="1072311" y="1191094"/>
                </a:lnTo>
                <a:lnTo>
                  <a:pt x="1070444" y="1192961"/>
                </a:lnTo>
                <a:lnTo>
                  <a:pt x="1069975" y="1194079"/>
                </a:lnTo>
                <a:lnTo>
                  <a:pt x="1069975" y="1196708"/>
                </a:lnTo>
                <a:lnTo>
                  <a:pt x="1070444" y="1197825"/>
                </a:lnTo>
                <a:lnTo>
                  <a:pt x="1072311" y="1199692"/>
                </a:lnTo>
                <a:lnTo>
                  <a:pt x="1073429" y="1200150"/>
                </a:lnTo>
                <a:lnTo>
                  <a:pt x="1076058" y="1200150"/>
                </a:lnTo>
                <a:lnTo>
                  <a:pt x="1077175" y="1199692"/>
                </a:lnTo>
                <a:lnTo>
                  <a:pt x="1079042" y="1197825"/>
                </a:lnTo>
                <a:lnTo>
                  <a:pt x="1079500" y="1196708"/>
                </a:lnTo>
                <a:lnTo>
                  <a:pt x="1079500" y="1194079"/>
                </a:lnTo>
                <a:close/>
              </a:path>
              <a:path w="1079500" h="2438400">
                <a:moveTo>
                  <a:pt x="1079500" y="1146454"/>
                </a:moveTo>
                <a:lnTo>
                  <a:pt x="1079042" y="1145336"/>
                </a:lnTo>
                <a:lnTo>
                  <a:pt x="1077175" y="1143469"/>
                </a:lnTo>
                <a:lnTo>
                  <a:pt x="1076058" y="1143000"/>
                </a:lnTo>
                <a:lnTo>
                  <a:pt x="1073429" y="1143000"/>
                </a:lnTo>
                <a:lnTo>
                  <a:pt x="1072311" y="1143469"/>
                </a:lnTo>
                <a:lnTo>
                  <a:pt x="1070444" y="1145336"/>
                </a:lnTo>
                <a:lnTo>
                  <a:pt x="1069975" y="1146454"/>
                </a:lnTo>
                <a:lnTo>
                  <a:pt x="1069975" y="1149083"/>
                </a:lnTo>
                <a:lnTo>
                  <a:pt x="1070444" y="1150200"/>
                </a:lnTo>
                <a:lnTo>
                  <a:pt x="1072311" y="1152067"/>
                </a:lnTo>
                <a:lnTo>
                  <a:pt x="1073429" y="1152525"/>
                </a:lnTo>
                <a:lnTo>
                  <a:pt x="1076058" y="1152525"/>
                </a:lnTo>
                <a:lnTo>
                  <a:pt x="1077175" y="1152067"/>
                </a:lnTo>
                <a:lnTo>
                  <a:pt x="1079042" y="1150200"/>
                </a:lnTo>
                <a:lnTo>
                  <a:pt x="1079500" y="1149083"/>
                </a:lnTo>
                <a:lnTo>
                  <a:pt x="1079500" y="1146454"/>
                </a:lnTo>
                <a:close/>
              </a:path>
              <a:path w="1079500" h="2438400">
                <a:moveTo>
                  <a:pt x="1079500" y="1098829"/>
                </a:moveTo>
                <a:lnTo>
                  <a:pt x="1079042" y="1097711"/>
                </a:lnTo>
                <a:lnTo>
                  <a:pt x="1077175" y="1095844"/>
                </a:lnTo>
                <a:lnTo>
                  <a:pt x="1076058" y="1095375"/>
                </a:lnTo>
                <a:lnTo>
                  <a:pt x="1073429" y="1095375"/>
                </a:lnTo>
                <a:lnTo>
                  <a:pt x="1072311" y="1095844"/>
                </a:lnTo>
                <a:lnTo>
                  <a:pt x="1070444" y="1097711"/>
                </a:lnTo>
                <a:lnTo>
                  <a:pt x="1069975" y="1098829"/>
                </a:lnTo>
                <a:lnTo>
                  <a:pt x="1069975" y="1101458"/>
                </a:lnTo>
                <a:lnTo>
                  <a:pt x="1070444" y="1102575"/>
                </a:lnTo>
                <a:lnTo>
                  <a:pt x="1072311" y="1104442"/>
                </a:lnTo>
                <a:lnTo>
                  <a:pt x="1073429" y="1104900"/>
                </a:lnTo>
                <a:lnTo>
                  <a:pt x="1076058" y="1104900"/>
                </a:lnTo>
                <a:lnTo>
                  <a:pt x="1077175" y="1104442"/>
                </a:lnTo>
                <a:lnTo>
                  <a:pt x="1079042" y="1102575"/>
                </a:lnTo>
                <a:lnTo>
                  <a:pt x="1079500" y="1101458"/>
                </a:lnTo>
                <a:lnTo>
                  <a:pt x="1079500" y="1098829"/>
                </a:lnTo>
                <a:close/>
              </a:path>
              <a:path w="1079500" h="2438400">
                <a:moveTo>
                  <a:pt x="1079500" y="1051204"/>
                </a:moveTo>
                <a:lnTo>
                  <a:pt x="1079042" y="1050086"/>
                </a:lnTo>
                <a:lnTo>
                  <a:pt x="1077175" y="1048219"/>
                </a:lnTo>
                <a:lnTo>
                  <a:pt x="1076058" y="1047750"/>
                </a:lnTo>
                <a:lnTo>
                  <a:pt x="1073429" y="1047750"/>
                </a:lnTo>
                <a:lnTo>
                  <a:pt x="1072311" y="1048219"/>
                </a:lnTo>
                <a:lnTo>
                  <a:pt x="1070444" y="1050086"/>
                </a:lnTo>
                <a:lnTo>
                  <a:pt x="1069975" y="1051204"/>
                </a:lnTo>
                <a:lnTo>
                  <a:pt x="1069975" y="1053833"/>
                </a:lnTo>
                <a:lnTo>
                  <a:pt x="1070444" y="1054950"/>
                </a:lnTo>
                <a:lnTo>
                  <a:pt x="1072311" y="1056817"/>
                </a:lnTo>
                <a:lnTo>
                  <a:pt x="1073429" y="1057275"/>
                </a:lnTo>
                <a:lnTo>
                  <a:pt x="1076058" y="1057275"/>
                </a:lnTo>
                <a:lnTo>
                  <a:pt x="1077175" y="1056817"/>
                </a:lnTo>
                <a:lnTo>
                  <a:pt x="1079042" y="1054950"/>
                </a:lnTo>
                <a:lnTo>
                  <a:pt x="1079500" y="1053833"/>
                </a:lnTo>
                <a:lnTo>
                  <a:pt x="1079500" y="1051204"/>
                </a:lnTo>
                <a:close/>
              </a:path>
              <a:path w="1079500" h="2438400">
                <a:moveTo>
                  <a:pt x="1079500" y="1003579"/>
                </a:moveTo>
                <a:lnTo>
                  <a:pt x="1079042" y="1002461"/>
                </a:lnTo>
                <a:lnTo>
                  <a:pt x="1077175" y="1000594"/>
                </a:lnTo>
                <a:lnTo>
                  <a:pt x="1076058" y="1000125"/>
                </a:lnTo>
                <a:lnTo>
                  <a:pt x="1073429" y="1000125"/>
                </a:lnTo>
                <a:lnTo>
                  <a:pt x="1072311" y="1000594"/>
                </a:lnTo>
                <a:lnTo>
                  <a:pt x="1070444" y="1002461"/>
                </a:lnTo>
                <a:lnTo>
                  <a:pt x="1069975" y="1003579"/>
                </a:lnTo>
                <a:lnTo>
                  <a:pt x="1069975" y="1006208"/>
                </a:lnTo>
                <a:lnTo>
                  <a:pt x="1070444" y="1007325"/>
                </a:lnTo>
                <a:lnTo>
                  <a:pt x="1072311" y="1009192"/>
                </a:lnTo>
                <a:lnTo>
                  <a:pt x="1073429" y="1009650"/>
                </a:lnTo>
                <a:lnTo>
                  <a:pt x="1076058" y="1009650"/>
                </a:lnTo>
                <a:lnTo>
                  <a:pt x="1077175" y="1009192"/>
                </a:lnTo>
                <a:lnTo>
                  <a:pt x="1079042" y="1007325"/>
                </a:lnTo>
                <a:lnTo>
                  <a:pt x="1079500" y="1006208"/>
                </a:lnTo>
                <a:lnTo>
                  <a:pt x="1079500" y="1003579"/>
                </a:lnTo>
                <a:close/>
              </a:path>
              <a:path w="1079500" h="2438400">
                <a:moveTo>
                  <a:pt x="1079500" y="955954"/>
                </a:moveTo>
                <a:lnTo>
                  <a:pt x="1079042" y="954836"/>
                </a:lnTo>
                <a:lnTo>
                  <a:pt x="1077175" y="952969"/>
                </a:lnTo>
                <a:lnTo>
                  <a:pt x="1076058" y="952500"/>
                </a:lnTo>
                <a:lnTo>
                  <a:pt x="1073429" y="952500"/>
                </a:lnTo>
                <a:lnTo>
                  <a:pt x="1072311" y="952969"/>
                </a:lnTo>
                <a:lnTo>
                  <a:pt x="1070444" y="954836"/>
                </a:lnTo>
                <a:lnTo>
                  <a:pt x="1069975" y="955954"/>
                </a:lnTo>
                <a:lnTo>
                  <a:pt x="1069975" y="958583"/>
                </a:lnTo>
                <a:lnTo>
                  <a:pt x="1070444" y="959700"/>
                </a:lnTo>
                <a:lnTo>
                  <a:pt x="1072311" y="961567"/>
                </a:lnTo>
                <a:lnTo>
                  <a:pt x="1073429" y="962025"/>
                </a:lnTo>
                <a:lnTo>
                  <a:pt x="1076058" y="962025"/>
                </a:lnTo>
                <a:lnTo>
                  <a:pt x="1077175" y="961567"/>
                </a:lnTo>
                <a:lnTo>
                  <a:pt x="1079042" y="959700"/>
                </a:lnTo>
                <a:lnTo>
                  <a:pt x="1079500" y="958583"/>
                </a:lnTo>
                <a:lnTo>
                  <a:pt x="1079500" y="955954"/>
                </a:lnTo>
                <a:close/>
              </a:path>
              <a:path w="1079500" h="2438400">
                <a:moveTo>
                  <a:pt x="1079500" y="908329"/>
                </a:moveTo>
                <a:lnTo>
                  <a:pt x="1079042" y="907211"/>
                </a:lnTo>
                <a:lnTo>
                  <a:pt x="1077175" y="905344"/>
                </a:lnTo>
                <a:lnTo>
                  <a:pt x="1076058" y="904875"/>
                </a:lnTo>
                <a:lnTo>
                  <a:pt x="1073429" y="904875"/>
                </a:lnTo>
                <a:lnTo>
                  <a:pt x="1072311" y="905344"/>
                </a:lnTo>
                <a:lnTo>
                  <a:pt x="1070444" y="907211"/>
                </a:lnTo>
                <a:lnTo>
                  <a:pt x="1069975" y="908329"/>
                </a:lnTo>
                <a:lnTo>
                  <a:pt x="1069975" y="910958"/>
                </a:lnTo>
                <a:lnTo>
                  <a:pt x="1070444" y="912075"/>
                </a:lnTo>
                <a:lnTo>
                  <a:pt x="1072311" y="913942"/>
                </a:lnTo>
                <a:lnTo>
                  <a:pt x="1073429" y="914400"/>
                </a:lnTo>
                <a:lnTo>
                  <a:pt x="1076058" y="914400"/>
                </a:lnTo>
                <a:lnTo>
                  <a:pt x="1077175" y="913942"/>
                </a:lnTo>
                <a:lnTo>
                  <a:pt x="1079042" y="912075"/>
                </a:lnTo>
                <a:lnTo>
                  <a:pt x="1079500" y="910958"/>
                </a:lnTo>
                <a:lnTo>
                  <a:pt x="1079500" y="908329"/>
                </a:lnTo>
                <a:close/>
              </a:path>
              <a:path w="1079500" h="2438400">
                <a:moveTo>
                  <a:pt x="1079500" y="860704"/>
                </a:moveTo>
                <a:lnTo>
                  <a:pt x="1079042" y="859586"/>
                </a:lnTo>
                <a:lnTo>
                  <a:pt x="1077175" y="857719"/>
                </a:lnTo>
                <a:lnTo>
                  <a:pt x="1076058" y="857250"/>
                </a:lnTo>
                <a:lnTo>
                  <a:pt x="1073429" y="857250"/>
                </a:lnTo>
                <a:lnTo>
                  <a:pt x="1072311" y="857719"/>
                </a:lnTo>
                <a:lnTo>
                  <a:pt x="1070444" y="859586"/>
                </a:lnTo>
                <a:lnTo>
                  <a:pt x="1069975" y="860704"/>
                </a:lnTo>
                <a:lnTo>
                  <a:pt x="1069975" y="863333"/>
                </a:lnTo>
                <a:lnTo>
                  <a:pt x="1070444" y="864450"/>
                </a:lnTo>
                <a:lnTo>
                  <a:pt x="1072311" y="866317"/>
                </a:lnTo>
                <a:lnTo>
                  <a:pt x="1073429" y="866775"/>
                </a:lnTo>
                <a:lnTo>
                  <a:pt x="1076058" y="866775"/>
                </a:lnTo>
                <a:lnTo>
                  <a:pt x="1077175" y="866317"/>
                </a:lnTo>
                <a:lnTo>
                  <a:pt x="1079042" y="864450"/>
                </a:lnTo>
                <a:lnTo>
                  <a:pt x="1079500" y="863333"/>
                </a:lnTo>
                <a:lnTo>
                  <a:pt x="1079500" y="860704"/>
                </a:lnTo>
                <a:close/>
              </a:path>
              <a:path w="1079500" h="2438400">
                <a:moveTo>
                  <a:pt x="1079500" y="813079"/>
                </a:moveTo>
                <a:lnTo>
                  <a:pt x="1079042" y="811961"/>
                </a:lnTo>
                <a:lnTo>
                  <a:pt x="1077175" y="810094"/>
                </a:lnTo>
                <a:lnTo>
                  <a:pt x="1076058" y="809625"/>
                </a:lnTo>
                <a:lnTo>
                  <a:pt x="1073429" y="809625"/>
                </a:lnTo>
                <a:lnTo>
                  <a:pt x="1072311" y="810094"/>
                </a:lnTo>
                <a:lnTo>
                  <a:pt x="1070444" y="811961"/>
                </a:lnTo>
                <a:lnTo>
                  <a:pt x="1069975" y="813079"/>
                </a:lnTo>
                <a:lnTo>
                  <a:pt x="1069975" y="815708"/>
                </a:lnTo>
                <a:lnTo>
                  <a:pt x="1070444" y="816825"/>
                </a:lnTo>
                <a:lnTo>
                  <a:pt x="1072311" y="818692"/>
                </a:lnTo>
                <a:lnTo>
                  <a:pt x="1073429" y="819150"/>
                </a:lnTo>
                <a:lnTo>
                  <a:pt x="1076058" y="819150"/>
                </a:lnTo>
                <a:lnTo>
                  <a:pt x="1077175" y="818692"/>
                </a:lnTo>
                <a:lnTo>
                  <a:pt x="1079042" y="816825"/>
                </a:lnTo>
                <a:lnTo>
                  <a:pt x="1079500" y="815708"/>
                </a:lnTo>
                <a:lnTo>
                  <a:pt x="1079500" y="813079"/>
                </a:lnTo>
                <a:close/>
              </a:path>
              <a:path w="1079500" h="2438400">
                <a:moveTo>
                  <a:pt x="1079500" y="765454"/>
                </a:moveTo>
                <a:lnTo>
                  <a:pt x="1079042" y="764336"/>
                </a:lnTo>
                <a:lnTo>
                  <a:pt x="1077175" y="762469"/>
                </a:lnTo>
                <a:lnTo>
                  <a:pt x="1076058" y="762000"/>
                </a:lnTo>
                <a:lnTo>
                  <a:pt x="1073429" y="762000"/>
                </a:lnTo>
                <a:lnTo>
                  <a:pt x="1072311" y="762469"/>
                </a:lnTo>
                <a:lnTo>
                  <a:pt x="1070444" y="764336"/>
                </a:lnTo>
                <a:lnTo>
                  <a:pt x="1069975" y="765454"/>
                </a:lnTo>
                <a:lnTo>
                  <a:pt x="1069975" y="768083"/>
                </a:lnTo>
                <a:lnTo>
                  <a:pt x="1070444" y="769200"/>
                </a:lnTo>
                <a:lnTo>
                  <a:pt x="1072311" y="771067"/>
                </a:lnTo>
                <a:lnTo>
                  <a:pt x="1073429" y="771525"/>
                </a:lnTo>
                <a:lnTo>
                  <a:pt x="1076058" y="771525"/>
                </a:lnTo>
                <a:lnTo>
                  <a:pt x="1077175" y="771067"/>
                </a:lnTo>
                <a:lnTo>
                  <a:pt x="1079042" y="769200"/>
                </a:lnTo>
                <a:lnTo>
                  <a:pt x="1079500" y="768083"/>
                </a:lnTo>
                <a:lnTo>
                  <a:pt x="1079500" y="765454"/>
                </a:lnTo>
                <a:close/>
              </a:path>
              <a:path w="1079500" h="2438400">
                <a:moveTo>
                  <a:pt x="1079500" y="717829"/>
                </a:moveTo>
                <a:lnTo>
                  <a:pt x="1079042" y="716711"/>
                </a:lnTo>
                <a:lnTo>
                  <a:pt x="1077175" y="714844"/>
                </a:lnTo>
                <a:lnTo>
                  <a:pt x="1076058" y="714375"/>
                </a:lnTo>
                <a:lnTo>
                  <a:pt x="1073429" y="714375"/>
                </a:lnTo>
                <a:lnTo>
                  <a:pt x="1072311" y="714844"/>
                </a:lnTo>
                <a:lnTo>
                  <a:pt x="1070444" y="716711"/>
                </a:lnTo>
                <a:lnTo>
                  <a:pt x="1069975" y="717829"/>
                </a:lnTo>
                <a:lnTo>
                  <a:pt x="1069975" y="720458"/>
                </a:lnTo>
                <a:lnTo>
                  <a:pt x="1070444" y="721575"/>
                </a:lnTo>
                <a:lnTo>
                  <a:pt x="1072311" y="723442"/>
                </a:lnTo>
                <a:lnTo>
                  <a:pt x="1073429" y="723900"/>
                </a:lnTo>
                <a:lnTo>
                  <a:pt x="1076058" y="723900"/>
                </a:lnTo>
                <a:lnTo>
                  <a:pt x="1077175" y="723442"/>
                </a:lnTo>
                <a:lnTo>
                  <a:pt x="1079042" y="721575"/>
                </a:lnTo>
                <a:lnTo>
                  <a:pt x="1079500" y="720458"/>
                </a:lnTo>
                <a:lnTo>
                  <a:pt x="1079500" y="717829"/>
                </a:lnTo>
                <a:close/>
              </a:path>
              <a:path w="1079500" h="2438400">
                <a:moveTo>
                  <a:pt x="1079500" y="670204"/>
                </a:moveTo>
                <a:lnTo>
                  <a:pt x="1079042" y="669086"/>
                </a:lnTo>
                <a:lnTo>
                  <a:pt x="1077175" y="667219"/>
                </a:lnTo>
                <a:lnTo>
                  <a:pt x="1076058" y="666750"/>
                </a:lnTo>
                <a:lnTo>
                  <a:pt x="1073429" y="666750"/>
                </a:lnTo>
                <a:lnTo>
                  <a:pt x="1072311" y="667219"/>
                </a:lnTo>
                <a:lnTo>
                  <a:pt x="1070444" y="669086"/>
                </a:lnTo>
                <a:lnTo>
                  <a:pt x="1069975" y="670204"/>
                </a:lnTo>
                <a:lnTo>
                  <a:pt x="1069975" y="672833"/>
                </a:lnTo>
                <a:lnTo>
                  <a:pt x="1070444" y="673950"/>
                </a:lnTo>
                <a:lnTo>
                  <a:pt x="1072311" y="675817"/>
                </a:lnTo>
                <a:lnTo>
                  <a:pt x="1073429" y="676275"/>
                </a:lnTo>
                <a:lnTo>
                  <a:pt x="1076058" y="676275"/>
                </a:lnTo>
                <a:lnTo>
                  <a:pt x="1077175" y="675817"/>
                </a:lnTo>
                <a:lnTo>
                  <a:pt x="1079042" y="673950"/>
                </a:lnTo>
                <a:lnTo>
                  <a:pt x="1079500" y="672833"/>
                </a:lnTo>
                <a:lnTo>
                  <a:pt x="1079500" y="670204"/>
                </a:lnTo>
                <a:close/>
              </a:path>
              <a:path w="1079500" h="2438400">
                <a:moveTo>
                  <a:pt x="1079500" y="622579"/>
                </a:moveTo>
                <a:lnTo>
                  <a:pt x="1079042" y="621461"/>
                </a:lnTo>
                <a:lnTo>
                  <a:pt x="1077175" y="619594"/>
                </a:lnTo>
                <a:lnTo>
                  <a:pt x="1076058" y="619125"/>
                </a:lnTo>
                <a:lnTo>
                  <a:pt x="1073429" y="619125"/>
                </a:lnTo>
                <a:lnTo>
                  <a:pt x="1072311" y="619594"/>
                </a:lnTo>
                <a:lnTo>
                  <a:pt x="1070444" y="621461"/>
                </a:lnTo>
                <a:lnTo>
                  <a:pt x="1069975" y="622579"/>
                </a:lnTo>
                <a:lnTo>
                  <a:pt x="1069975" y="625208"/>
                </a:lnTo>
                <a:lnTo>
                  <a:pt x="1070444" y="626325"/>
                </a:lnTo>
                <a:lnTo>
                  <a:pt x="1072311" y="628192"/>
                </a:lnTo>
                <a:lnTo>
                  <a:pt x="1073429" y="628650"/>
                </a:lnTo>
                <a:lnTo>
                  <a:pt x="1076058" y="628650"/>
                </a:lnTo>
                <a:lnTo>
                  <a:pt x="1077175" y="628192"/>
                </a:lnTo>
                <a:lnTo>
                  <a:pt x="1079042" y="626325"/>
                </a:lnTo>
                <a:lnTo>
                  <a:pt x="1079500" y="625208"/>
                </a:lnTo>
                <a:lnTo>
                  <a:pt x="1079500" y="622579"/>
                </a:lnTo>
                <a:close/>
              </a:path>
              <a:path w="1079500" h="2438400">
                <a:moveTo>
                  <a:pt x="1079500" y="574954"/>
                </a:moveTo>
                <a:lnTo>
                  <a:pt x="1079042" y="573836"/>
                </a:lnTo>
                <a:lnTo>
                  <a:pt x="1077175" y="571969"/>
                </a:lnTo>
                <a:lnTo>
                  <a:pt x="1076058" y="571500"/>
                </a:lnTo>
                <a:lnTo>
                  <a:pt x="1073429" y="571500"/>
                </a:lnTo>
                <a:lnTo>
                  <a:pt x="1072311" y="571969"/>
                </a:lnTo>
                <a:lnTo>
                  <a:pt x="1070444" y="573836"/>
                </a:lnTo>
                <a:lnTo>
                  <a:pt x="1069975" y="574954"/>
                </a:lnTo>
                <a:lnTo>
                  <a:pt x="1069975" y="577583"/>
                </a:lnTo>
                <a:lnTo>
                  <a:pt x="1070444" y="578700"/>
                </a:lnTo>
                <a:lnTo>
                  <a:pt x="1072311" y="580567"/>
                </a:lnTo>
                <a:lnTo>
                  <a:pt x="1073429" y="581025"/>
                </a:lnTo>
                <a:lnTo>
                  <a:pt x="1076058" y="581025"/>
                </a:lnTo>
                <a:lnTo>
                  <a:pt x="1077175" y="580567"/>
                </a:lnTo>
                <a:lnTo>
                  <a:pt x="1079042" y="578700"/>
                </a:lnTo>
                <a:lnTo>
                  <a:pt x="1079500" y="577583"/>
                </a:lnTo>
                <a:lnTo>
                  <a:pt x="1079500" y="574954"/>
                </a:lnTo>
                <a:close/>
              </a:path>
              <a:path w="1079500" h="2438400">
                <a:moveTo>
                  <a:pt x="1079500" y="527329"/>
                </a:moveTo>
                <a:lnTo>
                  <a:pt x="1079042" y="526211"/>
                </a:lnTo>
                <a:lnTo>
                  <a:pt x="1077175" y="524344"/>
                </a:lnTo>
                <a:lnTo>
                  <a:pt x="1076058" y="523875"/>
                </a:lnTo>
                <a:lnTo>
                  <a:pt x="1073429" y="523875"/>
                </a:lnTo>
                <a:lnTo>
                  <a:pt x="1072311" y="524344"/>
                </a:lnTo>
                <a:lnTo>
                  <a:pt x="1070444" y="526211"/>
                </a:lnTo>
                <a:lnTo>
                  <a:pt x="1069975" y="527329"/>
                </a:lnTo>
                <a:lnTo>
                  <a:pt x="1069975" y="529958"/>
                </a:lnTo>
                <a:lnTo>
                  <a:pt x="1070444" y="531075"/>
                </a:lnTo>
                <a:lnTo>
                  <a:pt x="1072311" y="532942"/>
                </a:lnTo>
                <a:lnTo>
                  <a:pt x="1073429" y="533400"/>
                </a:lnTo>
                <a:lnTo>
                  <a:pt x="1076058" y="533400"/>
                </a:lnTo>
                <a:lnTo>
                  <a:pt x="1077175" y="532942"/>
                </a:lnTo>
                <a:lnTo>
                  <a:pt x="1079042" y="531075"/>
                </a:lnTo>
                <a:lnTo>
                  <a:pt x="1079500" y="529958"/>
                </a:lnTo>
                <a:lnTo>
                  <a:pt x="1079500" y="527329"/>
                </a:lnTo>
                <a:close/>
              </a:path>
              <a:path w="1079500" h="2438400">
                <a:moveTo>
                  <a:pt x="1079500" y="479704"/>
                </a:moveTo>
                <a:lnTo>
                  <a:pt x="1079042" y="478586"/>
                </a:lnTo>
                <a:lnTo>
                  <a:pt x="1077175" y="476719"/>
                </a:lnTo>
                <a:lnTo>
                  <a:pt x="1076058" y="476250"/>
                </a:lnTo>
                <a:lnTo>
                  <a:pt x="1073429" y="476250"/>
                </a:lnTo>
                <a:lnTo>
                  <a:pt x="1072311" y="476719"/>
                </a:lnTo>
                <a:lnTo>
                  <a:pt x="1070444" y="478586"/>
                </a:lnTo>
                <a:lnTo>
                  <a:pt x="1069975" y="479704"/>
                </a:lnTo>
                <a:lnTo>
                  <a:pt x="1069975" y="482333"/>
                </a:lnTo>
                <a:lnTo>
                  <a:pt x="1070444" y="483450"/>
                </a:lnTo>
                <a:lnTo>
                  <a:pt x="1072311" y="485317"/>
                </a:lnTo>
                <a:lnTo>
                  <a:pt x="1073429" y="485775"/>
                </a:lnTo>
                <a:lnTo>
                  <a:pt x="1076058" y="485775"/>
                </a:lnTo>
                <a:lnTo>
                  <a:pt x="1077175" y="485317"/>
                </a:lnTo>
                <a:lnTo>
                  <a:pt x="1079042" y="483450"/>
                </a:lnTo>
                <a:lnTo>
                  <a:pt x="1079500" y="482333"/>
                </a:lnTo>
                <a:lnTo>
                  <a:pt x="1079500" y="479704"/>
                </a:lnTo>
                <a:close/>
              </a:path>
              <a:path w="1079500" h="2438400">
                <a:moveTo>
                  <a:pt x="1079500" y="432079"/>
                </a:moveTo>
                <a:lnTo>
                  <a:pt x="1079042" y="430961"/>
                </a:lnTo>
                <a:lnTo>
                  <a:pt x="1077175" y="429094"/>
                </a:lnTo>
                <a:lnTo>
                  <a:pt x="1076058" y="428625"/>
                </a:lnTo>
                <a:lnTo>
                  <a:pt x="1073429" y="428625"/>
                </a:lnTo>
                <a:lnTo>
                  <a:pt x="1072311" y="429094"/>
                </a:lnTo>
                <a:lnTo>
                  <a:pt x="1070444" y="430961"/>
                </a:lnTo>
                <a:lnTo>
                  <a:pt x="1069975" y="432079"/>
                </a:lnTo>
                <a:lnTo>
                  <a:pt x="1069975" y="434708"/>
                </a:lnTo>
                <a:lnTo>
                  <a:pt x="1070444" y="435825"/>
                </a:lnTo>
                <a:lnTo>
                  <a:pt x="1072311" y="437692"/>
                </a:lnTo>
                <a:lnTo>
                  <a:pt x="1073429" y="438150"/>
                </a:lnTo>
                <a:lnTo>
                  <a:pt x="1076058" y="438150"/>
                </a:lnTo>
                <a:lnTo>
                  <a:pt x="1077175" y="437692"/>
                </a:lnTo>
                <a:lnTo>
                  <a:pt x="1079042" y="435825"/>
                </a:lnTo>
                <a:lnTo>
                  <a:pt x="1079500" y="434708"/>
                </a:lnTo>
                <a:lnTo>
                  <a:pt x="1079500" y="432079"/>
                </a:lnTo>
                <a:close/>
              </a:path>
              <a:path w="1079500" h="2438400">
                <a:moveTo>
                  <a:pt x="1079500" y="384454"/>
                </a:moveTo>
                <a:lnTo>
                  <a:pt x="1079042" y="383336"/>
                </a:lnTo>
                <a:lnTo>
                  <a:pt x="1077175" y="381469"/>
                </a:lnTo>
                <a:lnTo>
                  <a:pt x="1076058" y="381000"/>
                </a:lnTo>
                <a:lnTo>
                  <a:pt x="1073429" y="381000"/>
                </a:lnTo>
                <a:lnTo>
                  <a:pt x="1072311" y="381469"/>
                </a:lnTo>
                <a:lnTo>
                  <a:pt x="1070444" y="383336"/>
                </a:lnTo>
                <a:lnTo>
                  <a:pt x="1069975" y="384454"/>
                </a:lnTo>
                <a:lnTo>
                  <a:pt x="1069975" y="387083"/>
                </a:lnTo>
                <a:lnTo>
                  <a:pt x="1070444" y="388200"/>
                </a:lnTo>
                <a:lnTo>
                  <a:pt x="1072311" y="390067"/>
                </a:lnTo>
                <a:lnTo>
                  <a:pt x="1073429" y="390525"/>
                </a:lnTo>
                <a:lnTo>
                  <a:pt x="1076058" y="390525"/>
                </a:lnTo>
                <a:lnTo>
                  <a:pt x="1077175" y="390067"/>
                </a:lnTo>
                <a:lnTo>
                  <a:pt x="1079042" y="388200"/>
                </a:lnTo>
                <a:lnTo>
                  <a:pt x="1079500" y="387083"/>
                </a:lnTo>
                <a:lnTo>
                  <a:pt x="1079500" y="384454"/>
                </a:lnTo>
                <a:close/>
              </a:path>
              <a:path w="1079500" h="2438400">
                <a:moveTo>
                  <a:pt x="1079500" y="336829"/>
                </a:moveTo>
                <a:lnTo>
                  <a:pt x="1079042" y="335711"/>
                </a:lnTo>
                <a:lnTo>
                  <a:pt x="1077175" y="333844"/>
                </a:lnTo>
                <a:lnTo>
                  <a:pt x="1076058" y="333375"/>
                </a:lnTo>
                <a:lnTo>
                  <a:pt x="1073429" y="333375"/>
                </a:lnTo>
                <a:lnTo>
                  <a:pt x="1072311" y="333844"/>
                </a:lnTo>
                <a:lnTo>
                  <a:pt x="1070444" y="335711"/>
                </a:lnTo>
                <a:lnTo>
                  <a:pt x="1069975" y="336829"/>
                </a:lnTo>
                <a:lnTo>
                  <a:pt x="1069975" y="339458"/>
                </a:lnTo>
                <a:lnTo>
                  <a:pt x="1070444" y="340575"/>
                </a:lnTo>
                <a:lnTo>
                  <a:pt x="1072311" y="342442"/>
                </a:lnTo>
                <a:lnTo>
                  <a:pt x="1073429" y="342900"/>
                </a:lnTo>
                <a:lnTo>
                  <a:pt x="1076058" y="342900"/>
                </a:lnTo>
                <a:lnTo>
                  <a:pt x="1077175" y="342442"/>
                </a:lnTo>
                <a:lnTo>
                  <a:pt x="1079042" y="340575"/>
                </a:lnTo>
                <a:lnTo>
                  <a:pt x="1079500" y="339458"/>
                </a:lnTo>
                <a:lnTo>
                  <a:pt x="1079500" y="336829"/>
                </a:lnTo>
                <a:close/>
              </a:path>
              <a:path w="1079500" h="2438400">
                <a:moveTo>
                  <a:pt x="1079500" y="289204"/>
                </a:moveTo>
                <a:lnTo>
                  <a:pt x="1079042" y="288086"/>
                </a:lnTo>
                <a:lnTo>
                  <a:pt x="1077175" y="286219"/>
                </a:lnTo>
                <a:lnTo>
                  <a:pt x="1076058" y="285750"/>
                </a:lnTo>
                <a:lnTo>
                  <a:pt x="1073429" y="285750"/>
                </a:lnTo>
                <a:lnTo>
                  <a:pt x="1072311" y="286219"/>
                </a:lnTo>
                <a:lnTo>
                  <a:pt x="1070444" y="288086"/>
                </a:lnTo>
                <a:lnTo>
                  <a:pt x="1069975" y="289204"/>
                </a:lnTo>
                <a:lnTo>
                  <a:pt x="1069975" y="291833"/>
                </a:lnTo>
                <a:lnTo>
                  <a:pt x="1070444" y="292950"/>
                </a:lnTo>
                <a:lnTo>
                  <a:pt x="1072311" y="294817"/>
                </a:lnTo>
                <a:lnTo>
                  <a:pt x="1073429" y="295275"/>
                </a:lnTo>
                <a:lnTo>
                  <a:pt x="1076058" y="295275"/>
                </a:lnTo>
                <a:lnTo>
                  <a:pt x="1077175" y="294817"/>
                </a:lnTo>
                <a:lnTo>
                  <a:pt x="1079042" y="292950"/>
                </a:lnTo>
                <a:lnTo>
                  <a:pt x="1079500" y="291833"/>
                </a:lnTo>
                <a:lnTo>
                  <a:pt x="1079500" y="289204"/>
                </a:lnTo>
                <a:close/>
              </a:path>
              <a:path w="1079500" h="2438400">
                <a:moveTo>
                  <a:pt x="1079500" y="241579"/>
                </a:moveTo>
                <a:lnTo>
                  <a:pt x="1079042" y="240461"/>
                </a:lnTo>
                <a:lnTo>
                  <a:pt x="1077175" y="238594"/>
                </a:lnTo>
                <a:lnTo>
                  <a:pt x="1076058" y="238125"/>
                </a:lnTo>
                <a:lnTo>
                  <a:pt x="1073429" y="238125"/>
                </a:lnTo>
                <a:lnTo>
                  <a:pt x="1072311" y="238594"/>
                </a:lnTo>
                <a:lnTo>
                  <a:pt x="1070444" y="240461"/>
                </a:lnTo>
                <a:lnTo>
                  <a:pt x="1069975" y="241579"/>
                </a:lnTo>
                <a:lnTo>
                  <a:pt x="1069975" y="244208"/>
                </a:lnTo>
                <a:lnTo>
                  <a:pt x="1070444" y="245325"/>
                </a:lnTo>
                <a:lnTo>
                  <a:pt x="1072311" y="247192"/>
                </a:lnTo>
                <a:lnTo>
                  <a:pt x="1073429" y="247650"/>
                </a:lnTo>
                <a:lnTo>
                  <a:pt x="1076058" y="247650"/>
                </a:lnTo>
                <a:lnTo>
                  <a:pt x="1077175" y="247192"/>
                </a:lnTo>
                <a:lnTo>
                  <a:pt x="1079042" y="245325"/>
                </a:lnTo>
                <a:lnTo>
                  <a:pt x="1079500" y="244208"/>
                </a:lnTo>
                <a:lnTo>
                  <a:pt x="1079500" y="241579"/>
                </a:lnTo>
                <a:close/>
              </a:path>
              <a:path w="1079500" h="2438400">
                <a:moveTo>
                  <a:pt x="1079500" y="193954"/>
                </a:moveTo>
                <a:lnTo>
                  <a:pt x="1079042" y="192836"/>
                </a:lnTo>
                <a:lnTo>
                  <a:pt x="1077175" y="190969"/>
                </a:lnTo>
                <a:lnTo>
                  <a:pt x="1076058" y="190500"/>
                </a:lnTo>
                <a:lnTo>
                  <a:pt x="1073429" y="190500"/>
                </a:lnTo>
                <a:lnTo>
                  <a:pt x="1072311" y="190969"/>
                </a:lnTo>
                <a:lnTo>
                  <a:pt x="1070444" y="192836"/>
                </a:lnTo>
                <a:lnTo>
                  <a:pt x="1069975" y="193954"/>
                </a:lnTo>
                <a:lnTo>
                  <a:pt x="1069975" y="196583"/>
                </a:lnTo>
                <a:lnTo>
                  <a:pt x="1070444" y="197700"/>
                </a:lnTo>
                <a:lnTo>
                  <a:pt x="1072311" y="199567"/>
                </a:lnTo>
                <a:lnTo>
                  <a:pt x="1073429" y="200025"/>
                </a:lnTo>
                <a:lnTo>
                  <a:pt x="1076058" y="200025"/>
                </a:lnTo>
                <a:lnTo>
                  <a:pt x="1077175" y="199567"/>
                </a:lnTo>
                <a:lnTo>
                  <a:pt x="1079042" y="197700"/>
                </a:lnTo>
                <a:lnTo>
                  <a:pt x="1079500" y="196583"/>
                </a:lnTo>
                <a:lnTo>
                  <a:pt x="1079500" y="193954"/>
                </a:lnTo>
                <a:close/>
              </a:path>
              <a:path w="1079500" h="2438400">
                <a:moveTo>
                  <a:pt x="1079500" y="146329"/>
                </a:moveTo>
                <a:lnTo>
                  <a:pt x="1079042" y="145211"/>
                </a:lnTo>
                <a:lnTo>
                  <a:pt x="1077175" y="143344"/>
                </a:lnTo>
                <a:lnTo>
                  <a:pt x="1076058" y="142875"/>
                </a:lnTo>
                <a:lnTo>
                  <a:pt x="1073429" y="142875"/>
                </a:lnTo>
                <a:lnTo>
                  <a:pt x="1072311" y="143344"/>
                </a:lnTo>
                <a:lnTo>
                  <a:pt x="1070444" y="145211"/>
                </a:lnTo>
                <a:lnTo>
                  <a:pt x="1069975" y="146329"/>
                </a:lnTo>
                <a:lnTo>
                  <a:pt x="1069975" y="148958"/>
                </a:lnTo>
                <a:lnTo>
                  <a:pt x="1070444" y="150075"/>
                </a:lnTo>
                <a:lnTo>
                  <a:pt x="1072311" y="151942"/>
                </a:lnTo>
                <a:lnTo>
                  <a:pt x="1073429" y="152400"/>
                </a:lnTo>
                <a:lnTo>
                  <a:pt x="1076058" y="152400"/>
                </a:lnTo>
                <a:lnTo>
                  <a:pt x="1077175" y="151942"/>
                </a:lnTo>
                <a:lnTo>
                  <a:pt x="1079042" y="150075"/>
                </a:lnTo>
                <a:lnTo>
                  <a:pt x="1079500" y="148958"/>
                </a:lnTo>
                <a:lnTo>
                  <a:pt x="1079500" y="146329"/>
                </a:lnTo>
                <a:close/>
              </a:path>
              <a:path w="1079500" h="2438400">
                <a:moveTo>
                  <a:pt x="1079500" y="98704"/>
                </a:moveTo>
                <a:lnTo>
                  <a:pt x="1079042" y="97586"/>
                </a:lnTo>
                <a:lnTo>
                  <a:pt x="1077175" y="95719"/>
                </a:lnTo>
                <a:lnTo>
                  <a:pt x="1076058" y="95250"/>
                </a:lnTo>
                <a:lnTo>
                  <a:pt x="1073429" y="95250"/>
                </a:lnTo>
                <a:lnTo>
                  <a:pt x="1072311" y="95719"/>
                </a:lnTo>
                <a:lnTo>
                  <a:pt x="1070444" y="97586"/>
                </a:lnTo>
                <a:lnTo>
                  <a:pt x="1069975" y="98704"/>
                </a:lnTo>
                <a:lnTo>
                  <a:pt x="1069975" y="101333"/>
                </a:lnTo>
                <a:lnTo>
                  <a:pt x="1070444" y="102450"/>
                </a:lnTo>
                <a:lnTo>
                  <a:pt x="1072311" y="104317"/>
                </a:lnTo>
                <a:lnTo>
                  <a:pt x="1073429" y="104775"/>
                </a:lnTo>
                <a:lnTo>
                  <a:pt x="1076058" y="104775"/>
                </a:lnTo>
                <a:lnTo>
                  <a:pt x="1077175" y="104317"/>
                </a:lnTo>
                <a:lnTo>
                  <a:pt x="1079042" y="102450"/>
                </a:lnTo>
                <a:lnTo>
                  <a:pt x="1079500" y="101333"/>
                </a:lnTo>
                <a:lnTo>
                  <a:pt x="1079500" y="98704"/>
                </a:lnTo>
                <a:close/>
              </a:path>
              <a:path w="1079500" h="2438400">
                <a:moveTo>
                  <a:pt x="1079500" y="51079"/>
                </a:moveTo>
                <a:lnTo>
                  <a:pt x="1079042" y="49961"/>
                </a:lnTo>
                <a:lnTo>
                  <a:pt x="1077175" y="48094"/>
                </a:lnTo>
                <a:lnTo>
                  <a:pt x="1076058" y="47625"/>
                </a:lnTo>
                <a:lnTo>
                  <a:pt x="1073429" y="47625"/>
                </a:lnTo>
                <a:lnTo>
                  <a:pt x="1072311" y="48094"/>
                </a:lnTo>
                <a:lnTo>
                  <a:pt x="1070444" y="49961"/>
                </a:lnTo>
                <a:lnTo>
                  <a:pt x="1069975" y="51079"/>
                </a:lnTo>
                <a:lnTo>
                  <a:pt x="1069975" y="53708"/>
                </a:lnTo>
                <a:lnTo>
                  <a:pt x="1070444" y="54825"/>
                </a:lnTo>
                <a:lnTo>
                  <a:pt x="1072311" y="56692"/>
                </a:lnTo>
                <a:lnTo>
                  <a:pt x="1073429" y="57150"/>
                </a:lnTo>
                <a:lnTo>
                  <a:pt x="1076058" y="57150"/>
                </a:lnTo>
                <a:lnTo>
                  <a:pt x="1077175" y="56692"/>
                </a:lnTo>
                <a:lnTo>
                  <a:pt x="1079042" y="54825"/>
                </a:lnTo>
                <a:lnTo>
                  <a:pt x="1079500" y="53708"/>
                </a:lnTo>
                <a:lnTo>
                  <a:pt x="1079500" y="51079"/>
                </a:lnTo>
                <a:close/>
              </a:path>
              <a:path w="1079500" h="2438400">
                <a:moveTo>
                  <a:pt x="1079500" y="3454"/>
                </a:moveTo>
                <a:lnTo>
                  <a:pt x="1079042" y="2336"/>
                </a:lnTo>
                <a:lnTo>
                  <a:pt x="1077175" y="469"/>
                </a:lnTo>
                <a:lnTo>
                  <a:pt x="1076058" y="0"/>
                </a:lnTo>
                <a:lnTo>
                  <a:pt x="1073429" y="0"/>
                </a:lnTo>
                <a:lnTo>
                  <a:pt x="1072311" y="469"/>
                </a:lnTo>
                <a:lnTo>
                  <a:pt x="1070444" y="2336"/>
                </a:lnTo>
                <a:lnTo>
                  <a:pt x="1069975" y="3454"/>
                </a:lnTo>
                <a:lnTo>
                  <a:pt x="1069975" y="6083"/>
                </a:lnTo>
                <a:lnTo>
                  <a:pt x="1070444" y="7200"/>
                </a:lnTo>
                <a:lnTo>
                  <a:pt x="1072311" y="9067"/>
                </a:lnTo>
                <a:lnTo>
                  <a:pt x="1073429" y="9525"/>
                </a:lnTo>
                <a:lnTo>
                  <a:pt x="1076058" y="9525"/>
                </a:lnTo>
                <a:lnTo>
                  <a:pt x="1077175" y="9067"/>
                </a:lnTo>
                <a:lnTo>
                  <a:pt x="1079042" y="7200"/>
                </a:lnTo>
                <a:lnTo>
                  <a:pt x="1079500" y="6083"/>
                </a:lnTo>
                <a:lnTo>
                  <a:pt x="1079500" y="345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258674" y="4240212"/>
            <a:ext cx="9525" cy="2438400"/>
          </a:xfrm>
          <a:custGeom>
            <a:avLst/>
            <a:gdLst/>
            <a:ahLst/>
            <a:cxnLst/>
            <a:rect l="l" t="t" r="r" b="b"/>
            <a:pathLst>
              <a:path w="9525" h="243840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243840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43840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43840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43840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43840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43840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43840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43840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43840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43840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43840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43840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43840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43840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43840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43840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43840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43840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43840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43840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43840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43840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43840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700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700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43840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43840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43840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43840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43840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43840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43840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43840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438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438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438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4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4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438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438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438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438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438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438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438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43840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438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438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438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438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438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438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438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438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438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2142389" y="6689725"/>
            <a:ext cx="2425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30%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989144" y="6689725"/>
            <a:ext cx="1329055" cy="35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095375" algn="l"/>
              </a:tabLst>
            </a:pP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10%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20%</a:t>
            </a:r>
            <a:endParaRPr sz="9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200" spc="-75" dirty="0">
                <a:solidFill>
                  <a:srgbClr val="252423"/>
                </a:solidFill>
                <a:latin typeface="Tahoma"/>
                <a:cs typeface="Tahoma"/>
              </a:rPr>
              <a:t>High</a:t>
            </a:r>
            <a:r>
              <a:rPr sz="1200" spc="-70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252423"/>
                </a:solidFill>
                <a:latin typeface="Tahoma"/>
                <a:cs typeface="Tahoma"/>
              </a:rPr>
              <a:t>Risk</a:t>
            </a:r>
            <a:r>
              <a:rPr sz="1200" spc="-65" dirty="0">
                <a:solidFill>
                  <a:srgbClr val="252423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Percentage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536170" y="5222329"/>
            <a:ext cx="177800" cy="4584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75"/>
              </a:lnSpc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840364" y="4237065"/>
            <a:ext cx="1135380" cy="235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90500" algn="r">
              <a:lnSpc>
                <a:spcPct val="141500"/>
              </a:lnSpc>
              <a:spcBef>
                <a:spcPts val="100"/>
              </a:spcBef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Intelligence…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Civil</a:t>
            </a:r>
            <a:r>
              <a:rPr sz="900" spc="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Engineering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Computer</a:t>
            </a:r>
            <a:r>
              <a:rPr sz="900" spc="-4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CSE(AI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ML)</a:t>
            </a:r>
            <a:endParaRPr sz="900">
              <a:latin typeface="Segoe UI"/>
              <a:cs typeface="Segoe UI"/>
            </a:endParaRPr>
          </a:p>
          <a:p>
            <a:pPr marL="219075" marR="5080" indent="-189865" algn="just">
              <a:lnSpc>
                <a:spcPct val="141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CSE(Artificial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Intellig…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CSE(Data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Science)</a:t>
            </a:r>
            <a:endParaRPr sz="900">
              <a:latin typeface="Segoe UI"/>
              <a:cs typeface="Segoe UI"/>
            </a:endParaRPr>
          </a:p>
          <a:p>
            <a:pPr marL="12700" marR="5080" indent="6985" algn="just">
              <a:lnSpc>
                <a:spcPct val="141500"/>
              </a:lnSpc>
            </a:pP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CSE(IoT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1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Cyber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5" dirty="0">
                <a:solidFill>
                  <a:srgbClr val="605D5C"/>
                </a:solidFill>
                <a:latin typeface="Segoe UI"/>
                <a:cs typeface="Segoe UI"/>
              </a:rPr>
              <a:t>S…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CSE(Software</a:t>
            </a:r>
            <a:r>
              <a:rPr sz="900" spc="-5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Electronics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and</a:t>
            </a:r>
            <a:r>
              <a:rPr sz="900" spc="-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Tele…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Information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Technol… Instrumentation</a:t>
            </a:r>
            <a:r>
              <a:rPr sz="900" spc="8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20" dirty="0">
                <a:solidFill>
                  <a:srgbClr val="605D5C"/>
                </a:solidFill>
                <a:latin typeface="Segoe UI"/>
                <a:cs typeface="Segoe UI"/>
              </a:rPr>
              <a:t>and… </a:t>
            </a:r>
            <a:r>
              <a:rPr sz="900" dirty="0">
                <a:solidFill>
                  <a:srgbClr val="605D5C"/>
                </a:solidFill>
                <a:latin typeface="Segoe UI"/>
                <a:cs typeface="Segoe UI"/>
              </a:rPr>
              <a:t>Mechanical</a:t>
            </a:r>
            <a:r>
              <a:rPr sz="900" spc="-45" dirty="0">
                <a:solidFill>
                  <a:srgbClr val="605D5C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05D5C"/>
                </a:solidFill>
                <a:latin typeface="Segoe UI"/>
                <a:cs typeface="Segoe UI"/>
              </a:rPr>
              <a:t>Enginee…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9048737" y="4306722"/>
            <a:ext cx="2875280" cy="2287270"/>
          </a:xfrm>
          <a:custGeom>
            <a:avLst/>
            <a:gdLst/>
            <a:ahLst/>
            <a:cxnLst/>
            <a:rect l="l" t="t" r="r" b="b"/>
            <a:pathLst>
              <a:path w="2875279" h="2287270">
                <a:moveTo>
                  <a:pt x="1363700" y="194017"/>
                </a:moveTo>
                <a:lnTo>
                  <a:pt x="0" y="194017"/>
                </a:lnTo>
                <a:lnTo>
                  <a:pt x="0" y="346824"/>
                </a:lnTo>
                <a:lnTo>
                  <a:pt x="1363700" y="346824"/>
                </a:lnTo>
                <a:lnTo>
                  <a:pt x="1363700" y="194017"/>
                </a:lnTo>
                <a:close/>
              </a:path>
              <a:path w="2875279" h="2287270">
                <a:moveTo>
                  <a:pt x="1474749" y="1552219"/>
                </a:moveTo>
                <a:lnTo>
                  <a:pt x="0" y="1552219"/>
                </a:lnTo>
                <a:lnTo>
                  <a:pt x="0" y="1705013"/>
                </a:lnTo>
                <a:lnTo>
                  <a:pt x="1474749" y="1705013"/>
                </a:lnTo>
                <a:lnTo>
                  <a:pt x="1474749" y="1552219"/>
                </a:lnTo>
                <a:close/>
              </a:path>
              <a:path w="2875279" h="2287270">
                <a:moveTo>
                  <a:pt x="1630819" y="2134298"/>
                </a:moveTo>
                <a:lnTo>
                  <a:pt x="0" y="2134298"/>
                </a:lnTo>
                <a:lnTo>
                  <a:pt x="0" y="2287092"/>
                </a:lnTo>
                <a:lnTo>
                  <a:pt x="1630819" y="2287092"/>
                </a:lnTo>
                <a:lnTo>
                  <a:pt x="1630819" y="2134298"/>
                </a:lnTo>
                <a:close/>
              </a:path>
              <a:path w="2875279" h="2287270">
                <a:moveTo>
                  <a:pt x="1653184" y="776109"/>
                </a:moveTo>
                <a:lnTo>
                  <a:pt x="0" y="776109"/>
                </a:lnTo>
                <a:lnTo>
                  <a:pt x="0" y="928903"/>
                </a:lnTo>
                <a:lnTo>
                  <a:pt x="1653184" y="928903"/>
                </a:lnTo>
                <a:lnTo>
                  <a:pt x="1653184" y="776109"/>
                </a:lnTo>
                <a:close/>
              </a:path>
              <a:path w="2875279" h="2287270">
                <a:moveTo>
                  <a:pt x="1683118" y="970127"/>
                </a:moveTo>
                <a:lnTo>
                  <a:pt x="0" y="970127"/>
                </a:lnTo>
                <a:lnTo>
                  <a:pt x="0" y="1122934"/>
                </a:lnTo>
                <a:lnTo>
                  <a:pt x="1683118" y="1122934"/>
                </a:lnTo>
                <a:lnTo>
                  <a:pt x="1683118" y="970127"/>
                </a:lnTo>
                <a:close/>
              </a:path>
              <a:path w="2875279" h="2287270">
                <a:moveTo>
                  <a:pt x="1723859" y="1164158"/>
                </a:moveTo>
                <a:lnTo>
                  <a:pt x="0" y="1164158"/>
                </a:lnTo>
                <a:lnTo>
                  <a:pt x="0" y="1316964"/>
                </a:lnTo>
                <a:lnTo>
                  <a:pt x="1723859" y="1316964"/>
                </a:lnTo>
                <a:lnTo>
                  <a:pt x="1723859" y="1164158"/>
                </a:lnTo>
                <a:close/>
              </a:path>
              <a:path w="2875279" h="2287270">
                <a:moveTo>
                  <a:pt x="2052015" y="388048"/>
                </a:moveTo>
                <a:lnTo>
                  <a:pt x="0" y="388048"/>
                </a:lnTo>
                <a:lnTo>
                  <a:pt x="0" y="540842"/>
                </a:lnTo>
                <a:lnTo>
                  <a:pt x="2052015" y="540842"/>
                </a:lnTo>
                <a:lnTo>
                  <a:pt x="2052015" y="388048"/>
                </a:lnTo>
                <a:close/>
              </a:path>
              <a:path w="2875279" h="2287270">
                <a:moveTo>
                  <a:pt x="2066163" y="1358188"/>
                </a:moveTo>
                <a:lnTo>
                  <a:pt x="0" y="1358188"/>
                </a:lnTo>
                <a:lnTo>
                  <a:pt x="0" y="1510982"/>
                </a:lnTo>
                <a:lnTo>
                  <a:pt x="2066163" y="1510982"/>
                </a:lnTo>
                <a:lnTo>
                  <a:pt x="2066163" y="1358188"/>
                </a:lnTo>
                <a:close/>
              </a:path>
              <a:path w="2875279" h="2287270">
                <a:moveTo>
                  <a:pt x="2153628" y="582079"/>
                </a:moveTo>
                <a:lnTo>
                  <a:pt x="0" y="582079"/>
                </a:lnTo>
                <a:lnTo>
                  <a:pt x="0" y="734872"/>
                </a:lnTo>
                <a:lnTo>
                  <a:pt x="2153628" y="734872"/>
                </a:lnTo>
                <a:lnTo>
                  <a:pt x="2153628" y="582079"/>
                </a:lnTo>
                <a:close/>
              </a:path>
              <a:path w="2875279" h="2287270">
                <a:moveTo>
                  <a:pt x="2197595" y="1746250"/>
                </a:moveTo>
                <a:lnTo>
                  <a:pt x="0" y="1746250"/>
                </a:lnTo>
                <a:lnTo>
                  <a:pt x="0" y="1899043"/>
                </a:lnTo>
                <a:lnTo>
                  <a:pt x="2197595" y="1899043"/>
                </a:lnTo>
                <a:lnTo>
                  <a:pt x="2197595" y="1746250"/>
                </a:lnTo>
                <a:close/>
              </a:path>
              <a:path w="2875279" h="2287270">
                <a:moveTo>
                  <a:pt x="2626893" y="1940267"/>
                </a:moveTo>
                <a:lnTo>
                  <a:pt x="0" y="1940267"/>
                </a:lnTo>
                <a:lnTo>
                  <a:pt x="0" y="2093074"/>
                </a:lnTo>
                <a:lnTo>
                  <a:pt x="2626893" y="2093074"/>
                </a:lnTo>
                <a:lnTo>
                  <a:pt x="2626893" y="1940267"/>
                </a:lnTo>
                <a:close/>
              </a:path>
              <a:path w="2875279" h="2287270">
                <a:moveTo>
                  <a:pt x="2875115" y="0"/>
                </a:moveTo>
                <a:lnTo>
                  <a:pt x="0" y="0"/>
                </a:lnTo>
                <a:lnTo>
                  <a:pt x="0" y="152793"/>
                </a:lnTo>
                <a:lnTo>
                  <a:pt x="2875115" y="152793"/>
                </a:lnTo>
                <a:lnTo>
                  <a:pt x="2875115" y="0"/>
                </a:lnTo>
                <a:close/>
              </a:path>
            </a:pathLst>
          </a:custGeom>
          <a:solidFill>
            <a:srgbClr val="6EA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9102725" y="1016000"/>
            <a:ext cx="458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solidFill>
                  <a:srgbClr val="252423"/>
                </a:solidFill>
                <a:latin typeface="Tahoma"/>
                <a:cs typeface="Tahoma"/>
              </a:rPr>
              <a:t>Branch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9091612" y="1281112"/>
            <a:ext cx="138112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1201420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902575" y="987425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252423"/>
                </a:solidFill>
                <a:latin typeface="Tahoma"/>
                <a:cs typeface="Tahoma"/>
              </a:rPr>
              <a:t>Gender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891462" y="1252537"/>
            <a:ext cx="1000125" cy="247650"/>
          </a:xfrm>
          <a:prstGeom prst="rect">
            <a:avLst/>
          </a:prstGeom>
          <a:solidFill>
            <a:srgbClr val="FFFFFF"/>
          </a:solidFill>
          <a:ln w="9524">
            <a:solidFill>
              <a:srgbClr val="1C1C1C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35"/>
              </a:spcBef>
              <a:tabLst>
                <a:tab pos="820419" algn="l"/>
              </a:tabLst>
            </a:pPr>
            <a:r>
              <a:rPr sz="1500" spc="-37" baseline="2777" dirty="0">
                <a:solidFill>
                  <a:srgbClr val="605D5C"/>
                </a:solidFill>
                <a:latin typeface="Segoe UI"/>
                <a:cs typeface="Segoe UI"/>
              </a:rPr>
              <a:t>All</a:t>
            </a:r>
            <a:r>
              <a:rPr sz="1500" baseline="2777" dirty="0">
                <a:solidFill>
                  <a:srgbClr val="605D5C"/>
                </a:solidFill>
                <a:latin typeface="Segoe UI"/>
                <a:cs typeface="Segoe UI"/>
              </a:rPr>
              <a:t>	</a:t>
            </a:r>
            <a:r>
              <a:rPr sz="1000" spc="280" dirty="0">
                <a:solidFill>
                  <a:srgbClr val="605D5C"/>
                </a:solidFill>
                <a:latin typeface="Arial MT"/>
                <a:cs typeface="Arial MT"/>
              </a:rPr>
              <a:t>V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766</Words>
  <Application>Microsoft Office PowerPoint</Application>
  <PresentationFormat>Custom</PresentationFormat>
  <Paragraphs>285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 MT</vt:lpstr>
      <vt:lpstr>Calibri</vt:lpstr>
      <vt:lpstr>Segoe UI</vt:lpstr>
      <vt:lpstr>Segoe UI Semibold</vt:lpstr>
      <vt:lpstr>Tahoma</vt:lpstr>
      <vt:lpstr>Office Theme</vt:lpstr>
      <vt:lpstr>Student Mental Health Analytics Dashboard</vt:lpstr>
      <vt:lpstr>Student Demographic Analysis</vt:lpstr>
      <vt:lpstr>Mental Health Insights</vt:lpstr>
      <vt:lpstr>Student Risk Analysis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satish khade</dc:creator>
  <cp:lastModifiedBy>vishal</cp:lastModifiedBy>
  <cp:revision>1</cp:revision>
  <dcterms:created xsi:type="dcterms:W3CDTF">2026-07-23T06:57:45Z</dcterms:created>
  <dcterms:modified xsi:type="dcterms:W3CDTF">2026-07-23T07:01:32Z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2026-07-23T00:00:00Z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2026-07-23T00:00:00Z</vt:filetime>
  </property>
</Properties>
</file>